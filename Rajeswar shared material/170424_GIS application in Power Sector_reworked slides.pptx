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notesSlides/notesSlide1.xml" ContentType="application/vnd.openxmlformats-officedocument.presentationml.notesSlide+xml"/>
  <Override PartName="/ppt/tags/tag17.xml" ContentType="application/vnd.openxmlformats-officedocument.presentationml.tags+xml"/>
  <Override PartName="/ppt/notesSlides/notesSlide2.xml" ContentType="application/vnd.openxmlformats-officedocument.presentationml.notesSlide+xml"/>
  <Override PartName="/ppt/tags/tag18.xml" ContentType="application/vnd.openxmlformats-officedocument.presentationml.tags+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757" r:id="rId4"/>
  </p:sldMasterIdLst>
  <p:notesMasterIdLst>
    <p:notesMasterId r:id="rId10"/>
  </p:notesMasterIdLst>
  <p:handoutMasterIdLst>
    <p:handoutMasterId r:id="rId11"/>
  </p:handoutMasterIdLst>
  <p:sldIdLst>
    <p:sldId id="2147472138" r:id="rId5"/>
    <p:sldId id="2147472143" r:id="rId6"/>
    <p:sldId id="2147472122" r:id="rId7"/>
    <p:sldId id="2147472144" r:id="rId8"/>
    <p:sldId id="2147472137" r:id="rId9"/>
  </p:sldIdLst>
  <p:sldSz cx="12192000" cy="6858000"/>
  <p:notesSz cx="7315200" cy="9601200"/>
  <p:custDataLst>
    <p:tags r:id="rId12"/>
  </p:custDataLst>
  <p:defaultTextStyle>
    <a:defPPr>
      <a:defRPr lang="en-US"/>
    </a:defPPr>
    <a:lvl1pPr marL="0" algn="l" defTabSz="914342" rtl="0" eaLnBrk="1" latinLnBrk="0" hangingPunct="1">
      <a:defRPr sz="1800" kern="1200">
        <a:solidFill>
          <a:schemeClr val="tx1"/>
        </a:solidFill>
        <a:latin typeface="+mn-lt"/>
        <a:ea typeface="+mn-ea"/>
        <a:cs typeface="+mn-cs"/>
      </a:defRPr>
    </a:lvl1pPr>
    <a:lvl2pPr marL="457171" algn="l" defTabSz="914342" rtl="0" eaLnBrk="1" latinLnBrk="0" hangingPunct="1">
      <a:defRPr sz="1800" kern="1200">
        <a:solidFill>
          <a:schemeClr val="tx1"/>
        </a:solidFill>
        <a:latin typeface="+mn-lt"/>
        <a:ea typeface="+mn-ea"/>
        <a:cs typeface="+mn-cs"/>
      </a:defRPr>
    </a:lvl2pPr>
    <a:lvl3pPr marL="914342" algn="l" defTabSz="914342" rtl="0" eaLnBrk="1" latinLnBrk="0" hangingPunct="1">
      <a:defRPr sz="1800" kern="1200">
        <a:solidFill>
          <a:schemeClr val="tx1"/>
        </a:solidFill>
        <a:latin typeface="+mn-lt"/>
        <a:ea typeface="+mn-ea"/>
        <a:cs typeface="+mn-cs"/>
      </a:defRPr>
    </a:lvl3pPr>
    <a:lvl4pPr marL="1371512" algn="l" defTabSz="914342" rtl="0" eaLnBrk="1" latinLnBrk="0" hangingPunct="1">
      <a:defRPr sz="1800" kern="1200">
        <a:solidFill>
          <a:schemeClr val="tx1"/>
        </a:solidFill>
        <a:latin typeface="+mn-lt"/>
        <a:ea typeface="+mn-ea"/>
        <a:cs typeface="+mn-cs"/>
      </a:defRPr>
    </a:lvl4pPr>
    <a:lvl5pPr marL="1828683" algn="l" defTabSz="914342" rtl="0" eaLnBrk="1" latinLnBrk="0" hangingPunct="1">
      <a:defRPr sz="1800" kern="1200">
        <a:solidFill>
          <a:schemeClr val="tx1"/>
        </a:solidFill>
        <a:latin typeface="+mn-lt"/>
        <a:ea typeface="+mn-ea"/>
        <a:cs typeface="+mn-cs"/>
      </a:defRPr>
    </a:lvl5pPr>
    <a:lvl6pPr marL="2285854" algn="l" defTabSz="914342" rtl="0" eaLnBrk="1" latinLnBrk="0" hangingPunct="1">
      <a:defRPr sz="1800" kern="1200">
        <a:solidFill>
          <a:schemeClr val="tx1"/>
        </a:solidFill>
        <a:latin typeface="+mn-lt"/>
        <a:ea typeface="+mn-ea"/>
        <a:cs typeface="+mn-cs"/>
      </a:defRPr>
    </a:lvl6pPr>
    <a:lvl7pPr marL="2743025" algn="l" defTabSz="914342" rtl="0" eaLnBrk="1" latinLnBrk="0" hangingPunct="1">
      <a:defRPr sz="1800" kern="1200">
        <a:solidFill>
          <a:schemeClr val="tx1"/>
        </a:solidFill>
        <a:latin typeface="+mn-lt"/>
        <a:ea typeface="+mn-ea"/>
        <a:cs typeface="+mn-cs"/>
      </a:defRPr>
    </a:lvl7pPr>
    <a:lvl8pPr marL="3200195" algn="l" defTabSz="914342" rtl="0" eaLnBrk="1" latinLnBrk="0" hangingPunct="1">
      <a:defRPr sz="1800" kern="1200">
        <a:solidFill>
          <a:schemeClr val="tx1"/>
        </a:solidFill>
        <a:latin typeface="+mn-lt"/>
        <a:ea typeface="+mn-ea"/>
        <a:cs typeface="+mn-cs"/>
      </a:defRPr>
    </a:lvl8pPr>
    <a:lvl9pPr marL="3657366" algn="l" defTabSz="914342"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0" pos="1008" userDrawn="1">
          <p15:clr>
            <a:srgbClr val="A4A3A4"/>
          </p15:clr>
        </p15:guide>
        <p15:guide id="11" orient="horz" pos="2160" userDrawn="1">
          <p15:clr>
            <a:srgbClr val="A4A3A4"/>
          </p15:clr>
        </p15:guide>
      </p15:sldGuideLst>
    </p:ext>
    <p:ext uri="{2D200454-40CA-4A62-9FC3-DE9A4176ACB9}">
      <p15:notesGuideLst xmlns:p15="http://schemas.microsoft.com/office/powerpoint/2012/main">
        <p15:guide id="1" orient="horz" pos="3024">
          <p15:clr>
            <a:srgbClr val="A4A3A4"/>
          </p15:clr>
        </p15:guide>
        <p15:guide id="2" pos="2304">
          <p15:clr>
            <a:srgbClr val="A4A3A4"/>
          </p15:clr>
        </p15:guide>
      </p15:notes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AD0A7711-F94C-73EA-B932-7D39831E90DF}" name="Moitra, Meghna" initials="MM" userId="S::memoitra@deloitte.com::141e915a-c98c-4fb8-acba-976ccf0ac07a" providerId="AD"/>
  <p188:author id="{E27EBC48-AA79-795E-5D8C-9DCFC230DACA}" name="Khiroria, Adit" initials="KA" userId="S::akhiroria@deloitte.com::125b7d01-0557-4756-b3b5-aac8221948e3" providerId="AD"/>
  <p188:author id="{43894866-CCC8-3B44-E319-ED606C4580A4}" name="Banerjee, Rajeswar" initials="BR" userId="S::rajbanerjee@deloitte.com::b4ff5a26-7e17-4c5f-975b-d63f3f91df5b"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Salunkhe, Nikhil" initials="SN" lastIdx="1" clrIdx="0">
    <p:extLst>
      <p:ext uri="{19B8F6BF-5375-455C-9EA6-DF929625EA0E}">
        <p15:presenceInfo xmlns:p15="http://schemas.microsoft.com/office/powerpoint/2012/main" userId="S-1-5-21-776561741-1482476501-682003330-1288395" providerId="AD"/>
      </p:ext>
    </p:extLst>
  </p:cmAuthor>
  <p:cmAuthor id="2" name="Banerjee, Sayantan" initials="BS" lastIdx="22" clrIdx="1">
    <p:extLst>
      <p:ext uri="{19B8F6BF-5375-455C-9EA6-DF929625EA0E}">
        <p15:presenceInfo xmlns:p15="http://schemas.microsoft.com/office/powerpoint/2012/main" userId="S::bsayantan@deloitte.com::29b1bc15-6d12-4f6e-8f06-28f0a453772b" providerId="AD"/>
      </p:ext>
    </p:extLst>
  </p:cmAuthor>
  <p:cmAuthor id="3" name="Thomas, Emil" initials="TE" lastIdx="1" clrIdx="2">
    <p:extLst>
      <p:ext uri="{19B8F6BF-5375-455C-9EA6-DF929625EA0E}">
        <p15:presenceInfo xmlns:p15="http://schemas.microsoft.com/office/powerpoint/2012/main" userId="S::emthomas@deloitte.com::0406af67-e0e6-4502-b2cb-f66bed26e767" providerId="AD"/>
      </p:ext>
    </p:extLst>
  </p:cmAuthor>
  <p:cmAuthor id="4" name="Mani, Siddharth" initials="MS" lastIdx="17" clrIdx="3">
    <p:extLst>
      <p:ext uri="{19B8F6BF-5375-455C-9EA6-DF929625EA0E}">
        <p15:presenceInfo xmlns:p15="http://schemas.microsoft.com/office/powerpoint/2012/main" userId="S::simani@deloitte.com::ea703a10-db50-4df5-bf72-1a564ac3e541" providerId="AD"/>
      </p:ext>
    </p:extLst>
  </p:cmAuthor>
  <p:cmAuthor id="5" name="Bandyopadhyay, Anirban P" initials="BAP" lastIdx="32" clrIdx="4">
    <p:extLst>
      <p:ext uri="{19B8F6BF-5375-455C-9EA6-DF929625EA0E}">
        <p15:presenceInfo xmlns:p15="http://schemas.microsoft.com/office/powerpoint/2012/main" userId="S::anirbanb@deloitte.com::5d0adf87-8cda-4e85-a1f7-eed3388fbcac" providerId="AD"/>
      </p:ext>
    </p:extLst>
  </p:cmAuthor>
  <p:cmAuthor id="6" name="Halan, Mridul" initials="HM" lastIdx="20" clrIdx="5">
    <p:extLst>
      <p:ext uri="{19B8F6BF-5375-455C-9EA6-DF929625EA0E}">
        <p15:presenceInfo xmlns:p15="http://schemas.microsoft.com/office/powerpoint/2012/main" userId="S::mhalan@deloitte.com::d8402aca-56b7-4a75-97f5-504434d76ce0"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04040"/>
    <a:srgbClr val="26890D"/>
    <a:srgbClr val="009A44"/>
    <a:srgbClr val="00B050"/>
    <a:srgbClr val="E8F6CF"/>
    <a:srgbClr val="43B02A"/>
    <a:srgbClr val="000000"/>
    <a:srgbClr val="FFFFFF"/>
    <a:srgbClr val="B2B2B2"/>
    <a:srgbClr val="3399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1E171933-4619-4E11-9A3F-F7608DF75F80}" styleName="Medium Style 1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3792" autoAdjust="0"/>
  </p:normalViewPr>
  <p:slideViewPr>
    <p:cSldViewPr snapToGrid="0">
      <p:cViewPr varScale="1">
        <p:scale>
          <a:sx n="63" d="100"/>
          <a:sy n="63" d="100"/>
        </p:scale>
        <p:origin x="732" y="64"/>
      </p:cViewPr>
      <p:guideLst>
        <p:guide pos="1008"/>
        <p:guide orient="horz" pos="2160"/>
      </p:guideLst>
    </p:cSldViewPr>
  </p:slideViewPr>
  <p:notesTextViewPr>
    <p:cViewPr>
      <p:scale>
        <a:sx n="1" d="1"/>
        <a:sy n="1" d="1"/>
      </p:scale>
      <p:origin x="0" y="0"/>
    </p:cViewPr>
  </p:notesTextViewPr>
  <p:notesViewPr>
    <p:cSldViewPr snapToGrid="0">
      <p:cViewPr varScale="1">
        <p:scale>
          <a:sx n="66" d="100"/>
          <a:sy n="66" d="100"/>
        </p:scale>
        <p:origin x="0" y="0"/>
      </p:cViewPr>
      <p:guideLst>
        <p:guide orient="horz" pos="3024"/>
        <p:guide pos="2304"/>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commentAuthors" Target="commentAuthors.xml"/><Relationship Id="rId18" Type="http://schemas.microsoft.com/office/2018/10/relationships/authors" Target="author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tags" Target="tags/tag1.xml"/><Relationship Id="rId17"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handoutMaster" Target="handoutMasters/handoutMaster1.xml"/><Relationship Id="rId5" Type="http://schemas.openxmlformats.org/officeDocument/2006/relationships/slide" Target="slides/slide1.xml"/><Relationship Id="rId15" Type="http://schemas.openxmlformats.org/officeDocument/2006/relationships/viewProps" Target="viewProps.xml"/><Relationship Id="rId10"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4" y="1"/>
            <a:ext cx="3170138" cy="479539"/>
          </a:xfrm>
          <a:prstGeom prst="rect">
            <a:avLst/>
          </a:prstGeom>
        </p:spPr>
        <p:txBody>
          <a:bodyPr vert="horz" lIns="90913" tIns="45457" rIns="90913" bIns="45457" rtlCol="0"/>
          <a:lstStyle>
            <a:lvl1pPr algn="l">
              <a:defRPr sz="1100"/>
            </a:lvl1pPr>
          </a:lstStyle>
          <a:p>
            <a:endParaRPr lang="en-US">
              <a:latin typeface="Arial" panose="020B0604020202020204" pitchFamily="34" charset="0"/>
            </a:endParaRPr>
          </a:p>
        </p:txBody>
      </p:sp>
      <p:sp>
        <p:nvSpPr>
          <p:cNvPr id="3" name="Date Placeholder 2"/>
          <p:cNvSpPr>
            <a:spLocks noGrp="1"/>
          </p:cNvSpPr>
          <p:nvPr>
            <p:ph type="dt" sz="quarter" idx="1"/>
          </p:nvPr>
        </p:nvSpPr>
        <p:spPr>
          <a:xfrm>
            <a:off x="4143427" y="1"/>
            <a:ext cx="3170138" cy="479539"/>
          </a:xfrm>
          <a:prstGeom prst="rect">
            <a:avLst/>
          </a:prstGeom>
        </p:spPr>
        <p:txBody>
          <a:bodyPr vert="horz" lIns="90913" tIns="45457" rIns="90913" bIns="45457" rtlCol="0"/>
          <a:lstStyle>
            <a:lvl1pPr algn="r">
              <a:defRPr sz="1100"/>
            </a:lvl1pPr>
          </a:lstStyle>
          <a:p>
            <a:fld id="{B4AD245C-091B-44E2-BFB0-BD94217887F7}" type="datetimeFigureOut">
              <a:rPr lang="en-US" smtClean="0">
                <a:latin typeface="Arial" panose="020B0604020202020204" pitchFamily="34" charset="0"/>
              </a:rPr>
              <a:t>4/16/2024</a:t>
            </a:fld>
            <a:endParaRPr lang="en-US">
              <a:latin typeface="Arial" panose="020B0604020202020204" pitchFamily="34" charset="0"/>
            </a:endParaRPr>
          </a:p>
        </p:txBody>
      </p:sp>
      <p:sp>
        <p:nvSpPr>
          <p:cNvPr id="4" name="Footer Placeholder 3"/>
          <p:cNvSpPr>
            <a:spLocks noGrp="1"/>
          </p:cNvSpPr>
          <p:nvPr>
            <p:ph type="ftr" sz="quarter" idx="2"/>
          </p:nvPr>
        </p:nvSpPr>
        <p:spPr>
          <a:xfrm>
            <a:off x="4" y="9120173"/>
            <a:ext cx="3170138" cy="479539"/>
          </a:xfrm>
          <a:prstGeom prst="rect">
            <a:avLst/>
          </a:prstGeom>
        </p:spPr>
        <p:txBody>
          <a:bodyPr vert="horz" lIns="90913" tIns="45457" rIns="90913" bIns="45457" rtlCol="0" anchor="b"/>
          <a:lstStyle>
            <a:lvl1pPr algn="l">
              <a:defRPr sz="1100"/>
            </a:lvl1pPr>
          </a:lstStyle>
          <a:p>
            <a:endParaRPr lang="en-US">
              <a:latin typeface="Arial" panose="020B0604020202020204" pitchFamily="34" charset="0"/>
            </a:endParaRPr>
          </a:p>
        </p:txBody>
      </p:sp>
      <p:sp>
        <p:nvSpPr>
          <p:cNvPr id="5" name="Slide Number Placeholder 4"/>
          <p:cNvSpPr>
            <a:spLocks noGrp="1"/>
          </p:cNvSpPr>
          <p:nvPr>
            <p:ph type="sldNum" sz="quarter" idx="3"/>
          </p:nvPr>
        </p:nvSpPr>
        <p:spPr>
          <a:xfrm>
            <a:off x="4143427" y="9120173"/>
            <a:ext cx="3170138" cy="479539"/>
          </a:xfrm>
          <a:prstGeom prst="rect">
            <a:avLst/>
          </a:prstGeom>
        </p:spPr>
        <p:txBody>
          <a:bodyPr vert="horz" lIns="90913" tIns="45457" rIns="90913" bIns="45457" rtlCol="0" anchor="b"/>
          <a:lstStyle>
            <a:lvl1pPr algn="r">
              <a:defRPr sz="1100"/>
            </a:lvl1pPr>
          </a:lstStyle>
          <a:p>
            <a:fld id="{9A913F39-CFF6-40F1-84D1-700840B41EAB}" type="slidenum">
              <a:rPr lang="en-US" smtClean="0">
                <a:latin typeface="Arial" panose="020B0604020202020204" pitchFamily="34" charset="0"/>
              </a:rPr>
              <a:t>‹#›</a:t>
            </a:fld>
            <a:endParaRPr lang="en-US">
              <a:latin typeface="Arial" panose="020B0604020202020204" pitchFamily="34" charset="0"/>
            </a:endParaRPr>
          </a:p>
        </p:txBody>
      </p:sp>
    </p:spTree>
    <p:extLst>
      <p:ext uri="{BB962C8B-B14F-4D97-AF65-F5344CB8AC3E}">
        <p14:creationId xmlns:p14="http://schemas.microsoft.com/office/powerpoint/2010/main" val="1954813182"/>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1"/>
            <a:ext cx="3169920" cy="480060"/>
          </a:xfrm>
          <a:prstGeom prst="rect">
            <a:avLst/>
          </a:prstGeom>
        </p:spPr>
        <p:txBody>
          <a:bodyPr vert="horz" lIns="98478" tIns="49238" rIns="98478" bIns="49238" rtlCol="0"/>
          <a:lstStyle>
            <a:lvl1pPr algn="l">
              <a:defRPr sz="1200">
                <a:latin typeface="Arial" panose="020B0604020202020204" pitchFamily="34" charset="0"/>
              </a:defRPr>
            </a:lvl1pPr>
          </a:lstStyle>
          <a:p>
            <a:endParaRPr lang="en-US"/>
          </a:p>
        </p:txBody>
      </p:sp>
      <p:sp>
        <p:nvSpPr>
          <p:cNvPr id="3" name="Date Placeholder 2"/>
          <p:cNvSpPr>
            <a:spLocks noGrp="1"/>
          </p:cNvSpPr>
          <p:nvPr>
            <p:ph type="dt" idx="1"/>
          </p:nvPr>
        </p:nvSpPr>
        <p:spPr>
          <a:xfrm>
            <a:off x="4143589" y="1"/>
            <a:ext cx="3169920" cy="480060"/>
          </a:xfrm>
          <a:prstGeom prst="rect">
            <a:avLst/>
          </a:prstGeom>
        </p:spPr>
        <p:txBody>
          <a:bodyPr vert="horz" lIns="98478" tIns="49238" rIns="98478" bIns="49238" rtlCol="0"/>
          <a:lstStyle>
            <a:lvl1pPr algn="r">
              <a:defRPr sz="1200">
                <a:latin typeface="Arial" panose="020B0604020202020204" pitchFamily="34" charset="0"/>
              </a:defRPr>
            </a:lvl1pPr>
          </a:lstStyle>
          <a:p>
            <a:fld id="{0BA5BBE4-AEA3-489A-A28E-0C2FAF2506E3}" type="datetimeFigureOut">
              <a:rPr lang="en-US" smtClean="0"/>
              <a:pPr/>
              <a:t>4/16/2024</a:t>
            </a:fld>
            <a:endParaRPr lang="en-US"/>
          </a:p>
        </p:txBody>
      </p:sp>
      <p:sp>
        <p:nvSpPr>
          <p:cNvPr id="4" name="Slide Image Placeholder 3"/>
          <p:cNvSpPr>
            <a:spLocks noGrp="1" noRot="1" noChangeAspect="1"/>
          </p:cNvSpPr>
          <p:nvPr>
            <p:ph type="sldImg" idx="2"/>
          </p:nvPr>
        </p:nvSpPr>
        <p:spPr>
          <a:xfrm>
            <a:off x="458788" y="720725"/>
            <a:ext cx="6397625" cy="3598863"/>
          </a:xfrm>
          <a:prstGeom prst="rect">
            <a:avLst/>
          </a:prstGeom>
          <a:noFill/>
          <a:ln w="12700">
            <a:solidFill>
              <a:prstClr val="black"/>
            </a:solidFill>
          </a:ln>
        </p:spPr>
        <p:txBody>
          <a:bodyPr vert="horz" lIns="98478" tIns="49238" rIns="98478" bIns="49238" rtlCol="0" anchor="ctr"/>
          <a:lstStyle/>
          <a:p>
            <a:endParaRPr lang="en-GB"/>
          </a:p>
        </p:txBody>
      </p:sp>
      <p:sp>
        <p:nvSpPr>
          <p:cNvPr id="5" name="Notes Placeholder 4"/>
          <p:cNvSpPr>
            <a:spLocks noGrp="1"/>
          </p:cNvSpPr>
          <p:nvPr>
            <p:ph type="body" sz="quarter" idx="3"/>
          </p:nvPr>
        </p:nvSpPr>
        <p:spPr>
          <a:xfrm>
            <a:off x="731520" y="4560571"/>
            <a:ext cx="5852160" cy="4320540"/>
          </a:xfrm>
          <a:prstGeom prst="rect">
            <a:avLst/>
          </a:prstGeom>
        </p:spPr>
        <p:txBody>
          <a:bodyPr vert="horz" lIns="98478" tIns="49238" rIns="98478" bIns="49238"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119475"/>
            <a:ext cx="3169920" cy="480060"/>
          </a:xfrm>
          <a:prstGeom prst="rect">
            <a:avLst/>
          </a:prstGeom>
        </p:spPr>
        <p:txBody>
          <a:bodyPr vert="horz" lIns="98478" tIns="49238" rIns="98478" bIns="49238" rtlCol="0" anchor="b"/>
          <a:lstStyle>
            <a:lvl1pPr algn="l">
              <a:defRPr sz="1200">
                <a:latin typeface="Arial" panose="020B0604020202020204" pitchFamily="34" charset="0"/>
              </a:defRPr>
            </a:lvl1pPr>
          </a:lstStyle>
          <a:p>
            <a:endParaRPr lang="en-US"/>
          </a:p>
        </p:txBody>
      </p:sp>
      <p:sp>
        <p:nvSpPr>
          <p:cNvPr id="7" name="Slide Number Placeholder 6"/>
          <p:cNvSpPr>
            <a:spLocks noGrp="1"/>
          </p:cNvSpPr>
          <p:nvPr>
            <p:ph type="sldNum" sz="quarter" idx="5"/>
          </p:nvPr>
        </p:nvSpPr>
        <p:spPr>
          <a:xfrm>
            <a:off x="4143589" y="9119475"/>
            <a:ext cx="3169920" cy="480060"/>
          </a:xfrm>
          <a:prstGeom prst="rect">
            <a:avLst/>
          </a:prstGeom>
        </p:spPr>
        <p:txBody>
          <a:bodyPr vert="horz" lIns="98478" tIns="49238" rIns="98478" bIns="49238" rtlCol="0" anchor="b"/>
          <a:lstStyle>
            <a:lvl1pPr algn="r">
              <a:defRPr sz="1200">
                <a:latin typeface="Arial" panose="020B0604020202020204" pitchFamily="34" charset="0"/>
              </a:defRPr>
            </a:lvl1pPr>
          </a:lstStyle>
          <a:p>
            <a:fld id="{C0F4A2C8-6C88-4E71-83EE-698B9D4FE22F}" type="slidenum">
              <a:rPr lang="en-US" smtClean="0"/>
              <a:pPr/>
              <a:t>‹#›</a:t>
            </a:fld>
            <a:endParaRPr lang="en-US"/>
          </a:p>
        </p:txBody>
      </p:sp>
    </p:spTree>
    <p:extLst>
      <p:ext uri="{BB962C8B-B14F-4D97-AF65-F5344CB8AC3E}">
        <p14:creationId xmlns:p14="http://schemas.microsoft.com/office/powerpoint/2010/main" val="1904730299"/>
      </p:ext>
    </p:extLst>
  </p:cSld>
  <p:clrMap bg1="lt1" tx1="dk1" bg2="lt2" tx2="dk2" accent1="accent1" accent2="accent2" accent3="accent3" accent4="accent4" accent5="accent5" accent6="accent6" hlink="hlink" folHlink="folHlink"/>
  <p:hf hdr="0" ftr="0" dt="0"/>
  <p:notesStyle>
    <a:lvl1pPr marL="0" algn="l" defTabSz="914342" rtl="0" eaLnBrk="1" latinLnBrk="0" hangingPunct="1">
      <a:defRPr sz="1200" kern="1200">
        <a:solidFill>
          <a:schemeClr val="tx1"/>
        </a:solidFill>
        <a:latin typeface="Arial" panose="020B0604020202020204" pitchFamily="34" charset="0"/>
        <a:ea typeface="+mn-ea"/>
        <a:cs typeface="+mn-cs"/>
      </a:defRPr>
    </a:lvl1pPr>
    <a:lvl2pPr marL="457171" algn="l" defTabSz="914342" rtl="0" eaLnBrk="1" latinLnBrk="0" hangingPunct="1">
      <a:defRPr sz="1200" kern="1200">
        <a:solidFill>
          <a:schemeClr val="tx1"/>
        </a:solidFill>
        <a:latin typeface="Arial" panose="020B0604020202020204" pitchFamily="34" charset="0"/>
        <a:ea typeface="+mn-ea"/>
        <a:cs typeface="+mn-cs"/>
      </a:defRPr>
    </a:lvl2pPr>
    <a:lvl3pPr marL="914342" algn="l" defTabSz="914342" rtl="0" eaLnBrk="1" latinLnBrk="0" hangingPunct="1">
      <a:defRPr sz="1200" kern="1200">
        <a:solidFill>
          <a:schemeClr val="tx1"/>
        </a:solidFill>
        <a:latin typeface="Arial" panose="020B0604020202020204" pitchFamily="34" charset="0"/>
        <a:ea typeface="+mn-ea"/>
        <a:cs typeface="+mn-cs"/>
      </a:defRPr>
    </a:lvl3pPr>
    <a:lvl4pPr marL="1371512" algn="l" defTabSz="914342" rtl="0" eaLnBrk="1" latinLnBrk="0" hangingPunct="1">
      <a:defRPr sz="1200" kern="1200">
        <a:solidFill>
          <a:schemeClr val="tx1"/>
        </a:solidFill>
        <a:latin typeface="Arial" panose="020B0604020202020204" pitchFamily="34" charset="0"/>
        <a:ea typeface="+mn-ea"/>
        <a:cs typeface="+mn-cs"/>
      </a:defRPr>
    </a:lvl4pPr>
    <a:lvl5pPr marL="1828683" algn="l" defTabSz="914342" rtl="0" eaLnBrk="1" latinLnBrk="0" hangingPunct="1">
      <a:defRPr sz="1200" kern="1200">
        <a:solidFill>
          <a:schemeClr val="tx1"/>
        </a:solidFill>
        <a:latin typeface="Arial" panose="020B0604020202020204" pitchFamily="34" charset="0"/>
        <a:ea typeface="+mn-ea"/>
        <a:cs typeface="+mn-cs"/>
      </a:defRPr>
    </a:lvl5pPr>
    <a:lvl6pPr marL="2285854" algn="l" defTabSz="914342" rtl="0" eaLnBrk="1" latinLnBrk="0" hangingPunct="1">
      <a:defRPr sz="1200" kern="1200">
        <a:solidFill>
          <a:schemeClr val="tx1"/>
        </a:solidFill>
        <a:latin typeface="+mn-lt"/>
        <a:ea typeface="+mn-ea"/>
        <a:cs typeface="+mn-cs"/>
      </a:defRPr>
    </a:lvl6pPr>
    <a:lvl7pPr marL="2743025" algn="l" defTabSz="914342" rtl="0" eaLnBrk="1" latinLnBrk="0" hangingPunct="1">
      <a:defRPr sz="1200" kern="1200">
        <a:solidFill>
          <a:schemeClr val="tx1"/>
        </a:solidFill>
        <a:latin typeface="+mn-lt"/>
        <a:ea typeface="+mn-ea"/>
        <a:cs typeface="+mn-cs"/>
      </a:defRPr>
    </a:lvl7pPr>
    <a:lvl8pPr marL="3200195" algn="l" defTabSz="914342" rtl="0" eaLnBrk="1" latinLnBrk="0" hangingPunct="1">
      <a:defRPr sz="1200" kern="1200">
        <a:solidFill>
          <a:schemeClr val="tx1"/>
        </a:solidFill>
        <a:latin typeface="+mn-lt"/>
        <a:ea typeface="+mn-ea"/>
        <a:cs typeface="+mn-cs"/>
      </a:defRPr>
    </a:lvl8pPr>
    <a:lvl9pPr marL="3657366" algn="l" defTabSz="914342"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342" rtl="0" eaLnBrk="1" fontAlgn="auto" latinLnBrk="0" hangingPunct="1">
              <a:lnSpc>
                <a:spcPct val="100000"/>
              </a:lnSpc>
              <a:spcBef>
                <a:spcPts val="0"/>
              </a:spcBef>
              <a:spcAft>
                <a:spcPts val="0"/>
              </a:spcAft>
              <a:buClrTx/>
              <a:buSzTx/>
              <a:buFontTx/>
              <a:buNone/>
              <a:tabLst/>
              <a:defRPr/>
            </a:pPr>
            <a:r>
              <a:rPr lang="en-US" u="none" dirty="0">
                <a:solidFill>
                  <a:schemeClr val="tx1"/>
                </a:solidFill>
              </a:rPr>
              <a:t>CYMDIST - Distribution system analysis package</a:t>
            </a:r>
          </a:p>
        </p:txBody>
      </p:sp>
      <p:sp>
        <p:nvSpPr>
          <p:cNvPr id="4" name="Slide Number Placeholder 3"/>
          <p:cNvSpPr>
            <a:spLocks noGrp="1"/>
          </p:cNvSpPr>
          <p:nvPr>
            <p:ph type="sldNum" sz="quarter" idx="5"/>
          </p:nvPr>
        </p:nvSpPr>
        <p:spPr/>
        <p:txBody>
          <a:bodyPr/>
          <a:lstStyle/>
          <a:p>
            <a:fld id="{C0F4A2C8-6C88-4E71-83EE-698B9D4FE22F}" type="slidenum">
              <a:rPr lang="en-US" smtClean="0"/>
              <a:pPr/>
              <a:t>3</a:t>
            </a:fld>
            <a:endParaRPr lang="en-US"/>
          </a:p>
        </p:txBody>
      </p:sp>
    </p:spTree>
    <p:extLst>
      <p:ext uri="{BB962C8B-B14F-4D97-AF65-F5344CB8AC3E}">
        <p14:creationId xmlns:p14="http://schemas.microsoft.com/office/powerpoint/2010/main" val="371959044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0AD12C-55DC-A49F-E5D8-FFEFC99AB21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39AB556-63AF-CEDC-6DAC-D6369BBCF35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2E7A23D-4E0E-473D-9248-D84893D9FA22}"/>
              </a:ext>
            </a:extLst>
          </p:cNvPr>
          <p:cNvSpPr>
            <a:spLocks noGrp="1"/>
          </p:cNvSpPr>
          <p:nvPr>
            <p:ph type="body" idx="1"/>
          </p:nvPr>
        </p:nvSpPr>
        <p:spPr/>
        <p:txBody>
          <a:bodyPr/>
          <a:lstStyle/>
          <a:p>
            <a:pPr marL="0" marR="0" lvl="0" indent="0" algn="l" defTabSz="914342" rtl="0" eaLnBrk="1" fontAlgn="auto" latinLnBrk="0" hangingPunct="1">
              <a:lnSpc>
                <a:spcPct val="100000"/>
              </a:lnSpc>
              <a:spcBef>
                <a:spcPts val="0"/>
              </a:spcBef>
              <a:spcAft>
                <a:spcPts val="0"/>
              </a:spcAft>
              <a:buClrTx/>
              <a:buSzTx/>
              <a:buFontTx/>
              <a:buNone/>
              <a:tabLst/>
              <a:defRPr/>
            </a:pPr>
            <a:r>
              <a:rPr lang="en-US" u="none" dirty="0">
                <a:solidFill>
                  <a:schemeClr val="tx1"/>
                </a:solidFill>
              </a:rPr>
              <a:t>CYMDIST - Distribution system analysis package</a:t>
            </a:r>
          </a:p>
        </p:txBody>
      </p:sp>
      <p:sp>
        <p:nvSpPr>
          <p:cNvPr id="4" name="Slide Number Placeholder 3">
            <a:extLst>
              <a:ext uri="{FF2B5EF4-FFF2-40B4-BE49-F238E27FC236}">
                <a16:creationId xmlns:a16="http://schemas.microsoft.com/office/drawing/2014/main" id="{47CB6DBB-0EAC-0C19-3DFA-B8857AB04255}"/>
              </a:ext>
            </a:extLst>
          </p:cNvPr>
          <p:cNvSpPr>
            <a:spLocks noGrp="1"/>
          </p:cNvSpPr>
          <p:nvPr>
            <p:ph type="sldNum" sz="quarter" idx="5"/>
          </p:nvPr>
        </p:nvSpPr>
        <p:spPr/>
        <p:txBody>
          <a:bodyPr/>
          <a:lstStyle/>
          <a:p>
            <a:fld id="{C0F4A2C8-6C88-4E71-83EE-698B9D4FE22F}" type="slidenum">
              <a:rPr lang="en-US" smtClean="0"/>
              <a:pPr/>
              <a:t>4</a:t>
            </a:fld>
            <a:endParaRPr lang="en-US"/>
          </a:p>
        </p:txBody>
      </p:sp>
    </p:spTree>
    <p:extLst>
      <p:ext uri="{BB962C8B-B14F-4D97-AF65-F5344CB8AC3E}">
        <p14:creationId xmlns:p14="http://schemas.microsoft.com/office/powerpoint/2010/main" val="65724323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4.xml"/><Relationship Id="rId4" Type="http://schemas.openxmlformats.org/officeDocument/2006/relationships/image" Target="../media/image2.emf"/></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8" Type="http://schemas.openxmlformats.org/officeDocument/2006/relationships/tags" Target="../tags/tag12.xml"/><Relationship Id="rId3" Type="http://schemas.openxmlformats.org/officeDocument/2006/relationships/tags" Target="../tags/tag7.xml"/><Relationship Id="rId7" Type="http://schemas.openxmlformats.org/officeDocument/2006/relationships/tags" Target="../tags/tag11.xml"/><Relationship Id="rId2" Type="http://schemas.openxmlformats.org/officeDocument/2006/relationships/tags" Target="../tags/tag6.xml"/><Relationship Id="rId1" Type="http://schemas.openxmlformats.org/officeDocument/2006/relationships/tags" Target="../tags/tag5.xml"/><Relationship Id="rId6" Type="http://schemas.openxmlformats.org/officeDocument/2006/relationships/tags" Target="../tags/tag10.xml"/><Relationship Id="rId5" Type="http://schemas.openxmlformats.org/officeDocument/2006/relationships/tags" Target="../tags/tag9.xml"/><Relationship Id="rId10" Type="http://schemas.openxmlformats.org/officeDocument/2006/relationships/slideMaster" Target="../slideMasters/slideMaster1.xml"/><Relationship Id="rId4" Type="http://schemas.openxmlformats.org/officeDocument/2006/relationships/tags" Target="../tags/tag8.xml"/><Relationship Id="rId9" Type="http://schemas.openxmlformats.org/officeDocument/2006/relationships/tags" Target="../tags/tag13.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Title &amp; subtitle">
    <p:spTree>
      <p:nvGrpSpPr>
        <p:cNvPr id="1" name=""/>
        <p:cNvGrpSpPr/>
        <p:nvPr/>
      </p:nvGrpSpPr>
      <p:grpSpPr>
        <a:xfrm>
          <a:off x="0" y="0"/>
          <a:ext cx="0" cy="0"/>
          <a:chOff x="0" y="0"/>
          <a:chExt cx="0" cy="0"/>
        </a:xfrm>
      </p:grpSpPr>
      <p:sp>
        <p:nvSpPr>
          <p:cNvPr id="5" name="Title Placeholder 1"/>
          <p:cNvSpPr>
            <a:spLocks noGrp="1"/>
          </p:cNvSpPr>
          <p:nvPr>
            <p:ph type="title"/>
          </p:nvPr>
        </p:nvSpPr>
        <p:spPr>
          <a:xfrm>
            <a:off x="223735" y="266401"/>
            <a:ext cx="11575915" cy="392860"/>
          </a:xfrm>
          <a:prstGeom prst="rect">
            <a:avLst/>
          </a:prstGeom>
        </p:spPr>
        <p:txBody>
          <a:bodyPr vert="horz" lIns="0" tIns="0" rIns="0" bIns="0" rtlCol="0" anchor="t" anchorCtr="0">
            <a:noAutofit/>
          </a:bodyPr>
          <a:lstStyle>
            <a:lvl1pPr>
              <a:defRPr sz="1800"/>
            </a:lvl1pPr>
          </a:lstStyle>
          <a:p>
            <a:r>
              <a:rPr lang="en-GB" noProof="0"/>
              <a:t>Click to edit Master title style</a:t>
            </a:r>
          </a:p>
        </p:txBody>
      </p:sp>
      <p:sp>
        <p:nvSpPr>
          <p:cNvPr id="4" name="Text Placeholder 8"/>
          <p:cNvSpPr>
            <a:spLocks noGrp="1"/>
          </p:cNvSpPr>
          <p:nvPr>
            <p:ph type="body" sz="quarter" idx="13" hasCustomPrompt="1"/>
          </p:nvPr>
        </p:nvSpPr>
        <p:spPr>
          <a:xfrm>
            <a:off x="223735" y="746809"/>
            <a:ext cx="11575915" cy="392861"/>
          </a:xfrm>
          <a:prstGeom prst="rect">
            <a:avLst/>
          </a:prstGeom>
        </p:spPr>
        <p:txBody>
          <a:bodyPr lIns="0" tIns="0" rIns="0" bIns="0">
            <a:noAutofit/>
          </a:bodyPr>
          <a:lstStyle>
            <a:lvl1pPr marL="0" indent="0">
              <a:buNone/>
              <a:defRPr sz="1600" b="0">
                <a:solidFill>
                  <a:schemeClr val="bg2">
                    <a:lumMod val="50000"/>
                  </a:schemeClr>
                </a:solidFill>
              </a:defRPr>
            </a:lvl1pPr>
          </a:lstStyle>
          <a:p>
            <a:pPr lvl="0"/>
            <a:r>
              <a:rPr lang="en-GB" noProof="0"/>
              <a:t>Click to add subtitle</a:t>
            </a:r>
            <a:endParaRPr lang="en-GB"/>
          </a:p>
        </p:txBody>
      </p:sp>
    </p:spTree>
    <p:extLst>
      <p:ext uri="{BB962C8B-B14F-4D97-AF65-F5344CB8AC3E}">
        <p14:creationId xmlns:p14="http://schemas.microsoft.com/office/powerpoint/2010/main" val="1369830894"/>
      </p:ext>
    </p:extLst>
  </p:cSld>
  <p:clrMapOvr>
    <a:masterClrMapping/>
  </p:clrMapOvr>
  <p:transition>
    <p:fad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mp; subtitle">
    <p:spTree>
      <p:nvGrpSpPr>
        <p:cNvPr id="1" name=""/>
        <p:cNvGrpSpPr/>
        <p:nvPr/>
      </p:nvGrpSpPr>
      <p:grpSpPr>
        <a:xfrm>
          <a:off x="0" y="0"/>
          <a:ext cx="0" cy="0"/>
          <a:chOff x="0" y="0"/>
          <a:chExt cx="0" cy="0"/>
        </a:xfrm>
      </p:grpSpPr>
      <p:sp>
        <p:nvSpPr>
          <p:cNvPr id="5" name="Title Placeholder 1"/>
          <p:cNvSpPr>
            <a:spLocks noGrp="1"/>
          </p:cNvSpPr>
          <p:nvPr>
            <p:ph type="title"/>
          </p:nvPr>
        </p:nvSpPr>
        <p:spPr>
          <a:xfrm>
            <a:off x="330740" y="344225"/>
            <a:ext cx="11546732" cy="392860"/>
          </a:xfrm>
          <a:prstGeom prst="rect">
            <a:avLst/>
          </a:prstGeom>
        </p:spPr>
        <p:txBody>
          <a:bodyPr vert="horz" lIns="0" tIns="0" rIns="0" bIns="0" rtlCol="0" anchor="ctr" anchorCtr="0">
            <a:noAutofit/>
          </a:bodyPr>
          <a:lstStyle>
            <a:lvl1pPr>
              <a:defRPr sz="1800"/>
            </a:lvl1pPr>
          </a:lstStyle>
          <a:p>
            <a:r>
              <a:rPr lang="en-GB" noProof="0"/>
              <a:t>Click to edit Master title style</a:t>
            </a:r>
          </a:p>
        </p:txBody>
      </p:sp>
    </p:spTree>
    <p:extLst>
      <p:ext uri="{BB962C8B-B14F-4D97-AF65-F5344CB8AC3E}">
        <p14:creationId xmlns:p14="http://schemas.microsoft.com/office/powerpoint/2010/main" val="3179902242"/>
      </p:ext>
    </p:extLst>
  </p:cSld>
  <p:clrMapOvr>
    <a:masterClrMapping/>
  </p:clrMapOvr>
  <p:transition>
    <p:fad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Blank">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nvPr>
        </p:nvGraphicFramePr>
        <p:xfrm>
          <a:off x="1958" y="1594"/>
          <a:ext cx="1953" cy="1587"/>
        </p:xfrm>
        <a:graphic>
          <a:graphicData uri="http://schemas.openxmlformats.org/presentationml/2006/ole">
            <mc:AlternateContent xmlns:mc="http://schemas.openxmlformats.org/markup-compatibility/2006">
              <mc:Choice xmlns:v="urn:schemas-microsoft-com:vml" Requires="v">
                <p:oleObj name="think-cell Slide" r:id="rId3" imgW="530" imgH="531" progId="TCLayout.ActiveDocument.1">
                  <p:embed/>
                </p:oleObj>
              </mc:Choice>
              <mc:Fallback>
                <p:oleObj name="think-cell Slide" r:id="rId3" imgW="530" imgH="531" progId="TCLayout.ActiveDocument.1">
                  <p:embed/>
                  <p:pic>
                    <p:nvPicPr>
                      <p:cNvPr id="2" name="Object 1" hidden="1"/>
                      <p:cNvPicPr/>
                      <p:nvPr/>
                    </p:nvPicPr>
                    <p:blipFill>
                      <a:blip r:embed="rId4"/>
                      <a:stretch>
                        <a:fillRect/>
                      </a:stretch>
                    </p:blipFill>
                    <p:spPr>
                      <a:xfrm>
                        <a:off x="1958" y="1594"/>
                        <a:ext cx="1953" cy="1587"/>
                      </a:xfrm>
                      <a:prstGeom prst="rect">
                        <a:avLst/>
                      </a:prstGeom>
                    </p:spPr>
                  </p:pic>
                </p:oleObj>
              </mc:Fallback>
            </mc:AlternateContent>
          </a:graphicData>
        </a:graphic>
      </p:graphicFrame>
    </p:spTree>
    <p:extLst>
      <p:ext uri="{BB962C8B-B14F-4D97-AF65-F5344CB8AC3E}">
        <p14:creationId xmlns:p14="http://schemas.microsoft.com/office/powerpoint/2010/main" val="147648105"/>
      </p:ext>
    </p:extLst>
  </p:cSld>
  <p:clrMapOvr>
    <a:masterClrMapping/>
  </p:clrMapOvr>
  <p:transition>
    <p:fad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Divider - Deloitte green">
    <p:bg bwMode="gray">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469902" y="1700214"/>
            <a:ext cx="10418233" cy="1592403"/>
          </a:xfrm>
        </p:spPr>
        <p:txBody>
          <a:bodyPr anchor="b"/>
          <a:lstStyle>
            <a:lvl1pPr>
              <a:lnSpc>
                <a:spcPct val="95000"/>
              </a:lnSpc>
              <a:defRPr sz="2800"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3" name="Text Placeholder 2"/>
          <p:cNvSpPr>
            <a:spLocks noGrp="1"/>
          </p:cNvSpPr>
          <p:nvPr>
            <p:ph type="body" idx="1"/>
          </p:nvPr>
        </p:nvSpPr>
        <p:spPr bwMode="gray">
          <a:xfrm>
            <a:off x="469901" y="3423546"/>
            <a:ext cx="10418235" cy="1566532"/>
          </a:xfrm>
        </p:spPr>
        <p:txBody>
          <a:bodyPr lIns="0" tIns="0" rIns="0" bIns="0">
            <a:noAutofit/>
          </a:bodyPr>
          <a:lstStyle>
            <a:lvl1pPr marL="0" indent="0">
              <a:lnSpc>
                <a:spcPct val="95000"/>
              </a:lnSpc>
              <a:spcAft>
                <a:spcPts val="0"/>
              </a:spcAft>
              <a:buNone/>
              <a:defRPr sz="2400">
                <a:solidFill>
                  <a:schemeClr val="bg1"/>
                </a:solidFill>
              </a:defRPr>
            </a:lvl1pPr>
            <a:lvl2pPr marL="609600" indent="0">
              <a:buNone/>
              <a:defRPr sz="2667">
                <a:solidFill>
                  <a:schemeClr val="tx1">
                    <a:tint val="75000"/>
                  </a:schemeClr>
                </a:solidFill>
              </a:defRPr>
            </a:lvl2pPr>
            <a:lvl3pPr marL="1219199" indent="0">
              <a:buNone/>
              <a:defRPr sz="2400">
                <a:solidFill>
                  <a:schemeClr val="tx1">
                    <a:tint val="75000"/>
                  </a:schemeClr>
                </a:solidFill>
              </a:defRPr>
            </a:lvl3pPr>
            <a:lvl4pPr marL="1828798" indent="0">
              <a:buNone/>
              <a:defRPr sz="2133">
                <a:solidFill>
                  <a:schemeClr val="tx1">
                    <a:tint val="75000"/>
                  </a:schemeClr>
                </a:solidFill>
              </a:defRPr>
            </a:lvl4pPr>
            <a:lvl5pPr marL="2438398" indent="0">
              <a:buNone/>
              <a:defRPr sz="2133">
                <a:solidFill>
                  <a:schemeClr val="tx1">
                    <a:tint val="75000"/>
                  </a:schemeClr>
                </a:solidFill>
              </a:defRPr>
            </a:lvl5pPr>
            <a:lvl6pPr marL="3047997" indent="0">
              <a:buNone/>
              <a:defRPr sz="2133">
                <a:solidFill>
                  <a:schemeClr val="tx1">
                    <a:tint val="75000"/>
                  </a:schemeClr>
                </a:solidFill>
              </a:defRPr>
            </a:lvl6pPr>
            <a:lvl7pPr marL="3657597" indent="0">
              <a:buNone/>
              <a:defRPr sz="2133">
                <a:solidFill>
                  <a:schemeClr val="tx1">
                    <a:tint val="75000"/>
                  </a:schemeClr>
                </a:solidFill>
              </a:defRPr>
            </a:lvl7pPr>
            <a:lvl8pPr marL="4267195" indent="0">
              <a:buNone/>
              <a:defRPr sz="2133">
                <a:solidFill>
                  <a:schemeClr val="tx1">
                    <a:tint val="75000"/>
                  </a:schemeClr>
                </a:solidFill>
              </a:defRPr>
            </a:lvl8pPr>
            <a:lvl9pPr marL="4876794" indent="0">
              <a:buNone/>
              <a:defRPr sz="2133">
                <a:solidFill>
                  <a:schemeClr val="tx1">
                    <a:tint val="75000"/>
                  </a:schemeClr>
                </a:solidFill>
              </a:defRPr>
            </a:lvl9pPr>
          </a:lstStyle>
          <a:p>
            <a:pPr lvl="0"/>
            <a:r>
              <a:rPr lang="en-US" noProof="0"/>
              <a:t>Edit Master text styles</a:t>
            </a:r>
          </a:p>
        </p:txBody>
      </p:sp>
    </p:spTree>
    <p:extLst>
      <p:ext uri="{BB962C8B-B14F-4D97-AF65-F5344CB8AC3E}">
        <p14:creationId xmlns:p14="http://schemas.microsoft.com/office/powerpoint/2010/main" val="3495909434"/>
      </p:ext>
    </p:extLst>
  </p:cSld>
  <p:clrMapOvr>
    <a:masterClrMapping/>
  </p:clrMapOvr>
  <p:transition>
    <p:fade/>
  </p:transition>
  <p:extLst>
    <p:ext uri="{DCECCB84-F9BA-43D5-87BE-67443E8EF086}">
      <p15:sldGuideLst xmlns:p15="http://schemas.microsoft.com/office/powerpoint/2012/main">
        <p15:guide id="1" orient="horz" pos="2160"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Divider - Deloitte white">
    <p:bg bwMode="gray">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469903" y="1705670"/>
            <a:ext cx="10418233" cy="1592403"/>
          </a:xfrm>
        </p:spPr>
        <p:txBody>
          <a:bodyPr anchor="ctr"/>
          <a:lstStyle>
            <a:lvl1pPr>
              <a:lnSpc>
                <a:spcPct val="95000"/>
              </a:lnSpc>
              <a:defRPr sz="2400" b="1">
                <a:solidFill>
                  <a:schemeClr val="tx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3" name="Text Placeholder 2"/>
          <p:cNvSpPr>
            <a:spLocks noGrp="1"/>
          </p:cNvSpPr>
          <p:nvPr>
            <p:ph type="body" idx="1"/>
          </p:nvPr>
        </p:nvSpPr>
        <p:spPr bwMode="gray">
          <a:xfrm>
            <a:off x="469901" y="3429000"/>
            <a:ext cx="10541000" cy="1566532"/>
          </a:xfrm>
        </p:spPr>
        <p:txBody>
          <a:bodyPr lIns="0" tIns="0" rIns="0" bIns="0">
            <a:noAutofit/>
          </a:bodyPr>
          <a:lstStyle>
            <a:lvl1pPr marL="0" indent="0">
              <a:lnSpc>
                <a:spcPct val="95000"/>
              </a:lnSpc>
              <a:spcAft>
                <a:spcPts val="0"/>
              </a:spcAft>
              <a:buNone/>
              <a:defRPr sz="1800">
                <a:solidFill>
                  <a:schemeClr val="tx1"/>
                </a:solidFill>
              </a:defRPr>
            </a:lvl1pPr>
            <a:lvl2pPr marL="609600" indent="0">
              <a:buNone/>
              <a:defRPr sz="2667">
                <a:solidFill>
                  <a:schemeClr val="tx1">
                    <a:tint val="75000"/>
                  </a:schemeClr>
                </a:solidFill>
              </a:defRPr>
            </a:lvl2pPr>
            <a:lvl3pPr marL="1219199" indent="0">
              <a:buNone/>
              <a:defRPr sz="2400">
                <a:solidFill>
                  <a:schemeClr val="tx1">
                    <a:tint val="75000"/>
                  </a:schemeClr>
                </a:solidFill>
              </a:defRPr>
            </a:lvl3pPr>
            <a:lvl4pPr marL="1828798" indent="0">
              <a:buNone/>
              <a:defRPr sz="2133">
                <a:solidFill>
                  <a:schemeClr val="tx1">
                    <a:tint val="75000"/>
                  </a:schemeClr>
                </a:solidFill>
              </a:defRPr>
            </a:lvl4pPr>
            <a:lvl5pPr marL="2438398" indent="0">
              <a:buNone/>
              <a:defRPr sz="2133">
                <a:solidFill>
                  <a:schemeClr val="tx1">
                    <a:tint val="75000"/>
                  </a:schemeClr>
                </a:solidFill>
              </a:defRPr>
            </a:lvl5pPr>
            <a:lvl6pPr marL="3047997" indent="0">
              <a:buNone/>
              <a:defRPr sz="2133">
                <a:solidFill>
                  <a:schemeClr val="tx1">
                    <a:tint val="75000"/>
                  </a:schemeClr>
                </a:solidFill>
              </a:defRPr>
            </a:lvl6pPr>
            <a:lvl7pPr marL="3657597" indent="0">
              <a:buNone/>
              <a:defRPr sz="2133">
                <a:solidFill>
                  <a:schemeClr val="tx1">
                    <a:tint val="75000"/>
                  </a:schemeClr>
                </a:solidFill>
              </a:defRPr>
            </a:lvl7pPr>
            <a:lvl8pPr marL="4267195" indent="0">
              <a:buNone/>
              <a:defRPr sz="2133">
                <a:solidFill>
                  <a:schemeClr val="tx1">
                    <a:tint val="75000"/>
                  </a:schemeClr>
                </a:solidFill>
              </a:defRPr>
            </a:lvl8pPr>
            <a:lvl9pPr marL="4876794" indent="0">
              <a:buNone/>
              <a:defRPr sz="2133">
                <a:solidFill>
                  <a:schemeClr val="tx1">
                    <a:tint val="75000"/>
                  </a:schemeClr>
                </a:solidFill>
              </a:defRPr>
            </a:lvl9pPr>
          </a:lstStyle>
          <a:p>
            <a:pPr lvl="0"/>
            <a:r>
              <a:rPr lang="en-US" noProof="0"/>
              <a:t>Edit Master text styles</a:t>
            </a:r>
          </a:p>
        </p:txBody>
      </p:sp>
    </p:spTree>
    <p:extLst>
      <p:ext uri="{BB962C8B-B14F-4D97-AF65-F5344CB8AC3E}">
        <p14:creationId xmlns:p14="http://schemas.microsoft.com/office/powerpoint/2010/main" val="976474509"/>
      </p:ext>
    </p:extLst>
  </p:cSld>
  <p:clrMapOvr>
    <a:masterClrMapping/>
  </p:clrMapOvr>
  <p:transition>
    <p:fade/>
  </p:transition>
  <p:extLst>
    <p:ext uri="{DCECCB84-F9BA-43D5-87BE-67443E8EF086}">
      <p15:sldGuideLst xmlns:p15="http://schemas.microsoft.com/office/powerpoint/2012/main">
        <p15:guide id="1" orient="horz" pos="2160"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000" b="1" i="0">
                <a:solidFill>
                  <a:schemeClr val="tx1"/>
                </a:solidFill>
                <a:latin typeface="Verdana"/>
                <a:cs typeface="Verdana"/>
              </a:defRPr>
            </a:lvl1pPr>
          </a:lstStyle>
          <a:p>
            <a:endParaRPr lang="en-GB"/>
          </a:p>
        </p:txBody>
      </p:sp>
      <p:sp>
        <p:nvSpPr>
          <p:cNvPr id="3" name="Holder 3"/>
          <p:cNvSpPr>
            <a:spLocks noGrp="1"/>
          </p:cNvSpPr>
          <p:nvPr>
            <p:ph type="body" idx="1"/>
          </p:nvPr>
        </p:nvSpPr>
        <p:spPr/>
        <p:txBody>
          <a:bodyPr lIns="0" tIns="0" rIns="0" bIns="0"/>
          <a:lstStyle>
            <a:lvl1pPr>
              <a:defRPr sz="1400" b="0" i="0">
                <a:solidFill>
                  <a:srgbClr val="2C5234"/>
                </a:solidFill>
                <a:latin typeface="Verdana"/>
                <a:cs typeface="Verdana"/>
              </a:defRPr>
            </a:lvl1pPr>
          </a:lstStyle>
          <a:p>
            <a:endParaRPr lang="en-GB"/>
          </a:p>
        </p:txBody>
      </p:sp>
    </p:spTree>
    <p:extLst>
      <p:ext uri="{BB962C8B-B14F-4D97-AF65-F5344CB8AC3E}">
        <p14:creationId xmlns:p14="http://schemas.microsoft.com/office/powerpoint/2010/main" val="69930490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userDrawn="1">
  <p:cSld name="1_End slide">
    <p:spTree>
      <p:nvGrpSpPr>
        <p:cNvPr id="1" name=""/>
        <p:cNvGrpSpPr/>
        <p:nvPr/>
      </p:nvGrpSpPr>
      <p:grpSpPr>
        <a:xfrm>
          <a:off x="0" y="0"/>
          <a:ext cx="0" cy="0"/>
          <a:chOff x="0" y="0"/>
          <a:chExt cx="0" cy="0"/>
        </a:xfrm>
      </p:grpSpPr>
      <p:sp>
        <p:nvSpPr>
          <p:cNvPr id="6" name="Text Placeholder 5"/>
          <p:cNvSpPr>
            <a:spLocks noGrp="1"/>
          </p:cNvSpPr>
          <p:nvPr>
            <p:ph type="body" sz="quarter" idx="13" hasCustomPrompt="1"/>
          </p:nvPr>
        </p:nvSpPr>
        <p:spPr>
          <a:xfrm>
            <a:off x="501652" y="4406629"/>
            <a:ext cx="11200721" cy="1975121"/>
          </a:xfrm>
        </p:spPr>
        <p:txBody>
          <a:bodyPr anchor="b" anchorCtr="0"/>
          <a:lstStyle>
            <a:lvl1pPr>
              <a:lnSpc>
                <a:spcPct val="100000"/>
              </a:lnSpc>
              <a:spcAft>
                <a:spcPts val="600"/>
              </a:spcAft>
              <a:defRPr sz="907"/>
            </a:lvl1pPr>
          </a:lstStyle>
          <a:p>
            <a:pPr lvl="0"/>
            <a:r>
              <a:rPr lang="en-US" noProof="0"/>
              <a:t>Deloitte refers to one or more of Deloitte </a:t>
            </a:r>
            <a:r>
              <a:rPr lang="en-US" noProof="0" err="1"/>
              <a:t>Touche</a:t>
            </a:r>
            <a:r>
              <a:rPr lang="en-US" noProof="0"/>
              <a:t> Tohmatsu Limited, a UK private company limited by guarantee (“DTTL”), its network of member firms, and their related entities. DTTL and each of its member firms are legally separate and independent entities. DTTL (also referred to as “Deloitte Global”) does not provide services to clients. Please see www.deloitte.com/about for a more detailed description of DTTL and its member firms.</a:t>
            </a:r>
          </a:p>
          <a:p>
            <a:pPr lvl="0"/>
            <a:r>
              <a:rPr lang="en-US" noProof="0"/>
              <a:t>This material has been prepared by Deloitte </a:t>
            </a:r>
            <a:r>
              <a:rPr lang="en-US" noProof="0" err="1"/>
              <a:t>Touche</a:t>
            </a:r>
            <a:r>
              <a:rPr lang="en-US" noProof="0"/>
              <a:t> Tohmatsu India LLP (“DTTILLP”), a member of Deloitte </a:t>
            </a:r>
            <a:r>
              <a:rPr lang="en-US" noProof="0" err="1"/>
              <a:t>Touche</a:t>
            </a:r>
            <a:r>
              <a:rPr lang="en-US" noProof="0"/>
              <a:t> Tohmatsu Limited, on a specific request from you and contains proprietary and confidential information. This material may contain information sourced from publicly available information or other third party sources. DTTILLP does not independently verify any such sources and is not responsible for any loss whatsoever caused due to reliance placed on information sourced from such sources. The information contained in this material is intended solely for you. Any disclosure, copying or further distribution of this material or its contents is strictly prohibited.</a:t>
            </a:r>
          </a:p>
          <a:p>
            <a:pPr lvl="0"/>
            <a:r>
              <a:rPr lang="en-US" noProof="0"/>
              <a:t>Nothing in this material creates any contractual relationship between DTTILLP and you. Any mutually binding legal obligations or rights may only be created between you and DTTILLP upon execution of a legally binding contract. By using this material and any information contained in it, the user accepts this entire notice and terms of use.</a:t>
            </a:r>
          </a:p>
          <a:p>
            <a:pPr lvl="0"/>
            <a:r>
              <a:rPr lang="en-US" noProof="0"/>
              <a:t>©2023 Deloitte Touche Tohmatsu India LLP. Member of Deloitte </a:t>
            </a:r>
            <a:r>
              <a:rPr lang="en-US" noProof="0" err="1"/>
              <a:t>Touche</a:t>
            </a:r>
            <a:r>
              <a:rPr lang="en-US" noProof="0"/>
              <a:t> Tohmatsu Limited</a:t>
            </a:r>
          </a:p>
          <a:p>
            <a:pPr lvl="0"/>
            <a:r>
              <a:rPr lang="en-US" noProof="0"/>
              <a:t>Deloitte </a:t>
            </a:r>
            <a:r>
              <a:rPr lang="en-US" noProof="0" err="1"/>
              <a:t>Touche</a:t>
            </a:r>
            <a:r>
              <a:rPr lang="en-US" noProof="0"/>
              <a:t> Tohmatsu India Private Limited (U74140MH199 5PTC093339), a private company limited by shares, was converted into Deloitte </a:t>
            </a:r>
            <a:r>
              <a:rPr lang="en-US" noProof="0" err="1"/>
              <a:t>Touche</a:t>
            </a:r>
            <a:r>
              <a:rPr lang="en-US" noProof="0"/>
              <a:t> Tohmatsu India LLP, a limited liability partnership (LLP Identification No. AAE-8458),with effect from October 1, 2015.</a:t>
            </a:r>
          </a:p>
        </p:txBody>
      </p:sp>
      <p:grpSp>
        <p:nvGrpSpPr>
          <p:cNvPr id="14" name="Group 13"/>
          <p:cNvGrpSpPr>
            <a:grpSpLocks noChangeAspect="1"/>
          </p:cNvGrpSpPr>
          <p:nvPr userDrawn="1"/>
        </p:nvGrpSpPr>
        <p:grpSpPr>
          <a:xfrm>
            <a:off x="475325" y="457200"/>
            <a:ext cx="1998000" cy="374400"/>
            <a:chOff x="398463" y="404813"/>
            <a:chExt cx="1627187" cy="307976"/>
          </a:xfrm>
          <a:solidFill>
            <a:schemeClr val="tx1"/>
          </a:solidFill>
        </p:grpSpPr>
        <p:sp>
          <p:nvSpPr>
            <p:cNvPr id="15" name="Oval 5"/>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16" name="Freeform 6"/>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17" name="Rectangle 7"/>
            <p:cNvSpPr>
              <a:spLocks noChangeArrowheads="1"/>
            </p:cNvSpPr>
            <p:nvPr userDrawn="1"/>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18" name="Freeform 8"/>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19" name="Rectangle 9"/>
            <p:cNvSpPr>
              <a:spLocks noChangeArrowheads="1"/>
            </p:cNvSpPr>
            <p:nvPr userDrawn="1"/>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1" name="Rectangle 10"/>
            <p:cNvSpPr>
              <a:spLocks noChangeArrowheads="1"/>
            </p:cNvSpPr>
            <p:nvPr userDrawn="1"/>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2" name="Freeform 11"/>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3" name="Freeform 12"/>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4" name="Freeform 13"/>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5" name="Freeform 14"/>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grpSp>
    </p:spTree>
    <p:extLst>
      <p:ext uri="{BB962C8B-B14F-4D97-AF65-F5344CB8AC3E}">
        <p14:creationId xmlns:p14="http://schemas.microsoft.com/office/powerpoint/2010/main" val="248411434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FA617071-6782-40A4-8EE9-750D2DFA04DE}" type="datetimeFigureOut">
              <a:rPr lang="en-IN" smtClean="0"/>
              <a:t>16-04-2024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F884811-8B0C-4694-81BC-C68F47EE42BA}" type="slidenum">
              <a:rPr lang="en-IN" smtClean="0"/>
              <a:t>‹#›</a:t>
            </a:fld>
            <a:endParaRPr lang="en-IN"/>
          </a:p>
        </p:txBody>
      </p:sp>
    </p:spTree>
    <p:extLst>
      <p:ext uri="{BB962C8B-B14F-4D97-AF65-F5344CB8AC3E}">
        <p14:creationId xmlns:p14="http://schemas.microsoft.com/office/powerpoint/2010/main" val="327505935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cSld name="Title Only">
    <p:spTree>
      <p:nvGrpSpPr>
        <p:cNvPr id="1" name=""/>
        <p:cNvGrpSpPr/>
        <p:nvPr/>
      </p:nvGrpSpPr>
      <p:grpSpPr>
        <a:xfrm>
          <a:off x="0" y="0"/>
          <a:ext cx="0" cy="0"/>
          <a:chOff x="0" y="0"/>
          <a:chExt cx="0" cy="0"/>
        </a:xfrm>
      </p:grpSpPr>
      <p:sp>
        <p:nvSpPr>
          <p:cNvPr id="4" name="Title Placeholder 1"/>
          <p:cNvSpPr>
            <a:spLocks noGrp="1"/>
          </p:cNvSpPr>
          <p:nvPr>
            <p:ph type="title"/>
          </p:nvPr>
        </p:nvSpPr>
        <p:spPr>
          <a:xfrm>
            <a:off x="469900" y="402586"/>
            <a:ext cx="11252200" cy="698501"/>
          </a:xfrm>
          <a:prstGeom prst="rect">
            <a:avLst/>
          </a:prstGeom>
        </p:spPr>
        <p:txBody>
          <a:bodyPr vert="horz" lIns="0" tIns="0" rIns="0" bIns="0" rtlCol="0" anchor="t" anchorCtr="0">
            <a:noAutofit/>
          </a:bodyPr>
          <a:lstStyle>
            <a:lvl1pPr>
              <a:defRPr sz="2000"/>
            </a:lvl1pPr>
          </a:lstStyle>
          <a:p>
            <a:r>
              <a:rPr lang="en-US" noProof="0"/>
              <a:t>Click to edit Master title style</a:t>
            </a:r>
          </a:p>
        </p:txBody>
      </p:sp>
    </p:spTree>
    <p:extLst>
      <p:ext uri="{BB962C8B-B14F-4D97-AF65-F5344CB8AC3E}">
        <p14:creationId xmlns:p14="http://schemas.microsoft.com/office/powerpoint/2010/main" val="4064617386"/>
      </p:ext>
    </p:extLst>
  </p:cSld>
  <p:clrMapOvr>
    <a:masterClrMapping/>
  </p:clrMapOvr>
  <p:transition>
    <p:fad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userDrawn="1">
  <p:cSld name="Full Page">
    <p:spTree>
      <p:nvGrpSpPr>
        <p:cNvPr id="1" name=""/>
        <p:cNvGrpSpPr/>
        <p:nvPr/>
      </p:nvGrpSpPr>
      <p:grpSpPr>
        <a:xfrm>
          <a:off x="0" y="0"/>
          <a:ext cx="0" cy="0"/>
          <a:chOff x="0" y="0"/>
          <a:chExt cx="0" cy="0"/>
        </a:xfrm>
      </p:grpSpPr>
      <p:sp>
        <p:nvSpPr>
          <p:cNvPr id="4" name="Freeform 1682"/>
          <p:cNvSpPr>
            <a:spLocks/>
          </p:cNvSpPr>
          <p:nvPr/>
        </p:nvSpPr>
        <p:spPr bwMode="auto">
          <a:xfrm flipH="1">
            <a:off x="8506884" y="615957"/>
            <a:ext cx="1352549" cy="1895475"/>
          </a:xfrm>
          <a:custGeom>
            <a:avLst/>
            <a:gdLst>
              <a:gd name="T0" fmla="*/ 0 w 638"/>
              <a:gd name="T1" fmla="*/ 0 h 1194"/>
              <a:gd name="T2" fmla="*/ 60420 w 638"/>
              <a:gd name="T3" fmla="*/ 174625 h 1194"/>
              <a:gd name="T4" fmla="*/ 124019 w 638"/>
              <a:gd name="T5" fmla="*/ 342900 h 1194"/>
              <a:gd name="T6" fmla="*/ 168539 w 638"/>
              <a:gd name="T7" fmla="*/ 482600 h 1194"/>
              <a:gd name="T8" fmla="*/ 216238 w 638"/>
              <a:gd name="T9" fmla="*/ 631825 h 1194"/>
              <a:gd name="T10" fmla="*/ 260758 w 638"/>
              <a:gd name="T11" fmla="*/ 803275 h 1194"/>
              <a:gd name="T12" fmla="*/ 327537 w 638"/>
              <a:gd name="T13" fmla="*/ 1066800 h 1194"/>
              <a:gd name="T14" fmla="*/ 375237 w 638"/>
              <a:gd name="T15" fmla="*/ 1250950 h 1194"/>
              <a:gd name="T16" fmla="*/ 432477 w 638"/>
              <a:gd name="T17" fmla="*/ 1571625 h 1194"/>
              <a:gd name="T18" fmla="*/ 454736 w 638"/>
              <a:gd name="T19" fmla="*/ 1724025 h 1194"/>
              <a:gd name="T20" fmla="*/ 480176 w 638"/>
              <a:gd name="T21" fmla="*/ 1895475 h 1194"/>
              <a:gd name="T22" fmla="*/ 1014412 w 638"/>
              <a:gd name="T23" fmla="*/ 1895475 h 1194"/>
              <a:gd name="T24" fmla="*/ 992152 w 638"/>
              <a:gd name="T25" fmla="*/ 1812925 h 1194"/>
              <a:gd name="T26" fmla="*/ 950813 w 638"/>
              <a:gd name="T27" fmla="*/ 1682750 h 1194"/>
              <a:gd name="T28" fmla="*/ 909473 w 638"/>
              <a:gd name="T29" fmla="*/ 1555750 h 1194"/>
              <a:gd name="T30" fmla="*/ 871313 w 638"/>
              <a:gd name="T31" fmla="*/ 1447800 h 1194"/>
              <a:gd name="T32" fmla="*/ 785454 w 638"/>
              <a:gd name="T33" fmla="*/ 1244600 h 1194"/>
              <a:gd name="T34" fmla="*/ 725034 w 638"/>
              <a:gd name="T35" fmla="*/ 1108075 h 1194"/>
              <a:gd name="T36" fmla="*/ 674155 w 638"/>
              <a:gd name="T37" fmla="*/ 993775 h 1194"/>
              <a:gd name="T38" fmla="*/ 601015 w 638"/>
              <a:gd name="T39" fmla="*/ 844550 h 1194"/>
              <a:gd name="T40" fmla="*/ 540596 w 638"/>
              <a:gd name="T41" fmla="*/ 746125 h 1194"/>
              <a:gd name="T42" fmla="*/ 486536 w 638"/>
              <a:gd name="T43" fmla="*/ 657225 h 1194"/>
              <a:gd name="T44" fmla="*/ 426117 w 638"/>
              <a:gd name="T45" fmla="*/ 542925 h 1194"/>
              <a:gd name="T46" fmla="*/ 362517 w 638"/>
              <a:gd name="T47" fmla="*/ 454025 h 1194"/>
              <a:gd name="T48" fmla="*/ 276658 w 638"/>
              <a:gd name="T49" fmla="*/ 333375 h 1194"/>
              <a:gd name="T50" fmla="*/ 193978 w 638"/>
              <a:gd name="T51" fmla="*/ 222250 h 1194"/>
              <a:gd name="T52" fmla="*/ 92219 w 638"/>
              <a:gd name="T53" fmla="*/ 82550 h 1194"/>
              <a:gd name="T54" fmla="*/ 47700 w 638"/>
              <a:gd name="T55" fmla="*/ 31750 h 1194"/>
              <a:gd name="T56" fmla="*/ 0 w 638"/>
              <a:gd name="T57" fmla="*/ 0 h 1194"/>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638" h="1194">
                <a:moveTo>
                  <a:pt x="0" y="0"/>
                </a:moveTo>
                <a:lnTo>
                  <a:pt x="38" y="110"/>
                </a:lnTo>
                <a:lnTo>
                  <a:pt x="78" y="216"/>
                </a:lnTo>
                <a:lnTo>
                  <a:pt x="106" y="304"/>
                </a:lnTo>
                <a:lnTo>
                  <a:pt x="136" y="398"/>
                </a:lnTo>
                <a:lnTo>
                  <a:pt x="164" y="506"/>
                </a:lnTo>
                <a:lnTo>
                  <a:pt x="206" y="672"/>
                </a:lnTo>
                <a:lnTo>
                  <a:pt x="236" y="788"/>
                </a:lnTo>
                <a:lnTo>
                  <a:pt x="272" y="990"/>
                </a:lnTo>
                <a:lnTo>
                  <a:pt x="286" y="1086"/>
                </a:lnTo>
                <a:lnTo>
                  <a:pt x="302" y="1194"/>
                </a:lnTo>
                <a:lnTo>
                  <a:pt x="638" y="1194"/>
                </a:lnTo>
                <a:lnTo>
                  <a:pt x="624" y="1142"/>
                </a:lnTo>
                <a:lnTo>
                  <a:pt x="598" y="1060"/>
                </a:lnTo>
                <a:lnTo>
                  <a:pt x="572" y="980"/>
                </a:lnTo>
                <a:lnTo>
                  <a:pt x="548" y="912"/>
                </a:lnTo>
                <a:lnTo>
                  <a:pt x="494" y="784"/>
                </a:lnTo>
                <a:lnTo>
                  <a:pt x="456" y="698"/>
                </a:lnTo>
                <a:lnTo>
                  <a:pt x="424" y="626"/>
                </a:lnTo>
                <a:lnTo>
                  <a:pt x="378" y="532"/>
                </a:lnTo>
                <a:lnTo>
                  <a:pt x="340" y="470"/>
                </a:lnTo>
                <a:lnTo>
                  <a:pt x="306" y="414"/>
                </a:lnTo>
                <a:lnTo>
                  <a:pt x="268" y="342"/>
                </a:lnTo>
                <a:lnTo>
                  <a:pt x="228" y="286"/>
                </a:lnTo>
                <a:lnTo>
                  <a:pt x="174" y="210"/>
                </a:lnTo>
                <a:lnTo>
                  <a:pt x="122" y="140"/>
                </a:lnTo>
                <a:lnTo>
                  <a:pt x="58" y="52"/>
                </a:lnTo>
                <a:lnTo>
                  <a:pt x="30" y="20"/>
                </a:lnTo>
                <a:lnTo>
                  <a:pt x="0" y="0"/>
                </a:lnTo>
                <a:close/>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cmpd="sng">
                <a:solidFill>
                  <a:srgbClr val="000000"/>
                </a:solidFill>
                <a:prstDash val="solid"/>
                <a:round/>
                <a:headEnd type="none" w="med" len="med"/>
                <a:tailEnd type="none" w="med" len="med"/>
              </a14:hiddenLine>
            </a:ext>
          </a:extLst>
        </p:spPr>
        <p:txBody>
          <a:bodyPr wrap="none" anchor="ctr"/>
          <a:lstStyle/>
          <a:p>
            <a:endParaRPr lang="en-US" sz="1600"/>
          </a:p>
        </p:txBody>
      </p:sp>
      <p:sp>
        <p:nvSpPr>
          <p:cNvPr id="5" name="Freeform 1683"/>
          <p:cNvSpPr>
            <a:spLocks/>
          </p:cNvSpPr>
          <p:nvPr/>
        </p:nvSpPr>
        <p:spPr bwMode="auto">
          <a:xfrm flipH="1">
            <a:off x="9880600" y="3175"/>
            <a:ext cx="950384" cy="584200"/>
          </a:xfrm>
          <a:custGeom>
            <a:avLst/>
            <a:gdLst>
              <a:gd name="T0" fmla="*/ 712788 w 448"/>
              <a:gd name="T1" fmla="*/ 584200 h 372"/>
              <a:gd name="T2" fmla="*/ 617325 w 448"/>
              <a:gd name="T3" fmla="*/ 474270 h 372"/>
              <a:gd name="T4" fmla="*/ 445493 w 448"/>
              <a:gd name="T5" fmla="*/ 326649 h 372"/>
              <a:gd name="T6" fmla="*/ 334119 w 448"/>
              <a:gd name="T7" fmla="*/ 223001 h 372"/>
              <a:gd name="T8" fmla="*/ 222746 w 448"/>
              <a:gd name="T9" fmla="*/ 147620 h 372"/>
              <a:gd name="T10" fmla="*/ 101827 w 448"/>
              <a:gd name="T11" fmla="*/ 69099 h 372"/>
              <a:gd name="T12" fmla="*/ 0 w 448"/>
              <a:gd name="T13" fmla="*/ 0 h 372"/>
              <a:gd name="T14" fmla="*/ 445493 w 448"/>
              <a:gd name="T15" fmla="*/ 0 h 372"/>
              <a:gd name="T16" fmla="*/ 477313 w 448"/>
              <a:gd name="T17" fmla="*/ 56535 h 372"/>
              <a:gd name="T18" fmla="*/ 515498 w 448"/>
              <a:gd name="T19" fmla="*/ 128775 h 372"/>
              <a:gd name="T20" fmla="*/ 550501 w 448"/>
              <a:gd name="T21" fmla="*/ 210438 h 372"/>
              <a:gd name="T22" fmla="*/ 601415 w 448"/>
              <a:gd name="T23" fmla="*/ 323509 h 372"/>
              <a:gd name="T24" fmla="*/ 649146 w 448"/>
              <a:gd name="T25" fmla="*/ 414594 h 372"/>
              <a:gd name="T26" fmla="*/ 690513 w 448"/>
              <a:gd name="T27" fmla="*/ 524524 h 372"/>
              <a:gd name="T28" fmla="*/ 712788 w 448"/>
              <a:gd name="T29" fmla="*/ 584200 h 372"/>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448" h="372">
                <a:moveTo>
                  <a:pt x="448" y="372"/>
                </a:moveTo>
                <a:lnTo>
                  <a:pt x="388" y="302"/>
                </a:lnTo>
                <a:lnTo>
                  <a:pt x="280" y="208"/>
                </a:lnTo>
                <a:lnTo>
                  <a:pt x="210" y="142"/>
                </a:lnTo>
                <a:lnTo>
                  <a:pt x="140" y="94"/>
                </a:lnTo>
                <a:lnTo>
                  <a:pt x="64" y="44"/>
                </a:lnTo>
                <a:lnTo>
                  <a:pt x="0" y="0"/>
                </a:lnTo>
                <a:lnTo>
                  <a:pt x="280" y="0"/>
                </a:lnTo>
                <a:lnTo>
                  <a:pt x="300" y="36"/>
                </a:lnTo>
                <a:lnTo>
                  <a:pt x="324" y="82"/>
                </a:lnTo>
                <a:lnTo>
                  <a:pt x="346" y="134"/>
                </a:lnTo>
                <a:lnTo>
                  <a:pt x="378" y="206"/>
                </a:lnTo>
                <a:lnTo>
                  <a:pt x="408" y="264"/>
                </a:lnTo>
                <a:lnTo>
                  <a:pt x="434" y="334"/>
                </a:lnTo>
                <a:lnTo>
                  <a:pt x="448" y="372"/>
                </a:lnTo>
                <a:close/>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cmpd="sng">
                <a:solidFill>
                  <a:srgbClr val="000000"/>
                </a:solidFill>
                <a:prstDash val="solid"/>
                <a:round/>
                <a:headEnd type="none" w="med" len="med"/>
                <a:tailEnd type="none" w="med" len="med"/>
              </a14:hiddenLine>
            </a:ext>
          </a:extLst>
        </p:spPr>
        <p:txBody>
          <a:bodyPr wrap="none" anchor="ctr"/>
          <a:lstStyle/>
          <a:p>
            <a:endParaRPr lang="en-US" sz="1600"/>
          </a:p>
        </p:txBody>
      </p:sp>
      <p:sp>
        <p:nvSpPr>
          <p:cNvPr id="6" name="Line 1086"/>
          <p:cNvSpPr>
            <a:spLocks noChangeShapeType="1"/>
          </p:cNvSpPr>
          <p:nvPr/>
        </p:nvSpPr>
        <p:spPr bwMode="auto">
          <a:xfrm>
            <a:off x="645587" y="617545"/>
            <a:ext cx="2116" cy="1587"/>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en-US" sz="1600"/>
          </a:p>
        </p:txBody>
      </p:sp>
      <p:sp>
        <p:nvSpPr>
          <p:cNvPr id="7" name="Line 1087"/>
          <p:cNvSpPr>
            <a:spLocks noChangeShapeType="1"/>
          </p:cNvSpPr>
          <p:nvPr/>
        </p:nvSpPr>
        <p:spPr bwMode="auto">
          <a:xfrm>
            <a:off x="645587" y="617545"/>
            <a:ext cx="2116" cy="1587"/>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en-US" sz="1600"/>
          </a:p>
        </p:txBody>
      </p:sp>
      <p:sp>
        <p:nvSpPr>
          <p:cNvPr id="8" name="Rectangle 1088"/>
          <p:cNvSpPr>
            <a:spLocks noChangeArrowheads="1"/>
          </p:cNvSpPr>
          <p:nvPr/>
        </p:nvSpPr>
        <p:spPr bwMode="auto">
          <a:xfrm>
            <a:off x="645587" y="617545"/>
            <a:ext cx="2116" cy="1587"/>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spcBef>
                <a:spcPct val="50000"/>
              </a:spcBef>
              <a:buFontTx/>
              <a:buChar char="•"/>
            </a:pPr>
            <a:endParaRPr lang="en-US" sz="1300" b="0"/>
          </a:p>
        </p:txBody>
      </p:sp>
      <p:sp>
        <p:nvSpPr>
          <p:cNvPr id="9" name="Rectangle 1089"/>
          <p:cNvSpPr>
            <a:spLocks noChangeArrowheads="1"/>
          </p:cNvSpPr>
          <p:nvPr/>
        </p:nvSpPr>
        <p:spPr bwMode="auto">
          <a:xfrm>
            <a:off x="645587" y="617545"/>
            <a:ext cx="2116" cy="1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ct val="50000"/>
              </a:spcBef>
              <a:buFontTx/>
              <a:buChar char="•"/>
            </a:pPr>
            <a:endParaRPr lang="en-US" sz="1300" b="0"/>
          </a:p>
        </p:txBody>
      </p:sp>
      <p:sp>
        <p:nvSpPr>
          <p:cNvPr id="10" name="Freeform 1098"/>
          <p:cNvSpPr>
            <a:spLocks/>
          </p:cNvSpPr>
          <p:nvPr/>
        </p:nvSpPr>
        <p:spPr bwMode="auto">
          <a:xfrm>
            <a:off x="649822" y="617545"/>
            <a:ext cx="4233" cy="1587"/>
          </a:xfrm>
          <a:custGeom>
            <a:avLst/>
            <a:gdLst>
              <a:gd name="T0" fmla="*/ 0 w 2"/>
              <a:gd name="T1" fmla="*/ 0 h 1587"/>
              <a:gd name="T2" fmla="*/ 3175 w 2"/>
              <a:gd name="T3" fmla="*/ 0 h 1587"/>
              <a:gd name="T4" fmla="*/ 3175 w 2"/>
              <a:gd name="T5" fmla="*/ 0 h 1587"/>
              <a:gd name="T6" fmla="*/ 3175 w 2"/>
              <a:gd name="T7" fmla="*/ 0 h 1587"/>
              <a:gd name="T8" fmla="*/ 0 w 2"/>
              <a:gd name="T9" fmla="*/ 0 h 1587"/>
              <a:gd name="T10" fmla="*/ 0 w 2"/>
              <a:gd name="T11" fmla="*/ 0 h 1587"/>
              <a:gd name="T12" fmla="*/ 0 w 2"/>
              <a:gd name="T13" fmla="*/ 0 h 1587"/>
              <a:gd name="T14" fmla="*/ 0 w 2"/>
              <a:gd name="T15" fmla="*/ 0 h 1587"/>
              <a:gd name="T16" fmla="*/ 0 w 2"/>
              <a:gd name="T17" fmla="*/ 0 h 1587"/>
              <a:gd name="T18" fmla="*/ 0 w 2"/>
              <a:gd name="T19" fmla="*/ 0 h 1587"/>
              <a:gd name="T20" fmla="*/ 0 w 2"/>
              <a:gd name="T21" fmla="*/ 0 h 1587"/>
              <a:gd name="T22" fmla="*/ 0 w 2"/>
              <a:gd name="T23" fmla="*/ 0 h 1587"/>
              <a:gd name="T24" fmla="*/ 0 w 2"/>
              <a:gd name="T25" fmla="*/ 0 h 1587"/>
              <a:gd name="T26" fmla="*/ 0 w 2"/>
              <a:gd name="T27" fmla="*/ 0 h 1587"/>
              <a:gd name="T28" fmla="*/ 0 w 2"/>
              <a:gd name="T29" fmla="*/ 0 h 1587"/>
              <a:gd name="T30" fmla="*/ 0 w 2"/>
              <a:gd name="T31" fmla="*/ 0 h 1587"/>
              <a:gd name="T32" fmla="*/ 0 w 2"/>
              <a:gd name="T33" fmla="*/ 0 h 1587"/>
              <a:gd name="T34" fmla="*/ 3175 w 2"/>
              <a:gd name="T35" fmla="*/ 0 h 1587"/>
              <a:gd name="T36" fmla="*/ 3175 w 2"/>
              <a:gd name="T37" fmla="*/ 0 h 1587"/>
              <a:gd name="T38" fmla="*/ 3175 w 2"/>
              <a:gd name="T39" fmla="*/ 0 h 1587"/>
              <a:gd name="T40" fmla="*/ 0 w 2"/>
              <a:gd name="T41" fmla="*/ 0 h 1587"/>
              <a:gd name="T42" fmla="*/ 0 w 2"/>
              <a:gd name="T43" fmla="*/ 0 h 1587"/>
              <a:gd name="T44" fmla="*/ 0 w 2"/>
              <a:gd name="T45" fmla="*/ 0 h 1587"/>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0" t="0" r="r" b="b"/>
            <a:pathLst>
              <a:path w="2" h="1587">
                <a:moveTo>
                  <a:pt x="0" y="0"/>
                </a:moveTo>
                <a:lnTo>
                  <a:pt x="2" y="0"/>
                </a:lnTo>
                <a:lnTo>
                  <a:pt x="0" y="0"/>
                </a:lnTo>
                <a:lnTo>
                  <a:pt x="2" y="0"/>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en-US" sz="1600"/>
          </a:p>
        </p:txBody>
      </p:sp>
      <p:sp>
        <p:nvSpPr>
          <p:cNvPr id="11" name="Freeform 1115"/>
          <p:cNvSpPr>
            <a:spLocks/>
          </p:cNvSpPr>
          <p:nvPr/>
        </p:nvSpPr>
        <p:spPr bwMode="auto">
          <a:xfrm>
            <a:off x="611722" y="473075"/>
            <a:ext cx="4233" cy="3175"/>
          </a:xfrm>
          <a:custGeom>
            <a:avLst/>
            <a:gdLst>
              <a:gd name="T0" fmla="*/ 0 w 2"/>
              <a:gd name="T1" fmla="*/ 3175 h 2"/>
              <a:gd name="T2" fmla="*/ 0 w 2"/>
              <a:gd name="T3" fmla="*/ 3175 h 2"/>
              <a:gd name="T4" fmla="*/ 0 w 2"/>
              <a:gd name="T5" fmla="*/ 3175 h 2"/>
              <a:gd name="T6" fmla="*/ 0 w 2"/>
              <a:gd name="T7" fmla="*/ 3175 h 2"/>
              <a:gd name="T8" fmla="*/ 0 w 2"/>
              <a:gd name="T9" fmla="*/ 3175 h 2"/>
              <a:gd name="T10" fmla="*/ 0 w 2"/>
              <a:gd name="T11" fmla="*/ 3175 h 2"/>
              <a:gd name="T12" fmla="*/ 3175 w 2"/>
              <a:gd name="T13" fmla="*/ 3175 h 2"/>
              <a:gd name="T14" fmla="*/ 3175 w 2"/>
              <a:gd name="T15" fmla="*/ 3175 h 2"/>
              <a:gd name="T16" fmla="*/ 3175 w 2"/>
              <a:gd name="T17" fmla="*/ 0 h 2"/>
              <a:gd name="T18" fmla="*/ 0 w 2"/>
              <a:gd name="T19" fmla="*/ 3175 h 2"/>
              <a:gd name="T20" fmla="*/ 0 w 2"/>
              <a:gd name="T21" fmla="*/ 3175 h 2"/>
              <a:gd name="T22" fmla="*/ 0 w 2"/>
              <a:gd name="T23" fmla="*/ 3175 h 2"/>
              <a:gd name="T24" fmla="*/ 0 w 2"/>
              <a:gd name="T25" fmla="*/ 3175 h 2"/>
              <a:gd name="T26" fmla="*/ 0 w 2"/>
              <a:gd name="T27" fmla="*/ 3175 h 2"/>
              <a:gd name="T28" fmla="*/ 3175 w 2"/>
              <a:gd name="T29" fmla="*/ 3175 h 2"/>
              <a:gd name="T30" fmla="*/ 3175 w 2"/>
              <a:gd name="T31" fmla="*/ 3175 h 2"/>
              <a:gd name="T32" fmla="*/ 3175 w 2"/>
              <a:gd name="T33" fmla="*/ 3175 h 2"/>
              <a:gd name="T34" fmla="*/ 3175 w 2"/>
              <a:gd name="T35" fmla="*/ 3175 h 2"/>
              <a:gd name="T36" fmla="*/ 3175 w 2"/>
              <a:gd name="T37" fmla="*/ 3175 h 2"/>
              <a:gd name="T38" fmla="*/ 3175 w 2"/>
              <a:gd name="T39" fmla="*/ 3175 h 2"/>
              <a:gd name="T40" fmla="*/ 0 w 2"/>
              <a:gd name="T41" fmla="*/ 3175 h 2"/>
              <a:gd name="T42" fmla="*/ 0 w 2"/>
              <a:gd name="T43" fmla="*/ 3175 h 2"/>
              <a:gd name="T44" fmla="*/ 0 w 2"/>
              <a:gd name="T45" fmla="*/ 3175 h 2"/>
              <a:gd name="T46" fmla="*/ 0 w 2"/>
              <a:gd name="T47" fmla="*/ 3175 h 2"/>
              <a:gd name="T48" fmla="*/ 0 w 2"/>
              <a:gd name="T49" fmla="*/ 3175 h 2"/>
              <a:gd name="T50" fmla="*/ 0 w 2"/>
              <a:gd name="T51" fmla="*/ 3175 h 2"/>
              <a:gd name="T52" fmla="*/ 0 w 2"/>
              <a:gd name="T53" fmla="*/ 3175 h 2"/>
              <a:gd name="T54" fmla="*/ 3175 w 2"/>
              <a:gd name="T55" fmla="*/ 3175 h 2"/>
              <a:gd name="T56" fmla="*/ 0 w 2"/>
              <a:gd name="T57" fmla="*/ 3175 h 2"/>
              <a:gd name="T58" fmla="*/ 3175 w 2"/>
              <a:gd name="T59" fmla="*/ 3175 h 2"/>
              <a:gd name="T60" fmla="*/ 3175 w 2"/>
              <a:gd name="T61" fmla="*/ 3175 h 2"/>
              <a:gd name="T62" fmla="*/ 3175 w 2"/>
              <a:gd name="T63" fmla="*/ 3175 h 2"/>
              <a:gd name="T64" fmla="*/ 0 w 2"/>
              <a:gd name="T65" fmla="*/ 3175 h 2"/>
              <a:gd name="T66" fmla="*/ 0 w 2"/>
              <a:gd name="T67" fmla="*/ 3175 h 2"/>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0" t="0" r="r" b="b"/>
            <a:pathLst>
              <a:path w="2" h="2">
                <a:moveTo>
                  <a:pt x="0" y="2"/>
                </a:moveTo>
                <a:lnTo>
                  <a:pt x="0" y="2"/>
                </a:lnTo>
                <a:lnTo>
                  <a:pt x="2" y="2"/>
                </a:lnTo>
                <a:lnTo>
                  <a:pt x="2" y="0"/>
                </a:lnTo>
                <a:lnTo>
                  <a:pt x="0" y="2"/>
                </a:lnTo>
                <a:lnTo>
                  <a:pt x="2" y="2"/>
                </a:lnTo>
                <a:lnTo>
                  <a:pt x="0" y="2"/>
                </a:lnTo>
                <a:lnTo>
                  <a:pt x="2" y="2"/>
                </a:lnTo>
                <a:lnTo>
                  <a:pt x="0" y="2"/>
                </a:lnTo>
                <a:lnTo>
                  <a:pt x="2" y="2"/>
                </a:lnTo>
                <a:lnTo>
                  <a:pt x="0" y="2"/>
                </a:lnTo>
                <a:lnTo>
                  <a:pt x="2" y="2"/>
                </a:lnTo>
                <a:lnTo>
                  <a:pt x="0" y="2"/>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en-US" sz="1600"/>
          </a:p>
        </p:txBody>
      </p:sp>
      <p:sp>
        <p:nvSpPr>
          <p:cNvPr id="12" name="Freeform 1120"/>
          <p:cNvSpPr>
            <a:spLocks/>
          </p:cNvSpPr>
          <p:nvPr/>
        </p:nvSpPr>
        <p:spPr bwMode="auto">
          <a:xfrm>
            <a:off x="611722" y="463554"/>
            <a:ext cx="4233" cy="3175"/>
          </a:xfrm>
          <a:custGeom>
            <a:avLst/>
            <a:gdLst>
              <a:gd name="T0" fmla="*/ 0 w 2"/>
              <a:gd name="T1" fmla="*/ 0 h 2"/>
              <a:gd name="T2" fmla="*/ 0 w 2"/>
              <a:gd name="T3" fmla="*/ 3175 h 2"/>
              <a:gd name="T4" fmla="*/ 0 w 2"/>
              <a:gd name="T5" fmla="*/ 3175 h 2"/>
              <a:gd name="T6" fmla="*/ 0 w 2"/>
              <a:gd name="T7" fmla="*/ 3175 h 2"/>
              <a:gd name="T8" fmla="*/ 3175 w 2"/>
              <a:gd name="T9" fmla="*/ 3175 h 2"/>
              <a:gd name="T10" fmla="*/ 3175 w 2"/>
              <a:gd name="T11" fmla="*/ 0 h 2"/>
              <a:gd name="T12" fmla="*/ 3175 w 2"/>
              <a:gd name="T13" fmla="*/ 0 h 2"/>
              <a:gd name="T14" fmla="*/ 3175 w 2"/>
              <a:gd name="T15" fmla="*/ 0 h 2"/>
              <a:gd name="T16" fmla="*/ 0 w 2"/>
              <a:gd name="T17" fmla="*/ 0 h 2"/>
              <a:gd name="T18" fmla="*/ 0 w 2"/>
              <a:gd name="T19" fmla="*/ 3175 h 2"/>
              <a:gd name="T20" fmla="*/ 0 w 2"/>
              <a:gd name="T21" fmla="*/ 3175 h 2"/>
              <a:gd name="T22" fmla="*/ 3175 w 2"/>
              <a:gd name="T23" fmla="*/ 0 h 2"/>
              <a:gd name="T24" fmla="*/ 3175 w 2"/>
              <a:gd name="T25" fmla="*/ 0 h 2"/>
              <a:gd name="T26" fmla="*/ 3175 w 2"/>
              <a:gd name="T27" fmla="*/ 0 h 2"/>
              <a:gd name="T28" fmla="*/ 3175 w 2"/>
              <a:gd name="T29" fmla="*/ 3175 h 2"/>
              <a:gd name="T30" fmla="*/ 0 w 2"/>
              <a:gd name="T31" fmla="*/ 3175 h 2"/>
              <a:gd name="T32" fmla="*/ 0 w 2"/>
              <a:gd name="T33" fmla="*/ 3175 h 2"/>
              <a:gd name="T34" fmla="*/ 0 w 2"/>
              <a:gd name="T35" fmla="*/ 3175 h 2"/>
              <a:gd name="T36" fmla="*/ 0 w 2"/>
              <a:gd name="T37" fmla="*/ 3175 h 2"/>
              <a:gd name="T38" fmla="*/ 0 w 2"/>
              <a:gd name="T39" fmla="*/ 3175 h 2"/>
              <a:gd name="T40" fmla="*/ 0 w 2"/>
              <a:gd name="T41" fmla="*/ 3175 h 2"/>
              <a:gd name="T42" fmla="*/ 0 w 2"/>
              <a:gd name="T43" fmla="*/ 3175 h 2"/>
              <a:gd name="T44" fmla="*/ 0 w 2"/>
              <a:gd name="T45" fmla="*/ 3175 h 2"/>
              <a:gd name="T46" fmla="*/ 3175 w 2"/>
              <a:gd name="T47" fmla="*/ 3175 h 2"/>
              <a:gd name="T48" fmla="*/ 0 w 2"/>
              <a:gd name="T49" fmla="*/ 3175 h 2"/>
              <a:gd name="T50" fmla="*/ 0 w 2"/>
              <a:gd name="T51" fmla="*/ 3175 h 2"/>
              <a:gd name="T52" fmla="*/ 3175 w 2"/>
              <a:gd name="T53" fmla="*/ 3175 h 2"/>
              <a:gd name="T54" fmla="*/ 3175 w 2"/>
              <a:gd name="T55" fmla="*/ 3175 h 2"/>
              <a:gd name="T56" fmla="*/ 3175 w 2"/>
              <a:gd name="T57" fmla="*/ 0 h 2"/>
              <a:gd name="T58" fmla="*/ 0 w 2"/>
              <a:gd name="T59" fmla="*/ 0 h 2"/>
              <a:gd name="T60" fmla="*/ 0 w 2"/>
              <a:gd name="T61" fmla="*/ 0 h 2"/>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0" t="0" r="r" b="b"/>
            <a:pathLst>
              <a:path w="2" h="2">
                <a:moveTo>
                  <a:pt x="0" y="0"/>
                </a:moveTo>
                <a:lnTo>
                  <a:pt x="0" y="2"/>
                </a:lnTo>
                <a:lnTo>
                  <a:pt x="2" y="2"/>
                </a:lnTo>
                <a:lnTo>
                  <a:pt x="2" y="0"/>
                </a:lnTo>
                <a:lnTo>
                  <a:pt x="0" y="0"/>
                </a:lnTo>
                <a:lnTo>
                  <a:pt x="0" y="2"/>
                </a:lnTo>
                <a:lnTo>
                  <a:pt x="2" y="0"/>
                </a:lnTo>
                <a:lnTo>
                  <a:pt x="2" y="2"/>
                </a:lnTo>
                <a:lnTo>
                  <a:pt x="0" y="2"/>
                </a:lnTo>
                <a:lnTo>
                  <a:pt x="2" y="2"/>
                </a:lnTo>
                <a:lnTo>
                  <a:pt x="0" y="2"/>
                </a:lnTo>
                <a:lnTo>
                  <a:pt x="2" y="2"/>
                </a:lnTo>
                <a:lnTo>
                  <a:pt x="2" y="0"/>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en-US" sz="1600"/>
          </a:p>
        </p:txBody>
      </p:sp>
      <p:sp>
        <p:nvSpPr>
          <p:cNvPr id="13" name="Freeform 1134"/>
          <p:cNvSpPr>
            <a:spLocks/>
          </p:cNvSpPr>
          <p:nvPr/>
        </p:nvSpPr>
        <p:spPr bwMode="auto">
          <a:xfrm>
            <a:off x="937689" y="514350"/>
            <a:ext cx="4233" cy="6350"/>
          </a:xfrm>
          <a:custGeom>
            <a:avLst/>
            <a:gdLst>
              <a:gd name="T0" fmla="*/ 3175 w 2"/>
              <a:gd name="T1" fmla="*/ 6350 h 4"/>
              <a:gd name="T2" fmla="*/ 3175 w 2"/>
              <a:gd name="T3" fmla="*/ 6350 h 4"/>
              <a:gd name="T4" fmla="*/ 3175 w 2"/>
              <a:gd name="T5" fmla="*/ 6350 h 4"/>
              <a:gd name="T6" fmla="*/ 3175 w 2"/>
              <a:gd name="T7" fmla="*/ 3175 h 4"/>
              <a:gd name="T8" fmla="*/ 3175 w 2"/>
              <a:gd name="T9" fmla="*/ 0 h 4"/>
              <a:gd name="T10" fmla="*/ 3175 w 2"/>
              <a:gd name="T11" fmla="*/ 0 h 4"/>
              <a:gd name="T12" fmla="*/ 3175 w 2"/>
              <a:gd name="T13" fmla="*/ 0 h 4"/>
              <a:gd name="T14" fmla="*/ 0 w 2"/>
              <a:gd name="T15" fmla="*/ 3175 h 4"/>
              <a:gd name="T16" fmla="*/ 3175 w 2"/>
              <a:gd name="T17" fmla="*/ 6350 h 4"/>
              <a:gd name="T18" fmla="*/ 3175 w 2"/>
              <a:gd name="T19" fmla="*/ 3175 h 4"/>
              <a:gd name="T20" fmla="*/ 3175 w 2"/>
              <a:gd name="T21" fmla="*/ 3175 h 4"/>
              <a:gd name="T22" fmla="*/ 3175 w 2"/>
              <a:gd name="T23" fmla="*/ 0 h 4"/>
              <a:gd name="T24" fmla="*/ 3175 w 2"/>
              <a:gd name="T25" fmla="*/ 3175 h 4"/>
              <a:gd name="T26" fmla="*/ 3175 w 2"/>
              <a:gd name="T27" fmla="*/ 3175 h 4"/>
              <a:gd name="T28" fmla="*/ 3175 w 2"/>
              <a:gd name="T29" fmla="*/ 3175 h 4"/>
              <a:gd name="T30" fmla="*/ 3175 w 2"/>
              <a:gd name="T31" fmla="*/ 3175 h 4"/>
              <a:gd name="T32" fmla="*/ 3175 w 2"/>
              <a:gd name="T33" fmla="*/ 3175 h 4"/>
              <a:gd name="T34" fmla="*/ 3175 w 2"/>
              <a:gd name="T35" fmla="*/ 3175 h 4"/>
              <a:gd name="T36" fmla="*/ 3175 w 2"/>
              <a:gd name="T37" fmla="*/ 3175 h 4"/>
              <a:gd name="T38" fmla="*/ 3175 w 2"/>
              <a:gd name="T39" fmla="*/ 3175 h 4"/>
              <a:gd name="T40" fmla="*/ 3175 w 2"/>
              <a:gd name="T41" fmla="*/ 3175 h 4"/>
              <a:gd name="T42" fmla="*/ 3175 w 2"/>
              <a:gd name="T43" fmla="*/ 3175 h 4"/>
              <a:gd name="T44" fmla="*/ 3175 w 2"/>
              <a:gd name="T45" fmla="*/ 3175 h 4"/>
              <a:gd name="T46" fmla="*/ 3175 w 2"/>
              <a:gd name="T47" fmla="*/ 3175 h 4"/>
              <a:gd name="T48" fmla="*/ 3175 w 2"/>
              <a:gd name="T49" fmla="*/ 3175 h 4"/>
              <a:gd name="T50" fmla="*/ 3175 w 2"/>
              <a:gd name="T51" fmla="*/ 3175 h 4"/>
              <a:gd name="T52" fmla="*/ 0 w 2"/>
              <a:gd name="T53" fmla="*/ 3175 h 4"/>
              <a:gd name="T54" fmla="*/ 3175 w 2"/>
              <a:gd name="T55" fmla="*/ 6350 h 4"/>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0" t="0" r="r" b="b"/>
            <a:pathLst>
              <a:path w="2" h="4">
                <a:moveTo>
                  <a:pt x="2" y="4"/>
                </a:moveTo>
                <a:lnTo>
                  <a:pt x="2" y="4"/>
                </a:lnTo>
                <a:lnTo>
                  <a:pt x="2" y="2"/>
                </a:lnTo>
                <a:lnTo>
                  <a:pt x="2" y="0"/>
                </a:lnTo>
                <a:lnTo>
                  <a:pt x="0" y="2"/>
                </a:lnTo>
                <a:lnTo>
                  <a:pt x="2" y="4"/>
                </a:lnTo>
                <a:lnTo>
                  <a:pt x="2" y="2"/>
                </a:lnTo>
                <a:lnTo>
                  <a:pt x="2" y="0"/>
                </a:lnTo>
                <a:lnTo>
                  <a:pt x="2" y="2"/>
                </a:lnTo>
                <a:lnTo>
                  <a:pt x="0" y="2"/>
                </a:lnTo>
                <a:lnTo>
                  <a:pt x="2" y="4"/>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en-US" sz="1600"/>
          </a:p>
        </p:txBody>
      </p:sp>
      <p:sp>
        <p:nvSpPr>
          <p:cNvPr id="14" name="Freeform 1141"/>
          <p:cNvSpPr>
            <a:spLocks/>
          </p:cNvSpPr>
          <p:nvPr/>
        </p:nvSpPr>
        <p:spPr bwMode="auto">
          <a:xfrm>
            <a:off x="941919" y="479425"/>
            <a:ext cx="2116" cy="6350"/>
          </a:xfrm>
          <a:custGeom>
            <a:avLst/>
            <a:gdLst>
              <a:gd name="T0" fmla="*/ 0 w 1587"/>
              <a:gd name="T1" fmla="*/ 6350 h 4"/>
              <a:gd name="T2" fmla="*/ 0 w 1587"/>
              <a:gd name="T3" fmla="*/ 3175 h 4"/>
              <a:gd name="T4" fmla="*/ 0 w 1587"/>
              <a:gd name="T5" fmla="*/ 0 h 4"/>
              <a:gd name="T6" fmla="*/ 0 w 1587"/>
              <a:gd name="T7" fmla="*/ 0 h 4"/>
              <a:gd name="T8" fmla="*/ 0 w 1587"/>
              <a:gd name="T9" fmla="*/ 3175 h 4"/>
              <a:gd name="T10" fmla="*/ 0 w 1587"/>
              <a:gd name="T11" fmla="*/ 3175 h 4"/>
              <a:gd name="T12" fmla="*/ 0 w 1587"/>
              <a:gd name="T13" fmla="*/ 6350 h 4"/>
              <a:gd name="T14" fmla="*/ 0 w 1587"/>
              <a:gd name="T15" fmla="*/ 3175 h 4"/>
              <a:gd name="T16" fmla="*/ 0 w 1587"/>
              <a:gd name="T17" fmla="*/ 3175 h 4"/>
              <a:gd name="T18" fmla="*/ 0 w 1587"/>
              <a:gd name="T19" fmla="*/ 3175 h 4"/>
              <a:gd name="T20" fmla="*/ 0 w 1587"/>
              <a:gd name="T21" fmla="*/ 3175 h 4"/>
              <a:gd name="T22" fmla="*/ 0 w 1587"/>
              <a:gd name="T23" fmla="*/ 3175 h 4"/>
              <a:gd name="T24" fmla="*/ 0 w 1587"/>
              <a:gd name="T25" fmla="*/ 3175 h 4"/>
              <a:gd name="T26" fmla="*/ 0 w 1587"/>
              <a:gd name="T27" fmla="*/ 3175 h 4"/>
              <a:gd name="T28" fmla="*/ 0 w 1587"/>
              <a:gd name="T29" fmla="*/ 6350 h 4"/>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1587" h="4">
                <a:moveTo>
                  <a:pt x="0" y="4"/>
                </a:moveTo>
                <a:lnTo>
                  <a:pt x="0" y="2"/>
                </a:lnTo>
                <a:lnTo>
                  <a:pt x="0" y="0"/>
                </a:lnTo>
                <a:lnTo>
                  <a:pt x="0" y="2"/>
                </a:lnTo>
                <a:lnTo>
                  <a:pt x="0" y="4"/>
                </a:lnTo>
                <a:lnTo>
                  <a:pt x="0" y="2"/>
                </a:lnTo>
                <a:lnTo>
                  <a:pt x="0" y="4"/>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en-US" sz="1600"/>
          </a:p>
        </p:txBody>
      </p:sp>
      <p:sp>
        <p:nvSpPr>
          <p:cNvPr id="15" name="Freeform 1148"/>
          <p:cNvSpPr>
            <a:spLocks/>
          </p:cNvSpPr>
          <p:nvPr/>
        </p:nvSpPr>
        <p:spPr bwMode="auto">
          <a:xfrm>
            <a:off x="924989" y="460376"/>
            <a:ext cx="4233" cy="3175"/>
          </a:xfrm>
          <a:custGeom>
            <a:avLst/>
            <a:gdLst>
              <a:gd name="T0" fmla="*/ 3175 w 2"/>
              <a:gd name="T1" fmla="*/ 3175 h 2"/>
              <a:gd name="T2" fmla="*/ 3175 w 2"/>
              <a:gd name="T3" fmla="*/ 0 h 2"/>
              <a:gd name="T4" fmla="*/ 3175 w 2"/>
              <a:gd name="T5" fmla="*/ 0 h 2"/>
              <a:gd name="T6" fmla="*/ 3175 w 2"/>
              <a:gd name="T7" fmla="*/ 0 h 2"/>
              <a:gd name="T8" fmla="*/ 3175 w 2"/>
              <a:gd name="T9" fmla="*/ 0 h 2"/>
              <a:gd name="T10" fmla="*/ 0 w 2"/>
              <a:gd name="T11" fmla="*/ 0 h 2"/>
              <a:gd name="T12" fmla="*/ 0 w 2"/>
              <a:gd name="T13" fmla="*/ 0 h 2"/>
              <a:gd name="T14" fmla="*/ 0 w 2"/>
              <a:gd name="T15" fmla="*/ 3175 h 2"/>
              <a:gd name="T16" fmla="*/ 0 w 2"/>
              <a:gd name="T17" fmla="*/ 3175 h 2"/>
              <a:gd name="T18" fmla="*/ 0 w 2"/>
              <a:gd name="T19" fmla="*/ 3175 h 2"/>
              <a:gd name="T20" fmla="*/ 3175 w 2"/>
              <a:gd name="T21" fmla="*/ 3175 h 2"/>
              <a:gd name="T22" fmla="*/ 3175 w 2"/>
              <a:gd name="T23" fmla="*/ 3175 h 2"/>
              <a:gd name="T24" fmla="*/ 3175 w 2"/>
              <a:gd name="T25" fmla="*/ 0 h 2"/>
              <a:gd name="T26" fmla="*/ 3175 w 2"/>
              <a:gd name="T27" fmla="*/ 0 h 2"/>
              <a:gd name="T28" fmla="*/ 3175 w 2"/>
              <a:gd name="T29" fmla="*/ 0 h 2"/>
              <a:gd name="T30" fmla="*/ 0 w 2"/>
              <a:gd name="T31" fmla="*/ 3175 h 2"/>
              <a:gd name="T32" fmla="*/ 3175 w 2"/>
              <a:gd name="T33" fmla="*/ 3175 h 2"/>
              <a:gd name="T34" fmla="*/ 3175 w 2"/>
              <a:gd name="T35" fmla="*/ 0 h 2"/>
              <a:gd name="T36" fmla="*/ 0 w 2"/>
              <a:gd name="T37" fmla="*/ 3175 h 2"/>
              <a:gd name="T38" fmla="*/ 3175 w 2"/>
              <a:gd name="T39" fmla="*/ 3175 h 2"/>
              <a:gd name="T40" fmla="*/ 0 w 2"/>
              <a:gd name="T41" fmla="*/ 3175 h 2"/>
              <a:gd name="T42" fmla="*/ 0 w 2"/>
              <a:gd name="T43" fmla="*/ 3175 h 2"/>
              <a:gd name="T44" fmla="*/ 0 w 2"/>
              <a:gd name="T45" fmla="*/ 3175 h 2"/>
              <a:gd name="T46" fmla="*/ 0 w 2"/>
              <a:gd name="T47" fmla="*/ 3175 h 2"/>
              <a:gd name="T48" fmla="*/ 0 w 2"/>
              <a:gd name="T49" fmla="*/ 3175 h 2"/>
              <a:gd name="T50" fmla="*/ 0 w 2"/>
              <a:gd name="T51" fmla="*/ 3175 h 2"/>
              <a:gd name="T52" fmla="*/ 0 w 2"/>
              <a:gd name="T53" fmla="*/ 3175 h 2"/>
              <a:gd name="T54" fmla="*/ 0 w 2"/>
              <a:gd name="T55" fmla="*/ 3175 h 2"/>
              <a:gd name="T56" fmla="*/ 0 w 2"/>
              <a:gd name="T57" fmla="*/ 3175 h 2"/>
              <a:gd name="T58" fmla="*/ 3175 w 2"/>
              <a:gd name="T59" fmla="*/ 3175 h 2"/>
              <a:gd name="T60" fmla="*/ 3175 w 2"/>
              <a:gd name="T61" fmla="*/ 3175 h 2"/>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0" t="0" r="r" b="b"/>
            <a:pathLst>
              <a:path w="2" h="2">
                <a:moveTo>
                  <a:pt x="2" y="2"/>
                </a:moveTo>
                <a:lnTo>
                  <a:pt x="2" y="0"/>
                </a:lnTo>
                <a:lnTo>
                  <a:pt x="0" y="0"/>
                </a:lnTo>
                <a:lnTo>
                  <a:pt x="0" y="2"/>
                </a:lnTo>
                <a:lnTo>
                  <a:pt x="2" y="2"/>
                </a:lnTo>
                <a:lnTo>
                  <a:pt x="2" y="0"/>
                </a:lnTo>
                <a:lnTo>
                  <a:pt x="0" y="2"/>
                </a:lnTo>
                <a:lnTo>
                  <a:pt x="2" y="2"/>
                </a:lnTo>
                <a:lnTo>
                  <a:pt x="2" y="0"/>
                </a:lnTo>
                <a:lnTo>
                  <a:pt x="0" y="2"/>
                </a:lnTo>
                <a:lnTo>
                  <a:pt x="2" y="2"/>
                </a:lnTo>
                <a:lnTo>
                  <a:pt x="0" y="2"/>
                </a:lnTo>
                <a:lnTo>
                  <a:pt x="2" y="2"/>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en-US" sz="1600"/>
          </a:p>
        </p:txBody>
      </p:sp>
      <p:sp>
        <p:nvSpPr>
          <p:cNvPr id="16" name="Freeform 1150"/>
          <p:cNvSpPr>
            <a:spLocks/>
          </p:cNvSpPr>
          <p:nvPr/>
        </p:nvSpPr>
        <p:spPr bwMode="auto">
          <a:xfrm>
            <a:off x="912287" y="447677"/>
            <a:ext cx="2116" cy="3175"/>
          </a:xfrm>
          <a:custGeom>
            <a:avLst/>
            <a:gdLst>
              <a:gd name="T0" fmla="*/ 0 w 1587"/>
              <a:gd name="T1" fmla="*/ 3175 h 2"/>
              <a:gd name="T2" fmla="*/ 0 w 1587"/>
              <a:gd name="T3" fmla="*/ 0 h 2"/>
              <a:gd name="T4" fmla="*/ 0 w 1587"/>
              <a:gd name="T5" fmla="*/ 3175 h 2"/>
              <a:gd name="T6" fmla="*/ 0 60000 65536"/>
              <a:gd name="T7" fmla="*/ 0 60000 65536"/>
              <a:gd name="T8" fmla="*/ 0 60000 65536"/>
            </a:gdLst>
            <a:ahLst/>
            <a:cxnLst>
              <a:cxn ang="T6">
                <a:pos x="T0" y="T1"/>
              </a:cxn>
              <a:cxn ang="T7">
                <a:pos x="T2" y="T3"/>
              </a:cxn>
              <a:cxn ang="T8">
                <a:pos x="T4" y="T5"/>
              </a:cxn>
            </a:cxnLst>
            <a:rect l="0" t="0" r="r" b="b"/>
            <a:pathLst>
              <a:path w="1587" h="2">
                <a:moveTo>
                  <a:pt x="0" y="2"/>
                </a:moveTo>
                <a:lnTo>
                  <a:pt x="0" y="0"/>
                </a:lnTo>
                <a:lnTo>
                  <a:pt x="0" y="2"/>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en-US" sz="1600"/>
          </a:p>
        </p:txBody>
      </p:sp>
      <p:sp>
        <p:nvSpPr>
          <p:cNvPr id="17" name="Freeform 1152"/>
          <p:cNvSpPr>
            <a:spLocks/>
          </p:cNvSpPr>
          <p:nvPr/>
        </p:nvSpPr>
        <p:spPr bwMode="auto">
          <a:xfrm>
            <a:off x="912289" y="447677"/>
            <a:ext cx="4233" cy="3175"/>
          </a:xfrm>
          <a:custGeom>
            <a:avLst/>
            <a:gdLst>
              <a:gd name="T0" fmla="*/ 3175 w 2"/>
              <a:gd name="T1" fmla="*/ 0 h 2"/>
              <a:gd name="T2" fmla="*/ 0 w 2"/>
              <a:gd name="T3" fmla="*/ 0 h 2"/>
              <a:gd name="T4" fmla="*/ 0 w 2"/>
              <a:gd name="T5" fmla="*/ 0 h 2"/>
              <a:gd name="T6" fmla="*/ 0 w 2"/>
              <a:gd name="T7" fmla="*/ 0 h 2"/>
              <a:gd name="T8" fmla="*/ 0 w 2"/>
              <a:gd name="T9" fmla="*/ 3175 h 2"/>
              <a:gd name="T10" fmla="*/ 3175 w 2"/>
              <a:gd name="T11" fmla="*/ 3175 h 2"/>
              <a:gd name="T12" fmla="*/ 3175 w 2"/>
              <a:gd name="T13" fmla="*/ 0 h 2"/>
              <a:gd name="T14" fmla="*/ 0 w 2"/>
              <a:gd name="T15" fmla="*/ 0 h 2"/>
              <a:gd name="T16" fmla="*/ 0 w 2"/>
              <a:gd name="T17" fmla="*/ 0 h 2"/>
              <a:gd name="T18" fmla="*/ 0 w 2"/>
              <a:gd name="T19" fmla="*/ 0 h 2"/>
              <a:gd name="T20" fmla="*/ 0 w 2"/>
              <a:gd name="T21" fmla="*/ 3175 h 2"/>
              <a:gd name="T22" fmla="*/ 3175 w 2"/>
              <a:gd name="T23" fmla="*/ 3175 h 2"/>
              <a:gd name="T24" fmla="*/ 3175 w 2"/>
              <a:gd name="T25" fmla="*/ 0 h 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2" h="2">
                <a:moveTo>
                  <a:pt x="2" y="0"/>
                </a:moveTo>
                <a:lnTo>
                  <a:pt x="0" y="0"/>
                </a:lnTo>
                <a:lnTo>
                  <a:pt x="0" y="2"/>
                </a:lnTo>
                <a:lnTo>
                  <a:pt x="2" y="2"/>
                </a:lnTo>
                <a:lnTo>
                  <a:pt x="2" y="0"/>
                </a:lnTo>
                <a:lnTo>
                  <a:pt x="0" y="0"/>
                </a:lnTo>
                <a:lnTo>
                  <a:pt x="0" y="2"/>
                </a:lnTo>
                <a:lnTo>
                  <a:pt x="2" y="2"/>
                </a:lnTo>
                <a:lnTo>
                  <a:pt x="2"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en-US" sz="1600"/>
          </a:p>
        </p:txBody>
      </p:sp>
      <p:sp>
        <p:nvSpPr>
          <p:cNvPr id="18" name="Freeform 1154"/>
          <p:cNvSpPr>
            <a:spLocks/>
          </p:cNvSpPr>
          <p:nvPr/>
        </p:nvSpPr>
        <p:spPr bwMode="auto">
          <a:xfrm>
            <a:off x="886887" y="434975"/>
            <a:ext cx="4233" cy="1588"/>
          </a:xfrm>
          <a:custGeom>
            <a:avLst/>
            <a:gdLst>
              <a:gd name="T0" fmla="*/ 3175 w 2"/>
              <a:gd name="T1" fmla="*/ 0 h 1588"/>
              <a:gd name="T2" fmla="*/ 0 w 2"/>
              <a:gd name="T3" fmla="*/ 0 h 1588"/>
              <a:gd name="T4" fmla="*/ 3175 w 2"/>
              <a:gd name="T5" fmla="*/ 0 h 1588"/>
              <a:gd name="T6" fmla="*/ 0 60000 65536"/>
              <a:gd name="T7" fmla="*/ 0 60000 65536"/>
              <a:gd name="T8" fmla="*/ 0 60000 65536"/>
            </a:gdLst>
            <a:ahLst/>
            <a:cxnLst>
              <a:cxn ang="T6">
                <a:pos x="T0" y="T1"/>
              </a:cxn>
              <a:cxn ang="T7">
                <a:pos x="T2" y="T3"/>
              </a:cxn>
              <a:cxn ang="T8">
                <a:pos x="T4" y="T5"/>
              </a:cxn>
            </a:cxnLst>
            <a:rect l="0" t="0" r="r" b="b"/>
            <a:pathLst>
              <a:path w="2" h="1588">
                <a:moveTo>
                  <a:pt x="2" y="0"/>
                </a:moveTo>
                <a:lnTo>
                  <a:pt x="0" y="0"/>
                </a:lnTo>
                <a:lnTo>
                  <a:pt x="2"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en-US" sz="1600"/>
          </a:p>
        </p:txBody>
      </p:sp>
      <p:sp>
        <p:nvSpPr>
          <p:cNvPr id="19" name="Freeform 1156"/>
          <p:cNvSpPr>
            <a:spLocks/>
          </p:cNvSpPr>
          <p:nvPr/>
        </p:nvSpPr>
        <p:spPr bwMode="auto">
          <a:xfrm>
            <a:off x="886887" y="431801"/>
            <a:ext cx="4233" cy="3175"/>
          </a:xfrm>
          <a:custGeom>
            <a:avLst/>
            <a:gdLst>
              <a:gd name="T0" fmla="*/ 3175 w 2"/>
              <a:gd name="T1" fmla="*/ 3175 h 2"/>
              <a:gd name="T2" fmla="*/ 0 w 2"/>
              <a:gd name="T3" fmla="*/ 0 h 2"/>
              <a:gd name="T4" fmla="*/ 0 w 2"/>
              <a:gd name="T5" fmla="*/ 0 h 2"/>
              <a:gd name="T6" fmla="*/ 0 w 2"/>
              <a:gd name="T7" fmla="*/ 3175 h 2"/>
              <a:gd name="T8" fmla="*/ 3175 w 2"/>
              <a:gd name="T9" fmla="*/ 3175 h 2"/>
              <a:gd name="T10" fmla="*/ 3175 w 2"/>
              <a:gd name="T11" fmla="*/ 3175 h 2"/>
              <a:gd name="T12" fmla="*/ 3175 w 2"/>
              <a:gd name="T13" fmla="*/ 3175 h 2"/>
              <a:gd name="T14" fmla="*/ 0 w 2"/>
              <a:gd name="T15" fmla="*/ 0 h 2"/>
              <a:gd name="T16" fmla="*/ 0 w 2"/>
              <a:gd name="T17" fmla="*/ 0 h 2"/>
              <a:gd name="T18" fmla="*/ 0 w 2"/>
              <a:gd name="T19" fmla="*/ 3175 h 2"/>
              <a:gd name="T20" fmla="*/ 3175 w 2"/>
              <a:gd name="T21" fmla="*/ 3175 h 2"/>
              <a:gd name="T22" fmla="*/ 3175 w 2"/>
              <a:gd name="T23" fmla="*/ 3175 h 2"/>
              <a:gd name="T24" fmla="*/ 3175 w 2"/>
              <a:gd name="T25" fmla="*/ 3175 h 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2" h="2">
                <a:moveTo>
                  <a:pt x="2" y="2"/>
                </a:moveTo>
                <a:lnTo>
                  <a:pt x="0" y="0"/>
                </a:lnTo>
                <a:lnTo>
                  <a:pt x="0" y="2"/>
                </a:lnTo>
                <a:lnTo>
                  <a:pt x="2" y="2"/>
                </a:lnTo>
                <a:lnTo>
                  <a:pt x="0" y="0"/>
                </a:lnTo>
                <a:lnTo>
                  <a:pt x="0" y="2"/>
                </a:lnTo>
                <a:lnTo>
                  <a:pt x="2" y="2"/>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en-US" sz="1600"/>
          </a:p>
        </p:txBody>
      </p:sp>
      <p:sp>
        <p:nvSpPr>
          <p:cNvPr id="20" name="Freeform 1163"/>
          <p:cNvSpPr>
            <a:spLocks/>
          </p:cNvSpPr>
          <p:nvPr/>
        </p:nvSpPr>
        <p:spPr bwMode="auto">
          <a:xfrm>
            <a:off x="814917" y="415932"/>
            <a:ext cx="8467" cy="3175"/>
          </a:xfrm>
          <a:custGeom>
            <a:avLst/>
            <a:gdLst>
              <a:gd name="T0" fmla="*/ 3175 w 4"/>
              <a:gd name="T1" fmla="*/ 3175 h 2"/>
              <a:gd name="T2" fmla="*/ 3175 w 4"/>
              <a:gd name="T3" fmla="*/ 3175 h 2"/>
              <a:gd name="T4" fmla="*/ 6350 w 4"/>
              <a:gd name="T5" fmla="*/ 3175 h 2"/>
              <a:gd name="T6" fmla="*/ 6350 w 4"/>
              <a:gd name="T7" fmla="*/ 0 h 2"/>
              <a:gd name="T8" fmla="*/ 6350 w 4"/>
              <a:gd name="T9" fmla="*/ 0 h 2"/>
              <a:gd name="T10" fmla="*/ 3175 w 4"/>
              <a:gd name="T11" fmla="*/ 0 h 2"/>
              <a:gd name="T12" fmla="*/ 3175 w 4"/>
              <a:gd name="T13" fmla="*/ 0 h 2"/>
              <a:gd name="T14" fmla="*/ 0 w 4"/>
              <a:gd name="T15" fmla="*/ 3175 h 2"/>
              <a:gd name="T16" fmla="*/ 3175 w 4"/>
              <a:gd name="T17" fmla="*/ 3175 h 2"/>
              <a:gd name="T18" fmla="*/ 3175 w 4"/>
              <a:gd name="T19" fmla="*/ 0 h 2"/>
              <a:gd name="T20" fmla="*/ 6350 w 4"/>
              <a:gd name="T21" fmla="*/ 3175 h 2"/>
              <a:gd name="T22" fmla="*/ 6350 w 4"/>
              <a:gd name="T23" fmla="*/ 0 h 2"/>
              <a:gd name="T24" fmla="*/ 6350 w 4"/>
              <a:gd name="T25" fmla="*/ 0 h 2"/>
              <a:gd name="T26" fmla="*/ 3175 w 4"/>
              <a:gd name="T27" fmla="*/ 0 h 2"/>
              <a:gd name="T28" fmla="*/ 3175 w 4"/>
              <a:gd name="T29" fmla="*/ 0 h 2"/>
              <a:gd name="T30" fmla="*/ 0 w 4"/>
              <a:gd name="T31" fmla="*/ 0 h 2"/>
              <a:gd name="T32" fmla="*/ 3175 w 4"/>
              <a:gd name="T33" fmla="*/ 3175 h 2"/>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4" h="2">
                <a:moveTo>
                  <a:pt x="2" y="2"/>
                </a:moveTo>
                <a:lnTo>
                  <a:pt x="2" y="2"/>
                </a:lnTo>
                <a:lnTo>
                  <a:pt x="4" y="2"/>
                </a:lnTo>
                <a:lnTo>
                  <a:pt x="4" y="0"/>
                </a:lnTo>
                <a:lnTo>
                  <a:pt x="2" y="0"/>
                </a:lnTo>
                <a:lnTo>
                  <a:pt x="0" y="2"/>
                </a:lnTo>
                <a:lnTo>
                  <a:pt x="2" y="2"/>
                </a:lnTo>
                <a:lnTo>
                  <a:pt x="2" y="0"/>
                </a:lnTo>
                <a:lnTo>
                  <a:pt x="4" y="2"/>
                </a:lnTo>
                <a:lnTo>
                  <a:pt x="4" y="0"/>
                </a:lnTo>
                <a:lnTo>
                  <a:pt x="2" y="0"/>
                </a:lnTo>
                <a:lnTo>
                  <a:pt x="0" y="0"/>
                </a:lnTo>
                <a:lnTo>
                  <a:pt x="2" y="2"/>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en-US" sz="1600"/>
          </a:p>
        </p:txBody>
      </p:sp>
      <p:sp>
        <p:nvSpPr>
          <p:cNvPr id="21" name="Freeform 1172"/>
          <p:cNvSpPr>
            <a:spLocks/>
          </p:cNvSpPr>
          <p:nvPr/>
        </p:nvSpPr>
        <p:spPr bwMode="auto">
          <a:xfrm>
            <a:off x="776822" y="476253"/>
            <a:ext cx="4233" cy="3175"/>
          </a:xfrm>
          <a:custGeom>
            <a:avLst/>
            <a:gdLst>
              <a:gd name="T0" fmla="*/ 0 w 2"/>
              <a:gd name="T1" fmla="*/ 3175 h 2"/>
              <a:gd name="T2" fmla="*/ 0 w 2"/>
              <a:gd name="T3" fmla="*/ 3175 h 2"/>
              <a:gd name="T4" fmla="*/ 3175 w 2"/>
              <a:gd name="T5" fmla="*/ 3175 h 2"/>
              <a:gd name="T6" fmla="*/ 0 w 2"/>
              <a:gd name="T7" fmla="*/ 0 h 2"/>
              <a:gd name="T8" fmla="*/ 0 w 2"/>
              <a:gd name="T9" fmla="*/ 0 h 2"/>
              <a:gd name="T10" fmla="*/ 0 w 2"/>
              <a:gd name="T11" fmla="*/ 0 h 2"/>
              <a:gd name="T12" fmla="*/ 0 w 2"/>
              <a:gd name="T13" fmla="*/ 3175 h 2"/>
              <a:gd name="T14" fmla="*/ 0 w 2"/>
              <a:gd name="T15" fmla="*/ 3175 h 2"/>
              <a:gd name="T16" fmla="*/ 0 w 2"/>
              <a:gd name="T17" fmla="*/ 3175 h 2"/>
              <a:gd name="T18" fmla="*/ 0 w 2"/>
              <a:gd name="T19" fmla="*/ 3175 h 2"/>
              <a:gd name="T20" fmla="*/ 0 w 2"/>
              <a:gd name="T21" fmla="*/ 3175 h 2"/>
              <a:gd name="T22" fmla="*/ 0 w 2"/>
              <a:gd name="T23" fmla="*/ 3175 h 2"/>
              <a:gd name="T24" fmla="*/ 0 w 2"/>
              <a:gd name="T25" fmla="*/ 3175 h 2"/>
              <a:gd name="T26" fmla="*/ 0 w 2"/>
              <a:gd name="T27" fmla="*/ 3175 h 2"/>
              <a:gd name="T28" fmla="*/ 0 w 2"/>
              <a:gd name="T29" fmla="*/ 3175 h 2"/>
              <a:gd name="T30" fmla="*/ 0 w 2"/>
              <a:gd name="T31" fmla="*/ 3175 h 2"/>
              <a:gd name="T32" fmla="*/ 0 w 2"/>
              <a:gd name="T33" fmla="*/ 3175 h 2"/>
              <a:gd name="T34" fmla="*/ 0 w 2"/>
              <a:gd name="T35" fmla="*/ 3175 h 2"/>
              <a:gd name="T36" fmla="*/ 0 w 2"/>
              <a:gd name="T37" fmla="*/ 3175 h 2"/>
              <a:gd name="T38" fmla="*/ 0 w 2"/>
              <a:gd name="T39" fmla="*/ 3175 h 2"/>
              <a:gd name="T40" fmla="*/ 0 w 2"/>
              <a:gd name="T41" fmla="*/ 3175 h 2"/>
              <a:gd name="T42" fmla="*/ 0 w 2"/>
              <a:gd name="T43" fmla="*/ 3175 h 2"/>
              <a:gd name="T44" fmla="*/ 0 w 2"/>
              <a:gd name="T45" fmla="*/ 3175 h 2"/>
              <a:gd name="T46" fmla="*/ 0 w 2"/>
              <a:gd name="T47" fmla="*/ 3175 h 2"/>
              <a:gd name="T48" fmla="*/ 0 w 2"/>
              <a:gd name="T49" fmla="*/ 3175 h 2"/>
              <a:gd name="T50" fmla="*/ 0 w 2"/>
              <a:gd name="T51" fmla="*/ 3175 h 2"/>
              <a:gd name="T52" fmla="*/ 0 w 2"/>
              <a:gd name="T53" fmla="*/ 3175 h 2"/>
              <a:gd name="T54" fmla="*/ 0 w 2"/>
              <a:gd name="T55" fmla="*/ 3175 h 2"/>
              <a:gd name="T56" fmla="*/ 0 w 2"/>
              <a:gd name="T57" fmla="*/ 3175 h 2"/>
              <a:gd name="T58" fmla="*/ 0 w 2"/>
              <a:gd name="T59" fmla="*/ 3175 h 2"/>
              <a:gd name="T60" fmla="*/ 0 w 2"/>
              <a:gd name="T61" fmla="*/ 3175 h 2"/>
              <a:gd name="T62" fmla="*/ 0 w 2"/>
              <a:gd name="T63" fmla="*/ 3175 h 2"/>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0" t="0" r="r" b="b"/>
            <a:pathLst>
              <a:path w="2" h="2">
                <a:moveTo>
                  <a:pt x="0" y="2"/>
                </a:moveTo>
                <a:lnTo>
                  <a:pt x="0" y="2"/>
                </a:lnTo>
                <a:lnTo>
                  <a:pt x="2" y="2"/>
                </a:lnTo>
                <a:lnTo>
                  <a:pt x="0" y="0"/>
                </a:lnTo>
                <a:lnTo>
                  <a:pt x="0" y="2"/>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en-US" sz="1600"/>
          </a:p>
        </p:txBody>
      </p:sp>
      <p:sp>
        <p:nvSpPr>
          <p:cNvPr id="22" name="Freeform 1177"/>
          <p:cNvSpPr>
            <a:spLocks/>
          </p:cNvSpPr>
          <p:nvPr/>
        </p:nvSpPr>
        <p:spPr bwMode="auto">
          <a:xfrm>
            <a:off x="742956" y="534995"/>
            <a:ext cx="4233" cy="3175"/>
          </a:xfrm>
          <a:custGeom>
            <a:avLst/>
            <a:gdLst>
              <a:gd name="T0" fmla="*/ 0 w 2"/>
              <a:gd name="T1" fmla="*/ 3175 h 2"/>
              <a:gd name="T2" fmla="*/ 3175 w 2"/>
              <a:gd name="T3" fmla="*/ 3175 h 2"/>
              <a:gd name="T4" fmla="*/ 3175 w 2"/>
              <a:gd name="T5" fmla="*/ 3175 h 2"/>
              <a:gd name="T6" fmla="*/ 3175 w 2"/>
              <a:gd name="T7" fmla="*/ 0 h 2"/>
              <a:gd name="T8" fmla="*/ 3175 w 2"/>
              <a:gd name="T9" fmla="*/ 0 h 2"/>
              <a:gd name="T10" fmla="*/ 3175 w 2"/>
              <a:gd name="T11" fmla="*/ 0 h 2"/>
              <a:gd name="T12" fmla="*/ 0 w 2"/>
              <a:gd name="T13" fmla="*/ 0 h 2"/>
              <a:gd name="T14" fmla="*/ 0 w 2"/>
              <a:gd name="T15" fmla="*/ 0 h 2"/>
              <a:gd name="T16" fmla="*/ 0 w 2"/>
              <a:gd name="T17" fmla="*/ 0 h 2"/>
              <a:gd name="T18" fmla="*/ 0 w 2"/>
              <a:gd name="T19" fmla="*/ 0 h 2"/>
              <a:gd name="T20" fmla="*/ 0 w 2"/>
              <a:gd name="T21" fmla="*/ 0 h 2"/>
              <a:gd name="T22" fmla="*/ 0 w 2"/>
              <a:gd name="T23" fmla="*/ 0 h 2"/>
              <a:gd name="T24" fmla="*/ 0 w 2"/>
              <a:gd name="T25" fmla="*/ 0 h 2"/>
              <a:gd name="T26" fmla="*/ 0 w 2"/>
              <a:gd name="T27" fmla="*/ 0 h 2"/>
              <a:gd name="T28" fmla="*/ 0 w 2"/>
              <a:gd name="T29" fmla="*/ 0 h 2"/>
              <a:gd name="T30" fmla="*/ 0 w 2"/>
              <a:gd name="T31" fmla="*/ 0 h 2"/>
              <a:gd name="T32" fmla="*/ 0 w 2"/>
              <a:gd name="T33" fmla="*/ 0 h 2"/>
              <a:gd name="T34" fmla="*/ 0 w 2"/>
              <a:gd name="T35" fmla="*/ 0 h 2"/>
              <a:gd name="T36" fmla="*/ 0 w 2"/>
              <a:gd name="T37" fmla="*/ 0 h 2"/>
              <a:gd name="T38" fmla="*/ 0 w 2"/>
              <a:gd name="T39" fmla="*/ 3175 h 2"/>
              <a:gd name="T40" fmla="*/ 0 w 2"/>
              <a:gd name="T41" fmla="*/ 3175 h 2"/>
              <a:gd name="T42" fmla="*/ 3175 w 2"/>
              <a:gd name="T43" fmla="*/ 3175 h 2"/>
              <a:gd name="T44" fmla="*/ 3175 w 2"/>
              <a:gd name="T45" fmla="*/ 0 h 2"/>
              <a:gd name="T46" fmla="*/ 3175 w 2"/>
              <a:gd name="T47" fmla="*/ 0 h 2"/>
              <a:gd name="T48" fmla="*/ 3175 w 2"/>
              <a:gd name="T49" fmla="*/ 0 h 2"/>
              <a:gd name="T50" fmla="*/ 3175 w 2"/>
              <a:gd name="T51" fmla="*/ 0 h 2"/>
              <a:gd name="T52" fmla="*/ 3175 w 2"/>
              <a:gd name="T53" fmla="*/ 0 h 2"/>
              <a:gd name="T54" fmla="*/ 3175 w 2"/>
              <a:gd name="T55" fmla="*/ 0 h 2"/>
              <a:gd name="T56" fmla="*/ 3175 w 2"/>
              <a:gd name="T57" fmla="*/ 0 h 2"/>
              <a:gd name="T58" fmla="*/ 3175 w 2"/>
              <a:gd name="T59" fmla="*/ 0 h 2"/>
              <a:gd name="T60" fmla="*/ 3175 w 2"/>
              <a:gd name="T61" fmla="*/ 0 h 2"/>
              <a:gd name="T62" fmla="*/ 3175 w 2"/>
              <a:gd name="T63" fmla="*/ 0 h 2"/>
              <a:gd name="T64" fmla="*/ 3175 w 2"/>
              <a:gd name="T65" fmla="*/ 0 h 2"/>
              <a:gd name="T66" fmla="*/ 3175 w 2"/>
              <a:gd name="T67" fmla="*/ 3175 h 2"/>
              <a:gd name="T68" fmla="*/ 3175 w 2"/>
              <a:gd name="T69" fmla="*/ 0 h 2"/>
              <a:gd name="T70" fmla="*/ 3175 w 2"/>
              <a:gd name="T71" fmla="*/ 0 h 2"/>
              <a:gd name="T72" fmla="*/ 0 w 2"/>
              <a:gd name="T73" fmla="*/ 0 h 2"/>
              <a:gd name="T74" fmla="*/ 0 w 2"/>
              <a:gd name="T75" fmla="*/ 0 h 2"/>
              <a:gd name="T76" fmla="*/ 0 w 2"/>
              <a:gd name="T77" fmla="*/ 3175 h 2"/>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0" t="0" r="r" b="b"/>
            <a:pathLst>
              <a:path w="2" h="2">
                <a:moveTo>
                  <a:pt x="0" y="2"/>
                </a:moveTo>
                <a:lnTo>
                  <a:pt x="2" y="2"/>
                </a:lnTo>
                <a:lnTo>
                  <a:pt x="2" y="0"/>
                </a:lnTo>
                <a:lnTo>
                  <a:pt x="0" y="0"/>
                </a:lnTo>
                <a:lnTo>
                  <a:pt x="0" y="2"/>
                </a:lnTo>
                <a:lnTo>
                  <a:pt x="2" y="2"/>
                </a:lnTo>
                <a:lnTo>
                  <a:pt x="2" y="0"/>
                </a:lnTo>
                <a:lnTo>
                  <a:pt x="2" y="2"/>
                </a:lnTo>
                <a:lnTo>
                  <a:pt x="2" y="0"/>
                </a:lnTo>
                <a:lnTo>
                  <a:pt x="0" y="0"/>
                </a:lnTo>
                <a:lnTo>
                  <a:pt x="0" y="2"/>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en-US" sz="1600"/>
          </a:p>
        </p:txBody>
      </p:sp>
      <p:sp>
        <p:nvSpPr>
          <p:cNvPr id="23" name="Freeform 1180"/>
          <p:cNvSpPr>
            <a:spLocks/>
          </p:cNvSpPr>
          <p:nvPr/>
        </p:nvSpPr>
        <p:spPr bwMode="auto">
          <a:xfrm>
            <a:off x="747189" y="530232"/>
            <a:ext cx="4233" cy="4763"/>
          </a:xfrm>
          <a:custGeom>
            <a:avLst/>
            <a:gdLst>
              <a:gd name="T0" fmla="*/ 0 w 2"/>
              <a:gd name="T1" fmla="*/ 4763 h 3"/>
              <a:gd name="T2" fmla="*/ 0 w 2"/>
              <a:gd name="T3" fmla="*/ 4763 h 3"/>
              <a:gd name="T4" fmla="*/ 3175 w 2"/>
              <a:gd name="T5" fmla="*/ 4763 h 3"/>
              <a:gd name="T6" fmla="*/ 3175 w 2"/>
              <a:gd name="T7" fmla="*/ 4763 h 3"/>
              <a:gd name="T8" fmla="*/ 0 w 2"/>
              <a:gd name="T9" fmla="*/ 0 h 3"/>
              <a:gd name="T10" fmla="*/ 0 w 2"/>
              <a:gd name="T11" fmla="*/ 0 h 3"/>
              <a:gd name="T12" fmla="*/ 0 w 2"/>
              <a:gd name="T13" fmla="*/ 0 h 3"/>
              <a:gd name="T14" fmla="*/ 0 w 2"/>
              <a:gd name="T15" fmla="*/ 4763 h 3"/>
              <a:gd name="T16" fmla="*/ 0 w 2"/>
              <a:gd name="T17" fmla="*/ 4763 h 3"/>
              <a:gd name="T18" fmla="*/ 0 w 2"/>
              <a:gd name="T19" fmla="*/ 4763 h 3"/>
              <a:gd name="T20" fmla="*/ 0 w 2"/>
              <a:gd name="T21" fmla="*/ 4763 h 3"/>
              <a:gd name="T22" fmla="*/ 0 w 2"/>
              <a:gd name="T23" fmla="*/ 0 h 3"/>
              <a:gd name="T24" fmla="*/ 0 w 2"/>
              <a:gd name="T25" fmla="*/ 4763 h 3"/>
              <a:gd name="T26" fmla="*/ 0 w 2"/>
              <a:gd name="T27" fmla="*/ 4763 h 3"/>
              <a:gd name="T28" fmla="*/ 0 w 2"/>
              <a:gd name="T29" fmla="*/ 4763 h 3"/>
              <a:gd name="T30" fmla="*/ 0 w 2"/>
              <a:gd name="T31" fmla="*/ 4763 h 3"/>
              <a:gd name="T32" fmla="*/ 0 w 2"/>
              <a:gd name="T33" fmla="*/ 4763 h 3"/>
              <a:gd name="T34" fmla="*/ 0 w 2"/>
              <a:gd name="T35" fmla="*/ 4763 h 3"/>
              <a:gd name="T36" fmla="*/ 0 w 2"/>
              <a:gd name="T37" fmla="*/ 4763 h 3"/>
              <a:gd name="T38" fmla="*/ 0 w 2"/>
              <a:gd name="T39" fmla="*/ 4763 h 3"/>
              <a:gd name="T40" fmla="*/ 0 w 2"/>
              <a:gd name="T41" fmla="*/ 4763 h 3"/>
              <a:gd name="T42" fmla="*/ 0 w 2"/>
              <a:gd name="T43" fmla="*/ 4763 h 3"/>
              <a:gd name="T44" fmla="*/ 0 w 2"/>
              <a:gd name="T45" fmla="*/ 4763 h 3"/>
              <a:gd name="T46" fmla="*/ 0 w 2"/>
              <a:gd name="T47" fmla="*/ 4763 h 3"/>
              <a:gd name="T48" fmla="*/ 0 w 2"/>
              <a:gd name="T49" fmla="*/ 4763 h 3"/>
              <a:gd name="T50" fmla="*/ 0 w 2"/>
              <a:gd name="T51" fmla="*/ 4763 h 3"/>
              <a:gd name="T52" fmla="*/ 0 w 2"/>
              <a:gd name="T53" fmla="*/ 4763 h 3"/>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0" t="0" r="r" b="b"/>
            <a:pathLst>
              <a:path w="2" h="3">
                <a:moveTo>
                  <a:pt x="0" y="3"/>
                </a:moveTo>
                <a:lnTo>
                  <a:pt x="0" y="3"/>
                </a:lnTo>
                <a:lnTo>
                  <a:pt x="2" y="3"/>
                </a:lnTo>
                <a:lnTo>
                  <a:pt x="0" y="0"/>
                </a:lnTo>
                <a:lnTo>
                  <a:pt x="0" y="3"/>
                </a:lnTo>
                <a:lnTo>
                  <a:pt x="0" y="0"/>
                </a:lnTo>
                <a:lnTo>
                  <a:pt x="0" y="3"/>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en-US" sz="1600"/>
          </a:p>
        </p:txBody>
      </p:sp>
      <p:sp>
        <p:nvSpPr>
          <p:cNvPr id="24" name="Line 1187"/>
          <p:cNvSpPr>
            <a:spLocks noChangeShapeType="1"/>
          </p:cNvSpPr>
          <p:nvPr/>
        </p:nvSpPr>
        <p:spPr bwMode="auto">
          <a:xfrm>
            <a:off x="759887" y="520700"/>
            <a:ext cx="2116" cy="1588"/>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en-US" sz="1600"/>
          </a:p>
        </p:txBody>
      </p:sp>
      <p:sp>
        <p:nvSpPr>
          <p:cNvPr id="25" name="Line 1188"/>
          <p:cNvSpPr>
            <a:spLocks noChangeShapeType="1"/>
          </p:cNvSpPr>
          <p:nvPr/>
        </p:nvSpPr>
        <p:spPr bwMode="auto">
          <a:xfrm>
            <a:off x="759887" y="520700"/>
            <a:ext cx="2116" cy="1588"/>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en-US" sz="1600"/>
          </a:p>
        </p:txBody>
      </p:sp>
      <p:sp>
        <p:nvSpPr>
          <p:cNvPr id="26" name="Freeform 1208"/>
          <p:cNvSpPr>
            <a:spLocks/>
          </p:cNvSpPr>
          <p:nvPr/>
        </p:nvSpPr>
        <p:spPr bwMode="auto">
          <a:xfrm>
            <a:off x="793751" y="557220"/>
            <a:ext cx="2116" cy="1587"/>
          </a:xfrm>
          <a:custGeom>
            <a:avLst/>
            <a:gdLst>
              <a:gd name="T0" fmla="*/ 0 w 1587"/>
              <a:gd name="T1" fmla="*/ 0 h 1587"/>
              <a:gd name="T2" fmla="*/ 0 w 1587"/>
              <a:gd name="T3" fmla="*/ 0 h 1587"/>
              <a:gd name="T4" fmla="*/ 0 w 1587"/>
              <a:gd name="T5" fmla="*/ 0 h 1587"/>
              <a:gd name="T6" fmla="*/ 0 60000 65536"/>
              <a:gd name="T7" fmla="*/ 0 60000 65536"/>
              <a:gd name="T8" fmla="*/ 0 60000 65536"/>
            </a:gdLst>
            <a:ahLst/>
            <a:cxnLst>
              <a:cxn ang="T6">
                <a:pos x="T0" y="T1"/>
              </a:cxn>
              <a:cxn ang="T7">
                <a:pos x="T2" y="T3"/>
              </a:cxn>
              <a:cxn ang="T8">
                <a:pos x="T4" y="T5"/>
              </a:cxn>
            </a:cxnLst>
            <a:rect l="0" t="0" r="r" b="b"/>
            <a:pathLst>
              <a:path w="1587" h="1587">
                <a:moveTo>
                  <a:pt x="0" y="0"/>
                </a:move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en-US" sz="1600"/>
          </a:p>
        </p:txBody>
      </p:sp>
      <p:sp>
        <p:nvSpPr>
          <p:cNvPr id="27" name="Freeform 1210"/>
          <p:cNvSpPr>
            <a:spLocks/>
          </p:cNvSpPr>
          <p:nvPr/>
        </p:nvSpPr>
        <p:spPr bwMode="auto">
          <a:xfrm>
            <a:off x="793756" y="557220"/>
            <a:ext cx="4233" cy="3175"/>
          </a:xfrm>
          <a:custGeom>
            <a:avLst/>
            <a:gdLst>
              <a:gd name="T0" fmla="*/ 0 w 2"/>
              <a:gd name="T1" fmla="*/ 3175 h 2"/>
              <a:gd name="T2" fmla="*/ 0 w 2"/>
              <a:gd name="T3" fmla="*/ 3175 h 2"/>
              <a:gd name="T4" fmla="*/ 3175 w 2"/>
              <a:gd name="T5" fmla="*/ 3175 h 2"/>
              <a:gd name="T6" fmla="*/ 3175 w 2"/>
              <a:gd name="T7" fmla="*/ 0 h 2"/>
              <a:gd name="T8" fmla="*/ 3175 w 2"/>
              <a:gd name="T9" fmla="*/ 0 h 2"/>
              <a:gd name="T10" fmla="*/ 0 w 2"/>
              <a:gd name="T11" fmla="*/ 0 h 2"/>
              <a:gd name="T12" fmla="*/ 0 w 2"/>
              <a:gd name="T13" fmla="*/ 0 h 2"/>
              <a:gd name="T14" fmla="*/ 0 w 2"/>
              <a:gd name="T15" fmla="*/ 0 h 2"/>
              <a:gd name="T16" fmla="*/ 0 w 2"/>
              <a:gd name="T17" fmla="*/ 3175 h 2"/>
              <a:gd name="T18" fmla="*/ 0 w 2"/>
              <a:gd name="T19" fmla="*/ 3175 h 2"/>
              <a:gd name="T20" fmla="*/ 3175 w 2"/>
              <a:gd name="T21" fmla="*/ 3175 h 2"/>
              <a:gd name="T22" fmla="*/ 3175 w 2"/>
              <a:gd name="T23" fmla="*/ 0 h 2"/>
              <a:gd name="T24" fmla="*/ 3175 w 2"/>
              <a:gd name="T25" fmla="*/ 0 h 2"/>
              <a:gd name="T26" fmla="*/ 0 w 2"/>
              <a:gd name="T27" fmla="*/ 0 h 2"/>
              <a:gd name="T28" fmla="*/ 0 w 2"/>
              <a:gd name="T29" fmla="*/ 0 h 2"/>
              <a:gd name="T30" fmla="*/ 0 w 2"/>
              <a:gd name="T31" fmla="*/ 0 h 2"/>
              <a:gd name="T32" fmla="*/ 0 w 2"/>
              <a:gd name="T33" fmla="*/ 3175 h 2"/>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2" h="2">
                <a:moveTo>
                  <a:pt x="0" y="2"/>
                </a:moveTo>
                <a:lnTo>
                  <a:pt x="0" y="2"/>
                </a:lnTo>
                <a:lnTo>
                  <a:pt x="2" y="2"/>
                </a:lnTo>
                <a:lnTo>
                  <a:pt x="2" y="0"/>
                </a:lnTo>
                <a:lnTo>
                  <a:pt x="0" y="0"/>
                </a:lnTo>
                <a:lnTo>
                  <a:pt x="0" y="2"/>
                </a:lnTo>
                <a:lnTo>
                  <a:pt x="2" y="2"/>
                </a:lnTo>
                <a:lnTo>
                  <a:pt x="2" y="0"/>
                </a:lnTo>
                <a:lnTo>
                  <a:pt x="0" y="0"/>
                </a:lnTo>
                <a:lnTo>
                  <a:pt x="0" y="2"/>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en-US" sz="1600"/>
          </a:p>
        </p:txBody>
      </p:sp>
      <p:sp>
        <p:nvSpPr>
          <p:cNvPr id="28" name="Freeform 1214"/>
          <p:cNvSpPr>
            <a:spLocks/>
          </p:cNvSpPr>
          <p:nvPr/>
        </p:nvSpPr>
        <p:spPr bwMode="auto">
          <a:xfrm>
            <a:off x="793756" y="557220"/>
            <a:ext cx="4233" cy="3175"/>
          </a:xfrm>
          <a:custGeom>
            <a:avLst/>
            <a:gdLst>
              <a:gd name="T0" fmla="*/ 0 w 2"/>
              <a:gd name="T1" fmla="*/ 3175 h 2"/>
              <a:gd name="T2" fmla="*/ 3175 w 2"/>
              <a:gd name="T3" fmla="*/ 3175 h 2"/>
              <a:gd name="T4" fmla="*/ 0 w 2"/>
              <a:gd name="T5" fmla="*/ 0 h 2"/>
              <a:gd name="T6" fmla="*/ 0 w 2"/>
              <a:gd name="T7" fmla="*/ 3175 h 2"/>
              <a:gd name="T8" fmla="*/ 0 w 2"/>
              <a:gd name="T9" fmla="*/ 3175 h 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 h="2">
                <a:moveTo>
                  <a:pt x="0" y="2"/>
                </a:moveTo>
                <a:lnTo>
                  <a:pt x="2" y="2"/>
                </a:lnTo>
                <a:lnTo>
                  <a:pt x="0" y="0"/>
                </a:lnTo>
                <a:lnTo>
                  <a:pt x="0" y="2"/>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en-US" sz="1600"/>
          </a:p>
        </p:txBody>
      </p:sp>
      <p:sp>
        <p:nvSpPr>
          <p:cNvPr id="29" name="Rectangle 1215"/>
          <p:cNvSpPr>
            <a:spLocks noChangeArrowheads="1"/>
          </p:cNvSpPr>
          <p:nvPr/>
        </p:nvSpPr>
        <p:spPr bwMode="auto">
          <a:xfrm>
            <a:off x="793751" y="627070"/>
            <a:ext cx="2116" cy="1587"/>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spcBef>
                <a:spcPct val="50000"/>
              </a:spcBef>
              <a:buFontTx/>
              <a:buChar char="•"/>
            </a:pPr>
            <a:endParaRPr lang="en-US" sz="1300" b="0"/>
          </a:p>
        </p:txBody>
      </p:sp>
      <p:sp>
        <p:nvSpPr>
          <p:cNvPr id="30" name="Freeform 1217"/>
          <p:cNvSpPr>
            <a:spLocks/>
          </p:cNvSpPr>
          <p:nvPr/>
        </p:nvSpPr>
        <p:spPr bwMode="auto">
          <a:xfrm>
            <a:off x="793751" y="627070"/>
            <a:ext cx="2116" cy="1587"/>
          </a:xfrm>
          <a:custGeom>
            <a:avLst/>
            <a:gdLst>
              <a:gd name="T0" fmla="*/ 0 w 1587"/>
              <a:gd name="T1" fmla="*/ 0 h 1587"/>
              <a:gd name="T2" fmla="*/ 0 w 1587"/>
              <a:gd name="T3" fmla="*/ 0 h 1587"/>
              <a:gd name="T4" fmla="*/ 0 w 1587"/>
              <a:gd name="T5" fmla="*/ 0 h 1587"/>
              <a:gd name="T6" fmla="*/ 0 w 1587"/>
              <a:gd name="T7" fmla="*/ 0 h 1587"/>
              <a:gd name="T8" fmla="*/ 0 w 1587"/>
              <a:gd name="T9" fmla="*/ 0 h 1587"/>
              <a:gd name="T10" fmla="*/ 0 w 1587"/>
              <a:gd name="T11" fmla="*/ 0 h 1587"/>
              <a:gd name="T12" fmla="*/ 0 w 1587"/>
              <a:gd name="T13" fmla="*/ 0 h 1587"/>
              <a:gd name="T14" fmla="*/ 0 w 1587"/>
              <a:gd name="T15" fmla="*/ 0 h 1587"/>
              <a:gd name="T16" fmla="*/ 0 w 1587"/>
              <a:gd name="T17" fmla="*/ 0 h 1587"/>
              <a:gd name="T18" fmla="*/ 0 w 1587"/>
              <a:gd name="T19" fmla="*/ 0 h 1587"/>
              <a:gd name="T20" fmla="*/ 0 w 1587"/>
              <a:gd name="T21" fmla="*/ 0 h 1587"/>
              <a:gd name="T22" fmla="*/ 0 w 1587"/>
              <a:gd name="T23" fmla="*/ 0 h 1587"/>
              <a:gd name="T24" fmla="*/ 0 w 1587"/>
              <a:gd name="T25" fmla="*/ 0 h 1587"/>
              <a:gd name="T26" fmla="*/ 0 w 1587"/>
              <a:gd name="T27" fmla="*/ 0 h 1587"/>
              <a:gd name="T28" fmla="*/ 0 w 1587"/>
              <a:gd name="T29" fmla="*/ 0 h 1587"/>
              <a:gd name="T30" fmla="*/ 0 w 1587"/>
              <a:gd name="T31" fmla="*/ 0 h 1587"/>
              <a:gd name="T32" fmla="*/ 0 w 1587"/>
              <a:gd name="T33" fmla="*/ 0 h 1587"/>
              <a:gd name="T34" fmla="*/ 0 w 1587"/>
              <a:gd name="T35" fmla="*/ 0 h 1587"/>
              <a:gd name="T36" fmla="*/ 0 w 1587"/>
              <a:gd name="T37" fmla="*/ 0 h 1587"/>
              <a:gd name="T38" fmla="*/ 0 w 1587"/>
              <a:gd name="T39" fmla="*/ 0 h 1587"/>
              <a:gd name="T40" fmla="*/ 0 w 1587"/>
              <a:gd name="T41" fmla="*/ 0 h 1587"/>
              <a:gd name="T42" fmla="*/ 0 w 1587"/>
              <a:gd name="T43" fmla="*/ 0 h 1587"/>
              <a:gd name="T44" fmla="*/ 0 w 1587"/>
              <a:gd name="T45" fmla="*/ 0 h 1587"/>
              <a:gd name="T46" fmla="*/ 0 w 1587"/>
              <a:gd name="T47" fmla="*/ 0 h 1587"/>
              <a:gd name="T48" fmla="*/ 0 w 1587"/>
              <a:gd name="T49" fmla="*/ 0 h 1587"/>
              <a:gd name="T50" fmla="*/ 0 w 1587"/>
              <a:gd name="T51" fmla="*/ 0 h 1587"/>
              <a:gd name="T52" fmla="*/ 0 w 1587"/>
              <a:gd name="T53" fmla="*/ 0 h 1587"/>
              <a:gd name="T54" fmla="*/ 0 w 1587"/>
              <a:gd name="T55" fmla="*/ 0 h 1587"/>
              <a:gd name="T56" fmla="*/ 0 w 1587"/>
              <a:gd name="T57" fmla="*/ 0 h 1587"/>
              <a:gd name="T58" fmla="*/ 0 w 1587"/>
              <a:gd name="T59" fmla="*/ 0 h 1587"/>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0" t="0" r="r" b="b"/>
            <a:pathLst>
              <a:path w="1587" h="1587">
                <a:moveTo>
                  <a:pt x="0" y="0"/>
                </a:move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en-US" sz="1600"/>
          </a:p>
        </p:txBody>
      </p:sp>
      <p:sp>
        <p:nvSpPr>
          <p:cNvPr id="31" name="Freeform 1219"/>
          <p:cNvSpPr>
            <a:spLocks/>
          </p:cNvSpPr>
          <p:nvPr/>
        </p:nvSpPr>
        <p:spPr bwMode="auto">
          <a:xfrm>
            <a:off x="975787" y="541345"/>
            <a:ext cx="2116" cy="1587"/>
          </a:xfrm>
          <a:custGeom>
            <a:avLst/>
            <a:gdLst>
              <a:gd name="T0" fmla="*/ 0 w 1587"/>
              <a:gd name="T1" fmla="*/ 0 h 1587"/>
              <a:gd name="T2" fmla="*/ 0 w 1587"/>
              <a:gd name="T3" fmla="*/ 0 h 1587"/>
              <a:gd name="T4" fmla="*/ 0 w 1587"/>
              <a:gd name="T5" fmla="*/ 0 h 1587"/>
              <a:gd name="T6" fmla="*/ 0 60000 65536"/>
              <a:gd name="T7" fmla="*/ 0 60000 65536"/>
              <a:gd name="T8" fmla="*/ 0 60000 65536"/>
            </a:gdLst>
            <a:ahLst/>
            <a:cxnLst>
              <a:cxn ang="T6">
                <a:pos x="T0" y="T1"/>
              </a:cxn>
              <a:cxn ang="T7">
                <a:pos x="T2" y="T3"/>
              </a:cxn>
              <a:cxn ang="T8">
                <a:pos x="T4" y="T5"/>
              </a:cxn>
            </a:cxnLst>
            <a:rect l="0" t="0" r="r" b="b"/>
            <a:pathLst>
              <a:path w="1587" h="1587">
                <a:moveTo>
                  <a:pt x="0" y="0"/>
                </a:move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en-US" sz="1600"/>
          </a:p>
        </p:txBody>
      </p:sp>
      <p:sp>
        <p:nvSpPr>
          <p:cNvPr id="32" name="Freeform 1221"/>
          <p:cNvSpPr>
            <a:spLocks/>
          </p:cNvSpPr>
          <p:nvPr/>
        </p:nvSpPr>
        <p:spPr bwMode="auto">
          <a:xfrm>
            <a:off x="975789" y="541345"/>
            <a:ext cx="4233" cy="3175"/>
          </a:xfrm>
          <a:custGeom>
            <a:avLst/>
            <a:gdLst>
              <a:gd name="T0" fmla="*/ 3175 w 2"/>
              <a:gd name="T1" fmla="*/ 0 h 2"/>
              <a:gd name="T2" fmla="*/ 3175 w 2"/>
              <a:gd name="T3" fmla="*/ 0 h 2"/>
              <a:gd name="T4" fmla="*/ 3175 w 2"/>
              <a:gd name="T5" fmla="*/ 0 h 2"/>
              <a:gd name="T6" fmla="*/ 0 w 2"/>
              <a:gd name="T7" fmla="*/ 0 h 2"/>
              <a:gd name="T8" fmla="*/ 0 w 2"/>
              <a:gd name="T9" fmla="*/ 0 h 2"/>
              <a:gd name="T10" fmla="*/ 0 w 2"/>
              <a:gd name="T11" fmla="*/ 3175 h 2"/>
              <a:gd name="T12" fmla="*/ 3175 w 2"/>
              <a:gd name="T13" fmla="*/ 0 h 2"/>
              <a:gd name="T14" fmla="*/ 3175 w 2"/>
              <a:gd name="T15" fmla="*/ 0 h 2"/>
              <a:gd name="T16" fmla="*/ 3175 w 2"/>
              <a:gd name="T17" fmla="*/ 0 h 2"/>
              <a:gd name="T18" fmla="*/ 0 w 2"/>
              <a:gd name="T19" fmla="*/ 0 h 2"/>
              <a:gd name="T20" fmla="*/ 0 w 2"/>
              <a:gd name="T21" fmla="*/ 0 h 2"/>
              <a:gd name="T22" fmla="*/ 0 w 2"/>
              <a:gd name="T23" fmla="*/ 3175 h 2"/>
              <a:gd name="T24" fmla="*/ 3175 w 2"/>
              <a:gd name="T25" fmla="*/ 0 h 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2" h="2">
                <a:moveTo>
                  <a:pt x="2" y="0"/>
                </a:moveTo>
                <a:lnTo>
                  <a:pt x="2" y="0"/>
                </a:lnTo>
                <a:lnTo>
                  <a:pt x="0" y="0"/>
                </a:lnTo>
                <a:lnTo>
                  <a:pt x="0" y="2"/>
                </a:lnTo>
                <a:lnTo>
                  <a:pt x="2" y="0"/>
                </a:lnTo>
                <a:lnTo>
                  <a:pt x="0" y="0"/>
                </a:lnTo>
                <a:lnTo>
                  <a:pt x="0" y="2"/>
                </a:lnTo>
                <a:lnTo>
                  <a:pt x="2"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en-US" sz="1600"/>
          </a:p>
        </p:txBody>
      </p:sp>
      <p:sp>
        <p:nvSpPr>
          <p:cNvPr id="33" name="Freeform 1234"/>
          <p:cNvSpPr>
            <a:spLocks/>
          </p:cNvSpPr>
          <p:nvPr/>
        </p:nvSpPr>
        <p:spPr bwMode="auto">
          <a:xfrm>
            <a:off x="963089" y="550870"/>
            <a:ext cx="4233" cy="1587"/>
          </a:xfrm>
          <a:custGeom>
            <a:avLst/>
            <a:gdLst>
              <a:gd name="T0" fmla="*/ 0 w 2"/>
              <a:gd name="T1" fmla="*/ 0 h 1587"/>
              <a:gd name="T2" fmla="*/ 0 w 2"/>
              <a:gd name="T3" fmla="*/ 0 h 1587"/>
              <a:gd name="T4" fmla="*/ 3175 w 2"/>
              <a:gd name="T5" fmla="*/ 0 h 1587"/>
              <a:gd name="T6" fmla="*/ 3175 w 2"/>
              <a:gd name="T7" fmla="*/ 0 h 1587"/>
              <a:gd name="T8" fmla="*/ 3175 w 2"/>
              <a:gd name="T9" fmla="*/ 0 h 1587"/>
              <a:gd name="T10" fmla="*/ 3175 w 2"/>
              <a:gd name="T11" fmla="*/ 0 h 1587"/>
              <a:gd name="T12" fmla="*/ 0 w 2"/>
              <a:gd name="T13" fmla="*/ 0 h 1587"/>
              <a:gd name="T14" fmla="*/ 0 w 2"/>
              <a:gd name="T15" fmla="*/ 0 h 1587"/>
              <a:gd name="T16" fmla="*/ 0 w 2"/>
              <a:gd name="T17" fmla="*/ 0 h 1587"/>
              <a:gd name="T18" fmla="*/ 0 w 2"/>
              <a:gd name="T19" fmla="*/ 0 h 1587"/>
              <a:gd name="T20" fmla="*/ 0 w 2"/>
              <a:gd name="T21" fmla="*/ 0 h 1587"/>
              <a:gd name="T22" fmla="*/ 0 w 2"/>
              <a:gd name="T23" fmla="*/ 0 h 1587"/>
              <a:gd name="T24" fmla="*/ 3175 w 2"/>
              <a:gd name="T25" fmla="*/ 0 h 1587"/>
              <a:gd name="T26" fmla="*/ 3175 w 2"/>
              <a:gd name="T27" fmla="*/ 0 h 1587"/>
              <a:gd name="T28" fmla="*/ 3175 w 2"/>
              <a:gd name="T29" fmla="*/ 0 h 1587"/>
              <a:gd name="T30" fmla="*/ 0 w 2"/>
              <a:gd name="T31" fmla="*/ 0 h 1587"/>
              <a:gd name="T32" fmla="*/ 0 w 2"/>
              <a:gd name="T33" fmla="*/ 0 h 1587"/>
              <a:gd name="T34" fmla="*/ 3175 w 2"/>
              <a:gd name="T35" fmla="*/ 0 h 1587"/>
              <a:gd name="T36" fmla="*/ 0 w 2"/>
              <a:gd name="T37" fmla="*/ 0 h 1587"/>
              <a:gd name="T38" fmla="*/ 0 w 2"/>
              <a:gd name="T39" fmla="*/ 0 h 1587"/>
              <a:gd name="T40" fmla="*/ 0 w 2"/>
              <a:gd name="T41" fmla="*/ 0 h 1587"/>
              <a:gd name="T42" fmla="*/ 0 w 2"/>
              <a:gd name="T43" fmla="*/ 0 h 1587"/>
              <a:gd name="T44" fmla="*/ 0 w 2"/>
              <a:gd name="T45" fmla="*/ 0 h 1587"/>
              <a:gd name="T46" fmla="*/ 0 w 2"/>
              <a:gd name="T47" fmla="*/ 0 h 1587"/>
              <a:gd name="T48" fmla="*/ 0 w 2"/>
              <a:gd name="T49" fmla="*/ 0 h 1587"/>
              <a:gd name="T50" fmla="*/ 0 w 2"/>
              <a:gd name="T51" fmla="*/ 0 h 1587"/>
              <a:gd name="T52" fmla="*/ 0 w 2"/>
              <a:gd name="T53" fmla="*/ 0 h 1587"/>
              <a:gd name="T54" fmla="*/ 0 w 2"/>
              <a:gd name="T55" fmla="*/ 0 h 1587"/>
              <a:gd name="T56" fmla="*/ 0 w 2"/>
              <a:gd name="T57" fmla="*/ 0 h 1587"/>
              <a:gd name="T58" fmla="*/ 0 w 2"/>
              <a:gd name="T59" fmla="*/ 0 h 1587"/>
              <a:gd name="T60" fmla="*/ 0 w 2"/>
              <a:gd name="T61" fmla="*/ 0 h 1587"/>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0" t="0" r="r" b="b"/>
            <a:pathLst>
              <a:path w="2" h="1587">
                <a:moveTo>
                  <a:pt x="0" y="0"/>
                </a:moveTo>
                <a:lnTo>
                  <a:pt x="0" y="0"/>
                </a:lnTo>
                <a:lnTo>
                  <a:pt x="2" y="0"/>
                </a:lnTo>
                <a:lnTo>
                  <a:pt x="0" y="0"/>
                </a:lnTo>
                <a:lnTo>
                  <a:pt x="2" y="0"/>
                </a:lnTo>
                <a:lnTo>
                  <a:pt x="0" y="0"/>
                </a:lnTo>
                <a:lnTo>
                  <a:pt x="2" y="0"/>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en-US" sz="1600"/>
          </a:p>
        </p:txBody>
      </p:sp>
      <p:sp>
        <p:nvSpPr>
          <p:cNvPr id="34" name="Line 1237"/>
          <p:cNvSpPr>
            <a:spLocks noChangeShapeType="1"/>
          </p:cNvSpPr>
          <p:nvPr/>
        </p:nvSpPr>
        <p:spPr bwMode="auto">
          <a:xfrm>
            <a:off x="971551" y="544520"/>
            <a:ext cx="2116" cy="1587"/>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en-US" sz="1600"/>
          </a:p>
        </p:txBody>
      </p:sp>
      <p:sp>
        <p:nvSpPr>
          <p:cNvPr id="35" name="Line 1238"/>
          <p:cNvSpPr>
            <a:spLocks noChangeShapeType="1"/>
          </p:cNvSpPr>
          <p:nvPr/>
        </p:nvSpPr>
        <p:spPr bwMode="auto">
          <a:xfrm>
            <a:off x="971551" y="544520"/>
            <a:ext cx="2116" cy="1587"/>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en-US" sz="1600"/>
          </a:p>
        </p:txBody>
      </p:sp>
      <p:sp>
        <p:nvSpPr>
          <p:cNvPr id="36" name="Freeform 1240"/>
          <p:cNvSpPr>
            <a:spLocks/>
          </p:cNvSpPr>
          <p:nvPr/>
        </p:nvSpPr>
        <p:spPr bwMode="auto">
          <a:xfrm>
            <a:off x="971551" y="541345"/>
            <a:ext cx="2116" cy="3175"/>
          </a:xfrm>
          <a:custGeom>
            <a:avLst/>
            <a:gdLst>
              <a:gd name="T0" fmla="*/ 0 w 1587"/>
              <a:gd name="T1" fmla="*/ 3175 h 2"/>
              <a:gd name="T2" fmla="*/ 0 w 1587"/>
              <a:gd name="T3" fmla="*/ 3175 h 2"/>
              <a:gd name="T4" fmla="*/ 0 w 1587"/>
              <a:gd name="T5" fmla="*/ 0 h 2"/>
              <a:gd name="T6" fmla="*/ 0 w 1587"/>
              <a:gd name="T7" fmla="*/ 3175 h 2"/>
              <a:gd name="T8" fmla="*/ 0 w 1587"/>
              <a:gd name="T9" fmla="*/ 3175 h 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587" h="2">
                <a:moveTo>
                  <a:pt x="0" y="2"/>
                </a:moveTo>
                <a:lnTo>
                  <a:pt x="0" y="2"/>
                </a:lnTo>
                <a:lnTo>
                  <a:pt x="0" y="0"/>
                </a:lnTo>
                <a:lnTo>
                  <a:pt x="0" y="2"/>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en-US" sz="1600"/>
          </a:p>
        </p:txBody>
      </p:sp>
      <p:sp>
        <p:nvSpPr>
          <p:cNvPr id="37" name="Freeform 1243"/>
          <p:cNvSpPr>
            <a:spLocks/>
          </p:cNvSpPr>
          <p:nvPr/>
        </p:nvSpPr>
        <p:spPr bwMode="auto">
          <a:xfrm>
            <a:off x="971556" y="538170"/>
            <a:ext cx="4233" cy="3175"/>
          </a:xfrm>
          <a:custGeom>
            <a:avLst/>
            <a:gdLst>
              <a:gd name="T0" fmla="*/ 3175 w 2"/>
              <a:gd name="T1" fmla="*/ 3175 h 2"/>
              <a:gd name="T2" fmla="*/ 3175 w 2"/>
              <a:gd name="T3" fmla="*/ 3175 h 2"/>
              <a:gd name="T4" fmla="*/ 3175 w 2"/>
              <a:gd name="T5" fmla="*/ 3175 h 2"/>
              <a:gd name="T6" fmla="*/ 3175 w 2"/>
              <a:gd name="T7" fmla="*/ 3175 h 2"/>
              <a:gd name="T8" fmla="*/ 0 w 2"/>
              <a:gd name="T9" fmla="*/ 3175 h 2"/>
              <a:gd name="T10" fmla="*/ 0 w 2"/>
              <a:gd name="T11" fmla="*/ 3175 h 2"/>
              <a:gd name="T12" fmla="*/ 3175 w 2"/>
              <a:gd name="T13" fmla="*/ 3175 h 2"/>
              <a:gd name="T14" fmla="*/ 0 w 2"/>
              <a:gd name="T15" fmla="*/ 3175 h 2"/>
              <a:gd name="T16" fmla="*/ 0 w 2"/>
              <a:gd name="T17" fmla="*/ 3175 h 2"/>
              <a:gd name="T18" fmla="*/ 0 w 2"/>
              <a:gd name="T19" fmla="*/ 3175 h 2"/>
              <a:gd name="T20" fmla="*/ 0 w 2"/>
              <a:gd name="T21" fmla="*/ 3175 h 2"/>
              <a:gd name="T22" fmla="*/ 0 w 2"/>
              <a:gd name="T23" fmla="*/ 3175 h 2"/>
              <a:gd name="T24" fmla="*/ 0 w 2"/>
              <a:gd name="T25" fmla="*/ 3175 h 2"/>
              <a:gd name="T26" fmla="*/ 0 w 2"/>
              <a:gd name="T27" fmla="*/ 3175 h 2"/>
              <a:gd name="T28" fmla="*/ 0 w 2"/>
              <a:gd name="T29" fmla="*/ 3175 h 2"/>
              <a:gd name="T30" fmla="*/ 0 w 2"/>
              <a:gd name="T31" fmla="*/ 3175 h 2"/>
              <a:gd name="T32" fmla="*/ 0 w 2"/>
              <a:gd name="T33" fmla="*/ 3175 h 2"/>
              <a:gd name="T34" fmla="*/ 0 w 2"/>
              <a:gd name="T35" fmla="*/ 3175 h 2"/>
              <a:gd name="T36" fmla="*/ 0 w 2"/>
              <a:gd name="T37" fmla="*/ 3175 h 2"/>
              <a:gd name="T38" fmla="*/ 3175 w 2"/>
              <a:gd name="T39" fmla="*/ 3175 h 2"/>
              <a:gd name="T40" fmla="*/ 3175 w 2"/>
              <a:gd name="T41" fmla="*/ 3175 h 2"/>
              <a:gd name="T42" fmla="*/ 3175 w 2"/>
              <a:gd name="T43" fmla="*/ 3175 h 2"/>
              <a:gd name="T44" fmla="*/ 3175 w 2"/>
              <a:gd name="T45" fmla="*/ 3175 h 2"/>
              <a:gd name="T46" fmla="*/ 3175 w 2"/>
              <a:gd name="T47" fmla="*/ 3175 h 2"/>
              <a:gd name="T48" fmla="*/ 0 w 2"/>
              <a:gd name="T49" fmla="*/ 0 h 2"/>
              <a:gd name="T50" fmla="*/ 0 w 2"/>
              <a:gd name="T51" fmla="*/ 3175 h 2"/>
              <a:gd name="T52" fmla="*/ 0 w 2"/>
              <a:gd name="T53" fmla="*/ 3175 h 2"/>
              <a:gd name="T54" fmla="*/ 0 w 2"/>
              <a:gd name="T55" fmla="*/ 3175 h 2"/>
              <a:gd name="T56" fmla="*/ 3175 w 2"/>
              <a:gd name="T57" fmla="*/ 3175 h 2"/>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2" h="2">
                <a:moveTo>
                  <a:pt x="2" y="2"/>
                </a:moveTo>
                <a:lnTo>
                  <a:pt x="2" y="2"/>
                </a:lnTo>
                <a:lnTo>
                  <a:pt x="0" y="2"/>
                </a:lnTo>
                <a:lnTo>
                  <a:pt x="2" y="2"/>
                </a:lnTo>
                <a:lnTo>
                  <a:pt x="0" y="2"/>
                </a:lnTo>
                <a:lnTo>
                  <a:pt x="2" y="2"/>
                </a:lnTo>
                <a:lnTo>
                  <a:pt x="0" y="0"/>
                </a:lnTo>
                <a:lnTo>
                  <a:pt x="0" y="2"/>
                </a:lnTo>
                <a:lnTo>
                  <a:pt x="2" y="2"/>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en-US" sz="1600"/>
          </a:p>
        </p:txBody>
      </p:sp>
      <p:sp>
        <p:nvSpPr>
          <p:cNvPr id="38" name="Freeform 1246"/>
          <p:cNvSpPr>
            <a:spLocks/>
          </p:cNvSpPr>
          <p:nvPr/>
        </p:nvSpPr>
        <p:spPr bwMode="auto">
          <a:xfrm>
            <a:off x="967322" y="547695"/>
            <a:ext cx="4233" cy="3175"/>
          </a:xfrm>
          <a:custGeom>
            <a:avLst/>
            <a:gdLst>
              <a:gd name="T0" fmla="*/ 0 w 2"/>
              <a:gd name="T1" fmla="*/ 3175 h 2"/>
              <a:gd name="T2" fmla="*/ 0 w 2"/>
              <a:gd name="T3" fmla="*/ 3175 h 2"/>
              <a:gd name="T4" fmla="*/ 3175 w 2"/>
              <a:gd name="T5" fmla="*/ 0 h 2"/>
              <a:gd name="T6" fmla="*/ 3175 w 2"/>
              <a:gd name="T7" fmla="*/ 0 h 2"/>
              <a:gd name="T8" fmla="*/ 0 w 2"/>
              <a:gd name="T9" fmla="*/ 0 h 2"/>
              <a:gd name="T10" fmla="*/ 0 w 2"/>
              <a:gd name="T11" fmla="*/ 0 h 2"/>
              <a:gd name="T12" fmla="*/ 0 w 2"/>
              <a:gd name="T13" fmla="*/ 3175 h 2"/>
              <a:gd name="T14" fmla="*/ 0 w 2"/>
              <a:gd name="T15" fmla="*/ 3175 h 2"/>
              <a:gd name="T16" fmla="*/ 3175 w 2"/>
              <a:gd name="T17" fmla="*/ 0 h 2"/>
              <a:gd name="T18" fmla="*/ 3175 w 2"/>
              <a:gd name="T19" fmla="*/ 0 h 2"/>
              <a:gd name="T20" fmla="*/ 0 w 2"/>
              <a:gd name="T21" fmla="*/ 0 h 2"/>
              <a:gd name="T22" fmla="*/ 0 w 2"/>
              <a:gd name="T23" fmla="*/ 0 h 2"/>
              <a:gd name="T24" fmla="*/ 0 w 2"/>
              <a:gd name="T25" fmla="*/ 0 h 2"/>
              <a:gd name="T26" fmla="*/ 0 w 2"/>
              <a:gd name="T27" fmla="*/ 0 h 2"/>
              <a:gd name="T28" fmla="*/ 0 w 2"/>
              <a:gd name="T29" fmla="*/ 0 h 2"/>
              <a:gd name="T30" fmla="*/ 0 w 2"/>
              <a:gd name="T31" fmla="*/ 0 h 2"/>
              <a:gd name="T32" fmla="*/ 0 w 2"/>
              <a:gd name="T33" fmla="*/ 0 h 2"/>
              <a:gd name="T34" fmla="*/ 0 w 2"/>
              <a:gd name="T35" fmla="*/ 0 h 2"/>
              <a:gd name="T36" fmla="*/ 0 w 2"/>
              <a:gd name="T37" fmla="*/ 0 h 2"/>
              <a:gd name="T38" fmla="*/ 0 w 2"/>
              <a:gd name="T39" fmla="*/ 0 h 2"/>
              <a:gd name="T40" fmla="*/ 0 w 2"/>
              <a:gd name="T41" fmla="*/ 0 h 2"/>
              <a:gd name="T42" fmla="*/ 0 w 2"/>
              <a:gd name="T43" fmla="*/ 0 h 2"/>
              <a:gd name="T44" fmla="*/ 0 w 2"/>
              <a:gd name="T45" fmla="*/ 0 h 2"/>
              <a:gd name="T46" fmla="*/ 0 w 2"/>
              <a:gd name="T47" fmla="*/ 3175 h 2"/>
              <a:gd name="T48" fmla="*/ 0 w 2"/>
              <a:gd name="T49" fmla="*/ 3175 h 2"/>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0" t="0" r="r" b="b"/>
            <a:pathLst>
              <a:path w="2" h="2">
                <a:moveTo>
                  <a:pt x="0" y="2"/>
                </a:moveTo>
                <a:lnTo>
                  <a:pt x="0" y="2"/>
                </a:lnTo>
                <a:lnTo>
                  <a:pt x="2" y="0"/>
                </a:lnTo>
                <a:lnTo>
                  <a:pt x="0" y="0"/>
                </a:lnTo>
                <a:lnTo>
                  <a:pt x="0" y="2"/>
                </a:lnTo>
                <a:lnTo>
                  <a:pt x="2" y="0"/>
                </a:lnTo>
                <a:lnTo>
                  <a:pt x="0" y="0"/>
                </a:lnTo>
                <a:lnTo>
                  <a:pt x="0" y="2"/>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en-US" sz="1600"/>
          </a:p>
        </p:txBody>
      </p:sp>
      <p:sp>
        <p:nvSpPr>
          <p:cNvPr id="39" name="Freeform 1250"/>
          <p:cNvSpPr>
            <a:spLocks/>
          </p:cNvSpPr>
          <p:nvPr/>
        </p:nvSpPr>
        <p:spPr bwMode="auto">
          <a:xfrm>
            <a:off x="975789" y="530225"/>
            <a:ext cx="4233" cy="1588"/>
          </a:xfrm>
          <a:custGeom>
            <a:avLst/>
            <a:gdLst>
              <a:gd name="T0" fmla="*/ 3175 w 2"/>
              <a:gd name="T1" fmla="*/ 0 h 1588"/>
              <a:gd name="T2" fmla="*/ 0 w 2"/>
              <a:gd name="T3" fmla="*/ 0 h 1588"/>
              <a:gd name="T4" fmla="*/ 3175 w 2"/>
              <a:gd name="T5" fmla="*/ 0 h 1588"/>
              <a:gd name="T6" fmla="*/ 0 60000 65536"/>
              <a:gd name="T7" fmla="*/ 0 60000 65536"/>
              <a:gd name="T8" fmla="*/ 0 60000 65536"/>
            </a:gdLst>
            <a:ahLst/>
            <a:cxnLst>
              <a:cxn ang="T6">
                <a:pos x="T0" y="T1"/>
              </a:cxn>
              <a:cxn ang="T7">
                <a:pos x="T2" y="T3"/>
              </a:cxn>
              <a:cxn ang="T8">
                <a:pos x="T4" y="T5"/>
              </a:cxn>
            </a:cxnLst>
            <a:rect l="0" t="0" r="r" b="b"/>
            <a:pathLst>
              <a:path w="2" h="1588">
                <a:moveTo>
                  <a:pt x="2" y="0"/>
                </a:moveTo>
                <a:lnTo>
                  <a:pt x="0" y="0"/>
                </a:lnTo>
                <a:lnTo>
                  <a:pt x="2"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en-US" sz="1600"/>
          </a:p>
        </p:txBody>
      </p:sp>
      <p:sp>
        <p:nvSpPr>
          <p:cNvPr id="40" name="Freeform 1252"/>
          <p:cNvSpPr>
            <a:spLocks/>
          </p:cNvSpPr>
          <p:nvPr/>
        </p:nvSpPr>
        <p:spPr bwMode="auto">
          <a:xfrm>
            <a:off x="975789" y="527050"/>
            <a:ext cx="4233" cy="7938"/>
          </a:xfrm>
          <a:custGeom>
            <a:avLst/>
            <a:gdLst>
              <a:gd name="T0" fmla="*/ 3175 w 2"/>
              <a:gd name="T1" fmla="*/ 3175 h 5"/>
              <a:gd name="T2" fmla="*/ 3175 w 2"/>
              <a:gd name="T3" fmla="*/ 3175 h 5"/>
              <a:gd name="T4" fmla="*/ 0 w 2"/>
              <a:gd name="T5" fmla="*/ 0 h 5"/>
              <a:gd name="T6" fmla="*/ 0 w 2"/>
              <a:gd name="T7" fmla="*/ 3175 h 5"/>
              <a:gd name="T8" fmla="*/ 0 w 2"/>
              <a:gd name="T9" fmla="*/ 3175 h 5"/>
              <a:gd name="T10" fmla="*/ 3175 w 2"/>
              <a:gd name="T11" fmla="*/ 7938 h 5"/>
              <a:gd name="T12" fmla="*/ 3175 w 2"/>
              <a:gd name="T13" fmla="*/ 3175 h 5"/>
              <a:gd name="T14" fmla="*/ 3175 w 2"/>
              <a:gd name="T15" fmla="*/ 3175 h 5"/>
              <a:gd name="T16" fmla="*/ 0 w 2"/>
              <a:gd name="T17" fmla="*/ 0 h 5"/>
              <a:gd name="T18" fmla="*/ 0 w 2"/>
              <a:gd name="T19" fmla="*/ 3175 h 5"/>
              <a:gd name="T20" fmla="*/ 0 w 2"/>
              <a:gd name="T21" fmla="*/ 3175 h 5"/>
              <a:gd name="T22" fmla="*/ 3175 w 2"/>
              <a:gd name="T23" fmla="*/ 7938 h 5"/>
              <a:gd name="T24" fmla="*/ 3175 w 2"/>
              <a:gd name="T25" fmla="*/ 3175 h 5"/>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2" h="5">
                <a:moveTo>
                  <a:pt x="2" y="2"/>
                </a:moveTo>
                <a:lnTo>
                  <a:pt x="2" y="2"/>
                </a:lnTo>
                <a:lnTo>
                  <a:pt x="0" y="0"/>
                </a:lnTo>
                <a:lnTo>
                  <a:pt x="0" y="2"/>
                </a:lnTo>
                <a:lnTo>
                  <a:pt x="2" y="5"/>
                </a:lnTo>
                <a:lnTo>
                  <a:pt x="2" y="2"/>
                </a:lnTo>
                <a:lnTo>
                  <a:pt x="0" y="0"/>
                </a:lnTo>
                <a:lnTo>
                  <a:pt x="0" y="2"/>
                </a:lnTo>
                <a:lnTo>
                  <a:pt x="2" y="5"/>
                </a:lnTo>
                <a:lnTo>
                  <a:pt x="2" y="2"/>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en-US" sz="1600"/>
          </a:p>
        </p:txBody>
      </p:sp>
      <p:sp>
        <p:nvSpPr>
          <p:cNvPr id="41" name="Freeform 1255"/>
          <p:cNvSpPr>
            <a:spLocks/>
          </p:cNvSpPr>
          <p:nvPr/>
        </p:nvSpPr>
        <p:spPr bwMode="auto">
          <a:xfrm>
            <a:off x="950389" y="550870"/>
            <a:ext cx="4233" cy="1587"/>
          </a:xfrm>
          <a:custGeom>
            <a:avLst/>
            <a:gdLst>
              <a:gd name="T0" fmla="*/ 0 w 2"/>
              <a:gd name="T1" fmla="*/ 0 h 1587"/>
              <a:gd name="T2" fmla="*/ 3175 w 2"/>
              <a:gd name="T3" fmla="*/ 0 h 1587"/>
              <a:gd name="T4" fmla="*/ 3175 w 2"/>
              <a:gd name="T5" fmla="*/ 0 h 1587"/>
              <a:gd name="T6" fmla="*/ 3175 w 2"/>
              <a:gd name="T7" fmla="*/ 0 h 1587"/>
              <a:gd name="T8" fmla="*/ 3175 w 2"/>
              <a:gd name="T9" fmla="*/ 0 h 1587"/>
              <a:gd name="T10" fmla="*/ 0 w 2"/>
              <a:gd name="T11" fmla="*/ 0 h 1587"/>
              <a:gd name="T12" fmla="*/ 0 w 2"/>
              <a:gd name="T13" fmla="*/ 0 h 1587"/>
              <a:gd name="T14" fmla="*/ 0 w 2"/>
              <a:gd name="T15" fmla="*/ 0 h 1587"/>
              <a:gd name="T16" fmla="*/ 0 w 2"/>
              <a:gd name="T17" fmla="*/ 0 h 1587"/>
              <a:gd name="T18" fmla="*/ 3175 w 2"/>
              <a:gd name="T19" fmla="*/ 0 h 1587"/>
              <a:gd name="T20" fmla="*/ 3175 w 2"/>
              <a:gd name="T21" fmla="*/ 0 h 1587"/>
              <a:gd name="T22" fmla="*/ 3175 w 2"/>
              <a:gd name="T23" fmla="*/ 0 h 1587"/>
              <a:gd name="T24" fmla="*/ 3175 w 2"/>
              <a:gd name="T25" fmla="*/ 0 h 1587"/>
              <a:gd name="T26" fmla="*/ 3175 w 2"/>
              <a:gd name="T27" fmla="*/ 0 h 1587"/>
              <a:gd name="T28" fmla="*/ 3175 w 2"/>
              <a:gd name="T29" fmla="*/ 0 h 1587"/>
              <a:gd name="T30" fmla="*/ 3175 w 2"/>
              <a:gd name="T31" fmla="*/ 0 h 1587"/>
              <a:gd name="T32" fmla="*/ 3175 w 2"/>
              <a:gd name="T33" fmla="*/ 0 h 1587"/>
              <a:gd name="T34" fmla="*/ 3175 w 2"/>
              <a:gd name="T35" fmla="*/ 0 h 1587"/>
              <a:gd name="T36" fmla="*/ 3175 w 2"/>
              <a:gd name="T37" fmla="*/ 0 h 1587"/>
              <a:gd name="T38" fmla="*/ 3175 w 2"/>
              <a:gd name="T39" fmla="*/ 0 h 1587"/>
              <a:gd name="T40" fmla="*/ 3175 w 2"/>
              <a:gd name="T41" fmla="*/ 0 h 1587"/>
              <a:gd name="T42" fmla="*/ 3175 w 2"/>
              <a:gd name="T43" fmla="*/ 0 h 1587"/>
              <a:gd name="T44" fmla="*/ 3175 w 2"/>
              <a:gd name="T45" fmla="*/ 0 h 1587"/>
              <a:gd name="T46" fmla="*/ 3175 w 2"/>
              <a:gd name="T47" fmla="*/ 0 h 1587"/>
              <a:gd name="T48" fmla="*/ 3175 w 2"/>
              <a:gd name="T49" fmla="*/ 0 h 1587"/>
              <a:gd name="T50" fmla="*/ 3175 w 2"/>
              <a:gd name="T51" fmla="*/ 0 h 1587"/>
              <a:gd name="T52" fmla="*/ 3175 w 2"/>
              <a:gd name="T53" fmla="*/ 0 h 1587"/>
              <a:gd name="T54" fmla="*/ 3175 w 2"/>
              <a:gd name="T55" fmla="*/ 0 h 1587"/>
              <a:gd name="T56" fmla="*/ 3175 w 2"/>
              <a:gd name="T57" fmla="*/ 0 h 1587"/>
              <a:gd name="T58" fmla="*/ 0 w 2"/>
              <a:gd name="T59" fmla="*/ 0 h 1587"/>
              <a:gd name="T60" fmla="*/ 0 w 2"/>
              <a:gd name="T61" fmla="*/ 0 h 1587"/>
              <a:gd name="T62" fmla="*/ 0 w 2"/>
              <a:gd name="T63" fmla="*/ 0 h 1587"/>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0" t="0" r="r" b="b"/>
            <a:pathLst>
              <a:path w="2" h="1587">
                <a:moveTo>
                  <a:pt x="0" y="0"/>
                </a:moveTo>
                <a:lnTo>
                  <a:pt x="2" y="0"/>
                </a:lnTo>
                <a:lnTo>
                  <a:pt x="0" y="0"/>
                </a:lnTo>
                <a:lnTo>
                  <a:pt x="2" y="0"/>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en-US" sz="1600"/>
          </a:p>
        </p:txBody>
      </p:sp>
      <p:sp>
        <p:nvSpPr>
          <p:cNvPr id="42" name="Rectangle 1256"/>
          <p:cNvSpPr>
            <a:spLocks noChangeArrowheads="1"/>
          </p:cNvSpPr>
          <p:nvPr/>
        </p:nvSpPr>
        <p:spPr bwMode="auto">
          <a:xfrm>
            <a:off x="963087" y="550870"/>
            <a:ext cx="2116" cy="1587"/>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spcBef>
                <a:spcPct val="50000"/>
              </a:spcBef>
              <a:buFontTx/>
              <a:buChar char="•"/>
            </a:pPr>
            <a:endParaRPr lang="en-US" sz="1300" b="0"/>
          </a:p>
        </p:txBody>
      </p:sp>
      <p:sp>
        <p:nvSpPr>
          <p:cNvPr id="43" name="Freeform 1258"/>
          <p:cNvSpPr>
            <a:spLocks/>
          </p:cNvSpPr>
          <p:nvPr/>
        </p:nvSpPr>
        <p:spPr bwMode="auto">
          <a:xfrm>
            <a:off x="963087" y="550870"/>
            <a:ext cx="2116" cy="1587"/>
          </a:xfrm>
          <a:custGeom>
            <a:avLst/>
            <a:gdLst>
              <a:gd name="T0" fmla="*/ 0 w 1587"/>
              <a:gd name="T1" fmla="*/ 0 h 1587"/>
              <a:gd name="T2" fmla="*/ 0 w 1587"/>
              <a:gd name="T3" fmla="*/ 0 h 1587"/>
              <a:gd name="T4" fmla="*/ 0 w 1587"/>
              <a:gd name="T5" fmla="*/ 0 h 1587"/>
              <a:gd name="T6" fmla="*/ 0 w 1587"/>
              <a:gd name="T7" fmla="*/ 0 h 1587"/>
              <a:gd name="T8" fmla="*/ 0 w 1587"/>
              <a:gd name="T9" fmla="*/ 0 h 1587"/>
              <a:gd name="T10" fmla="*/ 0 w 1587"/>
              <a:gd name="T11" fmla="*/ 0 h 1587"/>
              <a:gd name="T12" fmla="*/ 0 w 1587"/>
              <a:gd name="T13" fmla="*/ 0 h 1587"/>
              <a:gd name="T14" fmla="*/ 0 w 1587"/>
              <a:gd name="T15" fmla="*/ 0 h 1587"/>
              <a:gd name="T16" fmla="*/ 0 w 1587"/>
              <a:gd name="T17" fmla="*/ 0 h 1587"/>
              <a:gd name="T18" fmla="*/ 0 w 1587"/>
              <a:gd name="T19" fmla="*/ 0 h 1587"/>
              <a:gd name="T20" fmla="*/ 0 w 1587"/>
              <a:gd name="T21" fmla="*/ 0 h 1587"/>
              <a:gd name="T22" fmla="*/ 0 w 1587"/>
              <a:gd name="T23" fmla="*/ 0 h 1587"/>
              <a:gd name="T24" fmla="*/ 0 w 1587"/>
              <a:gd name="T25" fmla="*/ 0 h 1587"/>
              <a:gd name="T26" fmla="*/ 0 w 1587"/>
              <a:gd name="T27" fmla="*/ 0 h 1587"/>
              <a:gd name="T28" fmla="*/ 0 w 1587"/>
              <a:gd name="T29" fmla="*/ 0 h 1587"/>
              <a:gd name="T30" fmla="*/ 0 w 1587"/>
              <a:gd name="T31" fmla="*/ 0 h 1587"/>
              <a:gd name="T32" fmla="*/ 0 w 1587"/>
              <a:gd name="T33" fmla="*/ 0 h 1587"/>
              <a:gd name="T34" fmla="*/ 0 w 1587"/>
              <a:gd name="T35" fmla="*/ 0 h 1587"/>
              <a:gd name="T36" fmla="*/ 0 w 1587"/>
              <a:gd name="T37" fmla="*/ 0 h 1587"/>
              <a:gd name="T38" fmla="*/ 0 w 1587"/>
              <a:gd name="T39" fmla="*/ 0 h 1587"/>
              <a:gd name="T40" fmla="*/ 0 w 1587"/>
              <a:gd name="T41" fmla="*/ 0 h 1587"/>
              <a:gd name="T42" fmla="*/ 0 w 1587"/>
              <a:gd name="T43" fmla="*/ 0 h 1587"/>
              <a:gd name="T44" fmla="*/ 0 w 1587"/>
              <a:gd name="T45" fmla="*/ 0 h 1587"/>
              <a:gd name="T46" fmla="*/ 0 w 1587"/>
              <a:gd name="T47" fmla="*/ 0 h 1587"/>
              <a:gd name="T48" fmla="*/ 0 w 1587"/>
              <a:gd name="T49" fmla="*/ 0 h 1587"/>
              <a:gd name="T50" fmla="*/ 0 w 1587"/>
              <a:gd name="T51" fmla="*/ 0 h 1587"/>
              <a:gd name="T52" fmla="*/ 0 w 1587"/>
              <a:gd name="T53" fmla="*/ 0 h 1587"/>
              <a:gd name="T54" fmla="*/ 0 w 1587"/>
              <a:gd name="T55" fmla="*/ 0 h 1587"/>
              <a:gd name="T56" fmla="*/ 0 w 1587"/>
              <a:gd name="T57" fmla="*/ 0 h 1587"/>
              <a:gd name="T58" fmla="*/ 0 w 1587"/>
              <a:gd name="T59" fmla="*/ 0 h 1587"/>
              <a:gd name="T60" fmla="*/ 0 w 1587"/>
              <a:gd name="T61" fmla="*/ 0 h 1587"/>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0" t="0" r="r" b="b"/>
            <a:pathLst>
              <a:path w="1587" h="1587">
                <a:moveTo>
                  <a:pt x="0" y="0"/>
                </a:move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en-US" sz="1600"/>
          </a:p>
        </p:txBody>
      </p:sp>
      <p:sp>
        <p:nvSpPr>
          <p:cNvPr id="44" name="Freeform 1266"/>
          <p:cNvSpPr>
            <a:spLocks/>
          </p:cNvSpPr>
          <p:nvPr/>
        </p:nvSpPr>
        <p:spPr bwMode="auto">
          <a:xfrm>
            <a:off x="971551" y="534995"/>
            <a:ext cx="2116" cy="1587"/>
          </a:xfrm>
          <a:custGeom>
            <a:avLst/>
            <a:gdLst>
              <a:gd name="T0" fmla="*/ 0 w 1587"/>
              <a:gd name="T1" fmla="*/ 0 h 1587"/>
              <a:gd name="T2" fmla="*/ 0 w 1587"/>
              <a:gd name="T3" fmla="*/ 0 h 1587"/>
              <a:gd name="T4" fmla="*/ 0 w 1587"/>
              <a:gd name="T5" fmla="*/ 0 h 1587"/>
              <a:gd name="T6" fmla="*/ 0 w 1587"/>
              <a:gd name="T7" fmla="*/ 0 h 1587"/>
              <a:gd name="T8" fmla="*/ 0 w 1587"/>
              <a:gd name="T9" fmla="*/ 0 h 1587"/>
              <a:gd name="T10" fmla="*/ 0 w 1587"/>
              <a:gd name="T11" fmla="*/ 0 h 1587"/>
              <a:gd name="T12" fmla="*/ 0 w 1587"/>
              <a:gd name="T13" fmla="*/ 0 h 1587"/>
              <a:gd name="T14" fmla="*/ 0 w 1587"/>
              <a:gd name="T15" fmla="*/ 0 h 1587"/>
              <a:gd name="T16" fmla="*/ 0 w 1587"/>
              <a:gd name="T17" fmla="*/ 0 h 1587"/>
              <a:gd name="T18" fmla="*/ 0 w 1587"/>
              <a:gd name="T19" fmla="*/ 0 h 1587"/>
              <a:gd name="T20" fmla="*/ 0 w 1587"/>
              <a:gd name="T21" fmla="*/ 0 h 1587"/>
              <a:gd name="T22" fmla="*/ 0 w 1587"/>
              <a:gd name="T23" fmla="*/ 0 h 1587"/>
              <a:gd name="T24" fmla="*/ 0 w 1587"/>
              <a:gd name="T25" fmla="*/ 0 h 1587"/>
              <a:gd name="T26" fmla="*/ 0 w 1587"/>
              <a:gd name="T27" fmla="*/ 0 h 1587"/>
              <a:gd name="T28" fmla="*/ 0 w 1587"/>
              <a:gd name="T29" fmla="*/ 0 h 1587"/>
              <a:gd name="T30" fmla="*/ 0 w 1587"/>
              <a:gd name="T31" fmla="*/ 0 h 1587"/>
              <a:gd name="T32" fmla="*/ 0 w 1587"/>
              <a:gd name="T33" fmla="*/ 0 h 1587"/>
              <a:gd name="T34" fmla="*/ 0 w 1587"/>
              <a:gd name="T35" fmla="*/ 0 h 1587"/>
              <a:gd name="T36" fmla="*/ 0 w 1587"/>
              <a:gd name="T37" fmla="*/ 0 h 1587"/>
              <a:gd name="T38" fmla="*/ 0 w 1587"/>
              <a:gd name="T39" fmla="*/ 0 h 1587"/>
              <a:gd name="T40" fmla="*/ 0 w 1587"/>
              <a:gd name="T41" fmla="*/ 0 h 1587"/>
              <a:gd name="T42" fmla="*/ 0 w 1587"/>
              <a:gd name="T43" fmla="*/ 0 h 1587"/>
              <a:gd name="T44" fmla="*/ 0 w 1587"/>
              <a:gd name="T45" fmla="*/ 0 h 1587"/>
              <a:gd name="T46" fmla="*/ 0 w 1587"/>
              <a:gd name="T47" fmla="*/ 0 h 1587"/>
              <a:gd name="T48" fmla="*/ 0 w 1587"/>
              <a:gd name="T49" fmla="*/ 0 h 1587"/>
              <a:gd name="T50" fmla="*/ 0 w 1587"/>
              <a:gd name="T51" fmla="*/ 0 h 1587"/>
              <a:gd name="T52" fmla="*/ 0 w 1587"/>
              <a:gd name="T53" fmla="*/ 0 h 1587"/>
              <a:gd name="T54" fmla="*/ 0 w 1587"/>
              <a:gd name="T55" fmla="*/ 0 h 1587"/>
              <a:gd name="T56" fmla="*/ 0 w 1587"/>
              <a:gd name="T57" fmla="*/ 0 h 1587"/>
              <a:gd name="T58" fmla="*/ 0 w 1587"/>
              <a:gd name="T59" fmla="*/ 0 h 1587"/>
              <a:gd name="T60" fmla="*/ 0 w 1587"/>
              <a:gd name="T61" fmla="*/ 0 h 1587"/>
              <a:gd name="T62" fmla="*/ 0 w 1587"/>
              <a:gd name="T63" fmla="*/ 0 h 1587"/>
              <a:gd name="T64" fmla="*/ 0 w 1587"/>
              <a:gd name="T65" fmla="*/ 0 h 1587"/>
              <a:gd name="T66" fmla="*/ 0 w 1587"/>
              <a:gd name="T67" fmla="*/ 0 h 1587"/>
              <a:gd name="T68" fmla="*/ 0 w 1587"/>
              <a:gd name="T69" fmla="*/ 0 h 1587"/>
              <a:gd name="T70" fmla="*/ 0 w 1587"/>
              <a:gd name="T71" fmla="*/ 0 h 1587"/>
              <a:gd name="T72" fmla="*/ 0 w 1587"/>
              <a:gd name="T73" fmla="*/ 0 h 1587"/>
              <a:gd name="T74" fmla="*/ 0 w 1587"/>
              <a:gd name="T75" fmla="*/ 0 h 1587"/>
              <a:gd name="T76" fmla="*/ 0 w 1587"/>
              <a:gd name="T77" fmla="*/ 0 h 1587"/>
              <a:gd name="T78" fmla="*/ 0 w 1587"/>
              <a:gd name="T79" fmla="*/ 0 h 1587"/>
              <a:gd name="T80" fmla="*/ 0 w 1587"/>
              <a:gd name="T81" fmla="*/ 0 h 1587"/>
              <a:gd name="T82" fmla="*/ 0 w 1587"/>
              <a:gd name="T83" fmla="*/ 0 h 1587"/>
              <a:gd name="T84" fmla="*/ 0 w 1587"/>
              <a:gd name="T85" fmla="*/ 0 h 1587"/>
              <a:gd name="T86" fmla="*/ 0 w 1587"/>
              <a:gd name="T87" fmla="*/ 0 h 1587"/>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1587" h="1587">
                <a:moveTo>
                  <a:pt x="0" y="0"/>
                </a:move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en-US" sz="1600"/>
          </a:p>
        </p:txBody>
      </p:sp>
      <p:sp>
        <p:nvSpPr>
          <p:cNvPr id="45" name="Freeform 1269"/>
          <p:cNvSpPr>
            <a:spLocks/>
          </p:cNvSpPr>
          <p:nvPr/>
        </p:nvSpPr>
        <p:spPr bwMode="auto">
          <a:xfrm>
            <a:off x="971556" y="530232"/>
            <a:ext cx="4233" cy="4763"/>
          </a:xfrm>
          <a:custGeom>
            <a:avLst/>
            <a:gdLst>
              <a:gd name="T0" fmla="*/ 0 w 2"/>
              <a:gd name="T1" fmla="*/ 4763 h 3"/>
              <a:gd name="T2" fmla="*/ 3175 w 2"/>
              <a:gd name="T3" fmla="*/ 0 h 3"/>
              <a:gd name="T4" fmla="*/ 3175 w 2"/>
              <a:gd name="T5" fmla="*/ 0 h 3"/>
              <a:gd name="T6" fmla="*/ 3175 w 2"/>
              <a:gd name="T7" fmla="*/ 0 h 3"/>
              <a:gd name="T8" fmla="*/ 3175 w 2"/>
              <a:gd name="T9" fmla="*/ 0 h 3"/>
              <a:gd name="T10" fmla="*/ 0 w 2"/>
              <a:gd name="T11" fmla="*/ 0 h 3"/>
              <a:gd name="T12" fmla="*/ 0 w 2"/>
              <a:gd name="T13" fmla="*/ 0 h 3"/>
              <a:gd name="T14" fmla="*/ 0 w 2"/>
              <a:gd name="T15" fmla="*/ 4763 h 3"/>
              <a:gd name="T16" fmla="*/ 0 w 2"/>
              <a:gd name="T17" fmla="*/ 4763 h 3"/>
              <a:gd name="T18" fmla="*/ 3175 w 2"/>
              <a:gd name="T19" fmla="*/ 0 h 3"/>
              <a:gd name="T20" fmla="*/ 3175 w 2"/>
              <a:gd name="T21" fmla="*/ 0 h 3"/>
              <a:gd name="T22" fmla="*/ 0 w 2"/>
              <a:gd name="T23" fmla="*/ 0 h 3"/>
              <a:gd name="T24" fmla="*/ 0 w 2"/>
              <a:gd name="T25" fmla="*/ 0 h 3"/>
              <a:gd name="T26" fmla="*/ 0 w 2"/>
              <a:gd name="T27" fmla="*/ 0 h 3"/>
              <a:gd name="T28" fmla="*/ 0 w 2"/>
              <a:gd name="T29" fmla="*/ 0 h 3"/>
              <a:gd name="T30" fmla="*/ 0 w 2"/>
              <a:gd name="T31" fmla="*/ 0 h 3"/>
              <a:gd name="T32" fmla="*/ 0 w 2"/>
              <a:gd name="T33" fmla="*/ 0 h 3"/>
              <a:gd name="T34" fmla="*/ 0 w 2"/>
              <a:gd name="T35" fmla="*/ 0 h 3"/>
              <a:gd name="T36" fmla="*/ 0 w 2"/>
              <a:gd name="T37" fmla="*/ 0 h 3"/>
              <a:gd name="T38" fmla="*/ 0 w 2"/>
              <a:gd name="T39" fmla="*/ 4763 h 3"/>
              <a:gd name="T40" fmla="*/ 0 w 2"/>
              <a:gd name="T41" fmla="*/ 4763 h 3"/>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2" h="3">
                <a:moveTo>
                  <a:pt x="0" y="3"/>
                </a:moveTo>
                <a:lnTo>
                  <a:pt x="2" y="0"/>
                </a:lnTo>
                <a:lnTo>
                  <a:pt x="0" y="0"/>
                </a:lnTo>
                <a:lnTo>
                  <a:pt x="0" y="3"/>
                </a:lnTo>
                <a:lnTo>
                  <a:pt x="2" y="0"/>
                </a:lnTo>
                <a:lnTo>
                  <a:pt x="0" y="0"/>
                </a:lnTo>
                <a:lnTo>
                  <a:pt x="0" y="3"/>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en-US" sz="1600"/>
          </a:p>
        </p:txBody>
      </p:sp>
      <p:sp>
        <p:nvSpPr>
          <p:cNvPr id="46" name="Line 1270"/>
          <p:cNvSpPr>
            <a:spLocks noChangeShapeType="1"/>
          </p:cNvSpPr>
          <p:nvPr/>
        </p:nvSpPr>
        <p:spPr bwMode="auto">
          <a:xfrm>
            <a:off x="971551" y="530225"/>
            <a:ext cx="2116" cy="1588"/>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en-US" sz="1600"/>
          </a:p>
        </p:txBody>
      </p:sp>
      <p:sp>
        <p:nvSpPr>
          <p:cNvPr id="47" name="Line 1271"/>
          <p:cNvSpPr>
            <a:spLocks noChangeShapeType="1"/>
          </p:cNvSpPr>
          <p:nvPr/>
        </p:nvSpPr>
        <p:spPr bwMode="auto">
          <a:xfrm>
            <a:off x="971551" y="530225"/>
            <a:ext cx="2116" cy="1588"/>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en-US" sz="1600"/>
          </a:p>
        </p:txBody>
      </p:sp>
      <p:sp>
        <p:nvSpPr>
          <p:cNvPr id="48" name="Rectangle 1272"/>
          <p:cNvSpPr>
            <a:spLocks noChangeArrowheads="1"/>
          </p:cNvSpPr>
          <p:nvPr/>
        </p:nvSpPr>
        <p:spPr bwMode="auto">
          <a:xfrm>
            <a:off x="971551" y="530225"/>
            <a:ext cx="2116" cy="158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spcBef>
                <a:spcPct val="50000"/>
              </a:spcBef>
              <a:buFontTx/>
              <a:buChar char="•"/>
            </a:pPr>
            <a:endParaRPr lang="en-US" sz="1300" b="0"/>
          </a:p>
        </p:txBody>
      </p:sp>
      <p:sp>
        <p:nvSpPr>
          <p:cNvPr id="49" name="Rectangle 1273"/>
          <p:cNvSpPr>
            <a:spLocks noChangeArrowheads="1"/>
          </p:cNvSpPr>
          <p:nvPr/>
        </p:nvSpPr>
        <p:spPr bwMode="auto">
          <a:xfrm>
            <a:off x="971551" y="530225"/>
            <a:ext cx="2116" cy="1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ct val="50000"/>
              </a:spcBef>
              <a:buFontTx/>
              <a:buChar char="•"/>
            </a:pPr>
            <a:endParaRPr lang="en-US" sz="1300" b="0"/>
          </a:p>
        </p:txBody>
      </p:sp>
      <p:sp>
        <p:nvSpPr>
          <p:cNvPr id="50" name="Line 1274"/>
          <p:cNvSpPr>
            <a:spLocks noChangeShapeType="1"/>
          </p:cNvSpPr>
          <p:nvPr/>
        </p:nvSpPr>
        <p:spPr bwMode="auto">
          <a:xfrm>
            <a:off x="971551" y="527050"/>
            <a:ext cx="2116" cy="1588"/>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en-US" sz="1600"/>
          </a:p>
        </p:txBody>
      </p:sp>
      <p:sp>
        <p:nvSpPr>
          <p:cNvPr id="51" name="Line 1275"/>
          <p:cNvSpPr>
            <a:spLocks noChangeShapeType="1"/>
          </p:cNvSpPr>
          <p:nvPr/>
        </p:nvSpPr>
        <p:spPr bwMode="auto">
          <a:xfrm>
            <a:off x="971551" y="527050"/>
            <a:ext cx="2116" cy="1588"/>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en-US" sz="1600"/>
          </a:p>
        </p:txBody>
      </p:sp>
      <p:sp>
        <p:nvSpPr>
          <p:cNvPr id="52" name="Freeform 1277"/>
          <p:cNvSpPr>
            <a:spLocks/>
          </p:cNvSpPr>
          <p:nvPr/>
        </p:nvSpPr>
        <p:spPr bwMode="auto">
          <a:xfrm>
            <a:off x="971551" y="523882"/>
            <a:ext cx="2116" cy="3175"/>
          </a:xfrm>
          <a:custGeom>
            <a:avLst/>
            <a:gdLst>
              <a:gd name="T0" fmla="*/ 0 w 1587"/>
              <a:gd name="T1" fmla="*/ 3175 h 2"/>
              <a:gd name="T2" fmla="*/ 0 w 1587"/>
              <a:gd name="T3" fmla="*/ 3175 h 2"/>
              <a:gd name="T4" fmla="*/ 0 w 1587"/>
              <a:gd name="T5" fmla="*/ 0 h 2"/>
              <a:gd name="T6" fmla="*/ 0 w 1587"/>
              <a:gd name="T7" fmla="*/ 3175 h 2"/>
              <a:gd name="T8" fmla="*/ 0 w 1587"/>
              <a:gd name="T9" fmla="*/ 3175 h 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587" h="2">
                <a:moveTo>
                  <a:pt x="0" y="2"/>
                </a:moveTo>
                <a:lnTo>
                  <a:pt x="0" y="2"/>
                </a:lnTo>
                <a:lnTo>
                  <a:pt x="0" y="0"/>
                </a:lnTo>
                <a:lnTo>
                  <a:pt x="0" y="2"/>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en-US" sz="1600"/>
          </a:p>
        </p:txBody>
      </p:sp>
      <p:sp>
        <p:nvSpPr>
          <p:cNvPr id="53" name="Freeform 1287"/>
          <p:cNvSpPr>
            <a:spLocks/>
          </p:cNvSpPr>
          <p:nvPr/>
        </p:nvSpPr>
        <p:spPr bwMode="auto">
          <a:xfrm>
            <a:off x="958856" y="514350"/>
            <a:ext cx="4233" cy="3175"/>
          </a:xfrm>
          <a:custGeom>
            <a:avLst/>
            <a:gdLst>
              <a:gd name="T0" fmla="*/ 0 w 2"/>
              <a:gd name="T1" fmla="*/ 0 h 2"/>
              <a:gd name="T2" fmla="*/ 0 w 2"/>
              <a:gd name="T3" fmla="*/ 3175 h 2"/>
              <a:gd name="T4" fmla="*/ 3175 w 2"/>
              <a:gd name="T5" fmla="*/ 3175 h 2"/>
              <a:gd name="T6" fmla="*/ 3175 w 2"/>
              <a:gd name="T7" fmla="*/ 3175 h 2"/>
              <a:gd name="T8" fmla="*/ 3175 w 2"/>
              <a:gd name="T9" fmla="*/ 3175 h 2"/>
              <a:gd name="T10" fmla="*/ 3175 w 2"/>
              <a:gd name="T11" fmla="*/ 0 h 2"/>
              <a:gd name="T12" fmla="*/ 0 w 2"/>
              <a:gd name="T13" fmla="*/ 0 h 2"/>
              <a:gd name="T14" fmla="*/ 0 w 2"/>
              <a:gd name="T15" fmla="*/ 0 h 2"/>
              <a:gd name="T16" fmla="*/ 0 w 2"/>
              <a:gd name="T17" fmla="*/ 3175 h 2"/>
              <a:gd name="T18" fmla="*/ 0 w 2"/>
              <a:gd name="T19" fmla="*/ 3175 h 2"/>
              <a:gd name="T20" fmla="*/ 0 w 2"/>
              <a:gd name="T21" fmla="*/ 3175 h 2"/>
              <a:gd name="T22" fmla="*/ 0 w 2"/>
              <a:gd name="T23" fmla="*/ 3175 h 2"/>
              <a:gd name="T24" fmla="*/ 3175 w 2"/>
              <a:gd name="T25" fmla="*/ 3175 h 2"/>
              <a:gd name="T26" fmla="*/ 3175 w 2"/>
              <a:gd name="T27" fmla="*/ 3175 h 2"/>
              <a:gd name="T28" fmla="*/ 0 w 2"/>
              <a:gd name="T29" fmla="*/ 0 h 2"/>
              <a:gd name="T30" fmla="*/ 0 w 2"/>
              <a:gd name="T31" fmla="*/ 0 h 2"/>
              <a:gd name="T32" fmla="*/ 0 w 2"/>
              <a:gd name="T33" fmla="*/ 0 h 2"/>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2" h="2">
                <a:moveTo>
                  <a:pt x="0" y="0"/>
                </a:moveTo>
                <a:lnTo>
                  <a:pt x="0" y="2"/>
                </a:lnTo>
                <a:lnTo>
                  <a:pt x="2" y="2"/>
                </a:lnTo>
                <a:lnTo>
                  <a:pt x="2" y="0"/>
                </a:lnTo>
                <a:lnTo>
                  <a:pt x="0" y="0"/>
                </a:lnTo>
                <a:lnTo>
                  <a:pt x="0" y="2"/>
                </a:lnTo>
                <a:lnTo>
                  <a:pt x="2" y="2"/>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en-US" sz="1600"/>
          </a:p>
        </p:txBody>
      </p:sp>
      <p:sp>
        <p:nvSpPr>
          <p:cNvPr id="54" name="Freeform 1290"/>
          <p:cNvSpPr>
            <a:spLocks/>
          </p:cNvSpPr>
          <p:nvPr/>
        </p:nvSpPr>
        <p:spPr bwMode="auto">
          <a:xfrm>
            <a:off x="958856" y="517527"/>
            <a:ext cx="4233" cy="3175"/>
          </a:xfrm>
          <a:custGeom>
            <a:avLst/>
            <a:gdLst>
              <a:gd name="T0" fmla="*/ 0 w 2"/>
              <a:gd name="T1" fmla="*/ 3175 h 2"/>
              <a:gd name="T2" fmla="*/ 0 w 2"/>
              <a:gd name="T3" fmla="*/ 3175 h 2"/>
              <a:gd name="T4" fmla="*/ 3175 w 2"/>
              <a:gd name="T5" fmla="*/ 3175 h 2"/>
              <a:gd name="T6" fmla="*/ 3175 w 2"/>
              <a:gd name="T7" fmla="*/ 3175 h 2"/>
              <a:gd name="T8" fmla="*/ 3175 w 2"/>
              <a:gd name="T9" fmla="*/ 3175 h 2"/>
              <a:gd name="T10" fmla="*/ 3175 w 2"/>
              <a:gd name="T11" fmla="*/ 0 h 2"/>
              <a:gd name="T12" fmla="*/ 0 w 2"/>
              <a:gd name="T13" fmla="*/ 0 h 2"/>
              <a:gd name="T14" fmla="*/ 0 w 2"/>
              <a:gd name="T15" fmla="*/ 0 h 2"/>
              <a:gd name="T16" fmla="*/ 0 w 2"/>
              <a:gd name="T17" fmla="*/ 0 h 2"/>
              <a:gd name="T18" fmla="*/ 0 w 2"/>
              <a:gd name="T19" fmla="*/ 0 h 2"/>
              <a:gd name="T20" fmla="*/ 3175 w 2"/>
              <a:gd name="T21" fmla="*/ 0 h 2"/>
              <a:gd name="T22" fmla="*/ 0 w 2"/>
              <a:gd name="T23" fmla="*/ 0 h 2"/>
              <a:gd name="T24" fmla="*/ 0 w 2"/>
              <a:gd name="T25" fmla="*/ 0 h 2"/>
              <a:gd name="T26" fmla="*/ 0 w 2"/>
              <a:gd name="T27" fmla="*/ 0 h 2"/>
              <a:gd name="T28" fmla="*/ 0 w 2"/>
              <a:gd name="T29" fmla="*/ 0 h 2"/>
              <a:gd name="T30" fmla="*/ 0 w 2"/>
              <a:gd name="T31" fmla="*/ 3175 h 2"/>
              <a:gd name="T32" fmla="*/ 0 w 2"/>
              <a:gd name="T33" fmla="*/ 3175 h 2"/>
              <a:gd name="T34" fmla="*/ 0 w 2"/>
              <a:gd name="T35" fmla="*/ 3175 h 2"/>
              <a:gd name="T36" fmla="*/ 0 w 2"/>
              <a:gd name="T37" fmla="*/ 0 h 2"/>
              <a:gd name="T38" fmla="*/ 0 w 2"/>
              <a:gd name="T39" fmla="*/ 0 h 2"/>
              <a:gd name="T40" fmla="*/ 0 w 2"/>
              <a:gd name="T41" fmla="*/ 0 h 2"/>
              <a:gd name="T42" fmla="*/ 0 w 2"/>
              <a:gd name="T43" fmla="*/ 0 h 2"/>
              <a:gd name="T44" fmla="*/ 0 w 2"/>
              <a:gd name="T45" fmla="*/ 0 h 2"/>
              <a:gd name="T46" fmla="*/ 0 w 2"/>
              <a:gd name="T47" fmla="*/ 0 h 2"/>
              <a:gd name="T48" fmla="*/ 0 w 2"/>
              <a:gd name="T49" fmla="*/ 3175 h 2"/>
              <a:gd name="T50" fmla="*/ 3175 w 2"/>
              <a:gd name="T51" fmla="*/ 3175 h 2"/>
              <a:gd name="T52" fmla="*/ 3175 w 2"/>
              <a:gd name="T53" fmla="*/ 0 h 2"/>
              <a:gd name="T54" fmla="*/ 3175 w 2"/>
              <a:gd name="T55" fmla="*/ 0 h 2"/>
              <a:gd name="T56" fmla="*/ 0 w 2"/>
              <a:gd name="T57" fmla="*/ 0 h 2"/>
              <a:gd name="T58" fmla="*/ 0 w 2"/>
              <a:gd name="T59" fmla="*/ 0 h 2"/>
              <a:gd name="T60" fmla="*/ 0 w 2"/>
              <a:gd name="T61" fmla="*/ 3175 h 2"/>
              <a:gd name="T62" fmla="*/ 0 w 2"/>
              <a:gd name="T63" fmla="*/ 3175 h 2"/>
              <a:gd name="T64" fmla="*/ 3175 w 2"/>
              <a:gd name="T65" fmla="*/ 3175 h 2"/>
              <a:gd name="T66" fmla="*/ 3175 w 2"/>
              <a:gd name="T67" fmla="*/ 3175 h 2"/>
              <a:gd name="T68" fmla="*/ 0 w 2"/>
              <a:gd name="T69" fmla="*/ 3175 h 2"/>
              <a:gd name="T70" fmla="*/ 0 w 2"/>
              <a:gd name="T71" fmla="*/ 3175 h 2"/>
              <a:gd name="T72" fmla="*/ 0 w 2"/>
              <a:gd name="T73" fmla="*/ 3175 h 2"/>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0" t="0" r="r" b="b"/>
            <a:pathLst>
              <a:path w="2" h="2">
                <a:moveTo>
                  <a:pt x="0" y="2"/>
                </a:moveTo>
                <a:lnTo>
                  <a:pt x="0" y="2"/>
                </a:lnTo>
                <a:lnTo>
                  <a:pt x="2" y="2"/>
                </a:lnTo>
                <a:lnTo>
                  <a:pt x="2" y="0"/>
                </a:lnTo>
                <a:lnTo>
                  <a:pt x="0" y="0"/>
                </a:lnTo>
                <a:lnTo>
                  <a:pt x="2" y="0"/>
                </a:lnTo>
                <a:lnTo>
                  <a:pt x="0" y="0"/>
                </a:lnTo>
                <a:lnTo>
                  <a:pt x="0" y="2"/>
                </a:lnTo>
                <a:lnTo>
                  <a:pt x="0" y="0"/>
                </a:lnTo>
                <a:lnTo>
                  <a:pt x="0" y="2"/>
                </a:lnTo>
                <a:lnTo>
                  <a:pt x="2" y="2"/>
                </a:lnTo>
                <a:lnTo>
                  <a:pt x="2" y="0"/>
                </a:lnTo>
                <a:lnTo>
                  <a:pt x="0" y="0"/>
                </a:lnTo>
                <a:lnTo>
                  <a:pt x="0" y="2"/>
                </a:lnTo>
                <a:lnTo>
                  <a:pt x="2" y="2"/>
                </a:lnTo>
                <a:lnTo>
                  <a:pt x="0" y="2"/>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en-US" sz="1600"/>
          </a:p>
        </p:txBody>
      </p:sp>
      <p:sp>
        <p:nvSpPr>
          <p:cNvPr id="55" name="Rectangle 1335"/>
          <p:cNvSpPr>
            <a:spLocks noChangeArrowheads="1"/>
          </p:cNvSpPr>
          <p:nvPr/>
        </p:nvSpPr>
        <p:spPr bwMode="auto">
          <a:xfrm>
            <a:off x="624419" y="508000"/>
            <a:ext cx="2116" cy="158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spcBef>
                <a:spcPct val="50000"/>
              </a:spcBef>
              <a:buFontTx/>
              <a:buChar char="•"/>
            </a:pPr>
            <a:endParaRPr lang="en-US" sz="1300" b="0"/>
          </a:p>
        </p:txBody>
      </p:sp>
      <p:sp>
        <p:nvSpPr>
          <p:cNvPr id="56" name="Rectangle 1336"/>
          <p:cNvSpPr>
            <a:spLocks noChangeArrowheads="1"/>
          </p:cNvSpPr>
          <p:nvPr/>
        </p:nvSpPr>
        <p:spPr bwMode="auto">
          <a:xfrm>
            <a:off x="632887" y="495300"/>
            <a:ext cx="2116" cy="158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spcBef>
                <a:spcPct val="50000"/>
              </a:spcBef>
              <a:buFontTx/>
              <a:buChar char="•"/>
            </a:pPr>
            <a:endParaRPr lang="en-US" sz="1300" b="0"/>
          </a:p>
        </p:txBody>
      </p:sp>
      <p:sp>
        <p:nvSpPr>
          <p:cNvPr id="57" name="Rectangle 1337"/>
          <p:cNvSpPr>
            <a:spLocks noChangeArrowheads="1"/>
          </p:cNvSpPr>
          <p:nvPr/>
        </p:nvSpPr>
        <p:spPr bwMode="auto">
          <a:xfrm>
            <a:off x="632887" y="495300"/>
            <a:ext cx="2116" cy="158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spcBef>
                <a:spcPct val="50000"/>
              </a:spcBef>
              <a:buFontTx/>
              <a:buChar char="•"/>
            </a:pPr>
            <a:endParaRPr lang="en-US" sz="1300" b="0"/>
          </a:p>
        </p:txBody>
      </p:sp>
      <p:sp>
        <p:nvSpPr>
          <p:cNvPr id="58" name="Rectangle 1340"/>
          <p:cNvSpPr>
            <a:spLocks noChangeArrowheads="1"/>
          </p:cNvSpPr>
          <p:nvPr/>
        </p:nvSpPr>
        <p:spPr bwMode="auto">
          <a:xfrm>
            <a:off x="624419" y="508000"/>
            <a:ext cx="2116" cy="158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spcBef>
                <a:spcPct val="50000"/>
              </a:spcBef>
              <a:buFontTx/>
              <a:buChar char="•"/>
            </a:pPr>
            <a:endParaRPr lang="en-US" sz="1300" b="0"/>
          </a:p>
        </p:txBody>
      </p:sp>
      <p:sp>
        <p:nvSpPr>
          <p:cNvPr id="59" name="Rectangle 1341"/>
          <p:cNvSpPr>
            <a:spLocks noChangeArrowheads="1"/>
          </p:cNvSpPr>
          <p:nvPr/>
        </p:nvSpPr>
        <p:spPr bwMode="auto">
          <a:xfrm>
            <a:off x="624419" y="508000"/>
            <a:ext cx="2116" cy="158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spcBef>
                <a:spcPct val="50000"/>
              </a:spcBef>
              <a:buFontTx/>
              <a:buChar char="•"/>
            </a:pPr>
            <a:endParaRPr lang="en-US" sz="1300" b="0"/>
          </a:p>
        </p:txBody>
      </p:sp>
      <p:sp>
        <p:nvSpPr>
          <p:cNvPr id="60" name="Rectangle 1342"/>
          <p:cNvSpPr>
            <a:spLocks noChangeArrowheads="1"/>
          </p:cNvSpPr>
          <p:nvPr/>
        </p:nvSpPr>
        <p:spPr bwMode="auto">
          <a:xfrm>
            <a:off x="624419" y="508000"/>
            <a:ext cx="2116" cy="158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spcBef>
                <a:spcPct val="50000"/>
              </a:spcBef>
              <a:buFontTx/>
              <a:buChar char="•"/>
            </a:pPr>
            <a:endParaRPr lang="en-US" sz="1300" b="0"/>
          </a:p>
        </p:txBody>
      </p:sp>
      <p:sp>
        <p:nvSpPr>
          <p:cNvPr id="61" name="Rectangle 1343"/>
          <p:cNvSpPr>
            <a:spLocks noChangeArrowheads="1"/>
          </p:cNvSpPr>
          <p:nvPr/>
        </p:nvSpPr>
        <p:spPr bwMode="auto">
          <a:xfrm>
            <a:off x="624419" y="508000"/>
            <a:ext cx="2116" cy="158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spcBef>
                <a:spcPct val="50000"/>
              </a:spcBef>
              <a:buFontTx/>
              <a:buChar char="•"/>
            </a:pPr>
            <a:endParaRPr lang="en-US" sz="1300" b="0"/>
          </a:p>
        </p:txBody>
      </p:sp>
      <p:sp>
        <p:nvSpPr>
          <p:cNvPr id="62" name="Rectangle 1344"/>
          <p:cNvSpPr>
            <a:spLocks noChangeArrowheads="1"/>
          </p:cNvSpPr>
          <p:nvPr/>
        </p:nvSpPr>
        <p:spPr bwMode="auto">
          <a:xfrm>
            <a:off x="620187" y="485780"/>
            <a:ext cx="2116" cy="317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spcBef>
                <a:spcPct val="50000"/>
              </a:spcBef>
              <a:buFontTx/>
              <a:buChar char="•"/>
            </a:pPr>
            <a:endParaRPr lang="en-US" sz="1300" b="0"/>
          </a:p>
        </p:txBody>
      </p:sp>
      <p:sp>
        <p:nvSpPr>
          <p:cNvPr id="324" name="Title 323"/>
          <p:cNvSpPr>
            <a:spLocks noGrp="1"/>
          </p:cNvSpPr>
          <p:nvPr>
            <p:ph type="title"/>
          </p:nvPr>
        </p:nvSpPr>
        <p:spPr>
          <a:xfrm>
            <a:off x="457868" y="301632"/>
            <a:ext cx="11252869" cy="1031875"/>
          </a:xfrm>
        </p:spPr>
        <p:txBody>
          <a:bodyPr/>
          <a:lstStyle>
            <a:lvl1pPr>
              <a:defRPr b="0" i="0" cap="none" baseline="0">
                <a:solidFill>
                  <a:srgbClr val="021F43"/>
                </a:solidFill>
                <a:latin typeface="+mn-lt"/>
                <a:cs typeface="Andes ExtraLight"/>
              </a:defRPr>
            </a:lvl1pPr>
          </a:lstStyle>
          <a:p>
            <a:r>
              <a:rPr lang="en-US"/>
              <a:t>Click to edit Master title style</a:t>
            </a:r>
          </a:p>
        </p:txBody>
      </p:sp>
      <p:sp>
        <p:nvSpPr>
          <p:cNvPr id="331" name="Content Placeholder 330"/>
          <p:cNvSpPr>
            <a:spLocks noGrp="1"/>
          </p:cNvSpPr>
          <p:nvPr>
            <p:ph sz="quarter" idx="10"/>
          </p:nvPr>
        </p:nvSpPr>
        <p:spPr>
          <a:xfrm>
            <a:off x="457871" y="1460504"/>
            <a:ext cx="11253740" cy="4600863"/>
          </a:xfrm>
        </p:spPr>
        <p:txBody>
          <a:bodyPr>
            <a:normAutofit/>
          </a:bodyPr>
          <a:lstStyle>
            <a:lvl1pPr>
              <a:lnSpc>
                <a:spcPct val="130000"/>
              </a:lnSpc>
              <a:spcBef>
                <a:spcPts val="1200"/>
              </a:spcBef>
              <a:defRPr>
                <a:solidFill>
                  <a:srgbClr val="7F7F7F"/>
                </a:solidFill>
              </a:defRPr>
            </a:lvl1pPr>
            <a:lvl2pPr>
              <a:lnSpc>
                <a:spcPct val="130000"/>
              </a:lnSpc>
              <a:spcBef>
                <a:spcPts val="1200"/>
              </a:spcBef>
              <a:buClr>
                <a:schemeClr val="tx2">
                  <a:lumMod val="50000"/>
                  <a:lumOff val="50000"/>
                </a:schemeClr>
              </a:buClr>
              <a:defRPr>
                <a:solidFill>
                  <a:srgbClr val="7F7F7F"/>
                </a:solidFill>
              </a:defRPr>
            </a:lvl2pPr>
            <a:lvl3pPr marL="557770">
              <a:lnSpc>
                <a:spcPct val="130000"/>
              </a:lnSpc>
              <a:spcBef>
                <a:spcPts val="0"/>
              </a:spcBef>
              <a:buClr>
                <a:schemeClr val="tx2">
                  <a:lumMod val="50000"/>
                  <a:lumOff val="50000"/>
                </a:schemeClr>
              </a:buClr>
              <a:defRPr>
                <a:solidFill>
                  <a:srgbClr val="7F7F7F"/>
                </a:solidFill>
              </a:defRPr>
            </a:lvl3pPr>
            <a:lvl4pPr>
              <a:lnSpc>
                <a:spcPct val="130000"/>
              </a:lnSpc>
              <a:spcBef>
                <a:spcPts val="0"/>
              </a:spcBef>
              <a:buClr>
                <a:schemeClr val="tx2">
                  <a:lumMod val="50000"/>
                  <a:lumOff val="50000"/>
                </a:schemeClr>
              </a:buClr>
              <a:defRPr>
                <a:solidFill>
                  <a:srgbClr val="7F7F7F"/>
                </a:solidFill>
              </a:defRPr>
            </a:lvl4pPr>
            <a:lvl5pPr>
              <a:lnSpc>
                <a:spcPct val="130000"/>
              </a:lnSpc>
              <a:spcBef>
                <a:spcPts val="0"/>
              </a:spcBef>
              <a:buClr>
                <a:schemeClr val="tx2">
                  <a:lumMod val="50000"/>
                  <a:lumOff val="50000"/>
                </a:schemeClr>
              </a:buClr>
              <a:defRPr>
                <a:solidFill>
                  <a:srgbClr val="7F7F7F"/>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3" name="Footer Placeholder 6"/>
          <p:cNvSpPr>
            <a:spLocks noGrp="1"/>
          </p:cNvSpPr>
          <p:nvPr>
            <p:ph type="ftr" sz="quarter" idx="11"/>
          </p:nvPr>
        </p:nvSpPr>
        <p:spPr/>
        <p:txBody>
          <a:bodyPr/>
          <a:lstStyle>
            <a:lvl1pPr>
              <a:defRPr dirty="0"/>
            </a:lvl1pPr>
          </a:lstStyle>
          <a:p>
            <a:pPr>
              <a:defRPr/>
            </a:pPr>
            <a:r>
              <a:rPr lang="en-US"/>
              <a:t>Footer</a:t>
            </a:r>
          </a:p>
        </p:txBody>
      </p:sp>
      <p:sp>
        <p:nvSpPr>
          <p:cNvPr id="64" name="Slide Number Placeholder 7"/>
          <p:cNvSpPr>
            <a:spLocks noGrp="1"/>
          </p:cNvSpPr>
          <p:nvPr>
            <p:ph type="sldNum" sz="quarter" idx="12"/>
          </p:nvPr>
        </p:nvSpPr>
        <p:spPr/>
        <p:txBody>
          <a:bodyPr/>
          <a:lstStyle>
            <a:lvl1pPr>
              <a:defRPr smtClean="0"/>
            </a:lvl1pPr>
          </a:lstStyle>
          <a:p>
            <a:pPr>
              <a:defRPr/>
            </a:pPr>
            <a:fld id="{61903BDA-C71E-4227-8D99-52DC2D06BE02}" type="slidenum">
              <a:rPr lang="en-US"/>
              <a:pPr>
                <a:defRPr/>
              </a:pPr>
              <a:t>‹#›</a:t>
            </a:fld>
            <a:endParaRPr lang="en-US"/>
          </a:p>
        </p:txBody>
      </p:sp>
    </p:spTree>
    <p:extLst>
      <p:ext uri="{BB962C8B-B14F-4D97-AF65-F5344CB8AC3E}">
        <p14:creationId xmlns:p14="http://schemas.microsoft.com/office/powerpoint/2010/main" val="268185543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Section Divider">
    <p:spTree>
      <p:nvGrpSpPr>
        <p:cNvPr id="1" name=""/>
        <p:cNvGrpSpPr/>
        <p:nvPr/>
      </p:nvGrpSpPr>
      <p:grpSpPr>
        <a:xfrm>
          <a:off x="0" y="0"/>
          <a:ext cx="0" cy="0"/>
          <a:chOff x="0" y="0"/>
          <a:chExt cx="0" cy="0"/>
        </a:xfrm>
      </p:grpSpPr>
      <p:sp>
        <p:nvSpPr>
          <p:cNvPr id="13" name="Section Divider Title"/>
          <p:cNvSpPr>
            <a:spLocks noGrp="1"/>
          </p:cNvSpPr>
          <p:nvPr>
            <p:ph type="title" hasCustomPrompt="1"/>
            <p:custDataLst>
              <p:tags r:id="rId1"/>
            </p:custDataLst>
          </p:nvPr>
        </p:nvSpPr>
        <p:spPr>
          <a:xfrm>
            <a:off x="641455" y="886235"/>
            <a:ext cx="3504394" cy="1303525"/>
          </a:xfrm>
        </p:spPr>
        <p:txBody>
          <a:bodyPr wrap="square" tIns="0" bIns="0" anchor="t">
            <a:spAutoFit/>
          </a:bodyPr>
          <a:lstStyle>
            <a:lvl1pPr algn="l">
              <a:defRPr sz="2824" b="1" i="1" cap="none">
                <a:solidFill>
                  <a:schemeClr val="tx2"/>
                </a:solidFill>
              </a:defRPr>
            </a:lvl1pPr>
          </a:lstStyle>
          <a:p>
            <a:r>
              <a:rPr lang="en-GB" noProof="0"/>
              <a:t>Click to add Section Divider Title</a:t>
            </a:r>
          </a:p>
        </p:txBody>
      </p:sp>
      <p:sp>
        <p:nvSpPr>
          <p:cNvPr id="25" name="DividerTOCPlaceholder"/>
          <p:cNvSpPr txBox="1"/>
          <p:nvPr userDrawn="1">
            <p:custDataLst>
              <p:tags r:id="rId2"/>
            </p:custDataLst>
          </p:nvPr>
        </p:nvSpPr>
        <p:spPr>
          <a:xfrm>
            <a:off x="4350545" y="908471"/>
            <a:ext cx="7204364" cy="5209941"/>
          </a:xfrm>
          <a:prstGeom prst="rect">
            <a:avLst/>
          </a:prstGeom>
          <a:noFill/>
          <a:ln>
            <a:noFill/>
          </a:ln>
        </p:spPr>
        <p:txBody>
          <a:bodyPr wrap="square" lIns="0" tIns="0" rIns="0" bIns="0" rtlCol="0">
            <a:noAutofit/>
          </a:bodyPr>
          <a:lstStyle/>
          <a:p>
            <a:endParaRPr lang="en-GB" sz="1588" noProof="1">
              <a:solidFill>
                <a:schemeClr val="tx1"/>
              </a:solidFill>
              <a:latin typeface="Georgia" pitchFamily="18" charset="0"/>
              <a:cs typeface="Arial" pitchFamily="34" charset="0"/>
            </a:endParaRPr>
          </a:p>
        </p:txBody>
      </p:sp>
      <p:sp>
        <p:nvSpPr>
          <p:cNvPr id="23" name="Page Number"/>
          <p:cNvSpPr txBox="1"/>
          <p:nvPr userDrawn="1">
            <p:custDataLst>
              <p:tags r:id="rId3"/>
            </p:custDataLst>
          </p:nvPr>
        </p:nvSpPr>
        <p:spPr>
          <a:xfrm>
            <a:off x="11172306" y="6454588"/>
            <a:ext cx="387927" cy="137160"/>
          </a:xfrm>
          <a:prstGeom prst="rect">
            <a:avLst/>
          </a:prstGeom>
          <a:noFill/>
        </p:spPr>
        <p:txBody>
          <a:bodyPr wrap="none" lIns="0" tIns="0" rIns="0" bIns="0" rtlCol="0">
            <a:noAutofit/>
          </a:bodyPr>
          <a:lstStyle/>
          <a:p>
            <a:pPr algn="r">
              <a:lnSpc>
                <a:spcPts val="882"/>
              </a:lnSpc>
            </a:pPr>
            <a:endParaRPr lang="en-GB" sz="971" noProof="1"/>
          </a:p>
        </p:txBody>
      </p:sp>
      <p:sp>
        <p:nvSpPr>
          <p:cNvPr id="24" name="HeaderTOCPlaceholder"/>
          <p:cNvSpPr txBox="1"/>
          <p:nvPr userDrawn="1">
            <p:custDataLst>
              <p:tags r:id="rId4"/>
            </p:custDataLst>
          </p:nvPr>
        </p:nvSpPr>
        <p:spPr>
          <a:xfrm>
            <a:off x="4341090" y="621255"/>
            <a:ext cx="7204364" cy="122213"/>
          </a:xfrm>
          <a:prstGeom prst="rect">
            <a:avLst/>
          </a:prstGeom>
          <a:noFill/>
          <a:ln>
            <a:noFill/>
          </a:ln>
        </p:spPr>
        <p:txBody>
          <a:bodyPr wrap="square" lIns="0" tIns="0" rIns="0" bIns="0" rtlCol="0">
            <a:spAutoFit/>
          </a:bodyPr>
          <a:lstStyle/>
          <a:p>
            <a:endParaRPr lang="en-GB" sz="794" noProof="1">
              <a:solidFill>
                <a:schemeClr val="tx1"/>
              </a:solidFill>
              <a:latin typeface="+mn-lt"/>
              <a:cs typeface="Arial" pitchFamily="34" charset="0"/>
            </a:endParaRPr>
          </a:p>
        </p:txBody>
      </p:sp>
      <p:cxnSp>
        <p:nvCxnSpPr>
          <p:cNvPr id="28" name="Straight Connector 27"/>
          <p:cNvCxnSpPr/>
          <p:nvPr userDrawn="1"/>
        </p:nvCxnSpPr>
        <p:spPr>
          <a:xfrm>
            <a:off x="642851" y="6252882"/>
            <a:ext cx="10906299" cy="0"/>
          </a:xfrm>
          <a:prstGeom prst="line">
            <a:avLst/>
          </a:prstGeom>
          <a:ln w="9525">
            <a:solidFill>
              <a:schemeClr val="accent1"/>
            </a:solidFill>
          </a:ln>
        </p:spPr>
        <p:style>
          <a:lnRef idx="1">
            <a:schemeClr val="accent1"/>
          </a:lnRef>
          <a:fillRef idx="0">
            <a:schemeClr val="accent1"/>
          </a:fillRef>
          <a:effectRef idx="0">
            <a:schemeClr val="accent1"/>
          </a:effectRef>
          <a:fontRef idx="minor">
            <a:schemeClr val="tx1"/>
          </a:fontRef>
        </p:style>
      </p:cxnSp>
      <p:sp>
        <p:nvSpPr>
          <p:cNvPr id="17" name="Section Footer"/>
          <p:cNvSpPr txBox="1"/>
          <p:nvPr userDrawn="1">
            <p:custDataLst>
              <p:tags r:id="rId5"/>
            </p:custDataLst>
          </p:nvPr>
        </p:nvSpPr>
        <p:spPr>
          <a:xfrm>
            <a:off x="642851" y="6290233"/>
            <a:ext cx="3513513" cy="149400"/>
          </a:xfrm>
          <a:prstGeom prst="rect">
            <a:avLst/>
          </a:prstGeom>
          <a:noFill/>
          <a:ln>
            <a:noFill/>
          </a:ln>
        </p:spPr>
        <p:txBody>
          <a:bodyPr wrap="square" lIns="0" tIns="0" rIns="0" bIns="0" rtlCol="0" anchor="b" anchorCtr="0">
            <a:spAutoFit/>
          </a:bodyPr>
          <a:lstStyle/>
          <a:p>
            <a:endParaRPr lang="en-GB" sz="971" noProof="1">
              <a:solidFill>
                <a:schemeClr val="tx1"/>
              </a:solidFill>
            </a:endParaRPr>
          </a:p>
        </p:txBody>
      </p:sp>
      <p:sp>
        <p:nvSpPr>
          <p:cNvPr id="29" name="Section Header"/>
          <p:cNvSpPr txBox="1"/>
          <p:nvPr userDrawn="1">
            <p:custDataLst>
              <p:tags r:id="rId6"/>
            </p:custDataLst>
          </p:nvPr>
        </p:nvSpPr>
        <p:spPr>
          <a:xfrm>
            <a:off x="642850" y="621254"/>
            <a:ext cx="3678035" cy="121024"/>
          </a:xfrm>
          <a:prstGeom prst="rect">
            <a:avLst/>
          </a:prstGeom>
          <a:noFill/>
        </p:spPr>
        <p:txBody>
          <a:bodyPr wrap="square" lIns="0" tIns="0" rIns="0" bIns="0" rtlCol="0" anchor="b" anchorCtr="0">
            <a:noAutofit/>
          </a:bodyPr>
          <a:lstStyle/>
          <a:p>
            <a:endParaRPr lang="en-GB" sz="794" noProof="1">
              <a:solidFill>
                <a:schemeClr val="tx1"/>
              </a:solidFill>
            </a:endParaRPr>
          </a:p>
        </p:txBody>
      </p:sp>
      <p:sp>
        <p:nvSpPr>
          <p:cNvPr id="21" name="Draft stamp" hidden="1"/>
          <p:cNvSpPr txBox="1"/>
          <p:nvPr userDrawn="1">
            <p:custDataLst>
              <p:tags r:id="rId7"/>
            </p:custDataLst>
          </p:nvPr>
        </p:nvSpPr>
        <p:spPr>
          <a:xfrm>
            <a:off x="4344786" y="6442386"/>
            <a:ext cx="2582487" cy="149400"/>
          </a:xfrm>
          <a:prstGeom prst="rect">
            <a:avLst/>
          </a:prstGeom>
          <a:noFill/>
          <a:ln>
            <a:noFill/>
          </a:ln>
        </p:spPr>
        <p:txBody>
          <a:bodyPr wrap="square" lIns="0" tIns="0" rIns="0" bIns="0" rtlCol="0">
            <a:spAutoFit/>
          </a:bodyPr>
          <a:lstStyle/>
          <a:p>
            <a:pPr algn="l"/>
            <a:r>
              <a:rPr lang="en-GB" sz="971" noProof="1"/>
              <a:t>Final</a:t>
            </a:r>
          </a:p>
        </p:txBody>
      </p:sp>
      <p:sp>
        <p:nvSpPr>
          <p:cNvPr id="14" name="Date/Filepath" hidden="1"/>
          <p:cNvSpPr txBox="1"/>
          <p:nvPr userDrawn="1">
            <p:custDataLst>
              <p:tags r:id="rId8"/>
            </p:custDataLst>
          </p:nvPr>
        </p:nvSpPr>
        <p:spPr>
          <a:xfrm>
            <a:off x="3999350" y="145213"/>
            <a:ext cx="7536873" cy="244426"/>
          </a:xfrm>
          <a:prstGeom prst="rect">
            <a:avLst/>
          </a:prstGeom>
          <a:noFill/>
        </p:spPr>
        <p:txBody>
          <a:bodyPr wrap="square" lIns="0" tIns="0" rIns="0" bIns="0" rtlCol="0" anchor="b" anchorCtr="0">
            <a:spAutoFit/>
          </a:bodyPr>
          <a:lstStyle/>
          <a:p>
            <a:pPr algn="r"/>
            <a:r>
              <a:rPr lang="en-GB" sz="794" noProof="1"/>
              <a:t>04/09/2018 C:\PwC Works\1. RUMSL\Agar-Shajapur-Neemuch Solar Park\Conference 4th Sep\RUMSL Solar Parks - Railway Transaction under Optimum Scheduling R06.pptx</a:t>
            </a:r>
          </a:p>
        </p:txBody>
      </p:sp>
      <p:sp>
        <p:nvSpPr>
          <p:cNvPr id="11" name="Slide Tags" hidden="1"/>
          <p:cNvSpPr txBox="1"/>
          <p:nvPr userDrawn="1">
            <p:custDataLst>
              <p:tags r:id="rId9"/>
            </p:custDataLst>
          </p:nvPr>
        </p:nvSpPr>
        <p:spPr>
          <a:xfrm>
            <a:off x="0" y="201706"/>
            <a:ext cx="1939636" cy="336695"/>
          </a:xfrm>
          <a:prstGeom prst="rect">
            <a:avLst/>
          </a:prstGeom>
          <a:noFill/>
        </p:spPr>
        <p:txBody>
          <a:bodyPr wrap="square" rtlCol="0">
            <a:spAutoFit/>
          </a:bodyPr>
          <a:lstStyle/>
          <a:p>
            <a:r>
              <a:rPr lang="en-GB" sz="1588" noProof="1"/>
              <a:t>Slide Tags</a:t>
            </a:r>
          </a:p>
        </p:txBody>
      </p:sp>
      <p:cxnSp>
        <p:nvCxnSpPr>
          <p:cNvPr id="20" name="Frame Line"/>
          <p:cNvCxnSpPr/>
          <p:nvPr userDrawn="1"/>
        </p:nvCxnSpPr>
        <p:spPr>
          <a:xfrm flipV="1">
            <a:off x="461818" y="823408"/>
            <a:ext cx="11083639" cy="127059"/>
          </a:xfrm>
          <a:prstGeom prst="bentConnector3">
            <a:avLst>
              <a:gd name="adj1" fmla="val 0"/>
            </a:avLst>
          </a:prstGeom>
          <a:ln w="9525">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6661443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2_Title &amp; subtitle">
    <p:spTree>
      <p:nvGrpSpPr>
        <p:cNvPr id="1" name=""/>
        <p:cNvGrpSpPr/>
        <p:nvPr/>
      </p:nvGrpSpPr>
      <p:grpSpPr>
        <a:xfrm>
          <a:off x="0" y="0"/>
          <a:ext cx="0" cy="0"/>
          <a:chOff x="0" y="0"/>
          <a:chExt cx="0" cy="0"/>
        </a:xfrm>
      </p:grpSpPr>
      <p:sp>
        <p:nvSpPr>
          <p:cNvPr id="10" name="Text Placeholder 8"/>
          <p:cNvSpPr>
            <a:spLocks noGrp="1"/>
          </p:cNvSpPr>
          <p:nvPr>
            <p:ph type="body" sz="quarter" idx="13" hasCustomPrompt="1"/>
          </p:nvPr>
        </p:nvSpPr>
        <p:spPr>
          <a:xfrm>
            <a:off x="528000" y="901915"/>
            <a:ext cx="11136000" cy="436410"/>
          </a:xfrm>
          <a:prstGeom prst="rect">
            <a:avLst/>
          </a:prstGeom>
        </p:spPr>
        <p:txBody>
          <a:bodyPr lIns="0" tIns="0" rIns="0" bIns="0">
            <a:noAutofit/>
          </a:bodyPr>
          <a:lstStyle>
            <a:lvl1pPr marL="0" indent="0">
              <a:buNone/>
              <a:defRPr sz="1632" b="0">
                <a:solidFill>
                  <a:srgbClr val="575757"/>
                </a:solidFill>
              </a:defRPr>
            </a:lvl1pPr>
          </a:lstStyle>
          <a:p>
            <a:pPr lvl="0"/>
            <a:r>
              <a:rPr lang="en-US"/>
              <a:t>Click to add subtitle</a:t>
            </a:r>
          </a:p>
        </p:txBody>
      </p:sp>
      <p:sp>
        <p:nvSpPr>
          <p:cNvPr id="11" name="Title Placeholder 1"/>
          <p:cNvSpPr>
            <a:spLocks noGrp="1"/>
          </p:cNvSpPr>
          <p:nvPr>
            <p:ph type="title" hasCustomPrompt="1"/>
          </p:nvPr>
        </p:nvSpPr>
        <p:spPr>
          <a:xfrm>
            <a:off x="528000" y="295684"/>
            <a:ext cx="11136000" cy="469492"/>
          </a:xfrm>
          <a:prstGeom prst="rect">
            <a:avLst/>
          </a:prstGeom>
        </p:spPr>
        <p:txBody>
          <a:bodyPr vert="horz" lIns="0" tIns="0" rIns="0" bIns="0" rtlCol="0" anchor="t" anchorCtr="0">
            <a:noAutofit/>
          </a:bodyPr>
          <a:lstStyle>
            <a:lvl1pPr>
              <a:defRPr/>
            </a:lvl1pPr>
          </a:lstStyle>
          <a:p>
            <a:r>
              <a:rPr lang="en-US"/>
              <a:t>Click to add title</a:t>
            </a:r>
          </a:p>
        </p:txBody>
      </p:sp>
    </p:spTree>
    <p:extLst>
      <p:ext uri="{BB962C8B-B14F-4D97-AF65-F5344CB8AC3E}">
        <p14:creationId xmlns:p14="http://schemas.microsoft.com/office/powerpoint/2010/main" val="3575812946"/>
      </p:ext>
    </p:extLst>
  </p:cSld>
  <p:clrMapOvr>
    <a:masterClrMapping/>
  </p:clrMapOvr>
  <p:transition>
    <p:fad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1.emf"/><Relationship Id="rId2" Type="http://schemas.openxmlformats.org/officeDocument/2006/relationships/slideLayout" Target="../slideLayouts/slideLayout2.xml"/><Relationship Id="rId16" Type="http://schemas.openxmlformats.org/officeDocument/2006/relationships/oleObject" Target="../embeddings/oleObject1.bin"/><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ags" Target="../tags/tag3.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ags" Target="../tags/tag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p:custDataLst>
              <p:tags r:id="rId14"/>
            </p:custDataLst>
            <p:extLst>
              <p:ext uri="{D42A27DB-BD31-4B8C-83A1-F6EECF244321}">
                <p14:modId xmlns:p14="http://schemas.microsoft.com/office/powerpoint/2010/main" val="1644318490"/>
              </p:ext>
            </p:extLst>
          </p:nvPr>
        </p:nvGraphicFramePr>
        <p:xfrm>
          <a:off x="2121" y="1592"/>
          <a:ext cx="2117" cy="1587"/>
        </p:xfrm>
        <a:graphic>
          <a:graphicData uri="http://schemas.openxmlformats.org/presentationml/2006/ole">
            <mc:AlternateContent xmlns:mc="http://schemas.openxmlformats.org/markup-compatibility/2006">
              <mc:Choice xmlns:v="urn:schemas-microsoft-com:vml" Requires="v">
                <p:oleObj name="think-cell Slide" r:id="rId16" imgW="270" imgH="270" progId="TCLayout.ActiveDocument.1">
                  <p:embed/>
                </p:oleObj>
              </mc:Choice>
              <mc:Fallback>
                <p:oleObj name="think-cell Slide" r:id="rId16" imgW="270" imgH="270" progId="TCLayout.ActiveDocument.1">
                  <p:embed/>
                  <p:pic>
                    <p:nvPicPr>
                      <p:cNvPr id="4" name="Object 3" hidden="1"/>
                      <p:cNvPicPr/>
                      <p:nvPr/>
                    </p:nvPicPr>
                    <p:blipFill>
                      <a:blip r:embed="rId17"/>
                      <a:stretch>
                        <a:fillRect/>
                      </a:stretch>
                    </p:blipFill>
                    <p:spPr>
                      <a:xfrm>
                        <a:off x="2121" y="1592"/>
                        <a:ext cx="2117" cy="1587"/>
                      </a:xfrm>
                      <a:prstGeom prst="rect">
                        <a:avLst/>
                      </a:prstGeom>
                    </p:spPr>
                  </p:pic>
                </p:oleObj>
              </mc:Fallback>
            </mc:AlternateContent>
          </a:graphicData>
        </a:graphic>
      </p:graphicFrame>
      <p:sp>
        <p:nvSpPr>
          <p:cNvPr id="5" name="Rectangle 4" hidden="1"/>
          <p:cNvSpPr/>
          <p:nvPr userDrawn="1">
            <p:custDataLst>
              <p:tags r:id="rId15"/>
            </p:custDataLst>
          </p:nvPr>
        </p:nvSpPr>
        <p:spPr bwMode="gray">
          <a:xfrm>
            <a:off x="0" y="0"/>
            <a:ext cx="140074" cy="140074"/>
          </a:xfrm>
          <a:prstGeom prst="rect">
            <a:avLst/>
          </a:prstGeom>
          <a:solidFill>
            <a:schemeClr val="accent3"/>
          </a:solidFill>
          <a:ln w="19050" algn="ctr">
            <a:noFill/>
            <a:miter lim="800000"/>
            <a:headEnd/>
            <a:tailEnd/>
          </a:ln>
        </p:spPr>
        <p:txBody>
          <a:bodyPr wrap="none" lIns="0" tIns="0" rIns="0" bIns="0" numCol="1" spcCol="0" rtlCol="0" anchor="ctr" anchorCtr="0">
            <a:noAutofit/>
          </a:bodyPr>
          <a:lstStyle/>
          <a:p>
            <a:pPr marL="0" lvl="0" indent="0" algn="ctr" eaLnBrk="1">
              <a:lnSpc>
                <a:spcPct val="106000"/>
              </a:lnSpc>
              <a:buFont typeface="Wingdings 2" pitchFamily="18" charset="2"/>
              <a:buNone/>
            </a:pPr>
            <a:endParaRPr lang="en-US" sz="2667" b="0" i="0" baseline="0">
              <a:solidFill>
                <a:schemeClr val="bg1"/>
              </a:solidFill>
              <a:latin typeface="Verdana" panose="020B0604030504040204" pitchFamily="34" charset="0"/>
              <a:ea typeface="+mj-ea"/>
              <a:cs typeface="+mj-cs"/>
              <a:sym typeface="Verdana" panose="020B0604030504040204" pitchFamily="34" charset="0"/>
            </a:endParaRPr>
          </a:p>
        </p:txBody>
      </p:sp>
      <p:sp>
        <p:nvSpPr>
          <p:cNvPr id="2" name="Title Placeholder 1"/>
          <p:cNvSpPr>
            <a:spLocks noGrp="1"/>
          </p:cNvSpPr>
          <p:nvPr>
            <p:ph type="title"/>
          </p:nvPr>
        </p:nvSpPr>
        <p:spPr bwMode="gray">
          <a:xfrm>
            <a:off x="501653" y="317505"/>
            <a:ext cx="11188700" cy="692150"/>
          </a:xfrm>
          <a:prstGeom prst="rect">
            <a:avLst/>
          </a:prstGeom>
        </p:spPr>
        <p:txBody>
          <a:bodyPr vert="horz" lIns="0" tIns="0" rIns="0" bIns="0" rtlCol="0" anchor="ctr" anchorCtr="0">
            <a:noAutofit/>
          </a:bodyPr>
          <a:lstStyle/>
          <a:p>
            <a:r>
              <a:rPr lang="en-US" noProof="0"/>
              <a:t>Click to edit Master title style</a:t>
            </a:r>
          </a:p>
        </p:txBody>
      </p:sp>
      <p:sp>
        <p:nvSpPr>
          <p:cNvPr id="18" name="TextBox 17"/>
          <p:cNvSpPr txBox="1"/>
          <p:nvPr userDrawn="1"/>
        </p:nvSpPr>
        <p:spPr>
          <a:xfrm>
            <a:off x="501652" y="6629408"/>
            <a:ext cx="5355169" cy="201260"/>
          </a:xfrm>
          <a:prstGeom prst="rect">
            <a:avLst/>
          </a:prstGeom>
          <a:noFill/>
        </p:spPr>
        <p:txBody>
          <a:bodyPr wrap="square" lIns="0" tIns="0" rIns="0" bIns="0" rtlCol="0">
            <a:noAutofit/>
          </a:bodyPr>
          <a:lstStyle/>
          <a:p>
            <a:pPr>
              <a:spcBef>
                <a:spcPts val="800"/>
              </a:spcBef>
              <a:buSzPct val="100000"/>
              <a:buFont typeface="Arial"/>
              <a:buNone/>
            </a:pPr>
            <a:r>
              <a:rPr lang="fr-FR" sz="700">
                <a:solidFill>
                  <a:prstClr val="black"/>
                </a:solidFill>
              </a:rPr>
              <a:t>© 2024 Deloitte Touche </a:t>
            </a:r>
            <a:r>
              <a:rPr lang="fr-FR" sz="700" err="1">
                <a:solidFill>
                  <a:prstClr val="black"/>
                </a:solidFill>
              </a:rPr>
              <a:t>Tohmatsu</a:t>
            </a:r>
            <a:r>
              <a:rPr lang="fr-FR" sz="700">
                <a:solidFill>
                  <a:prstClr val="black"/>
                </a:solidFill>
              </a:rPr>
              <a:t> </a:t>
            </a:r>
            <a:r>
              <a:rPr lang="fr-FR" sz="700" err="1">
                <a:solidFill>
                  <a:prstClr val="black"/>
                </a:solidFill>
              </a:rPr>
              <a:t>India</a:t>
            </a:r>
            <a:r>
              <a:rPr lang="fr-FR" sz="700">
                <a:solidFill>
                  <a:prstClr val="black"/>
                </a:solidFill>
              </a:rPr>
              <a:t> LLP</a:t>
            </a:r>
          </a:p>
        </p:txBody>
      </p:sp>
      <p:sp>
        <p:nvSpPr>
          <p:cNvPr id="19" name="Text Placeholder 18"/>
          <p:cNvSpPr>
            <a:spLocks noGrp="1"/>
          </p:cNvSpPr>
          <p:nvPr>
            <p:ph type="body" idx="1"/>
          </p:nvPr>
        </p:nvSpPr>
        <p:spPr>
          <a:xfrm>
            <a:off x="501652" y="1147864"/>
            <a:ext cx="11188700" cy="5233887"/>
          </a:xfrm>
          <a:prstGeom prst="rect">
            <a:avLst/>
          </a:prstGeom>
        </p:spPr>
        <p:txBody>
          <a:bodyPr vert="horz" lIns="0" tIns="0" rIns="0" bIns="0" rtlCol="0">
            <a:no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p:txBody>
      </p:sp>
      <p:sp>
        <p:nvSpPr>
          <p:cNvPr id="3" name="TextBox 2"/>
          <p:cNvSpPr txBox="1"/>
          <p:nvPr userDrawn="1"/>
        </p:nvSpPr>
        <p:spPr>
          <a:xfrm>
            <a:off x="11382379" y="6629405"/>
            <a:ext cx="307976" cy="100027"/>
          </a:xfrm>
          <a:prstGeom prst="rect">
            <a:avLst/>
          </a:prstGeom>
          <a:noFill/>
        </p:spPr>
        <p:txBody>
          <a:bodyPr wrap="square" lIns="0" tIns="0" rIns="0" bIns="0" rtlCol="0">
            <a:noAutofit/>
          </a:bodyPr>
          <a:lstStyle/>
          <a:p>
            <a:pPr algn="r">
              <a:spcBef>
                <a:spcPts val="800"/>
              </a:spcBef>
              <a:buSzPct val="100000"/>
              <a:buFont typeface="Arial"/>
              <a:buNone/>
            </a:pPr>
            <a:fld id="{C58DF478-B544-4ED8-9ED4-6A2648E2D233}" type="slidenum">
              <a:rPr lang="en-US" sz="867" smtClean="0">
                <a:solidFill>
                  <a:prstClr val="black"/>
                </a:solidFill>
              </a:rPr>
              <a:pPr algn="r">
                <a:spcBef>
                  <a:spcPts val="800"/>
                </a:spcBef>
                <a:buSzPct val="100000"/>
                <a:buFont typeface="Arial"/>
                <a:buNone/>
              </a:pPr>
              <a:t>‹#›</a:t>
            </a:fld>
            <a:endParaRPr lang="en-US" sz="867">
              <a:solidFill>
                <a:prstClr val="black"/>
              </a:solidFill>
            </a:endParaRPr>
          </a:p>
        </p:txBody>
      </p:sp>
    </p:spTree>
    <p:extLst>
      <p:ext uri="{BB962C8B-B14F-4D97-AF65-F5344CB8AC3E}">
        <p14:creationId xmlns:p14="http://schemas.microsoft.com/office/powerpoint/2010/main" val="3197474883"/>
      </p:ext>
    </p:extLst>
  </p:cSld>
  <p:clrMap bg1="lt1" tx1="dk1" bg2="lt2" tx2="dk2" accent1="accent1" accent2="accent2" accent3="accent3" accent4="accent4" accent5="accent5" accent6="accent6" hlink="hlink" folHlink="folHlink"/>
  <p:sldLayoutIdLst>
    <p:sldLayoutId id="2147484092" r:id="rId1"/>
    <p:sldLayoutId id="2147484057" r:id="rId2"/>
    <p:sldLayoutId id="2147484063" r:id="rId3"/>
    <p:sldLayoutId id="2147483770" r:id="rId4"/>
    <p:sldLayoutId id="2147483775" r:id="rId5"/>
    <p:sldLayoutId id="2147484090" r:id="rId6"/>
    <p:sldLayoutId id="2147483766" r:id="rId7"/>
    <p:sldLayoutId id="2147484094" r:id="rId8"/>
    <p:sldLayoutId id="2147484096" r:id="rId9"/>
    <p:sldLayoutId id="2147484097" r:id="rId10"/>
    <p:sldLayoutId id="2147484098" r:id="rId11"/>
    <p:sldLayoutId id="2147484099" r:id="rId12"/>
  </p:sldLayoutIdLst>
  <p:transition>
    <p:fade/>
  </p:transition>
  <p:hf hdr="0" dt="0"/>
  <p:txStyles>
    <p:titleStyle>
      <a:lvl1pPr algn="l" defTabSz="1219231" rtl="0" eaLnBrk="1" latinLnBrk="0" hangingPunct="1">
        <a:spcBef>
          <a:spcPct val="0"/>
        </a:spcBef>
        <a:buNone/>
        <a:defRPr sz="2000" b="1" kern="1200">
          <a:solidFill>
            <a:schemeClr val="tx1"/>
          </a:solidFill>
          <a:latin typeface="+mj-lt"/>
          <a:ea typeface="+mj-ea"/>
          <a:cs typeface="+mj-cs"/>
        </a:defRPr>
      </a:lvl1pPr>
    </p:titleStyle>
    <p:bodyStyle>
      <a:lvl1pPr marL="0" indent="0" algn="l" defTabSz="1219231" rtl="0" eaLnBrk="1" latinLnBrk="0" hangingPunct="1">
        <a:spcBef>
          <a:spcPts val="0"/>
        </a:spcBef>
        <a:spcAft>
          <a:spcPts val="600"/>
        </a:spcAft>
        <a:buSzPct val="100000"/>
        <a:buFont typeface="Arial" panose="020B0604020202020204" pitchFamily="34" charset="0"/>
        <a:buNone/>
        <a:defRPr sz="1400" b="0" kern="1200">
          <a:solidFill>
            <a:schemeClr val="tx1"/>
          </a:solidFill>
          <a:latin typeface="+mn-lt"/>
          <a:ea typeface="+mn-ea"/>
          <a:cs typeface="+mn-cs"/>
        </a:defRPr>
      </a:lvl1pPr>
      <a:lvl2pPr marL="0" indent="0" algn="l" defTabSz="1219231" rtl="0" eaLnBrk="1" latinLnBrk="0" hangingPunct="1">
        <a:spcBef>
          <a:spcPts val="0"/>
        </a:spcBef>
        <a:spcAft>
          <a:spcPts val="600"/>
        </a:spcAft>
        <a:buClrTx/>
        <a:buSzPct val="100000"/>
        <a:buFont typeface="Arial"/>
        <a:buNone/>
        <a:defRPr lang="en-US" sz="1400" b="1" kern="1200" dirty="0" smtClean="0">
          <a:solidFill>
            <a:schemeClr val="tx1"/>
          </a:solidFill>
          <a:latin typeface="+mn-lt"/>
          <a:ea typeface="+mn-ea"/>
          <a:cs typeface="+mn-cs"/>
        </a:defRPr>
      </a:lvl2pPr>
      <a:lvl3pPr marL="235206" indent="-235206" algn="l" defTabSz="1219231" rtl="0" eaLnBrk="1" latinLnBrk="0" hangingPunct="1">
        <a:spcBef>
          <a:spcPts val="0"/>
        </a:spcBef>
        <a:spcAft>
          <a:spcPts val="600"/>
        </a:spcAft>
        <a:buClrTx/>
        <a:buSzPct val="100000"/>
        <a:buFont typeface="Arial" panose="020B0604020202020204" pitchFamily="34" charset="0"/>
        <a:buChar char="•"/>
        <a:defRPr lang="en-US" sz="1400" kern="1200" dirty="0" smtClean="0">
          <a:solidFill>
            <a:schemeClr val="tx1"/>
          </a:solidFill>
          <a:latin typeface="+mn-lt"/>
          <a:ea typeface="+mn-ea"/>
          <a:cs typeface="+mn-cs"/>
        </a:defRPr>
      </a:lvl3pPr>
      <a:lvl4pPr marL="457200" indent="-217488" algn="l" defTabSz="1219231" rtl="0" eaLnBrk="1" latinLnBrk="0" hangingPunct="1">
        <a:spcBef>
          <a:spcPts val="0"/>
        </a:spcBef>
        <a:spcAft>
          <a:spcPts val="600"/>
        </a:spcAft>
        <a:buClrTx/>
        <a:buSzPct val="100000"/>
        <a:buFont typeface="Verdana" panose="020B0604030504040204" pitchFamily="34" charset="0"/>
        <a:buChar char="−"/>
        <a:defRPr lang="en-US" sz="1400" kern="1200" baseline="0" dirty="0" smtClean="0">
          <a:solidFill>
            <a:schemeClr val="tx1"/>
          </a:solidFill>
          <a:latin typeface="+mn-lt"/>
          <a:ea typeface="+mn-ea"/>
          <a:cs typeface="+mn-cs"/>
        </a:defRPr>
      </a:lvl4pPr>
      <a:lvl5pPr marL="710418" indent="-235206" algn="l" defTabSz="1064712" rtl="0" eaLnBrk="1" latinLnBrk="0" hangingPunct="1">
        <a:spcBef>
          <a:spcPts val="0"/>
        </a:spcBef>
        <a:spcAft>
          <a:spcPts val="1333"/>
        </a:spcAft>
        <a:buClrTx/>
        <a:buSzPct val="100000"/>
        <a:buFont typeface="Verdana" panose="020B0604030504040204" pitchFamily="34" charset="0"/>
        <a:buChar char="−"/>
        <a:tabLst/>
        <a:defRPr lang="en-US" sz="1600" kern="1200" baseline="0" dirty="0" smtClean="0">
          <a:solidFill>
            <a:schemeClr val="tx1"/>
          </a:solidFill>
          <a:latin typeface="+mn-lt"/>
          <a:ea typeface="+mn-ea"/>
          <a:cs typeface="+mn-cs"/>
        </a:defRPr>
      </a:lvl5pPr>
      <a:lvl6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418" indent="-235206" algn="l" defTabSz="1219231"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p:bodyStyle>
    <p:otherStyle>
      <a:defPPr>
        <a:defRPr lang="en-US"/>
      </a:defPPr>
      <a:lvl1pPr marL="0" algn="l" defTabSz="1219231" rtl="0" eaLnBrk="1" latinLnBrk="0" hangingPunct="1">
        <a:defRPr sz="2400" kern="1200">
          <a:solidFill>
            <a:schemeClr val="tx1"/>
          </a:solidFill>
          <a:latin typeface="+mn-lt"/>
          <a:ea typeface="+mn-ea"/>
          <a:cs typeface="+mn-cs"/>
        </a:defRPr>
      </a:lvl1pPr>
      <a:lvl2pPr marL="609616" algn="l" defTabSz="1219231" rtl="0" eaLnBrk="1" latinLnBrk="0" hangingPunct="1">
        <a:defRPr sz="2400" kern="1200">
          <a:solidFill>
            <a:schemeClr val="tx1"/>
          </a:solidFill>
          <a:latin typeface="+mn-lt"/>
          <a:ea typeface="+mn-ea"/>
          <a:cs typeface="+mn-cs"/>
        </a:defRPr>
      </a:lvl2pPr>
      <a:lvl3pPr marL="1219231" algn="l" defTabSz="1219231" rtl="0" eaLnBrk="1" latinLnBrk="0" hangingPunct="1">
        <a:defRPr sz="2400" kern="1200">
          <a:solidFill>
            <a:schemeClr val="tx1"/>
          </a:solidFill>
          <a:latin typeface="+mn-lt"/>
          <a:ea typeface="+mn-ea"/>
          <a:cs typeface="+mn-cs"/>
        </a:defRPr>
      </a:lvl3pPr>
      <a:lvl4pPr marL="1828848" algn="l" defTabSz="1219231" rtl="0" eaLnBrk="1" latinLnBrk="0" hangingPunct="1">
        <a:defRPr sz="2400" kern="1200">
          <a:solidFill>
            <a:schemeClr val="tx1"/>
          </a:solidFill>
          <a:latin typeface="+mn-lt"/>
          <a:ea typeface="+mn-ea"/>
          <a:cs typeface="+mn-cs"/>
        </a:defRPr>
      </a:lvl4pPr>
      <a:lvl5pPr marL="2438464" algn="l" defTabSz="1219231" rtl="0" eaLnBrk="1" latinLnBrk="0" hangingPunct="1">
        <a:defRPr sz="2400" kern="1200">
          <a:solidFill>
            <a:schemeClr val="tx1"/>
          </a:solidFill>
          <a:latin typeface="+mn-lt"/>
          <a:ea typeface="+mn-ea"/>
          <a:cs typeface="+mn-cs"/>
        </a:defRPr>
      </a:lvl5pPr>
      <a:lvl6pPr marL="3048080" algn="l" defTabSz="1219231" rtl="0" eaLnBrk="1" latinLnBrk="0" hangingPunct="1">
        <a:defRPr sz="2400" kern="1200">
          <a:solidFill>
            <a:schemeClr val="tx1"/>
          </a:solidFill>
          <a:latin typeface="+mn-lt"/>
          <a:ea typeface="+mn-ea"/>
          <a:cs typeface="+mn-cs"/>
        </a:defRPr>
      </a:lvl6pPr>
      <a:lvl7pPr marL="3657695" algn="l" defTabSz="1219231" rtl="0" eaLnBrk="1" latinLnBrk="0" hangingPunct="1">
        <a:defRPr sz="2400" kern="1200">
          <a:solidFill>
            <a:schemeClr val="tx1"/>
          </a:solidFill>
          <a:latin typeface="+mn-lt"/>
          <a:ea typeface="+mn-ea"/>
          <a:cs typeface="+mn-cs"/>
        </a:defRPr>
      </a:lvl7pPr>
      <a:lvl8pPr marL="4267311" algn="l" defTabSz="1219231" rtl="0" eaLnBrk="1" latinLnBrk="0" hangingPunct="1">
        <a:defRPr sz="2400" kern="1200">
          <a:solidFill>
            <a:schemeClr val="tx1"/>
          </a:solidFill>
          <a:latin typeface="+mn-lt"/>
          <a:ea typeface="+mn-ea"/>
          <a:cs typeface="+mn-cs"/>
        </a:defRPr>
      </a:lvl8pPr>
      <a:lvl9pPr marL="4876928" algn="l" defTabSz="1219231" rtl="0" eaLnBrk="1" latinLnBrk="0" hangingPunct="1">
        <a:defRPr sz="24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4556" userDrawn="1">
          <p15:clr>
            <a:srgbClr val="F26B43"/>
          </p15:clr>
        </p15:guide>
        <p15:guide id="2" pos="359" userDrawn="1">
          <p15:clr>
            <a:srgbClr val="F26B43"/>
          </p15:clr>
        </p15:guide>
        <p15:guide id="3" pos="8345" userDrawn="1">
          <p15:clr>
            <a:srgbClr val="F26B43"/>
          </p15:clr>
        </p15:guide>
        <p15:guide id="4" orient="horz" pos="227" userDrawn="1">
          <p15:clr>
            <a:srgbClr val="F26B43"/>
          </p15:clr>
        </p15:guide>
        <p15:guide id="5" orient="horz" pos="1189" userDrawn="1">
          <p15:clr>
            <a:srgbClr val="F26B43"/>
          </p15:clr>
        </p15:guide>
        <p15:guide id="6" orient="horz" pos="725"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Layout" Target="../slideLayouts/slideLayout6.xml"/><Relationship Id="rId1" Type="http://schemas.openxmlformats.org/officeDocument/2006/relationships/tags" Target="../tags/tag14.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image" Target="../media/image3.emf"/></Relationships>
</file>

<file path=ppt/slides/_rels/slide2.xml.rels><?xml version="1.0" encoding="UTF-8" standalone="yes"?>
<Relationships xmlns="http://schemas.openxmlformats.org/package/2006/relationships"><Relationship Id="rId8" Type="http://schemas.openxmlformats.org/officeDocument/2006/relationships/image" Target="../media/image9.svg"/><Relationship Id="rId13" Type="http://schemas.openxmlformats.org/officeDocument/2006/relationships/image" Target="../media/image14.png"/><Relationship Id="rId18" Type="http://schemas.openxmlformats.org/officeDocument/2006/relationships/image" Target="../media/image19.svg"/><Relationship Id="rId3" Type="http://schemas.openxmlformats.org/officeDocument/2006/relationships/oleObject" Target="../embeddings/oleObject4.bin"/><Relationship Id="rId7" Type="http://schemas.openxmlformats.org/officeDocument/2006/relationships/image" Target="../media/image8.png"/><Relationship Id="rId12" Type="http://schemas.openxmlformats.org/officeDocument/2006/relationships/image" Target="../media/image13.svg"/><Relationship Id="rId17" Type="http://schemas.openxmlformats.org/officeDocument/2006/relationships/image" Target="../media/image18.png"/><Relationship Id="rId2" Type="http://schemas.openxmlformats.org/officeDocument/2006/relationships/slideLayout" Target="../slideLayouts/slideLayout6.xml"/><Relationship Id="rId16" Type="http://schemas.openxmlformats.org/officeDocument/2006/relationships/image" Target="../media/image17.svg"/><Relationship Id="rId20" Type="http://schemas.openxmlformats.org/officeDocument/2006/relationships/image" Target="../media/image21.svg"/><Relationship Id="rId1" Type="http://schemas.openxmlformats.org/officeDocument/2006/relationships/tags" Target="../tags/tag15.xml"/><Relationship Id="rId6" Type="http://schemas.openxmlformats.org/officeDocument/2006/relationships/image" Target="../media/image7.svg"/><Relationship Id="rId11" Type="http://schemas.openxmlformats.org/officeDocument/2006/relationships/image" Target="../media/image12.png"/><Relationship Id="rId5" Type="http://schemas.openxmlformats.org/officeDocument/2006/relationships/image" Target="../media/image6.png"/><Relationship Id="rId15" Type="http://schemas.openxmlformats.org/officeDocument/2006/relationships/image" Target="../media/image16.png"/><Relationship Id="rId10" Type="http://schemas.openxmlformats.org/officeDocument/2006/relationships/image" Target="../media/image11.svg"/><Relationship Id="rId19" Type="http://schemas.openxmlformats.org/officeDocument/2006/relationships/image" Target="../media/image20.png"/><Relationship Id="rId4" Type="http://schemas.openxmlformats.org/officeDocument/2006/relationships/image" Target="../media/image3.emf"/><Relationship Id="rId9" Type="http://schemas.openxmlformats.org/officeDocument/2006/relationships/image" Target="../media/image10.png"/><Relationship Id="rId14" Type="http://schemas.openxmlformats.org/officeDocument/2006/relationships/image" Target="../media/image15.svg"/></Relationships>
</file>

<file path=ppt/slides/_rels/slide3.xml.rels><?xml version="1.0" encoding="UTF-8" standalone="yes"?>
<Relationships xmlns="http://schemas.openxmlformats.org/package/2006/relationships"><Relationship Id="rId8" Type="http://schemas.openxmlformats.org/officeDocument/2006/relationships/image" Target="../media/image24.png"/><Relationship Id="rId13" Type="http://schemas.openxmlformats.org/officeDocument/2006/relationships/image" Target="../media/image29.jpeg"/><Relationship Id="rId18" Type="http://schemas.openxmlformats.org/officeDocument/2006/relationships/image" Target="../media/image34.png"/><Relationship Id="rId3" Type="http://schemas.openxmlformats.org/officeDocument/2006/relationships/notesSlide" Target="../notesSlides/notesSlide1.xml"/><Relationship Id="rId7" Type="http://schemas.openxmlformats.org/officeDocument/2006/relationships/image" Target="../media/image23.svg"/><Relationship Id="rId12" Type="http://schemas.openxmlformats.org/officeDocument/2006/relationships/image" Target="../media/image28.png"/><Relationship Id="rId17" Type="http://schemas.openxmlformats.org/officeDocument/2006/relationships/image" Target="../media/image33.png"/><Relationship Id="rId2" Type="http://schemas.openxmlformats.org/officeDocument/2006/relationships/slideLayout" Target="../slideLayouts/slideLayout6.xml"/><Relationship Id="rId16" Type="http://schemas.openxmlformats.org/officeDocument/2006/relationships/image" Target="../media/image32.png"/><Relationship Id="rId1" Type="http://schemas.openxmlformats.org/officeDocument/2006/relationships/tags" Target="../tags/tag16.xml"/><Relationship Id="rId6" Type="http://schemas.openxmlformats.org/officeDocument/2006/relationships/image" Target="../media/image22.png"/><Relationship Id="rId11" Type="http://schemas.openxmlformats.org/officeDocument/2006/relationships/image" Target="../media/image27.png"/><Relationship Id="rId5" Type="http://schemas.openxmlformats.org/officeDocument/2006/relationships/image" Target="../media/image3.emf"/><Relationship Id="rId15" Type="http://schemas.openxmlformats.org/officeDocument/2006/relationships/image" Target="../media/image31.png"/><Relationship Id="rId10" Type="http://schemas.openxmlformats.org/officeDocument/2006/relationships/image" Target="../media/image26.png"/><Relationship Id="rId4" Type="http://schemas.openxmlformats.org/officeDocument/2006/relationships/oleObject" Target="../embeddings/oleObject5.bin"/><Relationship Id="rId9" Type="http://schemas.openxmlformats.org/officeDocument/2006/relationships/image" Target="../media/image25.svg"/><Relationship Id="rId14" Type="http://schemas.openxmlformats.org/officeDocument/2006/relationships/image" Target="../media/image30.jpe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6.xml"/><Relationship Id="rId1" Type="http://schemas.openxmlformats.org/officeDocument/2006/relationships/tags" Target="../tags/tag17.xml"/><Relationship Id="rId5" Type="http://schemas.openxmlformats.org/officeDocument/2006/relationships/image" Target="../media/image3.emf"/><Relationship Id="rId4" Type="http://schemas.openxmlformats.org/officeDocument/2006/relationships/oleObject" Target="../embeddings/oleObject6.bin"/></Relationships>
</file>

<file path=ppt/slides/_rels/slide5.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Layout" Target="../slideLayouts/slideLayout6.xml"/><Relationship Id="rId1" Type="http://schemas.openxmlformats.org/officeDocument/2006/relationships/tags" Target="../tags/tag18.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image" Target="../media/image3.em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74771B-50EC-BC5A-F49A-AFDE1D202F30}"/>
            </a:ext>
          </a:extLst>
        </p:cNvPr>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8B007DB3-59F7-804D-BE95-33753277908E}"/>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15" imgH="416" progId="TCLayout.ActiveDocument.1">
                  <p:embed/>
                </p:oleObj>
              </mc:Choice>
              <mc:Fallback>
                <p:oleObj name="think-cell Slide" r:id="rId3" imgW="415" imgH="416" progId="TCLayout.ActiveDocument.1">
                  <p:embed/>
                  <p:pic>
                    <p:nvPicPr>
                      <p:cNvPr id="5" name="think-cell data - do not delete" hidden="1">
                        <a:extLst>
                          <a:ext uri="{FF2B5EF4-FFF2-40B4-BE49-F238E27FC236}">
                            <a16:creationId xmlns:a16="http://schemas.microsoft.com/office/drawing/2014/main" id="{8B007DB3-59F7-804D-BE95-33753277908E}"/>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2" name="Text Placeholder 2">
            <a:extLst>
              <a:ext uri="{FF2B5EF4-FFF2-40B4-BE49-F238E27FC236}">
                <a16:creationId xmlns:a16="http://schemas.microsoft.com/office/drawing/2014/main" id="{4D126E9A-E0E3-0BCA-C255-D934524FB177}"/>
              </a:ext>
            </a:extLst>
          </p:cNvPr>
          <p:cNvSpPr txBox="1">
            <a:spLocks/>
          </p:cNvSpPr>
          <p:nvPr/>
        </p:nvSpPr>
        <p:spPr>
          <a:xfrm>
            <a:off x="514664" y="587629"/>
            <a:ext cx="11542587" cy="283042"/>
          </a:xfrm>
          <a:prstGeom prst="rect">
            <a:avLst/>
          </a:prstGeom>
        </p:spPr>
        <p:txBody>
          <a:bodyPr lIns="0" rIns="0"/>
          <a:lstStyle>
            <a:lvl1pPr marL="0" indent="0" algn="l" defTabSz="1219231" rtl="0" eaLnBrk="1" latinLnBrk="0" hangingPunct="1">
              <a:spcBef>
                <a:spcPts val="0"/>
              </a:spcBef>
              <a:spcAft>
                <a:spcPts val="600"/>
              </a:spcAft>
              <a:buSzPct val="100000"/>
              <a:buFont typeface="Arial" panose="020B0604020202020204" pitchFamily="34" charset="0"/>
              <a:buNone/>
              <a:defRPr sz="1400" b="0" kern="1200">
                <a:solidFill>
                  <a:schemeClr val="tx1"/>
                </a:solidFill>
                <a:latin typeface="+mn-lt"/>
                <a:ea typeface="+mn-ea"/>
                <a:cs typeface="+mn-cs"/>
              </a:defRPr>
            </a:lvl1pPr>
            <a:lvl2pPr marL="0" indent="0" algn="l" defTabSz="1219231" rtl="0" eaLnBrk="1" latinLnBrk="0" hangingPunct="1">
              <a:spcBef>
                <a:spcPts val="0"/>
              </a:spcBef>
              <a:spcAft>
                <a:spcPts val="600"/>
              </a:spcAft>
              <a:buClrTx/>
              <a:buSzPct val="100000"/>
              <a:buFont typeface="Arial"/>
              <a:buNone/>
              <a:defRPr lang="en-US" sz="1400" b="1" kern="1200" dirty="0" smtClean="0">
                <a:solidFill>
                  <a:schemeClr val="tx1"/>
                </a:solidFill>
                <a:latin typeface="+mn-lt"/>
                <a:ea typeface="+mn-ea"/>
                <a:cs typeface="+mn-cs"/>
              </a:defRPr>
            </a:lvl2pPr>
            <a:lvl3pPr marL="235206" indent="-235206" algn="l" defTabSz="1219231" rtl="0" eaLnBrk="1" latinLnBrk="0" hangingPunct="1">
              <a:spcBef>
                <a:spcPts val="0"/>
              </a:spcBef>
              <a:spcAft>
                <a:spcPts val="600"/>
              </a:spcAft>
              <a:buClrTx/>
              <a:buSzPct val="100000"/>
              <a:buFont typeface="Arial" panose="020B0604020202020204" pitchFamily="34" charset="0"/>
              <a:buChar char="•"/>
              <a:defRPr lang="en-US" sz="1400" kern="1200" dirty="0" smtClean="0">
                <a:solidFill>
                  <a:schemeClr val="tx1"/>
                </a:solidFill>
                <a:latin typeface="+mn-lt"/>
                <a:ea typeface="+mn-ea"/>
                <a:cs typeface="+mn-cs"/>
              </a:defRPr>
            </a:lvl3pPr>
            <a:lvl4pPr marL="457200" indent="-217488" algn="l" defTabSz="1219231" rtl="0" eaLnBrk="1" latinLnBrk="0" hangingPunct="1">
              <a:spcBef>
                <a:spcPts val="0"/>
              </a:spcBef>
              <a:spcAft>
                <a:spcPts val="600"/>
              </a:spcAft>
              <a:buClrTx/>
              <a:buSzPct val="100000"/>
              <a:buFont typeface="Verdana" panose="020B0604030504040204" pitchFamily="34" charset="0"/>
              <a:buChar char="−"/>
              <a:defRPr lang="en-US" sz="1400" kern="1200" baseline="0" dirty="0" smtClean="0">
                <a:solidFill>
                  <a:schemeClr val="tx1"/>
                </a:solidFill>
                <a:latin typeface="+mn-lt"/>
                <a:ea typeface="+mn-ea"/>
                <a:cs typeface="+mn-cs"/>
              </a:defRPr>
            </a:lvl4pPr>
            <a:lvl5pPr marL="710418" indent="-235206" algn="l" defTabSz="1064712" rtl="0" eaLnBrk="1" latinLnBrk="0" hangingPunct="1">
              <a:spcBef>
                <a:spcPts val="0"/>
              </a:spcBef>
              <a:spcAft>
                <a:spcPts val="1333"/>
              </a:spcAft>
              <a:buClrTx/>
              <a:buSzPct val="100000"/>
              <a:buFont typeface="Verdana" panose="020B0604030504040204" pitchFamily="34" charset="0"/>
              <a:buChar char="−"/>
              <a:tabLst/>
              <a:defRPr lang="en-US" sz="1600" kern="1200" baseline="0" dirty="0" smtClean="0">
                <a:solidFill>
                  <a:schemeClr val="tx1"/>
                </a:solidFill>
                <a:latin typeface="+mn-lt"/>
                <a:ea typeface="+mn-ea"/>
                <a:cs typeface="+mn-cs"/>
              </a:defRPr>
            </a:lvl5pPr>
            <a:lvl6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418" indent="-235206" algn="l" defTabSz="1219231"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a:lstStyle>
          <a:p>
            <a:r>
              <a:rPr lang="en-US" dirty="0">
                <a:solidFill>
                  <a:schemeClr val="bg2">
                    <a:lumMod val="50000"/>
                  </a:schemeClr>
                </a:solidFill>
              </a:rPr>
              <a:t>Through the implementation of GIS, major challenges faced by Utilities as mentioned below are addressed</a:t>
            </a:r>
          </a:p>
        </p:txBody>
      </p:sp>
      <p:sp>
        <p:nvSpPr>
          <p:cNvPr id="6" name="Title 2">
            <a:extLst>
              <a:ext uri="{FF2B5EF4-FFF2-40B4-BE49-F238E27FC236}">
                <a16:creationId xmlns:a16="http://schemas.microsoft.com/office/drawing/2014/main" id="{8E37F6B5-3673-301F-F21E-FB0669B55F45}"/>
              </a:ext>
            </a:extLst>
          </p:cNvPr>
          <p:cNvSpPr txBox="1">
            <a:spLocks/>
          </p:cNvSpPr>
          <p:nvPr/>
        </p:nvSpPr>
        <p:spPr bwMode="gray">
          <a:xfrm>
            <a:off x="514664" y="266400"/>
            <a:ext cx="11284986" cy="419591"/>
          </a:xfrm>
          <a:prstGeom prst="rect">
            <a:avLst/>
          </a:prstGeom>
        </p:spPr>
        <p:txBody>
          <a:bodyPr vert="horz" lIns="0" tIns="0" rIns="0" bIns="0" rtlCol="0" anchor="t" anchorCtr="0">
            <a:noAutofit/>
          </a:bodyPr>
          <a:lstStyle>
            <a:lvl1pPr algn="l" defTabSz="914400" rtl="0" eaLnBrk="1" latinLnBrk="0" hangingPunct="1">
              <a:spcBef>
                <a:spcPct val="0"/>
              </a:spcBef>
              <a:buNone/>
              <a:defRPr sz="2400" kern="1200">
                <a:solidFill>
                  <a:schemeClr val="tx1"/>
                </a:solidFill>
                <a:latin typeface="+mn-lt"/>
                <a:ea typeface="+mj-ea"/>
                <a:cs typeface="Calibri Light" panose="020F0302020204030204" pitchFamily="34" charset="0"/>
              </a:defRPr>
            </a:lvl1pPr>
          </a:lstStyle>
          <a:p>
            <a:r>
              <a:rPr lang="en-US" sz="1800" b="1" dirty="0">
                <a:latin typeface="Verdana" panose="020B0604030504040204" pitchFamily="34" charset="0"/>
                <a:ea typeface="Verdana" panose="020B0604030504040204" pitchFamily="34" charset="0"/>
                <a:cs typeface="+mj-cs"/>
              </a:rPr>
              <a:t>Need for GIS – Challenges faced prior to GIS implementation and Current Use Cases</a:t>
            </a:r>
          </a:p>
        </p:txBody>
      </p:sp>
      <p:cxnSp>
        <p:nvCxnSpPr>
          <p:cNvPr id="92" name="Straight Connector 91">
            <a:extLst>
              <a:ext uri="{FF2B5EF4-FFF2-40B4-BE49-F238E27FC236}">
                <a16:creationId xmlns:a16="http://schemas.microsoft.com/office/drawing/2014/main" id="{34C214EB-4E53-2434-8057-A8B625747CDF}"/>
              </a:ext>
            </a:extLst>
          </p:cNvPr>
          <p:cNvCxnSpPr>
            <a:cxnSpLocks/>
          </p:cNvCxnSpPr>
          <p:nvPr/>
        </p:nvCxnSpPr>
        <p:spPr>
          <a:xfrm flipV="1">
            <a:off x="514664" y="870671"/>
            <a:ext cx="11196000" cy="43593"/>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3C2A8980-AF8E-D1DB-AA36-1AE23051AC1D}"/>
              </a:ext>
            </a:extLst>
          </p:cNvPr>
          <p:cNvCxnSpPr>
            <a:cxnSpLocks/>
            <a:stCxn id="48" idx="2"/>
            <a:endCxn id="59" idx="6"/>
          </p:cNvCxnSpPr>
          <p:nvPr/>
        </p:nvCxnSpPr>
        <p:spPr>
          <a:xfrm flipH="1">
            <a:off x="2044939" y="1420045"/>
            <a:ext cx="613150"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10763C69-9629-BAA5-69DF-FEA60CDBFBFC}"/>
              </a:ext>
            </a:extLst>
          </p:cNvPr>
          <p:cNvCxnSpPr>
            <a:cxnSpLocks/>
            <a:stCxn id="54" idx="2"/>
            <a:endCxn id="70" idx="6"/>
          </p:cNvCxnSpPr>
          <p:nvPr/>
        </p:nvCxnSpPr>
        <p:spPr>
          <a:xfrm flipH="1">
            <a:off x="2140535" y="2346914"/>
            <a:ext cx="517555"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3FEEEB9-2C82-DA10-3136-27D388B75FC7}"/>
              </a:ext>
            </a:extLst>
          </p:cNvPr>
          <p:cNvCxnSpPr>
            <a:cxnSpLocks/>
            <a:stCxn id="60" idx="6"/>
            <a:endCxn id="50" idx="2"/>
          </p:cNvCxnSpPr>
          <p:nvPr/>
        </p:nvCxnSpPr>
        <p:spPr>
          <a:xfrm>
            <a:off x="2140535" y="3290408"/>
            <a:ext cx="517555"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D3B72CA3-96F7-08CD-DA38-8D63A31BA017}"/>
              </a:ext>
            </a:extLst>
          </p:cNvPr>
          <p:cNvCxnSpPr>
            <a:cxnSpLocks/>
            <a:stCxn id="63" idx="6"/>
            <a:endCxn id="52" idx="2"/>
          </p:cNvCxnSpPr>
          <p:nvPr/>
        </p:nvCxnSpPr>
        <p:spPr>
          <a:xfrm>
            <a:off x="1999219" y="4221433"/>
            <a:ext cx="658870"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43" name="Snip Single Corner Rectangle 23">
            <a:extLst>
              <a:ext uri="{FF2B5EF4-FFF2-40B4-BE49-F238E27FC236}">
                <a16:creationId xmlns:a16="http://schemas.microsoft.com/office/drawing/2014/main" id="{522E6C8C-AC8E-A167-ADE8-859CF195B4F7}"/>
              </a:ext>
            </a:extLst>
          </p:cNvPr>
          <p:cNvSpPr/>
          <p:nvPr/>
        </p:nvSpPr>
        <p:spPr bwMode="gray">
          <a:xfrm>
            <a:off x="3034379" y="3852239"/>
            <a:ext cx="8620722" cy="738391"/>
          </a:xfrm>
          <a:prstGeom prst="snip1Rect">
            <a:avLst>
              <a:gd name="adj" fmla="val 50000"/>
            </a:avLst>
          </a:prstGeom>
          <a:solidFill>
            <a:srgbClr val="046A38"/>
          </a:solidFill>
          <a:ln w="19050" algn="ctr">
            <a:noFill/>
            <a:miter lim="800000"/>
            <a:headEnd/>
            <a:tailEnd/>
          </a:ln>
        </p:spPr>
        <p:txBody>
          <a:bodyPr wrap="square" lIns="640080" tIns="0" rIns="108000" bIns="0" rtlCol="0" anchor="t"/>
          <a:lstStyle/>
          <a:p>
            <a:r>
              <a:rPr lang="en-US" sz="1300" dirty="0">
                <a:solidFill>
                  <a:schemeClr val="bg1"/>
                </a:solidFill>
              </a:rPr>
              <a:t>To address the issue, GOI intervened and took initiative under R-APDRP for establishment of IT system with extensive use of GIS </a:t>
            </a:r>
          </a:p>
        </p:txBody>
      </p:sp>
      <p:sp>
        <p:nvSpPr>
          <p:cNvPr id="44" name="Snip Single Corner Rectangle 24">
            <a:extLst>
              <a:ext uri="{FF2B5EF4-FFF2-40B4-BE49-F238E27FC236}">
                <a16:creationId xmlns:a16="http://schemas.microsoft.com/office/drawing/2014/main" id="{2D807902-B632-2C81-85A6-350831E9E22F}"/>
              </a:ext>
            </a:extLst>
          </p:cNvPr>
          <p:cNvSpPr/>
          <p:nvPr/>
        </p:nvSpPr>
        <p:spPr bwMode="gray">
          <a:xfrm>
            <a:off x="3034379" y="2921214"/>
            <a:ext cx="8620722" cy="738391"/>
          </a:xfrm>
          <a:prstGeom prst="snip1Rect">
            <a:avLst>
              <a:gd name="adj" fmla="val 50000"/>
            </a:avLst>
          </a:prstGeom>
          <a:solidFill>
            <a:srgbClr val="009A44"/>
          </a:solidFill>
          <a:ln w="19050" algn="ctr">
            <a:noFill/>
            <a:miter lim="800000"/>
            <a:headEnd/>
            <a:tailEnd/>
          </a:ln>
        </p:spPr>
        <p:txBody>
          <a:bodyPr wrap="square" lIns="640080" tIns="0" rIns="10800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0" i="0" u="none" strike="noStrike" kern="1200" cap="none" spc="0" normalizeH="0" baseline="0" noProof="0" dirty="0">
                <a:ln>
                  <a:noFill/>
                </a:ln>
                <a:solidFill>
                  <a:prstClr val="white"/>
                </a:solidFill>
                <a:effectLst/>
                <a:uLnTx/>
                <a:uFillTx/>
                <a:latin typeface="+mj-lt"/>
                <a:ea typeface="+mn-ea"/>
                <a:cs typeface="+mn-cs"/>
              </a:rPr>
              <a:t>However, over the years, DISCOMs have accumulated losses  due to high T&amp;D and Commercial losses. This has been mainly attributed to Non-adoption of IT in network management, operations and energy accounting</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300" b="0" i="0" u="none" strike="noStrike" kern="1200" cap="none" spc="0" normalizeH="0" baseline="0" noProof="0" dirty="0">
              <a:ln>
                <a:noFill/>
              </a:ln>
              <a:solidFill>
                <a:prstClr val="white"/>
              </a:solidFill>
              <a:effectLst/>
              <a:uLnTx/>
              <a:uFillTx/>
              <a:latin typeface="Calibri"/>
              <a:ea typeface="+mn-ea"/>
              <a:cs typeface="+mn-cs"/>
            </a:endParaRPr>
          </a:p>
        </p:txBody>
      </p:sp>
      <p:sp>
        <p:nvSpPr>
          <p:cNvPr id="45" name="Snip Single Corner Rectangle 25">
            <a:extLst>
              <a:ext uri="{FF2B5EF4-FFF2-40B4-BE49-F238E27FC236}">
                <a16:creationId xmlns:a16="http://schemas.microsoft.com/office/drawing/2014/main" id="{F1A3C5FC-9924-AFB5-D457-037FCB5E2BFE}"/>
              </a:ext>
            </a:extLst>
          </p:cNvPr>
          <p:cNvSpPr/>
          <p:nvPr/>
        </p:nvSpPr>
        <p:spPr bwMode="gray">
          <a:xfrm>
            <a:off x="3034379" y="1050851"/>
            <a:ext cx="8620722" cy="738391"/>
          </a:xfrm>
          <a:prstGeom prst="snip1Rect">
            <a:avLst>
              <a:gd name="adj" fmla="val 50000"/>
            </a:avLst>
          </a:prstGeom>
          <a:solidFill>
            <a:srgbClr val="86BC25"/>
          </a:solidFill>
          <a:ln w="19050" algn="ctr">
            <a:noFill/>
            <a:miter lim="800000"/>
            <a:headEnd/>
            <a:tailEnd/>
          </a:ln>
        </p:spPr>
        <p:txBody>
          <a:bodyPr wrap="square" lIns="640080" tIns="0" rIns="108000" bIns="0" rtlCol="0" anchor="t"/>
          <a:lstStyle/>
          <a:p>
            <a:r>
              <a:rPr lang="en-US" sz="1300" dirty="0">
                <a:solidFill>
                  <a:schemeClr val="bg1"/>
                </a:solidFill>
              </a:rPr>
              <a:t>Power Distribution Company deals with HT &amp; LT electrical networks and related consumers spread over wide geographical area to ensure supply availability</a:t>
            </a:r>
          </a:p>
        </p:txBody>
      </p:sp>
      <p:sp>
        <p:nvSpPr>
          <p:cNvPr id="46" name="Oval 45">
            <a:extLst>
              <a:ext uri="{FF2B5EF4-FFF2-40B4-BE49-F238E27FC236}">
                <a16:creationId xmlns:a16="http://schemas.microsoft.com/office/drawing/2014/main" id="{9E47CAC5-E14E-279D-F7C6-CA953D53C1BC}"/>
              </a:ext>
            </a:extLst>
          </p:cNvPr>
          <p:cNvSpPr/>
          <p:nvPr/>
        </p:nvSpPr>
        <p:spPr bwMode="gray">
          <a:xfrm>
            <a:off x="469900" y="1978050"/>
            <a:ext cx="1554480" cy="1554480"/>
          </a:xfrm>
          <a:prstGeom prst="ellipse">
            <a:avLst/>
          </a:prstGeom>
          <a:solidFill>
            <a:srgbClr val="000000"/>
          </a:solidFill>
          <a:ln w="19050" algn="ctr">
            <a:noFill/>
            <a:miter lim="800000"/>
            <a:headEnd/>
            <a:tailEnd/>
          </a:ln>
        </p:spPr>
        <p:txBody>
          <a:bodyPr wrap="square" lIns="88900" tIns="88900" rIns="88900" bIns="88900" rtlCol="0" anchor="ctr"/>
          <a:lstStyle/>
          <a:p>
            <a:pPr algn="ctr">
              <a:buFont typeface="Wingdings 2" pitchFamily="18" charset="2"/>
              <a:buNone/>
            </a:pPr>
            <a:endParaRPr lang="en-US" sz="1600" b="1" dirty="0">
              <a:solidFill>
                <a:schemeClr val="bg1"/>
              </a:solidFill>
            </a:endParaRPr>
          </a:p>
        </p:txBody>
      </p:sp>
      <p:sp>
        <p:nvSpPr>
          <p:cNvPr id="47" name="Oval 46">
            <a:extLst>
              <a:ext uri="{FF2B5EF4-FFF2-40B4-BE49-F238E27FC236}">
                <a16:creationId xmlns:a16="http://schemas.microsoft.com/office/drawing/2014/main" id="{F869ACC4-FB92-5E88-7132-47663E418074}"/>
              </a:ext>
            </a:extLst>
          </p:cNvPr>
          <p:cNvSpPr/>
          <p:nvPr/>
        </p:nvSpPr>
        <p:spPr bwMode="gray">
          <a:xfrm>
            <a:off x="526012" y="2034162"/>
            <a:ext cx="1442259" cy="1442259"/>
          </a:xfrm>
          <a:prstGeom prst="ellipse">
            <a:avLst/>
          </a:prstGeom>
          <a:solidFill>
            <a:schemeClr val="bg1"/>
          </a:solidFill>
          <a:ln w="19050" algn="ctr">
            <a:solidFill>
              <a:schemeClr val="accent3">
                <a:lumMod val="75000"/>
              </a:schemeClr>
            </a:solidFill>
            <a:miter lim="800000"/>
            <a:headEnd/>
            <a:tailEnd/>
          </a:ln>
        </p:spPr>
        <p:txBody>
          <a:bodyPr wrap="square" lIns="0" tIns="0" rIns="0" bIns="0" rtlCol="0" anchor="ctr"/>
          <a:lstStyle/>
          <a:p>
            <a:pPr algn="ctr"/>
            <a:r>
              <a:rPr lang="en-US" sz="1300" b="1" kern="0" dirty="0"/>
              <a:t>Challenges faced by Utilities before GIS</a:t>
            </a:r>
          </a:p>
        </p:txBody>
      </p:sp>
      <p:sp>
        <p:nvSpPr>
          <p:cNvPr id="48" name="Oval 47">
            <a:extLst>
              <a:ext uri="{FF2B5EF4-FFF2-40B4-BE49-F238E27FC236}">
                <a16:creationId xmlns:a16="http://schemas.microsoft.com/office/drawing/2014/main" id="{B59E0017-1A97-0649-4F71-9A1463D4DDBF}"/>
              </a:ext>
            </a:extLst>
          </p:cNvPr>
          <p:cNvSpPr/>
          <p:nvPr/>
        </p:nvSpPr>
        <p:spPr bwMode="gray">
          <a:xfrm>
            <a:off x="2658089" y="1003300"/>
            <a:ext cx="833490" cy="833490"/>
          </a:xfrm>
          <a:prstGeom prst="ellipse">
            <a:avLst/>
          </a:prstGeom>
          <a:solidFill>
            <a:schemeClr val="bg1"/>
          </a:solidFill>
          <a:ln w="38100" algn="ctr">
            <a:solidFill>
              <a:srgbClr val="000000"/>
            </a:solidFill>
            <a:miter lim="800000"/>
            <a:headEnd/>
            <a:tailEnd/>
          </a:ln>
        </p:spPr>
        <p:txBody>
          <a:bodyPr wrap="square" lIns="88900" tIns="88900" rIns="88900" bIns="88900" rtlCol="0" anchor="ctr"/>
          <a:lstStyle/>
          <a:p>
            <a:pPr algn="ctr">
              <a:buFont typeface="Wingdings 2" pitchFamily="18" charset="2"/>
              <a:buNone/>
            </a:pPr>
            <a:endParaRPr lang="en-US" sz="1600" b="1" dirty="0">
              <a:solidFill>
                <a:schemeClr val="bg1"/>
              </a:solidFill>
            </a:endParaRPr>
          </a:p>
        </p:txBody>
      </p:sp>
      <p:sp>
        <p:nvSpPr>
          <p:cNvPr id="50" name="Oval 49">
            <a:extLst>
              <a:ext uri="{FF2B5EF4-FFF2-40B4-BE49-F238E27FC236}">
                <a16:creationId xmlns:a16="http://schemas.microsoft.com/office/drawing/2014/main" id="{B1CC2DA8-DD18-EE8D-8BF9-19A2D4946988}"/>
              </a:ext>
            </a:extLst>
          </p:cNvPr>
          <p:cNvSpPr/>
          <p:nvPr/>
        </p:nvSpPr>
        <p:spPr bwMode="gray">
          <a:xfrm>
            <a:off x="2658089" y="2873663"/>
            <a:ext cx="833490" cy="833490"/>
          </a:xfrm>
          <a:prstGeom prst="ellipse">
            <a:avLst/>
          </a:prstGeom>
          <a:solidFill>
            <a:schemeClr val="bg1"/>
          </a:solidFill>
          <a:ln w="38100" algn="ctr">
            <a:solidFill>
              <a:srgbClr val="000000"/>
            </a:solidFill>
            <a:miter lim="800000"/>
            <a:headEnd/>
            <a:tailEnd/>
          </a:ln>
        </p:spPr>
        <p:txBody>
          <a:bodyPr wrap="square" lIns="88900" tIns="88900" rIns="88900" bIns="88900" rtlCol="0" anchor="ctr"/>
          <a:lstStyle/>
          <a:p>
            <a:pPr algn="ctr">
              <a:buFont typeface="Wingdings 2" pitchFamily="18" charset="2"/>
              <a:buNone/>
            </a:pPr>
            <a:endParaRPr lang="en-US" sz="1600" b="1" dirty="0">
              <a:solidFill>
                <a:schemeClr val="bg1"/>
              </a:solidFill>
            </a:endParaRPr>
          </a:p>
        </p:txBody>
      </p:sp>
      <p:sp>
        <p:nvSpPr>
          <p:cNvPr id="52" name="Oval 51">
            <a:extLst>
              <a:ext uri="{FF2B5EF4-FFF2-40B4-BE49-F238E27FC236}">
                <a16:creationId xmlns:a16="http://schemas.microsoft.com/office/drawing/2014/main" id="{A91BEAE3-B206-5553-40D5-D2FDDAAFF983}"/>
              </a:ext>
            </a:extLst>
          </p:cNvPr>
          <p:cNvSpPr/>
          <p:nvPr/>
        </p:nvSpPr>
        <p:spPr bwMode="gray">
          <a:xfrm>
            <a:off x="2658089" y="3804688"/>
            <a:ext cx="833490" cy="833490"/>
          </a:xfrm>
          <a:prstGeom prst="ellipse">
            <a:avLst/>
          </a:prstGeom>
          <a:solidFill>
            <a:schemeClr val="bg1"/>
          </a:solidFill>
          <a:ln w="38100" algn="ctr">
            <a:solidFill>
              <a:srgbClr val="000000"/>
            </a:solidFill>
            <a:miter lim="800000"/>
            <a:headEnd/>
            <a:tailEnd/>
          </a:ln>
        </p:spPr>
        <p:txBody>
          <a:bodyPr wrap="square" lIns="88900" tIns="88900" rIns="88900" bIns="88900" rtlCol="0" anchor="ctr"/>
          <a:lstStyle/>
          <a:p>
            <a:pPr algn="ctr">
              <a:buFont typeface="Wingdings 2" pitchFamily="18" charset="2"/>
              <a:buNone/>
            </a:pPr>
            <a:endParaRPr lang="en-US" sz="1600" b="1" dirty="0">
              <a:solidFill>
                <a:schemeClr val="bg1"/>
              </a:solidFill>
            </a:endParaRPr>
          </a:p>
        </p:txBody>
      </p:sp>
      <p:sp>
        <p:nvSpPr>
          <p:cNvPr id="53" name="Snip Single Corner Rectangle 31">
            <a:extLst>
              <a:ext uri="{FF2B5EF4-FFF2-40B4-BE49-F238E27FC236}">
                <a16:creationId xmlns:a16="http://schemas.microsoft.com/office/drawing/2014/main" id="{5B21A300-D9CA-6193-8BF6-ACE3503AD002}"/>
              </a:ext>
            </a:extLst>
          </p:cNvPr>
          <p:cNvSpPr/>
          <p:nvPr/>
        </p:nvSpPr>
        <p:spPr bwMode="gray">
          <a:xfrm>
            <a:off x="3034379" y="1977720"/>
            <a:ext cx="8620722" cy="738391"/>
          </a:xfrm>
          <a:prstGeom prst="snip1Rect">
            <a:avLst>
              <a:gd name="adj" fmla="val 50000"/>
            </a:avLst>
          </a:prstGeom>
          <a:solidFill>
            <a:srgbClr val="43B02A"/>
          </a:solidFill>
          <a:ln w="19050" algn="ctr">
            <a:noFill/>
            <a:miter lim="800000"/>
            <a:headEnd/>
            <a:tailEnd/>
          </a:ln>
        </p:spPr>
        <p:txBody>
          <a:bodyPr wrap="square" lIns="640080" tIns="0" rIns="108000" bIns="0" rtlCol="0" anchor="t"/>
          <a:lstStyle/>
          <a:p>
            <a:r>
              <a:rPr lang="en-US" sz="1300" dirty="0">
                <a:solidFill>
                  <a:schemeClr val="bg1"/>
                </a:solidFill>
              </a:rPr>
              <a:t>In past, Discoms have been using conventional Physical Area Maps for proper O&amp;M and management of the system</a:t>
            </a:r>
          </a:p>
        </p:txBody>
      </p:sp>
      <p:sp>
        <p:nvSpPr>
          <p:cNvPr id="54" name="Oval 53">
            <a:extLst>
              <a:ext uri="{FF2B5EF4-FFF2-40B4-BE49-F238E27FC236}">
                <a16:creationId xmlns:a16="http://schemas.microsoft.com/office/drawing/2014/main" id="{901884B5-3D06-A551-C1DE-0E957A553F05}"/>
              </a:ext>
            </a:extLst>
          </p:cNvPr>
          <p:cNvSpPr/>
          <p:nvPr/>
        </p:nvSpPr>
        <p:spPr bwMode="gray">
          <a:xfrm>
            <a:off x="2658089" y="1930169"/>
            <a:ext cx="833490" cy="833490"/>
          </a:xfrm>
          <a:prstGeom prst="ellipse">
            <a:avLst/>
          </a:prstGeom>
          <a:solidFill>
            <a:schemeClr val="bg1"/>
          </a:solidFill>
          <a:ln w="38100" algn="ctr">
            <a:solidFill>
              <a:srgbClr val="000000"/>
            </a:solidFill>
            <a:miter lim="800000"/>
            <a:headEnd/>
            <a:tailEnd/>
          </a:ln>
        </p:spPr>
        <p:txBody>
          <a:bodyPr wrap="square" lIns="88900" tIns="88900" rIns="88900" bIns="88900" rtlCol="0" anchor="ctr"/>
          <a:lstStyle/>
          <a:p>
            <a:pPr algn="ctr">
              <a:buFont typeface="Wingdings 2" pitchFamily="18" charset="2"/>
              <a:buNone/>
            </a:pPr>
            <a:endParaRPr lang="en-US" sz="1600" b="1" dirty="0">
              <a:solidFill>
                <a:schemeClr val="bg1"/>
              </a:solidFill>
            </a:endParaRPr>
          </a:p>
        </p:txBody>
      </p:sp>
      <p:cxnSp>
        <p:nvCxnSpPr>
          <p:cNvPr id="55" name="Straight Connector 54">
            <a:extLst>
              <a:ext uri="{FF2B5EF4-FFF2-40B4-BE49-F238E27FC236}">
                <a16:creationId xmlns:a16="http://schemas.microsoft.com/office/drawing/2014/main" id="{8FAF0075-9C3A-DEA7-36DE-1ECAD8E7F9DC}"/>
              </a:ext>
            </a:extLst>
          </p:cNvPr>
          <p:cNvCxnSpPr>
            <a:cxnSpLocks/>
            <a:stCxn id="46" idx="0"/>
            <a:endCxn id="59" idx="3"/>
          </p:cNvCxnSpPr>
          <p:nvPr/>
        </p:nvCxnSpPr>
        <p:spPr>
          <a:xfrm flipV="1">
            <a:off x="1247140" y="1452374"/>
            <a:ext cx="719750" cy="525676"/>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cxnSp>
        <p:nvCxnSpPr>
          <p:cNvPr id="56" name="Straight Connector 55">
            <a:extLst>
              <a:ext uri="{FF2B5EF4-FFF2-40B4-BE49-F238E27FC236}">
                <a16:creationId xmlns:a16="http://schemas.microsoft.com/office/drawing/2014/main" id="{E4DBDD41-D886-ED1F-17D1-EDA6C1A28B56}"/>
              </a:ext>
            </a:extLst>
          </p:cNvPr>
          <p:cNvCxnSpPr>
            <a:cxnSpLocks/>
            <a:endCxn id="60" idx="1"/>
          </p:cNvCxnSpPr>
          <p:nvPr/>
        </p:nvCxnSpPr>
        <p:spPr>
          <a:xfrm>
            <a:off x="1907779" y="3180893"/>
            <a:ext cx="154706" cy="77186"/>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F66E3358-7024-5739-3055-732D64193A91}"/>
              </a:ext>
            </a:extLst>
          </p:cNvPr>
          <p:cNvCxnSpPr>
            <a:cxnSpLocks/>
            <a:endCxn id="70" idx="3"/>
          </p:cNvCxnSpPr>
          <p:nvPr/>
        </p:nvCxnSpPr>
        <p:spPr>
          <a:xfrm flipV="1">
            <a:off x="1966891" y="2379243"/>
            <a:ext cx="95595" cy="55352"/>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B5691DE9-D348-D2B9-DD57-9A52BF929705}"/>
              </a:ext>
            </a:extLst>
          </p:cNvPr>
          <p:cNvCxnSpPr>
            <a:cxnSpLocks/>
            <a:stCxn id="63" idx="2"/>
            <a:endCxn id="46" idx="4"/>
          </p:cNvCxnSpPr>
          <p:nvPr/>
        </p:nvCxnSpPr>
        <p:spPr>
          <a:xfrm flipH="1" flipV="1">
            <a:off x="1247141" y="3532531"/>
            <a:ext cx="660639" cy="688903"/>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59" name="Oval 58">
            <a:extLst>
              <a:ext uri="{FF2B5EF4-FFF2-40B4-BE49-F238E27FC236}">
                <a16:creationId xmlns:a16="http://schemas.microsoft.com/office/drawing/2014/main" id="{B0E963DD-812E-ED57-1C40-F2F76AD4D429}"/>
              </a:ext>
            </a:extLst>
          </p:cNvPr>
          <p:cNvSpPr/>
          <p:nvPr/>
        </p:nvSpPr>
        <p:spPr bwMode="gray">
          <a:xfrm>
            <a:off x="1953499" y="1374325"/>
            <a:ext cx="91440" cy="91440"/>
          </a:xfrm>
          <a:prstGeom prst="ellipse">
            <a:avLst/>
          </a:prstGeom>
          <a:solidFill>
            <a:srgbClr val="000000"/>
          </a:solidFill>
          <a:ln w="19050" algn="ctr">
            <a:noFill/>
            <a:miter lim="800000"/>
            <a:headEnd/>
            <a:tailEnd/>
          </a:ln>
        </p:spPr>
        <p:txBody>
          <a:bodyPr wrap="square" lIns="88900" tIns="88900" rIns="88900" bIns="88900" rtlCol="0" anchor="ctr"/>
          <a:lstStyle/>
          <a:p>
            <a:pPr algn="ctr">
              <a:buFont typeface="Wingdings 2" pitchFamily="18" charset="2"/>
              <a:buNone/>
            </a:pPr>
            <a:endParaRPr lang="en-US" sz="1600" b="1" dirty="0">
              <a:solidFill>
                <a:schemeClr val="bg1"/>
              </a:solidFill>
            </a:endParaRPr>
          </a:p>
        </p:txBody>
      </p:sp>
      <p:sp>
        <p:nvSpPr>
          <p:cNvPr id="60" name="Oval 59">
            <a:extLst>
              <a:ext uri="{FF2B5EF4-FFF2-40B4-BE49-F238E27FC236}">
                <a16:creationId xmlns:a16="http://schemas.microsoft.com/office/drawing/2014/main" id="{7F864A28-9CBD-B70E-504A-BCAE638B4B21}"/>
              </a:ext>
            </a:extLst>
          </p:cNvPr>
          <p:cNvSpPr/>
          <p:nvPr/>
        </p:nvSpPr>
        <p:spPr bwMode="gray">
          <a:xfrm>
            <a:off x="2049094" y="3244688"/>
            <a:ext cx="91440" cy="91440"/>
          </a:xfrm>
          <a:prstGeom prst="ellipse">
            <a:avLst/>
          </a:prstGeom>
          <a:solidFill>
            <a:srgbClr val="000000"/>
          </a:solidFill>
          <a:ln w="19050" algn="ctr">
            <a:noFill/>
            <a:miter lim="800000"/>
            <a:headEnd/>
            <a:tailEnd/>
          </a:ln>
        </p:spPr>
        <p:txBody>
          <a:bodyPr wrap="square" lIns="88900" tIns="88900" rIns="88900" bIns="88900" rtlCol="0" anchor="ctr"/>
          <a:lstStyle/>
          <a:p>
            <a:pPr algn="ctr">
              <a:buFont typeface="Wingdings 2" pitchFamily="18" charset="2"/>
              <a:buNone/>
            </a:pPr>
            <a:endParaRPr lang="en-US" sz="1600" b="1" dirty="0">
              <a:solidFill>
                <a:schemeClr val="bg1"/>
              </a:solidFill>
            </a:endParaRPr>
          </a:p>
        </p:txBody>
      </p:sp>
      <p:sp>
        <p:nvSpPr>
          <p:cNvPr id="63" name="Oval 62">
            <a:extLst>
              <a:ext uri="{FF2B5EF4-FFF2-40B4-BE49-F238E27FC236}">
                <a16:creationId xmlns:a16="http://schemas.microsoft.com/office/drawing/2014/main" id="{12A9ED3C-A6B4-EC5A-ED0B-326C84B8D8B1}"/>
              </a:ext>
            </a:extLst>
          </p:cNvPr>
          <p:cNvSpPr/>
          <p:nvPr/>
        </p:nvSpPr>
        <p:spPr bwMode="gray">
          <a:xfrm>
            <a:off x="1907779" y="4175713"/>
            <a:ext cx="91440" cy="91440"/>
          </a:xfrm>
          <a:prstGeom prst="ellipse">
            <a:avLst/>
          </a:prstGeom>
          <a:solidFill>
            <a:srgbClr val="000000"/>
          </a:solidFill>
          <a:ln w="19050" algn="ctr">
            <a:noFill/>
            <a:miter lim="800000"/>
            <a:headEnd/>
            <a:tailEnd/>
          </a:ln>
        </p:spPr>
        <p:txBody>
          <a:bodyPr wrap="square" lIns="88900" tIns="88900" rIns="88900" bIns="88900" rtlCol="0" anchor="ctr"/>
          <a:lstStyle/>
          <a:p>
            <a:pPr algn="ctr">
              <a:buFont typeface="Wingdings 2" pitchFamily="18" charset="2"/>
              <a:buNone/>
            </a:pPr>
            <a:endParaRPr lang="en-US" sz="1600" b="1" dirty="0">
              <a:solidFill>
                <a:schemeClr val="bg1"/>
              </a:solidFill>
            </a:endParaRPr>
          </a:p>
        </p:txBody>
      </p:sp>
      <p:sp>
        <p:nvSpPr>
          <p:cNvPr id="70" name="Oval 69">
            <a:extLst>
              <a:ext uri="{FF2B5EF4-FFF2-40B4-BE49-F238E27FC236}">
                <a16:creationId xmlns:a16="http://schemas.microsoft.com/office/drawing/2014/main" id="{78FF9441-A7B9-22C3-5853-1D4CCD12FDE2}"/>
              </a:ext>
            </a:extLst>
          </p:cNvPr>
          <p:cNvSpPr/>
          <p:nvPr/>
        </p:nvSpPr>
        <p:spPr bwMode="gray">
          <a:xfrm>
            <a:off x="2049094" y="2301194"/>
            <a:ext cx="91440" cy="91440"/>
          </a:xfrm>
          <a:prstGeom prst="ellipse">
            <a:avLst/>
          </a:prstGeom>
          <a:solidFill>
            <a:srgbClr val="000000"/>
          </a:solidFill>
          <a:ln w="19050" algn="ctr">
            <a:noFill/>
            <a:miter lim="800000"/>
            <a:headEnd/>
            <a:tailEnd/>
          </a:ln>
        </p:spPr>
        <p:txBody>
          <a:bodyPr wrap="square" lIns="88900" tIns="88900" rIns="88900" bIns="88900" rtlCol="0" anchor="ctr"/>
          <a:lstStyle/>
          <a:p>
            <a:pPr algn="ctr">
              <a:buFont typeface="Wingdings 2" pitchFamily="18" charset="2"/>
              <a:buNone/>
            </a:pPr>
            <a:endParaRPr lang="en-US" sz="1600" b="1" dirty="0">
              <a:solidFill>
                <a:schemeClr val="bg1"/>
              </a:solidFill>
            </a:endParaRPr>
          </a:p>
        </p:txBody>
      </p:sp>
      <p:sp>
        <p:nvSpPr>
          <p:cNvPr id="71" name="Freeform 611">
            <a:extLst>
              <a:ext uri="{FF2B5EF4-FFF2-40B4-BE49-F238E27FC236}">
                <a16:creationId xmlns:a16="http://schemas.microsoft.com/office/drawing/2014/main" id="{A997025A-F32A-008D-2CF1-09BFE5E1209A}"/>
              </a:ext>
            </a:extLst>
          </p:cNvPr>
          <p:cNvSpPr>
            <a:spLocks noChangeAspect="1" noEditPoints="1"/>
          </p:cNvSpPr>
          <p:nvPr/>
        </p:nvSpPr>
        <p:spPr bwMode="auto">
          <a:xfrm>
            <a:off x="2754794" y="1100005"/>
            <a:ext cx="640080" cy="640080"/>
          </a:xfrm>
          <a:custGeom>
            <a:avLst/>
            <a:gdLst>
              <a:gd name="T0" fmla="*/ 256 w 512"/>
              <a:gd name="T1" fmla="*/ 0 h 512"/>
              <a:gd name="T2" fmla="*/ 0 w 512"/>
              <a:gd name="T3" fmla="*/ 256 h 512"/>
              <a:gd name="T4" fmla="*/ 256 w 512"/>
              <a:gd name="T5" fmla="*/ 512 h 512"/>
              <a:gd name="T6" fmla="*/ 512 w 512"/>
              <a:gd name="T7" fmla="*/ 256 h 512"/>
              <a:gd name="T8" fmla="*/ 256 w 512"/>
              <a:gd name="T9" fmla="*/ 0 h 512"/>
              <a:gd name="T10" fmla="*/ 149 w 512"/>
              <a:gd name="T11" fmla="*/ 362 h 512"/>
              <a:gd name="T12" fmla="*/ 128 w 512"/>
              <a:gd name="T13" fmla="*/ 362 h 512"/>
              <a:gd name="T14" fmla="*/ 117 w 512"/>
              <a:gd name="T15" fmla="*/ 352 h 512"/>
              <a:gd name="T16" fmla="*/ 128 w 512"/>
              <a:gd name="T17" fmla="*/ 341 h 512"/>
              <a:gd name="T18" fmla="*/ 149 w 512"/>
              <a:gd name="T19" fmla="*/ 341 h 512"/>
              <a:gd name="T20" fmla="*/ 160 w 512"/>
              <a:gd name="T21" fmla="*/ 352 h 512"/>
              <a:gd name="T22" fmla="*/ 149 w 512"/>
              <a:gd name="T23" fmla="*/ 362 h 512"/>
              <a:gd name="T24" fmla="*/ 149 w 512"/>
              <a:gd name="T25" fmla="*/ 298 h 512"/>
              <a:gd name="T26" fmla="*/ 128 w 512"/>
              <a:gd name="T27" fmla="*/ 298 h 512"/>
              <a:gd name="T28" fmla="*/ 117 w 512"/>
              <a:gd name="T29" fmla="*/ 288 h 512"/>
              <a:gd name="T30" fmla="*/ 128 w 512"/>
              <a:gd name="T31" fmla="*/ 277 h 512"/>
              <a:gd name="T32" fmla="*/ 149 w 512"/>
              <a:gd name="T33" fmla="*/ 277 h 512"/>
              <a:gd name="T34" fmla="*/ 160 w 512"/>
              <a:gd name="T35" fmla="*/ 288 h 512"/>
              <a:gd name="T36" fmla="*/ 149 w 512"/>
              <a:gd name="T37" fmla="*/ 298 h 512"/>
              <a:gd name="T38" fmla="*/ 149 w 512"/>
              <a:gd name="T39" fmla="*/ 234 h 512"/>
              <a:gd name="T40" fmla="*/ 128 w 512"/>
              <a:gd name="T41" fmla="*/ 234 h 512"/>
              <a:gd name="T42" fmla="*/ 117 w 512"/>
              <a:gd name="T43" fmla="*/ 224 h 512"/>
              <a:gd name="T44" fmla="*/ 128 w 512"/>
              <a:gd name="T45" fmla="*/ 213 h 512"/>
              <a:gd name="T46" fmla="*/ 149 w 512"/>
              <a:gd name="T47" fmla="*/ 213 h 512"/>
              <a:gd name="T48" fmla="*/ 160 w 512"/>
              <a:gd name="T49" fmla="*/ 224 h 512"/>
              <a:gd name="T50" fmla="*/ 149 w 512"/>
              <a:gd name="T51" fmla="*/ 234 h 512"/>
              <a:gd name="T52" fmla="*/ 149 w 512"/>
              <a:gd name="T53" fmla="*/ 170 h 512"/>
              <a:gd name="T54" fmla="*/ 128 w 512"/>
              <a:gd name="T55" fmla="*/ 170 h 512"/>
              <a:gd name="T56" fmla="*/ 117 w 512"/>
              <a:gd name="T57" fmla="*/ 160 h 512"/>
              <a:gd name="T58" fmla="*/ 128 w 512"/>
              <a:gd name="T59" fmla="*/ 149 h 512"/>
              <a:gd name="T60" fmla="*/ 149 w 512"/>
              <a:gd name="T61" fmla="*/ 149 h 512"/>
              <a:gd name="T62" fmla="*/ 160 w 512"/>
              <a:gd name="T63" fmla="*/ 160 h 512"/>
              <a:gd name="T64" fmla="*/ 149 w 512"/>
              <a:gd name="T65" fmla="*/ 170 h 512"/>
              <a:gd name="T66" fmla="*/ 384 w 512"/>
              <a:gd name="T67" fmla="*/ 362 h 512"/>
              <a:gd name="T68" fmla="*/ 202 w 512"/>
              <a:gd name="T69" fmla="*/ 362 h 512"/>
              <a:gd name="T70" fmla="*/ 192 w 512"/>
              <a:gd name="T71" fmla="*/ 352 h 512"/>
              <a:gd name="T72" fmla="*/ 202 w 512"/>
              <a:gd name="T73" fmla="*/ 341 h 512"/>
              <a:gd name="T74" fmla="*/ 384 w 512"/>
              <a:gd name="T75" fmla="*/ 341 h 512"/>
              <a:gd name="T76" fmla="*/ 394 w 512"/>
              <a:gd name="T77" fmla="*/ 352 h 512"/>
              <a:gd name="T78" fmla="*/ 384 w 512"/>
              <a:gd name="T79" fmla="*/ 362 h 512"/>
              <a:gd name="T80" fmla="*/ 384 w 512"/>
              <a:gd name="T81" fmla="*/ 298 h 512"/>
              <a:gd name="T82" fmla="*/ 202 w 512"/>
              <a:gd name="T83" fmla="*/ 298 h 512"/>
              <a:gd name="T84" fmla="*/ 192 w 512"/>
              <a:gd name="T85" fmla="*/ 288 h 512"/>
              <a:gd name="T86" fmla="*/ 202 w 512"/>
              <a:gd name="T87" fmla="*/ 277 h 512"/>
              <a:gd name="T88" fmla="*/ 384 w 512"/>
              <a:gd name="T89" fmla="*/ 277 h 512"/>
              <a:gd name="T90" fmla="*/ 394 w 512"/>
              <a:gd name="T91" fmla="*/ 288 h 512"/>
              <a:gd name="T92" fmla="*/ 384 w 512"/>
              <a:gd name="T93" fmla="*/ 298 h 512"/>
              <a:gd name="T94" fmla="*/ 384 w 512"/>
              <a:gd name="T95" fmla="*/ 234 h 512"/>
              <a:gd name="T96" fmla="*/ 202 w 512"/>
              <a:gd name="T97" fmla="*/ 234 h 512"/>
              <a:gd name="T98" fmla="*/ 192 w 512"/>
              <a:gd name="T99" fmla="*/ 224 h 512"/>
              <a:gd name="T100" fmla="*/ 202 w 512"/>
              <a:gd name="T101" fmla="*/ 213 h 512"/>
              <a:gd name="T102" fmla="*/ 384 w 512"/>
              <a:gd name="T103" fmla="*/ 213 h 512"/>
              <a:gd name="T104" fmla="*/ 394 w 512"/>
              <a:gd name="T105" fmla="*/ 224 h 512"/>
              <a:gd name="T106" fmla="*/ 384 w 512"/>
              <a:gd name="T107" fmla="*/ 234 h 512"/>
              <a:gd name="T108" fmla="*/ 384 w 512"/>
              <a:gd name="T109" fmla="*/ 170 h 512"/>
              <a:gd name="T110" fmla="*/ 202 w 512"/>
              <a:gd name="T111" fmla="*/ 170 h 512"/>
              <a:gd name="T112" fmla="*/ 192 w 512"/>
              <a:gd name="T113" fmla="*/ 160 h 512"/>
              <a:gd name="T114" fmla="*/ 202 w 512"/>
              <a:gd name="T115" fmla="*/ 149 h 512"/>
              <a:gd name="T116" fmla="*/ 384 w 512"/>
              <a:gd name="T117" fmla="*/ 149 h 512"/>
              <a:gd name="T118" fmla="*/ 394 w 512"/>
              <a:gd name="T119" fmla="*/ 160 h 512"/>
              <a:gd name="T120" fmla="*/ 384 w 512"/>
              <a:gd name="T121" fmla="*/ 17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512" h="512">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moveTo>
                  <a:pt x="149" y="362"/>
                </a:moveTo>
                <a:cubicBezTo>
                  <a:pt x="128" y="362"/>
                  <a:pt x="128" y="362"/>
                  <a:pt x="128" y="362"/>
                </a:cubicBezTo>
                <a:cubicBezTo>
                  <a:pt x="122" y="362"/>
                  <a:pt x="117" y="358"/>
                  <a:pt x="117" y="352"/>
                </a:cubicBezTo>
                <a:cubicBezTo>
                  <a:pt x="117" y="346"/>
                  <a:pt x="122" y="341"/>
                  <a:pt x="128" y="341"/>
                </a:cubicBezTo>
                <a:cubicBezTo>
                  <a:pt x="149" y="341"/>
                  <a:pt x="149" y="341"/>
                  <a:pt x="149" y="341"/>
                </a:cubicBezTo>
                <a:cubicBezTo>
                  <a:pt x="155" y="341"/>
                  <a:pt x="160" y="346"/>
                  <a:pt x="160" y="352"/>
                </a:cubicBezTo>
                <a:cubicBezTo>
                  <a:pt x="160" y="358"/>
                  <a:pt x="155" y="362"/>
                  <a:pt x="149" y="362"/>
                </a:cubicBezTo>
                <a:close/>
                <a:moveTo>
                  <a:pt x="149" y="298"/>
                </a:moveTo>
                <a:cubicBezTo>
                  <a:pt x="128" y="298"/>
                  <a:pt x="128" y="298"/>
                  <a:pt x="128" y="298"/>
                </a:cubicBezTo>
                <a:cubicBezTo>
                  <a:pt x="122" y="298"/>
                  <a:pt x="117" y="294"/>
                  <a:pt x="117" y="288"/>
                </a:cubicBezTo>
                <a:cubicBezTo>
                  <a:pt x="117" y="282"/>
                  <a:pt x="122" y="277"/>
                  <a:pt x="128" y="277"/>
                </a:cubicBezTo>
                <a:cubicBezTo>
                  <a:pt x="149" y="277"/>
                  <a:pt x="149" y="277"/>
                  <a:pt x="149" y="277"/>
                </a:cubicBezTo>
                <a:cubicBezTo>
                  <a:pt x="155" y="277"/>
                  <a:pt x="160" y="282"/>
                  <a:pt x="160" y="288"/>
                </a:cubicBezTo>
                <a:cubicBezTo>
                  <a:pt x="160" y="294"/>
                  <a:pt x="155" y="298"/>
                  <a:pt x="149" y="298"/>
                </a:cubicBezTo>
                <a:close/>
                <a:moveTo>
                  <a:pt x="149" y="234"/>
                </a:moveTo>
                <a:cubicBezTo>
                  <a:pt x="128" y="234"/>
                  <a:pt x="128" y="234"/>
                  <a:pt x="128" y="234"/>
                </a:cubicBezTo>
                <a:cubicBezTo>
                  <a:pt x="122" y="234"/>
                  <a:pt x="117" y="230"/>
                  <a:pt x="117" y="224"/>
                </a:cubicBezTo>
                <a:cubicBezTo>
                  <a:pt x="117" y="218"/>
                  <a:pt x="122" y="213"/>
                  <a:pt x="128" y="213"/>
                </a:cubicBezTo>
                <a:cubicBezTo>
                  <a:pt x="149" y="213"/>
                  <a:pt x="149" y="213"/>
                  <a:pt x="149" y="213"/>
                </a:cubicBezTo>
                <a:cubicBezTo>
                  <a:pt x="155" y="213"/>
                  <a:pt x="160" y="218"/>
                  <a:pt x="160" y="224"/>
                </a:cubicBezTo>
                <a:cubicBezTo>
                  <a:pt x="160" y="230"/>
                  <a:pt x="155" y="234"/>
                  <a:pt x="149" y="234"/>
                </a:cubicBezTo>
                <a:close/>
                <a:moveTo>
                  <a:pt x="149" y="170"/>
                </a:moveTo>
                <a:cubicBezTo>
                  <a:pt x="128" y="170"/>
                  <a:pt x="128" y="170"/>
                  <a:pt x="128" y="170"/>
                </a:cubicBezTo>
                <a:cubicBezTo>
                  <a:pt x="122" y="170"/>
                  <a:pt x="117" y="166"/>
                  <a:pt x="117" y="160"/>
                </a:cubicBezTo>
                <a:cubicBezTo>
                  <a:pt x="117" y="154"/>
                  <a:pt x="122" y="149"/>
                  <a:pt x="128" y="149"/>
                </a:cubicBezTo>
                <a:cubicBezTo>
                  <a:pt x="149" y="149"/>
                  <a:pt x="149" y="149"/>
                  <a:pt x="149" y="149"/>
                </a:cubicBezTo>
                <a:cubicBezTo>
                  <a:pt x="155" y="149"/>
                  <a:pt x="160" y="154"/>
                  <a:pt x="160" y="160"/>
                </a:cubicBezTo>
                <a:cubicBezTo>
                  <a:pt x="160" y="166"/>
                  <a:pt x="155" y="170"/>
                  <a:pt x="149" y="170"/>
                </a:cubicBezTo>
                <a:close/>
                <a:moveTo>
                  <a:pt x="384" y="362"/>
                </a:moveTo>
                <a:cubicBezTo>
                  <a:pt x="202" y="362"/>
                  <a:pt x="202" y="362"/>
                  <a:pt x="202" y="362"/>
                </a:cubicBezTo>
                <a:cubicBezTo>
                  <a:pt x="196" y="362"/>
                  <a:pt x="192" y="358"/>
                  <a:pt x="192" y="352"/>
                </a:cubicBezTo>
                <a:cubicBezTo>
                  <a:pt x="192" y="346"/>
                  <a:pt x="196" y="341"/>
                  <a:pt x="202" y="341"/>
                </a:cubicBezTo>
                <a:cubicBezTo>
                  <a:pt x="384" y="341"/>
                  <a:pt x="384" y="341"/>
                  <a:pt x="384" y="341"/>
                </a:cubicBezTo>
                <a:cubicBezTo>
                  <a:pt x="390" y="341"/>
                  <a:pt x="394" y="346"/>
                  <a:pt x="394" y="352"/>
                </a:cubicBezTo>
                <a:cubicBezTo>
                  <a:pt x="394" y="358"/>
                  <a:pt x="390" y="362"/>
                  <a:pt x="384" y="362"/>
                </a:cubicBezTo>
                <a:close/>
                <a:moveTo>
                  <a:pt x="384" y="298"/>
                </a:moveTo>
                <a:cubicBezTo>
                  <a:pt x="202" y="298"/>
                  <a:pt x="202" y="298"/>
                  <a:pt x="202" y="298"/>
                </a:cubicBezTo>
                <a:cubicBezTo>
                  <a:pt x="196" y="298"/>
                  <a:pt x="192" y="294"/>
                  <a:pt x="192" y="288"/>
                </a:cubicBezTo>
                <a:cubicBezTo>
                  <a:pt x="192" y="282"/>
                  <a:pt x="196" y="277"/>
                  <a:pt x="202" y="277"/>
                </a:cubicBezTo>
                <a:cubicBezTo>
                  <a:pt x="384" y="277"/>
                  <a:pt x="384" y="277"/>
                  <a:pt x="384" y="277"/>
                </a:cubicBezTo>
                <a:cubicBezTo>
                  <a:pt x="390" y="277"/>
                  <a:pt x="394" y="282"/>
                  <a:pt x="394" y="288"/>
                </a:cubicBezTo>
                <a:cubicBezTo>
                  <a:pt x="394" y="294"/>
                  <a:pt x="390" y="298"/>
                  <a:pt x="384" y="298"/>
                </a:cubicBezTo>
                <a:close/>
                <a:moveTo>
                  <a:pt x="384" y="234"/>
                </a:moveTo>
                <a:cubicBezTo>
                  <a:pt x="202" y="234"/>
                  <a:pt x="202" y="234"/>
                  <a:pt x="202" y="234"/>
                </a:cubicBezTo>
                <a:cubicBezTo>
                  <a:pt x="196" y="234"/>
                  <a:pt x="192" y="230"/>
                  <a:pt x="192" y="224"/>
                </a:cubicBezTo>
                <a:cubicBezTo>
                  <a:pt x="192" y="218"/>
                  <a:pt x="196" y="213"/>
                  <a:pt x="202" y="213"/>
                </a:cubicBezTo>
                <a:cubicBezTo>
                  <a:pt x="384" y="213"/>
                  <a:pt x="384" y="213"/>
                  <a:pt x="384" y="213"/>
                </a:cubicBezTo>
                <a:cubicBezTo>
                  <a:pt x="390" y="213"/>
                  <a:pt x="394" y="218"/>
                  <a:pt x="394" y="224"/>
                </a:cubicBezTo>
                <a:cubicBezTo>
                  <a:pt x="394" y="230"/>
                  <a:pt x="390" y="234"/>
                  <a:pt x="384" y="234"/>
                </a:cubicBezTo>
                <a:close/>
                <a:moveTo>
                  <a:pt x="384" y="170"/>
                </a:moveTo>
                <a:cubicBezTo>
                  <a:pt x="202" y="170"/>
                  <a:pt x="202" y="170"/>
                  <a:pt x="202" y="170"/>
                </a:cubicBezTo>
                <a:cubicBezTo>
                  <a:pt x="196" y="170"/>
                  <a:pt x="192" y="166"/>
                  <a:pt x="192" y="160"/>
                </a:cubicBezTo>
                <a:cubicBezTo>
                  <a:pt x="192" y="154"/>
                  <a:pt x="196" y="149"/>
                  <a:pt x="202" y="149"/>
                </a:cubicBezTo>
                <a:cubicBezTo>
                  <a:pt x="384" y="149"/>
                  <a:pt x="384" y="149"/>
                  <a:pt x="384" y="149"/>
                </a:cubicBezTo>
                <a:cubicBezTo>
                  <a:pt x="390" y="149"/>
                  <a:pt x="394" y="154"/>
                  <a:pt x="394" y="160"/>
                </a:cubicBezTo>
                <a:cubicBezTo>
                  <a:pt x="394" y="166"/>
                  <a:pt x="390" y="170"/>
                  <a:pt x="384" y="170"/>
                </a:cubicBezTo>
                <a:close/>
              </a:path>
            </a:pathLst>
          </a:custGeom>
          <a:solidFill>
            <a:srgbClr val="86BC25"/>
          </a:solidFill>
          <a:ln>
            <a:noFill/>
          </a:ln>
        </p:spPr>
        <p:txBody>
          <a:bodyPr vert="horz" wrap="square" lIns="91440" tIns="45720" rIns="91440" bIns="45720" numCol="1" anchor="t" anchorCtr="0" compatLnSpc="1">
            <a:prstTxWarp prst="textNoShape">
              <a:avLst/>
            </a:prstTxWarp>
          </a:bodyPr>
          <a:lstStyle/>
          <a:p>
            <a:endParaRPr lang="en-GB" dirty="0"/>
          </a:p>
        </p:txBody>
      </p:sp>
      <p:sp>
        <p:nvSpPr>
          <p:cNvPr id="72" name="Freeform 141">
            <a:extLst>
              <a:ext uri="{FF2B5EF4-FFF2-40B4-BE49-F238E27FC236}">
                <a16:creationId xmlns:a16="http://schemas.microsoft.com/office/drawing/2014/main" id="{2CC1B315-FAD4-E7AB-F77E-644F10F0385F}"/>
              </a:ext>
            </a:extLst>
          </p:cNvPr>
          <p:cNvSpPr>
            <a:spLocks noChangeAspect="1" noEditPoints="1"/>
          </p:cNvSpPr>
          <p:nvPr/>
        </p:nvSpPr>
        <p:spPr bwMode="auto">
          <a:xfrm>
            <a:off x="2754794" y="2026874"/>
            <a:ext cx="640080" cy="640080"/>
          </a:xfrm>
          <a:custGeom>
            <a:avLst/>
            <a:gdLst>
              <a:gd name="T0" fmla="*/ 341 w 512"/>
              <a:gd name="T1" fmla="*/ 330 h 512"/>
              <a:gd name="T2" fmla="*/ 138 w 512"/>
              <a:gd name="T3" fmla="*/ 224 h 512"/>
              <a:gd name="T4" fmla="*/ 224 w 512"/>
              <a:gd name="T5" fmla="*/ 248 h 512"/>
              <a:gd name="T6" fmla="*/ 240 w 512"/>
              <a:gd name="T7" fmla="*/ 234 h 512"/>
              <a:gd name="T8" fmla="*/ 247 w 512"/>
              <a:gd name="T9" fmla="*/ 242 h 512"/>
              <a:gd name="T10" fmla="*/ 264 w 512"/>
              <a:gd name="T11" fmla="*/ 259 h 512"/>
              <a:gd name="T12" fmla="*/ 244 w 512"/>
              <a:gd name="T13" fmla="*/ 254 h 512"/>
              <a:gd name="T14" fmla="*/ 234 w 512"/>
              <a:gd name="T15" fmla="*/ 260 h 512"/>
              <a:gd name="T16" fmla="*/ 240 w 512"/>
              <a:gd name="T17" fmla="*/ 267 h 512"/>
              <a:gd name="T18" fmla="*/ 261 w 512"/>
              <a:gd name="T19" fmla="*/ 276 h 512"/>
              <a:gd name="T20" fmla="*/ 269 w 512"/>
              <a:gd name="T21" fmla="*/ 290 h 512"/>
              <a:gd name="T22" fmla="*/ 247 w 512"/>
              <a:gd name="T23" fmla="*/ 309 h 512"/>
              <a:gd name="T24" fmla="*/ 240 w 512"/>
              <a:gd name="T25" fmla="*/ 320 h 512"/>
              <a:gd name="T26" fmla="*/ 218 w 512"/>
              <a:gd name="T27" fmla="*/ 305 h 512"/>
              <a:gd name="T28" fmla="*/ 229 w 512"/>
              <a:gd name="T29" fmla="*/ 295 h 512"/>
              <a:gd name="T30" fmla="*/ 244 w 512"/>
              <a:gd name="T31" fmla="*/ 297 h 512"/>
              <a:gd name="T32" fmla="*/ 254 w 512"/>
              <a:gd name="T33" fmla="*/ 291 h 512"/>
              <a:gd name="T34" fmla="*/ 247 w 512"/>
              <a:gd name="T35" fmla="*/ 284 h 512"/>
              <a:gd name="T36" fmla="*/ 237 w 512"/>
              <a:gd name="T37" fmla="*/ 280 h 512"/>
              <a:gd name="T38" fmla="*/ 218 w 512"/>
              <a:gd name="T39" fmla="*/ 260 h 512"/>
              <a:gd name="T40" fmla="*/ 181 w 512"/>
              <a:gd name="T41" fmla="*/ 181 h 512"/>
              <a:gd name="T42" fmla="*/ 384 w 512"/>
              <a:gd name="T43" fmla="*/ 288 h 512"/>
              <a:gd name="T44" fmla="*/ 362 w 512"/>
              <a:gd name="T45" fmla="*/ 213 h 512"/>
              <a:gd name="T46" fmla="*/ 181 w 512"/>
              <a:gd name="T47" fmla="*/ 202 h 512"/>
              <a:gd name="T48" fmla="*/ 256 w 512"/>
              <a:gd name="T49" fmla="*/ 0 h 512"/>
              <a:gd name="T50" fmla="*/ 256 w 512"/>
              <a:gd name="T51" fmla="*/ 512 h 512"/>
              <a:gd name="T52" fmla="*/ 256 w 512"/>
              <a:gd name="T53" fmla="*/ 0 h 512"/>
              <a:gd name="T54" fmla="*/ 394 w 512"/>
              <a:gd name="T55" fmla="*/ 309 h 512"/>
              <a:gd name="T56" fmla="*/ 362 w 512"/>
              <a:gd name="T57" fmla="*/ 341 h 512"/>
              <a:gd name="T58" fmla="*/ 128 w 512"/>
              <a:gd name="T59" fmla="*/ 352 h 512"/>
              <a:gd name="T60" fmla="*/ 117 w 512"/>
              <a:gd name="T61" fmla="*/ 213 h 512"/>
              <a:gd name="T62" fmla="*/ 160 w 512"/>
              <a:gd name="T63" fmla="*/ 202 h 512"/>
              <a:gd name="T64" fmla="*/ 170 w 512"/>
              <a:gd name="T65" fmla="*/ 160 h 512"/>
              <a:gd name="T66" fmla="*/ 405 w 512"/>
              <a:gd name="T67" fmla="*/ 17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512" h="512">
                <a:moveTo>
                  <a:pt x="138" y="330"/>
                </a:moveTo>
                <a:cubicBezTo>
                  <a:pt x="341" y="330"/>
                  <a:pt x="341" y="330"/>
                  <a:pt x="341" y="330"/>
                </a:cubicBezTo>
                <a:cubicBezTo>
                  <a:pt x="341" y="224"/>
                  <a:pt x="341" y="224"/>
                  <a:pt x="341" y="224"/>
                </a:cubicBezTo>
                <a:cubicBezTo>
                  <a:pt x="138" y="224"/>
                  <a:pt x="138" y="224"/>
                  <a:pt x="138" y="224"/>
                </a:cubicBezTo>
                <a:lnTo>
                  <a:pt x="138" y="330"/>
                </a:lnTo>
                <a:close/>
                <a:moveTo>
                  <a:pt x="224" y="248"/>
                </a:moveTo>
                <a:cubicBezTo>
                  <a:pt x="228" y="245"/>
                  <a:pt x="233" y="243"/>
                  <a:pt x="240" y="242"/>
                </a:cubicBezTo>
                <a:cubicBezTo>
                  <a:pt x="240" y="234"/>
                  <a:pt x="240" y="234"/>
                  <a:pt x="240" y="234"/>
                </a:cubicBezTo>
                <a:cubicBezTo>
                  <a:pt x="247" y="234"/>
                  <a:pt x="247" y="234"/>
                  <a:pt x="247" y="234"/>
                </a:cubicBezTo>
                <a:cubicBezTo>
                  <a:pt x="247" y="242"/>
                  <a:pt x="247" y="242"/>
                  <a:pt x="247" y="242"/>
                </a:cubicBezTo>
                <a:cubicBezTo>
                  <a:pt x="255" y="242"/>
                  <a:pt x="262" y="244"/>
                  <a:pt x="268" y="247"/>
                </a:cubicBezTo>
                <a:cubicBezTo>
                  <a:pt x="264" y="259"/>
                  <a:pt x="264" y="259"/>
                  <a:pt x="264" y="259"/>
                </a:cubicBezTo>
                <a:cubicBezTo>
                  <a:pt x="258" y="256"/>
                  <a:pt x="253" y="255"/>
                  <a:pt x="247" y="255"/>
                </a:cubicBezTo>
                <a:cubicBezTo>
                  <a:pt x="247" y="255"/>
                  <a:pt x="246" y="254"/>
                  <a:pt x="244" y="254"/>
                </a:cubicBezTo>
                <a:cubicBezTo>
                  <a:pt x="242" y="254"/>
                  <a:pt x="240" y="255"/>
                  <a:pt x="240" y="255"/>
                </a:cubicBezTo>
                <a:cubicBezTo>
                  <a:pt x="236" y="255"/>
                  <a:pt x="234" y="257"/>
                  <a:pt x="234" y="260"/>
                </a:cubicBezTo>
                <a:cubicBezTo>
                  <a:pt x="234" y="262"/>
                  <a:pt x="234" y="263"/>
                  <a:pt x="235" y="264"/>
                </a:cubicBezTo>
                <a:cubicBezTo>
                  <a:pt x="236" y="265"/>
                  <a:pt x="238" y="266"/>
                  <a:pt x="240" y="267"/>
                </a:cubicBezTo>
                <a:cubicBezTo>
                  <a:pt x="247" y="270"/>
                  <a:pt x="247" y="270"/>
                  <a:pt x="247" y="270"/>
                </a:cubicBezTo>
                <a:cubicBezTo>
                  <a:pt x="254" y="272"/>
                  <a:pt x="259" y="274"/>
                  <a:pt x="261" y="276"/>
                </a:cubicBezTo>
                <a:cubicBezTo>
                  <a:pt x="264" y="278"/>
                  <a:pt x="266" y="280"/>
                  <a:pt x="268" y="282"/>
                </a:cubicBezTo>
                <a:cubicBezTo>
                  <a:pt x="269" y="285"/>
                  <a:pt x="269" y="287"/>
                  <a:pt x="269" y="290"/>
                </a:cubicBezTo>
                <a:cubicBezTo>
                  <a:pt x="269" y="296"/>
                  <a:pt x="268" y="300"/>
                  <a:pt x="264" y="303"/>
                </a:cubicBezTo>
                <a:cubicBezTo>
                  <a:pt x="260" y="307"/>
                  <a:pt x="254" y="309"/>
                  <a:pt x="247" y="309"/>
                </a:cubicBezTo>
                <a:cubicBezTo>
                  <a:pt x="247" y="320"/>
                  <a:pt x="247" y="320"/>
                  <a:pt x="247" y="320"/>
                </a:cubicBezTo>
                <a:cubicBezTo>
                  <a:pt x="240" y="320"/>
                  <a:pt x="240" y="320"/>
                  <a:pt x="240" y="320"/>
                </a:cubicBezTo>
                <a:cubicBezTo>
                  <a:pt x="240" y="309"/>
                  <a:pt x="240" y="309"/>
                  <a:pt x="240" y="309"/>
                </a:cubicBezTo>
                <a:cubicBezTo>
                  <a:pt x="232" y="309"/>
                  <a:pt x="225" y="308"/>
                  <a:pt x="218" y="305"/>
                </a:cubicBezTo>
                <a:cubicBezTo>
                  <a:pt x="218" y="292"/>
                  <a:pt x="218" y="292"/>
                  <a:pt x="218" y="292"/>
                </a:cubicBezTo>
                <a:cubicBezTo>
                  <a:pt x="221" y="293"/>
                  <a:pt x="225" y="294"/>
                  <a:pt x="229" y="295"/>
                </a:cubicBezTo>
                <a:cubicBezTo>
                  <a:pt x="233" y="297"/>
                  <a:pt x="237" y="297"/>
                  <a:pt x="240" y="297"/>
                </a:cubicBezTo>
                <a:cubicBezTo>
                  <a:pt x="240" y="297"/>
                  <a:pt x="242" y="297"/>
                  <a:pt x="244" y="297"/>
                </a:cubicBezTo>
                <a:cubicBezTo>
                  <a:pt x="246" y="297"/>
                  <a:pt x="247" y="297"/>
                  <a:pt x="247" y="297"/>
                </a:cubicBezTo>
                <a:cubicBezTo>
                  <a:pt x="252" y="296"/>
                  <a:pt x="254" y="294"/>
                  <a:pt x="254" y="291"/>
                </a:cubicBezTo>
                <a:cubicBezTo>
                  <a:pt x="254" y="290"/>
                  <a:pt x="254" y="288"/>
                  <a:pt x="252" y="287"/>
                </a:cubicBezTo>
                <a:cubicBezTo>
                  <a:pt x="251" y="286"/>
                  <a:pt x="250" y="285"/>
                  <a:pt x="247" y="284"/>
                </a:cubicBezTo>
                <a:cubicBezTo>
                  <a:pt x="240" y="282"/>
                  <a:pt x="240" y="282"/>
                  <a:pt x="240" y="282"/>
                </a:cubicBezTo>
                <a:cubicBezTo>
                  <a:pt x="237" y="280"/>
                  <a:pt x="237" y="280"/>
                  <a:pt x="237" y="280"/>
                </a:cubicBezTo>
                <a:cubicBezTo>
                  <a:pt x="230" y="278"/>
                  <a:pt x="225" y="275"/>
                  <a:pt x="222" y="272"/>
                </a:cubicBezTo>
                <a:cubicBezTo>
                  <a:pt x="220" y="269"/>
                  <a:pt x="218" y="265"/>
                  <a:pt x="218" y="260"/>
                </a:cubicBezTo>
                <a:cubicBezTo>
                  <a:pt x="218" y="255"/>
                  <a:pt x="220" y="251"/>
                  <a:pt x="224" y="248"/>
                </a:cubicBezTo>
                <a:close/>
                <a:moveTo>
                  <a:pt x="181" y="181"/>
                </a:moveTo>
                <a:cubicBezTo>
                  <a:pt x="384" y="181"/>
                  <a:pt x="384" y="181"/>
                  <a:pt x="384" y="181"/>
                </a:cubicBezTo>
                <a:cubicBezTo>
                  <a:pt x="384" y="288"/>
                  <a:pt x="384" y="288"/>
                  <a:pt x="384" y="288"/>
                </a:cubicBezTo>
                <a:cubicBezTo>
                  <a:pt x="362" y="288"/>
                  <a:pt x="362" y="288"/>
                  <a:pt x="362" y="288"/>
                </a:cubicBezTo>
                <a:cubicBezTo>
                  <a:pt x="362" y="213"/>
                  <a:pt x="362" y="213"/>
                  <a:pt x="362" y="213"/>
                </a:cubicBezTo>
                <a:cubicBezTo>
                  <a:pt x="362" y="207"/>
                  <a:pt x="358" y="202"/>
                  <a:pt x="352" y="202"/>
                </a:cubicBezTo>
                <a:cubicBezTo>
                  <a:pt x="181" y="202"/>
                  <a:pt x="181" y="202"/>
                  <a:pt x="181" y="202"/>
                </a:cubicBezTo>
                <a:lnTo>
                  <a:pt x="181" y="181"/>
                </a:lnTo>
                <a:close/>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moveTo>
                  <a:pt x="405" y="298"/>
                </a:moveTo>
                <a:cubicBezTo>
                  <a:pt x="405" y="304"/>
                  <a:pt x="400" y="309"/>
                  <a:pt x="394" y="309"/>
                </a:cubicBezTo>
                <a:cubicBezTo>
                  <a:pt x="362" y="309"/>
                  <a:pt x="362" y="309"/>
                  <a:pt x="362" y="309"/>
                </a:cubicBezTo>
                <a:cubicBezTo>
                  <a:pt x="362" y="341"/>
                  <a:pt x="362" y="341"/>
                  <a:pt x="362" y="341"/>
                </a:cubicBezTo>
                <a:cubicBezTo>
                  <a:pt x="362" y="347"/>
                  <a:pt x="358" y="352"/>
                  <a:pt x="352" y="352"/>
                </a:cubicBezTo>
                <a:cubicBezTo>
                  <a:pt x="128" y="352"/>
                  <a:pt x="128" y="352"/>
                  <a:pt x="128" y="352"/>
                </a:cubicBezTo>
                <a:cubicBezTo>
                  <a:pt x="122" y="352"/>
                  <a:pt x="117" y="347"/>
                  <a:pt x="117" y="341"/>
                </a:cubicBezTo>
                <a:cubicBezTo>
                  <a:pt x="117" y="213"/>
                  <a:pt x="117" y="213"/>
                  <a:pt x="117" y="213"/>
                </a:cubicBezTo>
                <a:cubicBezTo>
                  <a:pt x="117" y="207"/>
                  <a:pt x="122" y="202"/>
                  <a:pt x="128" y="202"/>
                </a:cubicBezTo>
                <a:cubicBezTo>
                  <a:pt x="160" y="202"/>
                  <a:pt x="160" y="202"/>
                  <a:pt x="160" y="202"/>
                </a:cubicBezTo>
                <a:cubicBezTo>
                  <a:pt x="160" y="170"/>
                  <a:pt x="160" y="170"/>
                  <a:pt x="160" y="170"/>
                </a:cubicBezTo>
                <a:cubicBezTo>
                  <a:pt x="160" y="164"/>
                  <a:pt x="164" y="160"/>
                  <a:pt x="170" y="160"/>
                </a:cubicBezTo>
                <a:cubicBezTo>
                  <a:pt x="394" y="160"/>
                  <a:pt x="394" y="160"/>
                  <a:pt x="394" y="160"/>
                </a:cubicBezTo>
                <a:cubicBezTo>
                  <a:pt x="400" y="160"/>
                  <a:pt x="405" y="164"/>
                  <a:pt x="405" y="170"/>
                </a:cubicBezTo>
                <a:lnTo>
                  <a:pt x="405" y="298"/>
                </a:lnTo>
                <a:close/>
              </a:path>
            </a:pathLst>
          </a:custGeom>
          <a:solidFill>
            <a:srgbClr val="43B02A"/>
          </a:solidFill>
          <a:ln>
            <a:noFill/>
          </a:ln>
        </p:spPr>
        <p:txBody>
          <a:bodyPr vert="horz" wrap="square" lIns="91440" tIns="45720" rIns="91440" bIns="45720" numCol="1" anchor="t" anchorCtr="0" compatLnSpc="1">
            <a:prstTxWarp prst="textNoShape">
              <a:avLst/>
            </a:prstTxWarp>
          </a:bodyPr>
          <a:lstStyle/>
          <a:p>
            <a:endParaRPr lang="en-GB" dirty="0"/>
          </a:p>
        </p:txBody>
      </p:sp>
      <p:grpSp>
        <p:nvGrpSpPr>
          <p:cNvPr id="73" name="Group 331">
            <a:extLst>
              <a:ext uri="{FF2B5EF4-FFF2-40B4-BE49-F238E27FC236}">
                <a16:creationId xmlns:a16="http://schemas.microsoft.com/office/drawing/2014/main" id="{8FD47FDB-5723-3A37-9013-CB540DC33E41}"/>
              </a:ext>
            </a:extLst>
          </p:cNvPr>
          <p:cNvGrpSpPr>
            <a:grpSpLocks noChangeAspect="1"/>
          </p:cNvGrpSpPr>
          <p:nvPr/>
        </p:nvGrpSpPr>
        <p:grpSpPr bwMode="auto">
          <a:xfrm>
            <a:off x="2754794" y="2970368"/>
            <a:ext cx="640080" cy="640080"/>
            <a:chOff x="3832" y="1197"/>
            <a:chExt cx="340" cy="340"/>
          </a:xfrm>
          <a:solidFill>
            <a:srgbClr val="009A44"/>
          </a:solidFill>
        </p:grpSpPr>
        <p:sp>
          <p:nvSpPr>
            <p:cNvPr id="74" name="Freeform 332">
              <a:extLst>
                <a:ext uri="{FF2B5EF4-FFF2-40B4-BE49-F238E27FC236}">
                  <a16:creationId xmlns:a16="http://schemas.microsoft.com/office/drawing/2014/main" id="{FD318BDD-4709-123D-1949-981371A9A49B}"/>
                </a:ext>
              </a:extLst>
            </p:cNvPr>
            <p:cNvSpPr>
              <a:spLocks noEditPoints="1"/>
            </p:cNvSpPr>
            <p:nvPr/>
          </p:nvSpPr>
          <p:spPr bwMode="auto">
            <a:xfrm>
              <a:off x="3832" y="1197"/>
              <a:ext cx="340" cy="340"/>
            </a:xfrm>
            <a:custGeom>
              <a:avLst/>
              <a:gdLst>
                <a:gd name="T0" fmla="*/ 337 w 512"/>
                <a:gd name="T1" fmla="*/ 171 h 512"/>
                <a:gd name="T2" fmla="*/ 299 w 512"/>
                <a:gd name="T3" fmla="*/ 171 h 512"/>
                <a:gd name="T4" fmla="*/ 299 w 512"/>
                <a:gd name="T5" fmla="*/ 133 h 512"/>
                <a:gd name="T6" fmla="*/ 337 w 512"/>
                <a:gd name="T7" fmla="*/ 171 h 512"/>
                <a:gd name="T8" fmla="*/ 288 w 512"/>
                <a:gd name="T9" fmla="*/ 192 h 512"/>
                <a:gd name="T10" fmla="*/ 352 w 512"/>
                <a:gd name="T11" fmla="*/ 192 h 512"/>
                <a:gd name="T12" fmla="*/ 352 w 512"/>
                <a:gd name="T13" fmla="*/ 395 h 512"/>
                <a:gd name="T14" fmla="*/ 160 w 512"/>
                <a:gd name="T15" fmla="*/ 395 h 512"/>
                <a:gd name="T16" fmla="*/ 160 w 512"/>
                <a:gd name="T17" fmla="*/ 118 h 512"/>
                <a:gd name="T18" fmla="*/ 277 w 512"/>
                <a:gd name="T19" fmla="*/ 118 h 512"/>
                <a:gd name="T20" fmla="*/ 277 w 512"/>
                <a:gd name="T21" fmla="*/ 182 h 512"/>
                <a:gd name="T22" fmla="*/ 288 w 512"/>
                <a:gd name="T23" fmla="*/ 192 h 512"/>
                <a:gd name="T24" fmla="*/ 331 w 512"/>
                <a:gd name="T25" fmla="*/ 363 h 512"/>
                <a:gd name="T26" fmla="*/ 320 w 512"/>
                <a:gd name="T27" fmla="*/ 352 h 512"/>
                <a:gd name="T28" fmla="*/ 192 w 512"/>
                <a:gd name="T29" fmla="*/ 352 h 512"/>
                <a:gd name="T30" fmla="*/ 181 w 512"/>
                <a:gd name="T31" fmla="*/ 363 h 512"/>
                <a:gd name="T32" fmla="*/ 192 w 512"/>
                <a:gd name="T33" fmla="*/ 374 h 512"/>
                <a:gd name="T34" fmla="*/ 320 w 512"/>
                <a:gd name="T35" fmla="*/ 374 h 512"/>
                <a:gd name="T36" fmla="*/ 331 w 512"/>
                <a:gd name="T37" fmla="*/ 363 h 512"/>
                <a:gd name="T38" fmla="*/ 331 w 512"/>
                <a:gd name="T39" fmla="*/ 320 h 512"/>
                <a:gd name="T40" fmla="*/ 320 w 512"/>
                <a:gd name="T41" fmla="*/ 310 h 512"/>
                <a:gd name="T42" fmla="*/ 192 w 512"/>
                <a:gd name="T43" fmla="*/ 310 h 512"/>
                <a:gd name="T44" fmla="*/ 181 w 512"/>
                <a:gd name="T45" fmla="*/ 320 h 512"/>
                <a:gd name="T46" fmla="*/ 192 w 512"/>
                <a:gd name="T47" fmla="*/ 331 h 512"/>
                <a:gd name="T48" fmla="*/ 320 w 512"/>
                <a:gd name="T49" fmla="*/ 331 h 512"/>
                <a:gd name="T50" fmla="*/ 331 w 512"/>
                <a:gd name="T51" fmla="*/ 320 h 512"/>
                <a:gd name="T52" fmla="*/ 331 w 512"/>
                <a:gd name="T53" fmla="*/ 278 h 512"/>
                <a:gd name="T54" fmla="*/ 320 w 512"/>
                <a:gd name="T55" fmla="*/ 267 h 512"/>
                <a:gd name="T56" fmla="*/ 192 w 512"/>
                <a:gd name="T57" fmla="*/ 267 h 512"/>
                <a:gd name="T58" fmla="*/ 181 w 512"/>
                <a:gd name="T59" fmla="*/ 278 h 512"/>
                <a:gd name="T60" fmla="*/ 192 w 512"/>
                <a:gd name="T61" fmla="*/ 288 h 512"/>
                <a:gd name="T62" fmla="*/ 320 w 512"/>
                <a:gd name="T63" fmla="*/ 288 h 512"/>
                <a:gd name="T64" fmla="*/ 331 w 512"/>
                <a:gd name="T65" fmla="*/ 278 h 512"/>
                <a:gd name="T66" fmla="*/ 320 w 512"/>
                <a:gd name="T67" fmla="*/ 224 h 512"/>
                <a:gd name="T68" fmla="*/ 192 w 512"/>
                <a:gd name="T69" fmla="*/ 224 h 512"/>
                <a:gd name="T70" fmla="*/ 181 w 512"/>
                <a:gd name="T71" fmla="*/ 235 h 512"/>
                <a:gd name="T72" fmla="*/ 192 w 512"/>
                <a:gd name="T73" fmla="*/ 246 h 512"/>
                <a:gd name="T74" fmla="*/ 320 w 512"/>
                <a:gd name="T75" fmla="*/ 246 h 512"/>
                <a:gd name="T76" fmla="*/ 331 w 512"/>
                <a:gd name="T77" fmla="*/ 235 h 512"/>
                <a:gd name="T78" fmla="*/ 320 w 512"/>
                <a:gd name="T79" fmla="*/ 224 h 512"/>
                <a:gd name="T80" fmla="*/ 512 w 512"/>
                <a:gd name="T81" fmla="*/ 256 h 512"/>
                <a:gd name="T82" fmla="*/ 256 w 512"/>
                <a:gd name="T83" fmla="*/ 512 h 512"/>
                <a:gd name="T84" fmla="*/ 0 w 512"/>
                <a:gd name="T85" fmla="*/ 256 h 512"/>
                <a:gd name="T86" fmla="*/ 256 w 512"/>
                <a:gd name="T87" fmla="*/ 0 h 512"/>
                <a:gd name="T88" fmla="*/ 512 w 512"/>
                <a:gd name="T89" fmla="*/ 256 h 512"/>
                <a:gd name="T90" fmla="*/ 373 w 512"/>
                <a:gd name="T91" fmla="*/ 182 h 512"/>
                <a:gd name="T92" fmla="*/ 373 w 512"/>
                <a:gd name="T93" fmla="*/ 178 h 512"/>
                <a:gd name="T94" fmla="*/ 370 w 512"/>
                <a:gd name="T95" fmla="*/ 174 h 512"/>
                <a:gd name="T96" fmla="*/ 296 w 512"/>
                <a:gd name="T97" fmla="*/ 99 h 512"/>
                <a:gd name="T98" fmla="*/ 292 w 512"/>
                <a:gd name="T99" fmla="*/ 97 h 512"/>
                <a:gd name="T100" fmla="*/ 288 w 512"/>
                <a:gd name="T101" fmla="*/ 96 h 512"/>
                <a:gd name="T102" fmla="*/ 149 w 512"/>
                <a:gd name="T103" fmla="*/ 96 h 512"/>
                <a:gd name="T104" fmla="*/ 139 w 512"/>
                <a:gd name="T105" fmla="*/ 107 h 512"/>
                <a:gd name="T106" fmla="*/ 139 w 512"/>
                <a:gd name="T107" fmla="*/ 406 h 512"/>
                <a:gd name="T108" fmla="*/ 149 w 512"/>
                <a:gd name="T109" fmla="*/ 416 h 512"/>
                <a:gd name="T110" fmla="*/ 363 w 512"/>
                <a:gd name="T111" fmla="*/ 416 h 512"/>
                <a:gd name="T112" fmla="*/ 373 w 512"/>
                <a:gd name="T113" fmla="*/ 406 h 512"/>
                <a:gd name="T114" fmla="*/ 373 w 512"/>
                <a:gd name="T115" fmla="*/ 182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512" h="512">
                  <a:moveTo>
                    <a:pt x="337" y="171"/>
                  </a:moveTo>
                  <a:cubicBezTo>
                    <a:pt x="299" y="171"/>
                    <a:pt x="299" y="171"/>
                    <a:pt x="299" y="171"/>
                  </a:cubicBezTo>
                  <a:cubicBezTo>
                    <a:pt x="299" y="133"/>
                    <a:pt x="299" y="133"/>
                    <a:pt x="299" y="133"/>
                  </a:cubicBezTo>
                  <a:lnTo>
                    <a:pt x="337" y="171"/>
                  </a:lnTo>
                  <a:close/>
                  <a:moveTo>
                    <a:pt x="288" y="192"/>
                  </a:moveTo>
                  <a:cubicBezTo>
                    <a:pt x="352" y="192"/>
                    <a:pt x="352" y="192"/>
                    <a:pt x="352" y="192"/>
                  </a:cubicBezTo>
                  <a:cubicBezTo>
                    <a:pt x="352" y="395"/>
                    <a:pt x="352" y="395"/>
                    <a:pt x="352" y="395"/>
                  </a:cubicBezTo>
                  <a:cubicBezTo>
                    <a:pt x="160" y="395"/>
                    <a:pt x="160" y="395"/>
                    <a:pt x="160" y="395"/>
                  </a:cubicBezTo>
                  <a:cubicBezTo>
                    <a:pt x="160" y="118"/>
                    <a:pt x="160" y="118"/>
                    <a:pt x="160" y="118"/>
                  </a:cubicBezTo>
                  <a:cubicBezTo>
                    <a:pt x="277" y="118"/>
                    <a:pt x="277" y="118"/>
                    <a:pt x="277" y="118"/>
                  </a:cubicBezTo>
                  <a:cubicBezTo>
                    <a:pt x="277" y="182"/>
                    <a:pt x="277" y="182"/>
                    <a:pt x="277" y="182"/>
                  </a:cubicBezTo>
                  <a:cubicBezTo>
                    <a:pt x="277" y="188"/>
                    <a:pt x="282" y="192"/>
                    <a:pt x="288" y="192"/>
                  </a:cubicBezTo>
                  <a:close/>
                  <a:moveTo>
                    <a:pt x="331" y="363"/>
                  </a:moveTo>
                  <a:cubicBezTo>
                    <a:pt x="331" y="357"/>
                    <a:pt x="326" y="352"/>
                    <a:pt x="320" y="352"/>
                  </a:cubicBezTo>
                  <a:cubicBezTo>
                    <a:pt x="192" y="352"/>
                    <a:pt x="192" y="352"/>
                    <a:pt x="192" y="352"/>
                  </a:cubicBezTo>
                  <a:cubicBezTo>
                    <a:pt x="186" y="352"/>
                    <a:pt x="181" y="357"/>
                    <a:pt x="181" y="363"/>
                  </a:cubicBezTo>
                  <a:cubicBezTo>
                    <a:pt x="181" y="369"/>
                    <a:pt x="186" y="374"/>
                    <a:pt x="192" y="374"/>
                  </a:cubicBezTo>
                  <a:cubicBezTo>
                    <a:pt x="320" y="374"/>
                    <a:pt x="320" y="374"/>
                    <a:pt x="320" y="374"/>
                  </a:cubicBezTo>
                  <a:cubicBezTo>
                    <a:pt x="326" y="374"/>
                    <a:pt x="331" y="369"/>
                    <a:pt x="331" y="363"/>
                  </a:cubicBezTo>
                  <a:close/>
                  <a:moveTo>
                    <a:pt x="331" y="320"/>
                  </a:moveTo>
                  <a:cubicBezTo>
                    <a:pt x="331" y="314"/>
                    <a:pt x="326" y="310"/>
                    <a:pt x="320" y="310"/>
                  </a:cubicBezTo>
                  <a:cubicBezTo>
                    <a:pt x="192" y="310"/>
                    <a:pt x="192" y="310"/>
                    <a:pt x="192" y="310"/>
                  </a:cubicBezTo>
                  <a:cubicBezTo>
                    <a:pt x="186" y="310"/>
                    <a:pt x="181" y="314"/>
                    <a:pt x="181" y="320"/>
                  </a:cubicBezTo>
                  <a:cubicBezTo>
                    <a:pt x="181" y="326"/>
                    <a:pt x="186" y="331"/>
                    <a:pt x="192" y="331"/>
                  </a:cubicBezTo>
                  <a:cubicBezTo>
                    <a:pt x="320" y="331"/>
                    <a:pt x="320" y="331"/>
                    <a:pt x="320" y="331"/>
                  </a:cubicBezTo>
                  <a:cubicBezTo>
                    <a:pt x="326" y="331"/>
                    <a:pt x="331" y="326"/>
                    <a:pt x="331" y="320"/>
                  </a:cubicBezTo>
                  <a:close/>
                  <a:moveTo>
                    <a:pt x="331" y="278"/>
                  </a:moveTo>
                  <a:cubicBezTo>
                    <a:pt x="331" y="272"/>
                    <a:pt x="326" y="267"/>
                    <a:pt x="320" y="267"/>
                  </a:cubicBezTo>
                  <a:cubicBezTo>
                    <a:pt x="192" y="267"/>
                    <a:pt x="192" y="267"/>
                    <a:pt x="192" y="267"/>
                  </a:cubicBezTo>
                  <a:cubicBezTo>
                    <a:pt x="186" y="267"/>
                    <a:pt x="181" y="272"/>
                    <a:pt x="181" y="278"/>
                  </a:cubicBezTo>
                  <a:cubicBezTo>
                    <a:pt x="181" y="284"/>
                    <a:pt x="186" y="288"/>
                    <a:pt x="192" y="288"/>
                  </a:cubicBezTo>
                  <a:cubicBezTo>
                    <a:pt x="320" y="288"/>
                    <a:pt x="320" y="288"/>
                    <a:pt x="320" y="288"/>
                  </a:cubicBezTo>
                  <a:cubicBezTo>
                    <a:pt x="326" y="288"/>
                    <a:pt x="331" y="284"/>
                    <a:pt x="331" y="278"/>
                  </a:cubicBezTo>
                  <a:close/>
                  <a:moveTo>
                    <a:pt x="320" y="224"/>
                  </a:moveTo>
                  <a:cubicBezTo>
                    <a:pt x="192" y="224"/>
                    <a:pt x="192" y="224"/>
                    <a:pt x="192" y="224"/>
                  </a:cubicBezTo>
                  <a:cubicBezTo>
                    <a:pt x="186" y="224"/>
                    <a:pt x="181" y="229"/>
                    <a:pt x="181" y="235"/>
                  </a:cubicBezTo>
                  <a:cubicBezTo>
                    <a:pt x="181" y="241"/>
                    <a:pt x="186" y="246"/>
                    <a:pt x="192" y="246"/>
                  </a:cubicBezTo>
                  <a:cubicBezTo>
                    <a:pt x="320" y="246"/>
                    <a:pt x="320" y="246"/>
                    <a:pt x="320" y="246"/>
                  </a:cubicBezTo>
                  <a:cubicBezTo>
                    <a:pt x="326" y="246"/>
                    <a:pt x="331" y="241"/>
                    <a:pt x="331" y="235"/>
                  </a:cubicBezTo>
                  <a:cubicBezTo>
                    <a:pt x="331" y="229"/>
                    <a:pt x="326" y="224"/>
                    <a:pt x="320" y="224"/>
                  </a:cubicBezTo>
                  <a:close/>
                  <a:moveTo>
                    <a:pt x="512" y="256"/>
                  </a:moveTo>
                  <a:cubicBezTo>
                    <a:pt x="512" y="398"/>
                    <a:pt x="397" y="512"/>
                    <a:pt x="256" y="512"/>
                  </a:cubicBezTo>
                  <a:cubicBezTo>
                    <a:pt x="115" y="512"/>
                    <a:pt x="0" y="398"/>
                    <a:pt x="0" y="256"/>
                  </a:cubicBezTo>
                  <a:cubicBezTo>
                    <a:pt x="0" y="115"/>
                    <a:pt x="115" y="0"/>
                    <a:pt x="256" y="0"/>
                  </a:cubicBezTo>
                  <a:cubicBezTo>
                    <a:pt x="397" y="0"/>
                    <a:pt x="512" y="115"/>
                    <a:pt x="512" y="256"/>
                  </a:cubicBezTo>
                  <a:close/>
                  <a:moveTo>
                    <a:pt x="373" y="182"/>
                  </a:moveTo>
                  <a:cubicBezTo>
                    <a:pt x="373" y="180"/>
                    <a:pt x="373" y="179"/>
                    <a:pt x="373" y="178"/>
                  </a:cubicBezTo>
                  <a:cubicBezTo>
                    <a:pt x="372" y="176"/>
                    <a:pt x="371" y="175"/>
                    <a:pt x="370" y="174"/>
                  </a:cubicBezTo>
                  <a:cubicBezTo>
                    <a:pt x="296" y="99"/>
                    <a:pt x="296" y="99"/>
                    <a:pt x="296" y="99"/>
                  </a:cubicBezTo>
                  <a:cubicBezTo>
                    <a:pt x="295" y="98"/>
                    <a:pt x="293" y="98"/>
                    <a:pt x="292" y="97"/>
                  </a:cubicBezTo>
                  <a:cubicBezTo>
                    <a:pt x="291" y="97"/>
                    <a:pt x="289" y="96"/>
                    <a:pt x="288" y="96"/>
                  </a:cubicBezTo>
                  <a:cubicBezTo>
                    <a:pt x="149" y="96"/>
                    <a:pt x="149" y="96"/>
                    <a:pt x="149" y="96"/>
                  </a:cubicBezTo>
                  <a:cubicBezTo>
                    <a:pt x="143" y="96"/>
                    <a:pt x="139" y="101"/>
                    <a:pt x="139" y="107"/>
                  </a:cubicBezTo>
                  <a:cubicBezTo>
                    <a:pt x="139" y="406"/>
                    <a:pt x="139" y="406"/>
                    <a:pt x="139" y="406"/>
                  </a:cubicBezTo>
                  <a:cubicBezTo>
                    <a:pt x="139" y="412"/>
                    <a:pt x="143" y="416"/>
                    <a:pt x="149" y="416"/>
                  </a:cubicBezTo>
                  <a:cubicBezTo>
                    <a:pt x="363" y="416"/>
                    <a:pt x="363" y="416"/>
                    <a:pt x="363" y="416"/>
                  </a:cubicBezTo>
                  <a:cubicBezTo>
                    <a:pt x="369" y="416"/>
                    <a:pt x="373" y="412"/>
                    <a:pt x="373" y="406"/>
                  </a:cubicBezTo>
                  <a:lnTo>
                    <a:pt x="373" y="18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sp>
          <p:nvSpPr>
            <p:cNvPr id="75" name="Freeform 333">
              <a:extLst>
                <a:ext uri="{FF2B5EF4-FFF2-40B4-BE49-F238E27FC236}">
                  <a16:creationId xmlns:a16="http://schemas.microsoft.com/office/drawing/2014/main" id="{AB9B416B-0F6D-1BE0-9D83-DD986850FB2C}"/>
                </a:ext>
              </a:extLst>
            </p:cNvPr>
            <p:cNvSpPr>
              <a:spLocks noEditPoints="1"/>
            </p:cNvSpPr>
            <p:nvPr/>
          </p:nvSpPr>
          <p:spPr bwMode="auto">
            <a:xfrm>
              <a:off x="3832" y="1197"/>
              <a:ext cx="340" cy="340"/>
            </a:xfrm>
            <a:custGeom>
              <a:avLst/>
              <a:gdLst>
                <a:gd name="T0" fmla="*/ 337 w 512"/>
                <a:gd name="T1" fmla="*/ 171 h 512"/>
                <a:gd name="T2" fmla="*/ 299 w 512"/>
                <a:gd name="T3" fmla="*/ 171 h 512"/>
                <a:gd name="T4" fmla="*/ 299 w 512"/>
                <a:gd name="T5" fmla="*/ 133 h 512"/>
                <a:gd name="T6" fmla="*/ 337 w 512"/>
                <a:gd name="T7" fmla="*/ 171 h 512"/>
                <a:gd name="T8" fmla="*/ 288 w 512"/>
                <a:gd name="T9" fmla="*/ 192 h 512"/>
                <a:gd name="T10" fmla="*/ 352 w 512"/>
                <a:gd name="T11" fmla="*/ 192 h 512"/>
                <a:gd name="T12" fmla="*/ 352 w 512"/>
                <a:gd name="T13" fmla="*/ 395 h 512"/>
                <a:gd name="T14" fmla="*/ 160 w 512"/>
                <a:gd name="T15" fmla="*/ 395 h 512"/>
                <a:gd name="T16" fmla="*/ 160 w 512"/>
                <a:gd name="T17" fmla="*/ 118 h 512"/>
                <a:gd name="T18" fmla="*/ 277 w 512"/>
                <a:gd name="T19" fmla="*/ 118 h 512"/>
                <a:gd name="T20" fmla="*/ 277 w 512"/>
                <a:gd name="T21" fmla="*/ 182 h 512"/>
                <a:gd name="T22" fmla="*/ 288 w 512"/>
                <a:gd name="T23" fmla="*/ 192 h 512"/>
                <a:gd name="T24" fmla="*/ 331 w 512"/>
                <a:gd name="T25" fmla="*/ 363 h 512"/>
                <a:gd name="T26" fmla="*/ 320 w 512"/>
                <a:gd name="T27" fmla="*/ 352 h 512"/>
                <a:gd name="T28" fmla="*/ 192 w 512"/>
                <a:gd name="T29" fmla="*/ 352 h 512"/>
                <a:gd name="T30" fmla="*/ 181 w 512"/>
                <a:gd name="T31" fmla="*/ 363 h 512"/>
                <a:gd name="T32" fmla="*/ 192 w 512"/>
                <a:gd name="T33" fmla="*/ 374 h 512"/>
                <a:gd name="T34" fmla="*/ 320 w 512"/>
                <a:gd name="T35" fmla="*/ 374 h 512"/>
                <a:gd name="T36" fmla="*/ 331 w 512"/>
                <a:gd name="T37" fmla="*/ 363 h 512"/>
                <a:gd name="T38" fmla="*/ 331 w 512"/>
                <a:gd name="T39" fmla="*/ 320 h 512"/>
                <a:gd name="T40" fmla="*/ 320 w 512"/>
                <a:gd name="T41" fmla="*/ 310 h 512"/>
                <a:gd name="T42" fmla="*/ 192 w 512"/>
                <a:gd name="T43" fmla="*/ 310 h 512"/>
                <a:gd name="T44" fmla="*/ 181 w 512"/>
                <a:gd name="T45" fmla="*/ 320 h 512"/>
                <a:gd name="T46" fmla="*/ 192 w 512"/>
                <a:gd name="T47" fmla="*/ 331 h 512"/>
                <a:gd name="T48" fmla="*/ 320 w 512"/>
                <a:gd name="T49" fmla="*/ 331 h 512"/>
                <a:gd name="T50" fmla="*/ 331 w 512"/>
                <a:gd name="T51" fmla="*/ 320 h 512"/>
                <a:gd name="T52" fmla="*/ 331 w 512"/>
                <a:gd name="T53" fmla="*/ 278 h 512"/>
                <a:gd name="T54" fmla="*/ 320 w 512"/>
                <a:gd name="T55" fmla="*/ 267 h 512"/>
                <a:gd name="T56" fmla="*/ 192 w 512"/>
                <a:gd name="T57" fmla="*/ 267 h 512"/>
                <a:gd name="T58" fmla="*/ 181 w 512"/>
                <a:gd name="T59" fmla="*/ 278 h 512"/>
                <a:gd name="T60" fmla="*/ 192 w 512"/>
                <a:gd name="T61" fmla="*/ 288 h 512"/>
                <a:gd name="T62" fmla="*/ 320 w 512"/>
                <a:gd name="T63" fmla="*/ 288 h 512"/>
                <a:gd name="T64" fmla="*/ 331 w 512"/>
                <a:gd name="T65" fmla="*/ 278 h 512"/>
                <a:gd name="T66" fmla="*/ 320 w 512"/>
                <a:gd name="T67" fmla="*/ 224 h 512"/>
                <a:gd name="T68" fmla="*/ 192 w 512"/>
                <a:gd name="T69" fmla="*/ 224 h 512"/>
                <a:gd name="T70" fmla="*/ 181 w 512"/>
                <a:gd name="T71" fmla="*/ 235 h 512"/>
                <a:gd name="T72" fmla="*/ 192 w 512"/>
                <a:gd name="T73" fmla="*/ 246 h 512"/>
                <a:gd name="T74" fmla="*/ 320 w 512"/>
                <a:gd name="T75" fmla="*/ 246 h 512"/>
                <a:gd name="T76" fmla="*/ 331 w 512"/>
                <a:gd name="T77" fmla="*/ 235 h 512"/>
                <a:gd name="T78" fmla="*/ 320 w 512"/>
                <a:gd name="T79" fmla="*/ 224 h 512"/>
                <a:gd name="T80" fmla="*/ 512 w 512"/>
                <a:gd name="T81" fmla="*/ 256 h 512"/>
                <a:gd name="T82" fmla="*/ 256 w 512"/>
                <a:gd name="T83" fmla="*/ 512 h 512"/>
                <a:gd name="T84" fmla="*/ 0 w 512"/>
                <a:gd name="T85" fmla="*/ 256 h 512"/>
                <a:gd name="T86" fmla="*/ 256 w 512"/>
                <a:gd name="T87" fmla="*/ 0 h 512"/>
                <a:gd name="T88" fmla="*/ 512 w 512"/>
                <a:gd name="T89" fmla="*/ 256 h 512"/>
                <a:gd name="T90" fmla="*/ 373 w 512"/>
                <a:gd name="T91" fmla="*/ 182 h 512"/>
                <a:gd name="T92" fmla="*/ 373 w 512"/>
                <a:gd name="T93" fmla="*/ 178 h 512"/>
                <a:gd name="T94" fmla="*/ 370 w 512"/>
                <a:gd name="T95" fmla="*/ 174 h 512"/>
                <a:gd name="T96" fmla="*/ 296 w 512"/>
                <a:gd name="T97" fmla="*/ 99 h 512"/>
                <a:gd name="T98" fmla="*/ 292 w 512"/>
                <a:gd name="T99" fmla="*/ 97 h 512"/>
                <a:gd name="T100" fmla="*/ 288 w 512"/>
                <a:gd name="T101" fmla="*/ 96 h 512"/>
                <a:gd name="T102" fmla="*/ 149 w 512"/>
                <a:gd name="T103" fmla="*/ 96 h 512"/>
                <a:gd name="T104" fmla="*/ 139 w 512"/>
                <a:gd name="T105" fmla="*/ 107 h 512"/>
                <a:gd name="T106" fmla="*/ 139 w 512"/>
                <a:gd name="T107" fmla="*/ 406 h 512"/>
                <a:gd name="T108" fmla="*/ 149 w 512"/>
                <a:gd name="T109" fmla="*/ 416 h 512"/>
                <a:gd name="T110" fmla="*/ 363 w 512"/>
                <a:gd name="T111" fmla="*/ 416 h 512"/>
                <a:gd name="T112" fmla="*/ 373 w 512"/>
                <a:gd name="T113" fmla="*/ 406 h 512"/>
                <a:gd name="T114" fmla="*/ 373 w 512"/>
                <a:gd name="T115" fmla="*/ 182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512" h="512">
                  <a:moveTo>
                    <a:pt x="337" y="171"/>
                  </a:moveTo>
                  <a:cubicBezTo>
                    <a:pt x="299" y="171"/>
                    <a:pt x="299" y="171"/>
                    <a:pt x="299" y="171"/>
                  </a:cubicBezTo>
                  <a:cubicBezTo>
                    <a:pt x="299" y="133"/>
                    <a:pt x="299" y="133"/>
                    <a:pt x="299" y="133"/>
                  </a:cubicBezTo>
                  <a:lnTo>
                    <a:pt x="337" y="171"/>
                  </a:lnTo>
                  <a:close/>
                  <a:moveTo>
                    <a:pt x="288" y="192"/>
                  </a:moveTo>
                  <a:cubicBezTo>
                    <a:pt x="352" y="192"/>
                    <a:pt x="352" y="192"/>
                    <a:pt x="352" y="192"/>
                  </a:cubicBezTo>
                  <a:cubicBezTo>
                    <a:pt x="352" y="395"/>
                    <a:pt x="352" y="395"/>
                    <a:pt x="352" y="395"/>
                  </a:cubicBezTo>
                  <a:cubicBezTo>
                    <a:pt x="160" y="395"/>
                    <a:pt x="160" y="395"/>
                    <a:pt x="160" y="395"/>
                  </a:cubicBezTo>
                  <a:cubicBezTo>
                    <a:pt x="160" y="118"/>
                    <a:pt x="160" y="118"/>
                    <a:pt x="160" y="118"/>
                  </a:cubicBezTo>
                  <a:cubicBezTo>
                    <a:pt x="277" y="118"/>
                    <a:pt x="277" y="118"/>
                    <a:pt x="277" y="118"/>
                  </a:cubicBezTo>
                  <a:cubicBezTo>
                    <a:pt x="277" y="182"/>
                    <a:pt x="277" y="182"/>
                    <a:pt x="277" y="182"/>
                  </a:cubicBezTo>
                  <a:cubicBezTo>
                    <a:pt x="277" y="188"/>
                    <a:pt x="282" y="192"/>
                    <a:pt x="288" y="192"/>
                  </a:cubicBezTo>
                  <a:close/>
                  <a:moveTo>
                    <a:pt x="331" y="363"/>
                  </a:moveTo>
                  <a:cubicBezTo>
                    <a:pt x="331" y="357"/>
                    <a:pt x="326" y="352"/>
                    <a:pt x="320" y="352"/>
                  </a:cubicBezTo>
                  <a:cubicBezTo>
                    <a:pt x="192" y="352"/>
                    <a:pt x="192" y="352"/>
                    <a:pt x="192" y="352"/>
                  </a:cubicBezTo>
                  <a:cubicBezTo>
                    <a:pt x="186" y="352"/>
                    <a:pt x="181" y="357"/>
                    <a:pt x="181" y="363"/>
                  </a:cubicBezTo>
                  <a:cubicBezTo>
                    <a:pt x="181" y="369"/>
                    <a:pt x="186" y="374"/>
                    <a:pt x="192" y="374"/>
                  </a:cubicBezTo>
                  <a:cubicBezTo>
                    <a:pt x="320" y="374"/>
                    <a:pt x="320" y="374"/>
                    <a:pt x="320" y="374"/>
                  </a:cubicBezTo>
                  <a:cubicBezTo>
                    <a:pt x="326" y="374"/>
                    <a:pt x="331" y="369"/>
                    <a:pt x="331" y="363"/>
                  </a:cubicBezTo>
                  <a:close/>
                  <a:moveTo>
                    <a:pt x="331" y="320"/>
                  </a:moveTo>
                  <a:cubicBezTo>
                    <a:pt x="331" y="314"/>
                    <a:pt x="326" y="310"/>
                    <a:pt x="320" y="310"/>
                  </a:cubicBezTo>
                  <a:cubicBezTo>
                    <a:pt x="192" y="310"/>
                    <a:pt x="192" y="310"/>
                    <a:pt x="192" y="310"/>
                  </a:cubicBezTo>
                  <a:cubicBezTo>
                    <a:pt x="186" y="310"/>
                    <a:pt x="181" y="314"/>
                    <a:pt x="181" y="320"/>
                  </a:cubicBezTo>
                  <a:cubicBezTo>
                    <a:pt x="181" y="326"/>
                    <a:pt x="186" y="331"/>
                    <a:pt x="192" y="331"/>
                  </a:cubicBezTo>
                  <a:cubicBezTo>
                    <a:pt x="320" y="331"/>
                    <a:pt x="320" y="331"/>
                    <a:pt x="320" y="331"/>
                  </a:cubicBezTo>
                  <a:cubicBezTo>
                    <a:pt x="326" y="331"/>
                    <a:pt x="331" y="326"/>
                    <a:pt x="331" y="320"/>
                  </a:cubicBezTo>
                  <a:close/>
                  <a:moveTo>
                    <a:pt x="331" y="278"/>
                  </a:moveTo>
                  <a:cubicBezTo>
                    <a:pt x="331" y="272"/>
                    <a:pt x="326" y="267"/>
                    <a:pt x="320" y="267"/>
                  </a:cubicBezTo>
                  <a:cubicBezTo>
                    <a:pt x="192" y="267"/>
                    <a:pt x="192" y="267"/>
                    <a:pt x="192" y="267"/>
                  </a:cubicBezTo>
                  <a:cubicBezTo>
                    <a:pt x="186" y="267"/>
                    <a:pt x="181" y="272"/>
                    <a:pt x="181" y="278"/>
                  </a:cubicBezTo>
                  <a:cubicBezTo>
                    <a:pt x="181" y="284"/>
                    <a:pt x="186" y="288"/>
                    <a:pt x="192" y="288"/>
                  </a:cubicBezTo>
                  <a:cubicBezTo>
                    <a:pt x="320" y="288"/>
                    <a:pt x="320" y="288"/>
                    <a:pt x="320" y="288"/>
                  </a:cubicBezTo>
                  <a:cubicBezTo>
                    <a:pt x="326" y="288"/>
                    <a:pt x="331" y="284"/>
                    <a:pt x="331" y="278"/>
                  </a:cubicBezTo>
                  <a:close/>
                  <a:moveTo>
                    <a:pt x="320" y="224"/>
                  </a:moveTo>
                  <a:cubicBezTo>
                    <a:pt x="192" y="224"/>
                    <a:pt x="192" y="224"/>
                    <a:pt x="192" y="224"/>
                  </a:cubicBezTo>
                  <a:cubicBezTo>
                    <a:pt x="186" y="224"/>
                    <a:pt x="181" y="229"/>
                    <a:pt x="181" y="235"/>
                  </a:cubicBezTo>
                  <a:cubicBezTo>
                    <a:pt x="181" y="241"/>
                    <a:pt x="186" y="246"/>
                    <a:pt x="192" y="246"/>
                  </a:cubicBezTo>
                  <a:cubicBezTo>
                    <a:pt x="320" y="246"/>
                    <a:pt x="320" y="246"/>
                    <a:pt x="320" y="246"/>
                  </a:cubicBezTo>
                  <a:cubicBezTo>
                    <a:pt x="326" y="246"/>
                    <a:pt x="331" y="241"/>
                    <a:pt x="331" y="235"/>
                  </a:cubicBezTo>
                  <a:cubicBezTo>
                    <a:pt x="331" y="229"/>
                    <a:pt x="326" y="224"/>
                    <a:pt x="320" y="224"/>
                  </a:cubicBezTo>
                  <a:close/>
                  <a:moveTo>
                    <a:pt x="512" y="256"/>
                  </a:moveTo>
                  <a:cubicBezTo>
                    <a:pt x="512" y="398"/>
                    <a:pt x="397" y="512"/>
                    <a:pt x="256" y="512"/>
                  </a:cubicBezTo>
                  <a:cubicBezTo>
                    <a:pt x="115" y="512"/>
                    <a:pt x="0" y="398"/>
                    <a:pt x="0" y="256"/>
                  </a:cubicBezTo>
                  <a:cubicBezTo>
                    <a:pt x="0" y="115"/>
                    <a:pt x="115" y="0"/>
                    <a:pt x="256" y="0"/>
                  </a:cubicBezTo>
                  <a:cubicBezTo>
                    <a:pt x="397" y="0"/>
                    <a:pt x="512" y="115"/>
                    <a:pt x="512" y="256"/>
                  </a:cubicBezTo>
                  <a:close/>
                  <a:moveTo>
                    <a:pt x="373" y="182"/>
                  </a:moveTo>
                  <a:cubicBezTo>
                    <a:pt x="373" y="180"/>
                    <a:pt x="373" y="179"/>
                    <a:pt x="373" y="178"/>
                  </a:cubicBezTo>
                  <a:cubicBezTo>
                    <a:pt x="372" y="176"/>
                    <a:pt x="371" y="175"/>
                    <a:pt x="370" y="174"/>
                  </a:cubicBezTo>
                  <a:cubicBezTo>
                    <a:pt x="296" y="99"/>
                    <a:pt x="296" y="99"/>
                    <a:pt x="296" y="99"/>
                  </a:cubicBezTo>
                  <a:cubicBezTo>
                    <a:pt x="295" y="98"/>
                    <a:pt x="293" y="98"/>
                    <a:pt x="292" y="97"/>
                  </a:cubicBezTo>
                  <a:cubicBezTo>
                    <a:pt x="291" y="97"/>
                    <a:pt x="289" y="96"/>
                    <a:pt x="288" y="96"/>
                  </a:cubicBezTo>
                  <a:cubicBezTo>
                    <a:pt x="149" y="96"/>
                    <a:pt x="149" y="96"/>
                    <a:pt x="149" y="96"/>
                  </a:cubicBezTo>
                  <a:cubicBezTo>
                    <a:pt x="143" y="96"/>
                    <a:pt x="139" y="101"/>
                    <a:pt x="139" y="107"/>
                  </a:cubicBezTo>
                  <a:cubicBezTo>
                    <a:pt x="139" y="406"/>
                    <a:pt x="139" y="406"/>
                    <a:pt x="139" y="406"/>
                  </a:cubicBezTo>
                  <a:cubicBezTo>
                    <a:pt x="139" y="412"/>
                    <a:pt x="143" y="416"/>
                    <a:pt x="149" y="416"/>
                  </a:cubicBezTo>
                  <a:cubicBezTo>
                    <a:pt x="363" y="416"/>
                    <a:pt x="363" y="416"/>
                    <a:pt x="363" y="416"/>
                  </a:cubicBezTo>
                  <a:cubicBezTo>
                    <a:pt x="369" y="416"/>
                    <a:pt x="373" y="412"/>
                    <a:pt x="373" y="406"/>
                  </a:cubicBezTo>
                  <a:lnTo>
                    <a:pt x="373" y="18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grpSp>
      <p:sp>
        <p:nvSpPr>
          <p:cNvPr id="76" name="Freeform 351">
            <a:extLst>
              <a:ext uri="{FF2B5EF4-FFF2-40B4-BE49-F238E27FC236}">
                <a16:creationId xmlns:a16="http://schemas.microsoft.com/office/drawing/2014/main" id="{AF1C8BB0-C602-CFA5-DEF4-EE26B1E57418}"/>
              </a:ext>
            </a:extLst>
          </p:cNvPr>
          <p:cNvSpPr>
            <a:spLocks noChangeAspect="1" noEditPoints="1"/>
          </p:cNvSpPr>
          <p:nvPr/>
        </p:nvSpPr>
        <p:spPr bwMode="auto">
          <a:xfrm>
            <a:off x="2754794" y="3901393"/>
            <a:ext cx="640080" cy="640080"/>
          </a:xfrm>
          <a:custGeom>
            <a:avLst/>
            <a:gdLst>
              <a:gd name="T0" fmla="*/ 336 w 512"/>
              <a:gd name="T1" fmla="*/ 169 h 512"/>
              <a:gd name="T2" fmla="*/ 337 w 512"/>
              <a:gd name="T3" fmla="*/ 131 h 512"/>
              <a:gd name="T4" fmla="*/ 295 w 512"/>
              <a:gd name="T5" fmla="*/ 159 h 512"/>
              <a:gd name="T6" fmla="*/ 117 w 512"/>
              <a:gd name="T7" fmla="*/ 266 h 512"/>
              <a:gd name="T8" fmla="*/ 180 w 512"/>
              <a:gd name="T9" fmla="*/ 373 h 512"/>
              <a:gd name="T10" fmla="*/ 213 w 512"/>
              <a:gd name="T11" fmla="*/ 362 h 512"/>
              <a:gd name="T12" fmla="*/ 266 w 512"/>
              <a:gd name="T13" fmla="*/ 352 h 512"/>
              <a:gd name="T14" fmla="*/ 277 w 512"/>
              <a:gd name="T15" fmla="*/ 373 h 512"/>
              <a:gd name="T16" fmla="*/ 309 w 512"/>
              <a:gd name="T17" fmla="*/ 361 h 512"/>
              <a:gd name="T18" fmla="*/ 351 w 512"/>
              <a:gd name="T19" fmla="*/ 276 h 512"/>
              <a:gd name="T20" fmla="*/ 394 w 512"/>
              <a:gd name="T21" fmla="*/ 266 h 512"/>
              <a:gd name="T22" fmla="*/ 384 w 512"/>
              <a:gd name="T23" fmla="*/ 224 h 512"/>
              <a:gd name="T24" fmla="*/ 226 w 512"/>
              <a:gd name="T25" fmla="*/ 185 h 512"/>
              <a:gd name="T26" fmla="*/ 171 w 512"/>
              <a:gd name="T27" fmla="*/ 213 h 512"/>
              <a:gd name="T28" fmla="*/ 164 w 512"/>
              <a:gd name="T29" fmla="*/ 194 h 512"/>
              <a:gd name="T30" fmla="*/ 234 w 512"/>
              <a:gd name="T31" fmla="*/ 172 h 512"/>
              <a:gd name="T32" fmla="*/ 256 w 512"/>
              <a:gd name="T33" fmla="*/ 0 h 512"/>
              <a:gd name="T34" fmla="*/ 256 w 512"/>
              <a:gd name="T35" fmla="*/ 512 h 512"/>
              <a:gd name="T36" fmla="*/ 256 w 512"/>
              <a:gd name="T37" fmla="*/ 0 h 512"/>
              <a:gd name="T38" fmla="*/ 405 w 512"/>
              <a:gd name="T39" fmla="*/ 288 h 512"/>
              <a:gd name="T40" fmla="*/ 330 w 512"/>
              <a:gd name="T41" fmla="*/ 365 h 512"/>
              <a:gd name="T42" fmla="*/ 320 w 512"/>
              <a:gd name="T43" fmla="*/ 394 h 512"/>
              <a:gd name="T44" fmla="*/ 256 w 512"/>
              <a:gd name="T45" fmla="*/ 384 h 512"/>
              <a:gd name="T46" fmla="*/ 234 w 512"/>
              <a:gd name="T47" fmla="*/ 373 h 512"/>
              <a:gd name="T48" fmla="*/ 224 w 512"/>
              <a:gd name="T49" fmla="*/ 394 h 512"/>
              <a:gd name="T50" fmla="*/ 160 w 512"/>
              <a:gd name="T51" fmla="*/ 384 h 512"/>
              <a:gd name="T52" fmla="*/ 114 w 512"/>
              <a:gd name="T53" fmla="*/ 336 h 512"/>
              <a:gd name="T54" fmla="*/ 234 w 512"/>
              <a:gd name="T55" fmla="*/ 128 h 512"/>
              <a:gd name="T56" fmla="*/ 351 w 512"/>
              <a:gd name="T57" fmla="*/ 106 h 512"/>
              <a:gd name="T58" fmla="*/ 362 w 512"/>
              <a:gd name="T59" fmla="*/ 120 h 512"/>
              <a:gd name="T60" fmla="*/ 390 w 512"/>
              <a:gd name="T61" fmla="*/ 202 h 512"/>
              <a:gd name="T62" fmla="*/ 416 w 512"/>
              <a:gd name="T63" fmla="*/ 213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512" h="512">
                <a:moveTo>
                  <a:pt x="374" y="218"/>
                </a:moveTo>
                <a:cubicBezTo>
                  <a:pt x="374" y="217"/>
                  <a:pt x="357" y="182"/>
                  <a:pt x="336" y="169"/>
                </a:cubicBezTo>
                <a:cubicBezTo>
                  <a:pt x="332" y="166"/>
                  <a:pt x="330" y="162"/>
                  <a:pt x="331" y="157"/>
                </a:cubicBezTo>
                <a:cubicBezTo>
                  <a:pt x="337" y="131"/>
                  <a:pt x="337" y="131"/>
                  <a:pt x="337" y="131"/>
                </a:cubicBezTo>
                <a:cubicBezTo>
                  <a:pt x="327" y="134"/>
                  <a:pt x="314" y="141"/>
                  <a:pt x="308" y="154"/>
                </a:cubicBezTo>
                <a:cubicBezTo>
                  <a:pt x="306" y="159"/>
                  <a:pt x="300" y="161"/>
                  <a:pt x="295" y="159"/>
                </a:cubicBezTo>
                <a:cubicBezTo>
                  <a:pt x="276" y="152"/>
                  <a:pt x="257" y="149"/>
                  <a:pt x="234" y="149"/>
                </a:cubicBezTo>
                <a:cubicBezTo>
                  <a:pt x="170" y="149"/>
                  <a:pt x="117" y="202"/>
                  <a:pt x="117" y="266"/>
                </a:cubicBezTo>
                <a:cubicBezTo>
                  <a:pt x="117" y="285"/>
                  <a:pt x="122" y="304"/>
                  <a:pt x="130" y="320"/>
                </a:cubicBezTo>
                <a:cubicBezTo>
                  <a:pt x="149" y="323"/>
                  <a:pt x="176" y="337"/>
                  <a:pt x="180" y="373"/>
                </a:cubicBezTo>
                <a:cubicBezTo>
                  <a:pt x="213" y="373"/>
                  <a:pt x="213" y="373"/>
                  <a:pt x="213" y="373"/>
                </a:cubicBezTo>
                <a:cubicBezTo>
                  <a:pt x="213" y="362"/>
                  <a:pt x="213" y="362"/>
                  <a:pt x="213" y="362"/>
                </a:cubicBezTo>
                <a:cubicBezTo>
                  <a:pt x="213" y="356"/>
                  <a:pt x="218" y="352"/>
                  <a:pt x="224" y="352"/>
                </a:cubicBezTo>
                <a:cubicBezTo>
                  <a:pt x="266" y="352"/>
                  <a:pt x="266" y="352"/>
                  <a:pt x="266" y="352"/>
                </a:cubicBezTo>
                <a:cubicBezTo>
                  <a:pt x="272" y="352"/>
                  <a:pt x="277" y="356"/>
                  <a:pt x="277" y="362"/>
                </a:cubicBezTo>
                <a:cubicBezTo>
                  <a:pt x="277" y="373"/>
                  <a:pt x="277" y="373"/>
                  <a:pt x="277" y="373"/>
                </a:cubicBezTo>
                <a:cubicBezTo>
                  <a:pt x="309" y="373"/>
                  <a:pt x="309" y="373"/>
                  <a:pt x="309" y="373"/>
                </a:cubicBezTo>
                <a:cubicBezTo>
                  <a:pt x="309" y="361"/>
                  <a:pt x="309" y="361"/>
                  <a:pt x="309" y="361"/>
                </a:cubicBezTo>
                <a:cubicBezTo>
                  <a:pt x="309" y="358"/>
                  <a:pt x="310" y="356"/>
                  <a:pt x="312" y="354"/>
                </a:cubicBezTo>
                <a:cubicBezTo>
                  <a:pt x="335" y="331"/>
                  <a:pt x="349" y="303"/>
                  <a:pt x="351" y="276"/>
                </a:cubicBezTo>
                <a:cubicBezTo>
                  <a:pt x="352" y="271"/>
                  <a:pt x="356" y="266"/>
                  <a:pt x="362" y="266"/>
                </a:cubicBezTo>
                <a:cubicBezTo>
                  <a:pt x="394" y="266"/>
                  <a:pt x="394" y="266"/>
                  <a:pt x="394" y="266"/>
                </a:cubicBezTo>
                <a:cubicBezTo>
                  <a:pt x="394" y="224"/>
                  <a:pt x="394" y="224"/>
                  <a:pt x="394" y="224"/>
                </a:cubicBezTo>
                <a:cubicBezTo>
                  <a:pt x="384" y="224"/>
                  <a:pt x="384" y="224"/>
                  <a:pt x="384" y="224"/>
                </a:cubicBezTo>
                <a:cubicBezTo>
                  <a:pt x="380" y="224"/>
                  <a:pt x="376" y="221"/>
                  <a:pt x="374" y="218"/>
                </a:cubicBezTo>
                <a:close/>
                <a:moveTo>
                  <a:pt x="226" y="185"/>
                </a:moveTo>
                <a:cubicBezTo>
                  <a:pt x="209" y="189"/>
                  <a:pt x="192" y="198"/>
                  <a:pt x="178" y="210"/>
                </a:cubicBezTo>
                <a:cubicBezTo>
                  <a:pt x="176" y="212"/>
                  <a:pt x="174" y="213"/>
                  <a:pt x="171" y="213"/>
                </a:cubicBezTo>
                <a:cubicBezTo>
                  <a:pt x="168" y="213"/>
                  <a:pt x="165" y="212"/>
                  <a:pt x="163" y="209"/>
                </a:cubicBezTo>
                <a:cubicBezTo>
                  <a:pt x="159" y="205"/>
                  <a:pt x="160" y="198"/>
                  <a:pt x="164" y="194"/>
                </a:cubicBezTo>
                <a:cubicBezTo>
                  <a:pt x="180" y="180"/>
                  <a:pt x="200" y="169"/>
                  <a:pt x="221" y="164"/>
                </a:cubicBezTo>
                <a:cubicBezTo>
                  <a:pt x="227" y="163"/>
                  <a:pt x="233" y="166"/>
                  <a:pt x="234" y="172"/>
                </a:cubicBezTo>
                <a:cubicBezTo>
                  <a:pt x="235" y="177"/>
                  <a:pt x="232" y="183"/>
                  <a:pt x="226" y="185"/>
                </a:cubicBezTo>
                <a:close/>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moveTo>
                  <a:pt x="416" y="277"/>
                </a:moveTo>
                <a:cubicBezTo>
                  <a:pt x="416" y="283"/>
                  <a:pt x="411" y="288"/>
                  <a:pt x="405" y="288"/>
                </a:cubicBezTo>
                <a:cubicBezTo>
                  <a:pt x="371" y="288"/>
                  <a:pt x="371" y="288"/>
                  <a:pt x="371" y="288"/>
                </a:cubicBezTo>
                <a:cubicBezTo>
                  <a:pt x="365" y="323"/>
                  <a:pt x="345" y="350"/>
                  <a:pt x="330" y="365"/>
                </a:cubicBezTo>
                <a:cubicBezTo>
                  <a:pt x="330" y="384"/>
                  <a:pt x="330" y="384"/>
                  <a:pt x="330" y="384"/>
                </a:cubicBezTo>
                <a:cubicBezTo>
                  <a:pt x="330" y="390"/>
                  <a:pt x="326" y="394"/>
                  <a:pt x="320" y="394"/>
                </a:cubicBezTo>
                <a:cubicBezTo>
                  <a:pt x="266" y="394"/>
                  <a:pt x="266" y="394"/>
                  <a:pt x="266" y="394"/>
                </a:cubicBezTo>
                <a:cubicBezTo>
                  <a:pt x="260" y="394"/>
                  <a:pt x="256" y="390"/>
                  <a:pt x="256" y="384"/>
                </a:cubicBezTo>
                <a:cubicBezTo>
                  <a:pt x="256" y="373"/>
                  <a:pt x="256" y="373"/>
                  <a:pt x="256" y="373"/>
                </a:cubicBezTo>
                <a:cubicBezTo>
                  <a:pt x="234" y="373"/>
                  <a:pt x="234" y="373"/>
                  <a:pt x="234" y="373"/>
                </a:cubicBezTo>
                <a:cubicBezTo>
                  <a:pt x="234" y="384"/>
                  <a:pt x="234" y="384"/>
                  <a:pt x="234" y="384"/>
                </a:cubicBezTo>
                <a:cubicBezTo>
                  <a:pt x="234" y="390"/>
                  <a:pt x="230" y="394"/>
                  <a:pt x="224" y="394"/>
                </a:cubicBezTo>
                <a:cubicBezTo>
                  <a:pt x="170" y="394"/>
                  <a:pt x="170" y="394"/>
                  <a:pt x="170" y="394"/>
                </a:cubicBezTo>
                <a:cubicBezTo>
                  <a:pt x="164" y="394"/>
                  <a:pt x="160" y="390"/>
                  <a:pt x="160" y="384"/>
                </a:cubicBezTo>
                <a:cubicBezTo>
                  <a:pt x="160" y="343"/>
                  <a:pt x="125" y="341"/>
                  <a:pt x="123" y="341"/>
                </a:cubicBezTo>
                <a:cubicBezTo>
                  <a:pt x="119" y="341"/>
                  <a:pt x="116" y="339"/>
                  <a:pt x="114" y="336"/>
                </a:cubicBezTo>
                <a:cubicBezTo>
                  <a:pt x="102" y="315"/>
                  <a:pt x="96" y="291"/>
                  <a:pt x="96" y="266"/>
                </a:cubicBezTo>
                <a:cubicBezTo>
                  <a:pt x="96" y="190"/>
                  <a:pt x="158" y="128"/>
                  <a:pt x="234" y="128"/>
                </a:cubicBezTo>
                <a:cubicBezTo>
                  <a:pt x="256" y="128"/>
                  <a:pt x="275" y="130"/>
                  <a:pt x="294" y="136"/>
                </a:cubicBezTo>
                <a:cubicBezTo>
                  <a:pt x="313" y="109"/>
                  <a:pt x="349" y="106"/>
                  <a:pt x="351" y="106"/>
                </a:cubicBezTo>
                <a:cubicBezTo>
                  <a:pt x="355" y="106"/>
                  <a:pt x="358" y="108"/>
                  <a:pt x="360" y="110"/>
                </a:cubicBezTo>
                <a:cubicBezTo>
                  <a:pt x="362" y="113"/>
                  <a:pt x="363" y="116"/>
                  <a:pt x="362" y="120"/>
                </a:cubicBezTo>
                <a:cubicBezTo>
                  <a:pt x="353" y="155"/>
                  <a:pt x="353" y="155"/>
                  <a:pt x="353" y="155"/>
                </a:cubicBezTo>
                <a:cubicBezTo>
                  <a:pt x="371" y="169"/>
                  <a:pt x="384" y="191"/>
                  <a:pt x="390" y="202"/>
                </a:cubicBezTo>
                <a:cubicBezTo>
                  <a:pt x="405" y="202"/>
                  <a:pt x="405" y="202"/>
                  <a:pt x="405" y="202"/>
                </a:cubicBezTo>
                <a:cubicBezTo>
                  <a:pt x="411" y="202"/>
                  <a:pt x="416" y="207"/>
                  <a:pt x="416" y="213"/>
                </a:cubicBezTo>
                <a:lnTo>
                  <a:pt x="416" y="277"/>
                </a:lnTo>
                <a:close/>
              </a:path>
            </a:pathLst>
          </a:custGeom>
          <a:solidFill>
            <a:srgbClr val="046A38"/>
          </a:solidFill>
          <a:ln>
            <a:noFill/>
          </a:ln>
        </p:spPr>
        <p:txBody>
          <a:bodyPr vert="horz" wrap="square" lIns="91440" tIns="45720" rIns="91440" bIns="45720" numCol="1" anchor="t" anchorCtr="0" compatLnSpc="1">
            <a:prstTxWarp prst="textNoShape">
              <a:avLst/>
            </a:prstTxWarp>
          </a:bodyPr>
          <a:lstStyle/>
          <a:p>
            <a:endParaRPr lang="en-GB" dirty="0"/>
          </a:p>
        </p:txBody>
      </p:sp>
      <p:sp>
        <p:nvSpPr>
          <p:cNvPr id="77" name="Rectangle: Rounded Corners 76">
            <a:extLst>
              <a:ext uri="{FF2B5EF4-FFF2-40B4-BE49-F238E27FC236}">
                <a16:creationId xmlns:a16="http://schemas.microsoft.com/office/drawing/2014/main" id="{37100A93-33D4-1072-4E6E-AFE45957616E}"/>
              </a:ext>
            </a:extLst>
          </p:cNvPr>
          <p:cNvSpPr/>
          <p:nvPr/>
        </p:nvSpPr>
        <p:spPr bwMode="gray">
          <a:xfrm>
            <a:off x="895802" y="4779436"/>
            <a:ext cx="10759299" cy="1554480"/>
          </a:xfrm>
          <a:prstGeom prst="roundRect">
            <a:avLst/>
          </a:prstGeom>
          <a:solidFill>
            <a:schemeClr val="accent1">
              <a:lumMod val="20000"/>
              <a:lumOff val="80000"/>
            </a:schemeClr>
          </a:solidFill>
          <a:ln w="19050" algn="ctr">
            <a:solidFill>
              <a:schemeClr val="tx1"/>
            </a:solidFill>
            <a:miter lim="800000"/>
            <a:headEnd/>
            <a:tailEnd/>
          </a:ln>
        </p:spPr>
        <p:txBody>
          <a:bodyPr wrap="square" lIns="88900" tIns="88900" rIns="88900" bIns="88900" rtlCol="0" anchor="ctr"/>
          <a:lstStyle/>
          <a:p>
            <a:pPr>
              <a:lnSpc>
                <a:spcPct val="106000"/>
              </a:lnSpc>
              <a:spcAft>
                <a:spcPts val="400"/>
              </a:spcAft>
            </a:pPr>
            <a:r>
              <a:rPr lang="en-US" sz="1200" b="1" dirty="0"/>
              <a:t>With respect to above, GIS implementation in power utilities finds following use cases:</a:t>
            </a:r>
          </a:p>
          <a:p>
            <a:pPr marL="628621" lvl="1" indent="-171450">
              <a:lnSpc>
                <a:spcPct val="106000"/>
              </a:lnSpc>
              <a:spcAft>
                <a:spcPts val="400"/>
              </a:spcAft>
              <a:buFont typeface="Wingdings" panose="05000000000000000000" pitchFamily="2" charset="2"/>
              <a:buChar char="q"/>
            </a:pPr>
            <a:r>
              <a:rPr lang="en-US" sz="1200" b="1" i="1" dirty="0"/>
              <a:t>Mapping of all assets </a:t>
            </a:r>
            <a:r>
              <a:rPr lang="en-US" sz="1200" b="0" i="1" dirty="0"/>
              <a:t>(66kV/33KV/11KV, LT) including HT &amp; LT network entities </a:t>
            </a:r>
            <a:r>
              <a:rPr lang="en-US" sz="1200" b="0" i="1" dirty="0" err="1"/>
              <a:t>upto</a:t>
            </a:r>
            <a:r>
              <a:rPr lang="en-US" sz="1200" b="0" i="1" dirty="0"/>
              <a:t> poles &amp; major landmarks</a:t>
            </a:r>
            <a:endParaRPr lang="en-US" sz="1200" i="1" dirty="0"/>
          </a:p>
          <a:p>
            <a:pPr marL="628621" lvl="1" indent="-171450">
              <a:lnSpc>
                <a:spcPct val="106000"/>
              </a:lnSpc>
              <a:spcAft>
                <a:spcPts val="400"/>
              </a:spcAft>
              <a:buFont typeface="Wingdings" panose="05000000000000000000" pitchFamily="2" charset="2"/>
              <a:buChar char="q"/>
            </a:pPr>
            <a:r>
              <a:rPr lang="en-US" sz="1200" b="1" i="1" dirty="0"/>
              <a:t>Collection of consumers attributes </a:t>
            </a:r>
            <a:r>
              <a:rPr lang="en-US" sz="1200" b="0" i="1" dirty="0"/>
              <a:t>through door-to-door survey </a:t>
            </a:r>
            <a:r>
              <a:rPr lang="en-US" sz="1200" b="1" i="1" dirty="0"/>
              <a:t>and indexing with network assets.</a:t>
            </a:r>
          </a:p>
          <a:p>
            <a:pPr marL="628621" lvl="1" indent="-171450">
              <a:lnSpc>
                <a:spcPct val="106000"/>
              </a:lnSpc>
              <a:spcAft>
                <a:spcPts val="400"/>
              </a:spcAft>
              <a:buFont typeface="Wingdings" panose="05000000000000000000" pitchFamily="2" charset="2"/>
              <a:buChar char="q"/>
            </a:pPr>
            <a:r>
              <a:rPr lang="en-US" sz="1200" b="1" i="1" dirty="0"/>
              <a:t>Overlaying of digitized electrical network &amp; consumers on the base map</a:t>
            </a:r>
            <a:r>
              <a:rPr lang="en-US" sz="1200" b="0" i="1" dirty="0"/>
              <a:t> with area features and attributes using SW for GIS application.</a:t>
            </a:r>
            <a:endParaRPr lang="en-US" sz="1200" i="1" dirty="0"/>
          </a:p>
          <a:p>
            <a:pPr marL="628621" lvl="1" indent="-171450">
              <a:lnSpc>
                <a:spcPct val="106000"/>
              </a:lnSpc>
              <a:spcAft>
                <a:spcPts val="400"/>
              </a:spcAft>
              <a:buFont typeface="Wingdings" panose="05000000000000000000" pitchFamily="2" charset="2"/>
              <a:buChar char="q"/>
            </a:pPr>
            <a:r>
              <a:rPr lang="en-US" sz="1200" b="1" i="1" dirty="0"/>
              <a:t>Integration </a:t>
            </a:r>
            <a:r>
              <a:rPr lang="en-US" sz="1200" b="0" i="1" dirty="0"/>
              <a:t>of GIS system </a:t>
            </a:r>
            <a:r>
              <a:rPr lang="en-US" sz="1200" b="1" i="1" dirty="0"/>
              <a:t>with other IT applications</a:t>
            </a:r>
          </a:p>
        </p:txBody>
      </p:sp>
      <p:pic>
        <p:nvPicPr>
          <p:cNvPr id="78" name="Graphic 77" descr="Right pointing backhand index with solid fill">
            <a:extLst>
              <a:ext uri="{FF2B5EF4-FFF2-40B4-BE49-F238E27FC236}">
                <a16:creationId xmlns:a16="http://schemas.microsoft.com/office/drawing/2014/main" id="{19106336-3282-1330-E082-83563D803166}"/>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434752" y="4784006"/>
            <a:ext cx="461050" cy="461050"/>
          </a:xfrm>
          <a:prstGeom prst="rect">
            <a:avLst/>
          </a:prstGeom>
        </p:spPr>
      </p:pic>
    </p:spTree>
    <p:extLst>
      <p:ext uri="{BB962C8B-B14F-4D97-AF65-F5344CB8AC3E}">
        <p14:creationId xmlns:p14="http://schemas.microsoft.com/office/powerpoint/2010/main" val="359509070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3F3A42-73D7-2571-4367-403D822FC2F6}"/>
            </a:ext>
          </a:extLst>
        </p:cNvPr>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4B67A5A3-A08D-839B-0EE3-10A89B8D774B}"/>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15" imgH="416" progId="TCLayout.ActiveDocument.1">
                  <p:embed/>
                </p:oleObj>
              </mc:Choice>
              <mc:Fallback>
                <p:oleObj name="think-cell Slide" r:id="rId3" imgW="415" imgH="416" progId="TCLayout.ActiveDocument.1">
                  <p:embed/>
                  <p:pic>
                    <p:nvPicPr>
                      <p:cNvPr id="5" name="think-cell data - do not delete" hidden="1">
                        <a:extLst>
                          <a:ext uri="{FF2B5EF4-FFF2-40B4-BE49-F238E27FC236}">
                            <a16:creationId xmlns:a16="http://schemas.microsoft.com/office/drawing/2014/main" id="{8B007DB3-59F7-804D-BE95-33753277908E}"/>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2" name="Text Placeholder 2">
            <a:extLst>
              <a:ext uri="{FF2B5EF4-FFF2-40B4-BE49-F238E27FC236}">
                <a16:creationId xmlns:a16="http://schemas.microsoft.com/office/drawing/2014/main" id="{C1789435-D2A5-F0F7-BEE1-B059EB792C4E}"/>
              </a:ext>
            </a:extLst>
          </p:cNvPr>
          <p:cNvSpPr txBox="1">
            <a:spLocks/>
          </p:cNvSpPr>
          <p:nvPr/>
        </p:nvSpPr>
        <p:spPr>
          <a:xfrm>
            <a:off x="514664" y="587629"/>
            <a:ext cx="11542587" cy="283042"/>
          </a:xfrm>
          <a:prstGeom prst="rect">
            <a:avLst/>
          </a:prstGeom>
        </p:spPr>
        <p:txBody>
          <a:bodyPr lIns="0" rIns="0"/>
          <a:lstStyle>
            <a:lvl1pPr marL="0" indent="0" algn="l" defTabSz="1219231" rtl="0" eaLnBrk="1" latinLnBrk="0" hangingPunct="1">
              <a:spcBef>
                <a:spcPts val="0"/>
              </a:spcBef>
              <a:spcAft>
                <a:spcPts val="600"/>
              </a:spcAft>
              <a:buSzPct val="100000"/>
              <a:buFont typeface="Arial" panose="020B0604020202020204" pitchFamily="34" charset="0"/>
              <a:buNone/>
              <a:defRPr sz="1400" b="0" kern="1200">
                <a:solidFill>
                  <a:schemeClr val="tx1"/>
                </a:solidFill>
                <a:latin typeface="+mn-lt"/>
                <a:ea typeface="+mn-ea"/>
                <a:cs typeface="+mn-cs"/>
              </a:defRPr>
            </a:lvl1pPr>
            <a:lvl2pPr marL="0" indent="0" algn="l" defTabSz="1219231" rtl="0" eaLnBrk="1" latinLnBrk="0" hangingPunct="1">
              <a:spcBef>
                <a:spcPts val="0"/>
              </a:spcBef>
              <a:spcAft>
                <a:spcPts val="600"/>
              </a:spcAft>
              <a:buClrTx/>
              <a:buSzPct val="100000"/>
              <a:buFont typeface="Arial"/>
              <a:buNone/>
              <a:defRPr lang="en-US" sz="1400" b="1" kern="1200" dirty="0" smtClean="0">
                <a:solidFill>
                  <a:schemeClr val="tx1"/>
                </a:solidFill>
                <a:latin typeface="+mn-lt"/>
                <a:ea typeface="+mn-ea"/>
                <a:cs typeface="+mn-cs"/>
              </a:defRPr>
            </a:lvl2pPr>
            <a:lvl3pPr marL="235206" indent="-235206" algn="l" defTabSz="1219231" rtl="0" eaLnBrk="1" latinLnBrk="0" hangingPunct="1">
              <a:spcBef>
                <a:spcPts val="0"/>
              </a:spcBef>
              <a:spcAft>
                <a:spcPts val="600"/>
              </a:spcAft>
              <a:buClrTx/>
              <a:buSzPct val="100000"/>
              <a:buFont typeface="Arial" panose="020B0604020202020204" pitchFamily="34" charset="0"/>
              <a:buChar char="•"/>
              <a:defRPr lang="en-US" sz="1400" kern="1200" dirty="0" smtClean="0">
                <a:solidFill>
                  <a:schemeClr val="tx1"/>
                </a:solidFill>
                <a:latin typeface="+mn-lt"/>
                <a:ea typeface="+mn-ea"/>
                <a:cs typeface="+mn-cs"/>
              </a:defRPr>
            </a:lvl3pPr>
            <a:lvl4pPr marL="457200" indent="-217488" algn="l" defTabSz="1219231" rtl="0" eaLnBrk="1" latinLnBrk="0" hangingPunct="1">
              <a:spcBef>
                <a:spcPts val="0"/>
              </a:spcBef>
              <a:spcAft>
                <a:spcPts val="600"/>
              </a:spcAft>
              <a:buClrTx/>
              <a:buSzPct val="100000"/>
              <a:buFont typeface="Verdana" panose="020B0604030504040204" pitchFamily="34" charset="0"/>
              <a:buChar char="−"/>
              <a:defRPr lang="en-US" sz="1400" kern="1200" baseline="0" dirty="0" smtClean="0">
                <a:solidFill>
                  <a:schemeClr val="tx1"/>
                </a:solidFill>
                <a:latin typeface="+mn-lt"/>
                <a:ea typeface="+mn-ea"/>
                <a:cs typeface="+mn-cs"/>
              </a:defRPr>
            </a:lvl4pPr>
            <a:lvl5pPr marL="710418" indent="-235206" algn="l" defTabSz="1064712" rtl="0" eaLnBrk="1" latinLnBrk="0" hangingPunct="1">
              <a:spcBef>
                <a:spcPts val="0"/>
              </a:spcBef>
              <a:spcAft>
                <a:spcPts val="1333"/>
              </a:spcAft>
              <a:buClrTx/>
              <a:buSzPct val="100000"/>
              <a:buFont typeface="Verdana" panose="020B0604030504040204" pitchFamily="34" charset="0"/>
              <a:buChar char="−"/>
              <a:tabLst/>
              <a:defRPr lang="en-US" sz="1600" kern="1200" baseline="0" dirty="0" smtClean="0">
                <a:solidFill>
                  <a:schemeClr val="tx1"/>
                </a:solidFill>
                <a:latin typeface="+mn-lt"/>
                <a:ea typeface="+mn-ea"/>
                <a:cs typeface="+mn-cs"/>
              </a:defRPr>
            </a:lvl5pPr>
            <a:lvl6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418" indent="-235206" algn="l" defTabSz="1219231"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a:lstStyle>
          <a:p>
            <a:r>
              <a:rPr lang="en-US" dirty="0">
                <a:solidFill>
                  <a:schemeClr val="bg2">
                    <a:lumMod val="50000"/>
                  </a:schemeClr>
                </a:solidFill>
              </a:rPr>
              <a:t>GIS implementation typically is laced with some challenges as outlined below</a:t>
            </a:r>
          </a:p>
        </p:txBody>
      </p:sp>
      <p:sp>
        <p:nvSpPr>
          <p:cNvPr id="6" name="Title 2">
            <a:extLst>
              <a:ext uri="{FF2B5EF4-FFF2-40B4-BE49-F238E27FC236}">
                <a16:creationId xmlns:a16="http://schemas.microsoft.com/office/drawing/2014/main" id="{A5A182E0-2F8C-D171-BC38-BD964AADCBD2}"/>
              </a:ext>
            </a:extLst>
          </p:cNvPr>
          <p:cNvSpPr txBox="1">
            <a:spLocks/>
          </p:cNvSpPr>
          <p:nvPr/>
        </p:nvSpPr>
        <p:spPr bwMode="gray">
          <a:xfrm>
            <a:off x="514664" y="266400"/>
            <a:ext cx="11284986" cy="419591"/>
          </a:xfrm>
          <a:prstGeom prst="rect">
            <a:avLst/>
          </a:prstGeom>
        </p:spPr>
        <p:txBody>
          <a:bodyPr vert="horz" lIns="0" tIns="0" rIns="0" bIns="0" rtlCol="0" anchor="t" anchorCtr="0">
            <a:noAutofit/>
          </a:bodyPr>
          <a:lstStyle>
            <a:lvl1pPr algn="l" defTabSz="914400" rtl="0" eaLnBrk="1" latinLnBrk="0" hangingPunct="1">
              <a:spcBef>
                <a:spcPct val="0"/>
              </a:spcBef>
              <a:buNone/>
              <a:defRPr sz="2400" kern="1200">
                <a:solidFill>
                  <a:schemeClr val="tx1"/>
                </a:solidFill>
                <a:latin typeface="+mn-lt"/>
                <a:ea typeface="+mj-ea"/>
                <a:cs typeface="Calibri Light" panose="020F0302020204030204" pitchFamily="34" charset="0"/>
              </a:defRPr>
            </a:lvl1pPr>
          </a:lstStyle>
          <a:p>
            <a:r>
              <a:rPr lang="en-US" sz="1800" b="1" dirty="0">
                <a:latin typeface="Verdana" panose="020B0604030504040204" pitchFamily="34" charset="0"/>
                <a:ea typeface="Verdana" panose="020B0604030504040204" pitchFamily="34" charset="0"/>
                <a:cs typeface="+mj-cs"/>
              </a:rPr>
              <a:t>Major challenges in GIS implementation by Utilities in Power Sector</a:t>
            </a:r>
          </a:p>
        </p:txBody>
      </p:sp>
      <p:cxnSp>
        <p:nvCxnSpPr>
          <p:cNvPr id="92" name="Straight Connector 91">
            <a:extLst>
              <a:ext uri="{FF2B5EF4-FFF2-40B4-BE49-F238E27FC236}">
                <a16:creationId xmlns:a16="http://schemas.microsoft.com/office/drawing/2014/main" id="{81047F23-FF82-79CE-B2ED-BDD3213F0FFB}"/>
              </a:ext>
            </a:extLst>
          </p:cNvPr>
          <p:cNvCxnSpPr>
            <a:cxnSpLocks/>
          </p:cNvCxnSpPr>
          <p:nvPr/>
        </p:nvCxnSpPr>
        <p:spPr>
          <a:xfrm flipV="1">
            <a:off x="514664" y="870671"/>
            <a:ext cx="11196000" cy="43593"/>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sp>
        <p:nvSpPr>
          <p:cNvPr id="2" name="Rectangle 1">
            <a:extLst>
              <a:ext uri="{FF2B5EF4-FFF2-40B4-BE49-F238E27FC236}">
                <a16:creationId xmlns:a16="http://schemas.microsoft.com/office/drawing/2014/main" id="{472AD97A-1705-3DDF-8B64-6C15D0CC3134}"/>
              </a:ext>
            </a:extLst>
          </p:cNvPr>
          <p:cNvSpPr/>
          <p:nvPr/>
        </p:nvSpPr>
        <p:spPr bwMode="gray">
          <a:xfrm>
            <a:off x="1137920" y="1158240"/>
            <a:ext cx="2306320" cy="467360"/>
          </a:xfrm>
          <a:prstGeom prst="rect">
            <a:avLst/>
          </a:prstGeom>
          <a:solidFill>
            <a:schemeClr val="tx1">
              <a:lumMod val="75000"/>
              <a:lumOff val="25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200" b="1" dirty="0">
                <a:solidFill>
                  <a:schemeClr val="bg1"/>
                </a:solidFill>
                <a:effectLst/>
                <a:latin typeface="+mj-lt"/>
                <a:ea typeface="Times New Roman" panose="02020603050405020304" pitchFamily="18" charset="0"/>
                <a:cs typeface="Aptos" panose="020B0004020202020204" pitchFamily="34" charset="0"/>
              </a:rPr>
              <a:t>Shortage of technical manpower</a:t>
            </a:r>
            <a:endParaRPr lang="en-US" sz="1200" b="1" dirty="0">
              <a:solidFill>
                <a:schemeClr val="bg1"/>
              </a:solidFill>
              <a:latin typeface="+mj-lt"/>
            </a:endParaRPr>
          </a:p>
        </p:txBody>
      </p:sp>
      <p:sp>
        <p:nvSpPr>
          <p:cNvPr id="3" name="Rectangle 2">
            <a:extLst>
              <a:ext uri="{FF2B5EF4-FFF2-40B4-BE49-F238E27FC236}">
                <a16:creationId xmlns:a16="http://schemas.microsoft.com/office/drawing/2014/main" id="{68A8FA1F-826F-F9F0-2605-864B4A5CA306}"/>
              </a:ext>
            </a:extLst>
          </p:cNvPr>
          <p:cNvSpPr/>
          <p:nvPr/>
        </p:nvSpPr>
        <p:spPr bwMode="gray">
          <a:xfrm>
            <a:off x="3576320" y="1158240"/>
            <a:ext cx="8134344" cy="467360"/>
          </a:xfrm>
          <a:prstGeom prst="rect">
            <a:avLst/>
          </a:prstGeom>
          <a:solidFill>
            <a:schemeClr val="bg1">
              <a:lumMod val="95000"/>
            </a:schemeClr>
          </a:solidFill>
          <a:ln w="19050" algn="ctr">
            <a:solidFill>
              <a:schemeClr val="tx1"/>
            </a:solidFill>
            <a:prstDash val="solid"/>
            <a:miter lim="800000"/>
            <a:headEnd/>
            <a:tailEnd/>
          </a:ln>
        </p:spPr>
        <p:txBody>
          <a:bodyPr wrap="square" lIns="88900" tIns="88900" rIns="88900" bIns="88900" rtlCol="0" anchor="ctr"/>
          <a:lstStyle/>
          <a:p>
            <a:pPr>
              <a:lnSpc>
                <a:spcPct val="106000"/>
              </a:lnSpc>
              <a:buFont typeface="Wingdings 2" pitchFamily="18" charset="2"/>
              <a:buNone/>
            </a:pPr>
            <a:r>
              <a:rPr lang="en-US" sz="1200" b="1" i="1" dirty="0">
                <a:effectLst/>
                <a:latin typeface="+mj-lt"/>
                <a:ea typeface="Times New Roman" panose="02020603050405020304" pitchFamily="18" charset="0"/>
                <a:cs typeface="Aptos" panose="020B0004020202020204" pitchFamily="34" charset="0"/>
              </a:rPr>
              <a:t>Available manpower not technically adept </a:t>
            </a:r>
            <a:r>
              <a:rPr lang="en-US" sz="1200" i="1" dirty="0">
                <a:effectLst/>
                <a:latin typeface="+mj-lt"/>
                <a:ea typeface="Times New Roman" panose="02020603050405020304" pitchFamily="18" charset="0"/>
                <a:cs typeface="Aptos" panose="020B0004020202020204" pitchFamily="34" charset="0"/>
              </a:rPr>
              <a:t>to replicate the network topology and connection logic</a:t>
            </a:r>
            <a:endParaRPr lang="en-US" sz="1200" i="1" dirty="0">
              <a:latin typeface="+mj-lt"/>
            </a:endParaRPr>
          </a:p>
        </p:txBody>
      </p:sp>
      <p:sp>
        <p:nvSpPr>
          <p:cNvPr id="12" name="Rectangle 11">
            <a:extLst>
              <a:ext uri="{FF2B5EF4-FFF2-40B4-BE49-F238E27FC236}">
                <a16:creationId xmlns:a16="http://schemas.microsoft.com/office/drawing/2014/main" id="{98E696CC-0CF2-0C02-2D76-FD082004266D}"/>
              </a:ext>
            </a:extLst>
          </p:cNvPr>
          <p:cNvSpPr/>
          <p:nvPr/>
        </p:nvSpPr>
        <p:spPr bwMode="gray">
          <a:xfrm>
            <a:off x="1137920" y="1767840"/>
            <a:ext cx="2306320" cy="467360"/>
          </a:xfrm>
          <a:prstGeom prst="rect">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200" b="1" dirty="0">
                <a:solidFill>
                  <a:schemeClr val="bg1"/>
                </a:solidFill>
                <a:latin typeface="+mj-lt"/>
              </a:rPr>
              <a:t>Dependence on third party vendors</a:t>
            </a:r>
          </a:p>
        </p:txBody>
      </p:sp>
      <p:sp>
        <p:nvSpPr>
          <p:cNvPr id="13" name="Rectangle 12">
            <a:extLst>
              <a:ext uri="{FF2B5EF4-FFF2-40B4-BE49-F238E27FC236}">
                <a16:creationId xmlns:a16="http://schemas.microsoft.com/office/drawing/2014/main" id="{E6BF74ED-F6EC-B254-E181-67E7B5A7FC20}"/>
              </a:ext>
            </a:extLst>
          </p:cNvPr>
          <p:cNvSpPr/>
          <p:nvPr/>
        </p:nvSpPr>
        <p:spPr bwMode="gray">
          <a:xfrm>
            <a:off x="3576320" y="1767840"/>
            <a:ext cx="8134344" cy="467360"/>
          </a:xfrm>
          <a:prstGeom prst="rect">
            <a:avLst/>
          </a:prstGeom>
          <a:solidFill>
            <a:schemeClr val="accent2">
              <a:lumMod val="20000"/>
              <a:lumOff val="80000"/>
            </a:schemeClr>
          </a:solidFill>
          <a:ln>
            <a:headEnd/>
            <a:tailEnd/>
          </a:ln>
        </p:spPr>
        <p:style>
          <a:lnRef idx="2">
            <a:schemeClr val="accent2"/>
          </a:lnRef>
          <a:fillRef idx="1">
            <a:schemeClr val="lt1"/>
          </a:fillRef>
          <a:effectRef idx="0">
            <a:schemeClr val="accent2"/>
          </a:effectRef>
          <a:fontRef idx="minor">
            <a:schemeClr val="dk1"/>
          </a:fontRef>
        </p:style>
        <p:txBody>
          <a:bodyPr wrap="square" lIns="88900" tIns="88900" rIns="88900" bIns="88900" rtlCol="0" anchor="ctr"/>
          <a:lstStyle/>
          <a:p>
            <a:pPr>
              <a:lnSpc>
                <a:spcPct val="106000"/>
              </a:lnSpc>
              <a:buFont typeface="Wingdings 2" pitchFamily="18" charset="2"/>
              <a:buNone/>
            </a:pPr>
            <a:r>
              <a:rPr lang="en-US" sz="1200" b="1" i="1" dirty="0">
                <a:effectLst/>
                <a:latin typeface="+mj-lt"/>
                <a:ea typeface="Times New Roman" panose="02020603050405020304" pitchFamily="18" charset="0"/>
                <a:cs typeface="Aptos" panose="020B0004020202020204" pitchFamily="34" charset="0"/>
              </a:rPr>
              <a:t>Over dependence on vendor and non-availability of internal monitoring capability </a:t>
            </a:r>
            <a:r>
              <a:rPr lang="en-US" sz="1200" i="1" dirty="0">
                <a:effectLst/>
                <a:latin typeface="+mj-lt"/>
                <a:ea typeface="Times New Roman" panose="02020603050405020304" pitchFamily="18" charset="0"/>
                <a:cs typeface="Aptos" panose="020B0004020202020204" pitchFamily="34" charset="0"/>
              </a:rPr>
              <a:t>by utility, many a time led to vendor service quality issues are unrecognized.</a:t>
            </a:r>
            <a:endParaRPr lang="en-US" sz="1200" i="1" dirty="0">
              <a:latin typeface="+mj-lt"/>
            </a:endParaRPr>
          </a:p>
        </p:txBody>
      </p:sp>
      <p:sp>
        <p:nvSpPr>
          <p:cNvPr id="14" name="Rectangle 13">
            <a:extLst>
              <a:ext uri="{FF2B5EF4-FFF2-40B4-BE49-F238E27FC236}">
                <a16:creationId xmlns:a16="http://schemas.microsoft.com/office/drawing/2014/main" id="{CFFAC3F6-9C7B-F0A3-DB56-F263DEF7A340}"/>
              </a:ext>
            </a:extLst>
          </p:cNvPr>
          <p:cNvSpPr/>
          <p:nvPr/>
        </p:nvSpPr>
        <p:spPr bwMode="gray">
          <a:xfrm>
            <a:off x="1131107" y="2353775"/>
            <a:ext cx="2306320" cy="575772"/>
          </a:xfrm>
          <a:prstGeom prst="rect">
            <a:avLst/>
          </a:prstGeom>
          <a:solidFill>
            <a:schemeClr val="tx1">
              <a:lumMod val="75000"/>
              <a:lumOff val="25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200" b="1" dirty="0">
                <a:solidFill>
                  <a:schemeClr val="bg1"/>
                </a:solidFill>
                <a:effectLst/>
                <a:latin typeface="+mj-lt"/>
                <a:ea typeface="Times New Roman" panose="02020603050405020304" pitchFamily="18" charset="0"/>
                <a:cs typeface="Aptos" panose="020B0004020202020204" pitchFamily="34" charset="0"/>
              </a:rPr>
              <a:t>Non-maintenance of data records</a:t>
            </a:r>
            <a:endParaRPr lang="en-US" sz="1200" b="1" dirty="0">
              <a:solidFill>
                <a:schemeClr val="bg1"/>
              </a:solidFill>
              <a:latin typeface="+mj-lt"/>
            </a:endParaRPr>
          </a:p>
        </p:txBody>
      </p:sp>
      <p:sp>
        <p:nvSpPr>
          <p:cNvPr id="15" name="Rectangle 14">
            <a:extLst>
              <a:ext uri="{FF2B5EF4-FFF2-40B4-BE49-F238E27FC236}">
                <a16:creationId xmlns:a16="http://schemas.microsoft.com/office/drawing/2014/main" id="{73869EFA-C6D3-4B59-08FB-2C2045B1176E}"/>
              </a:ext>
            </a:extLst>
          </p:cNvPr>
          <p:cNvSpPr/>
          <p:nvPr/>
        </p:nvSpPr>
        <p:spPr bwMode="gray">
          <a:xfrm>
            <a:off x="3569507" y="2357120"/>
            <a:ext cx="8134344" cy="575772"/>
          </a:xfrm>
          <a:prstGeom prst="rect">
            <a:avLst/>
          </a:prstGeom>
          <a:solidFill>
            <a:schemeClr val="bg1">
              <a:lumMod val="95000"/>
            </a:schemeClr>
          </a:solidFill>
          <a:ln w="19050" algn="ctr">
            <a:solidFill>
              <a:schemeClr val="tx1"/>
            </a:solidFill>
            <a:prstDash val="solid"/>
            <a:miter lim="800000"/>
            <a:headEnd/>
            <a:tailEnd/>
          </a:ln>
        </p:spPr>
        <p:txBody>
          <a:bodyPr wrap="square" lIns="88900" tIns="88900" rIns="88900" bIns="88900" rtlCol="0" anchor="ctr"/>
          <a:lstStyle/>
          <a:p>
            <a:pPr>
              <a:lnSpc>
                <a:spcPct val="106000"/>
              </a:lnSpc>
              <a:buFont typeface="Wingdings 2" pitchFamily="18" charset="2"/>
              <a:buNone/>
            </a:pPr>
            <a:r>
              <a:rPr lang="en-US" sz="1200" i="1" dirty="0">
                <a:effectLst/>
                <a:latin typeface="+mj-lt"/>
                <a:ea typeface="Times New Roman" panose="02020603050405020304" pitchFamily="18" charset="0"/>
                <a:cs typeface="Aptos" panose="020B0004020202020204" pitchFamily="34" charset="0"/>
              </a:rPr>
              <a:t>Utilities don’t maintain records, and as a result, </a:t>
            </a:r>
            <a:r>
              <a:rPr lang="en-US" sz="1200" b="1" i="1" dirty="0">
                <a:effectLst/>
                <a:latin typeface="+mj-lt"/>
                <a:ea typeface="Times New Roman" panose="02020603050405020304" pitchFamily="18" charset="0"/>
                <a:cs typeface="Aptos" panose="020B0004020202020204" pitchFamily="34" charset="0"/>
              </a:rPr>
              <a:t>entire work has to be carried out through field survey</a:t>
            </a:r>
            <a:r>
              <a:rPr lang="en-US" sz="1200" i="1" dirty="0">
                <a:effectLst/>
                <a:latin typeface="+mj-lt"/>
                <a:ea typeface="Times New Roman" panose="02020603050405020304" pitchFamily="18" charset="0"/>
                <a:cs typeface="Aptos" panose="020B0004020202020204" pitchFamily="34" charset="0"/>
              </a:rPr>
              <a:t>. This in turn brings </a:t>
            </a:r>
            <a:r>
              <a:rPr lang="en-US" sz="1200" b="1" i="1" dirty="0">
                <a:effectLst/>
                <a:latin typeface="+mj-lt"/>
                <a:ea typeface="Times New Roman" panose="02020603050405020304" pitchFamily="18" charset="0"/>
                <a:cs typeface="Aptos" panose="020B0004020202020204" pitchFamily="34" charset="0"/>
              </a:rPr>
              <a:t>dependencies on linemen</a:t>
            </a:r>
            <a:r>
              <a:rPr lang="en-US" sz="1200" i="1" dirty="0">
                <a:effectLst/>
                <a:latin typeface="+mj-lt"/>
                <a:ea typeface="Times New Roman" panose="02020603050405020304" pitchFamily="18" charset="0"/>
                <a:cs typeface="Aptos" panose="020B0004020202020204" pitchFamily="34" charset="0"/>
              </a:rPr>
              <a:t>, who may not be too keen to engage or cooperate for lack of personal interest</a:t>
            </a:r>
            <a:endParaRPr lang="en-US" sz="1200" i="1" dirty="0">
              <a:latin typeface="+mj-lt"/>
            </a:endParaRPr>
          </a:p>
        </p:txBody>
      </p:sp>
      <p:sp>
        <p:nvSpPr>
          <p:cNvPr id="16" name="Rectangle 15">
            <a:extLst>
              <a:ext uri="{FF2B5EF4-FFF2-40B4-BE49-F238E27FC236}">
                <a16:creationId xmlns:a16="http://schemas.microsoft.com/office/drawing/2014/main" id="{F121BDEC-719A-05E5-D680-3EEE12F676D4}"/>
              </a:ext>
            </a:extLst>
          </p:cNvPr>
          <p:cNvSpPr/>
          <p:nvPr/>
        </p:nvSpPr>
        <p:spPr bwMode="gray">
          <a:xfrm>
            <a:off x="1137920" y="3088927"/>
            <a:ext cx="2306320" cy="467360"/>
          </a:xfrm>
          <a:prstGeom prst="rect">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200" b="1" dirty="0">
                <a:solidFill>
                  <a:schemeClr val="bg1"/>
                </a:solidFill>
                <a:effectLst/>
                <a:latin typeface="+mj-lt"/>
                <a:ea typeface="Times New Roman" panose="02020603050405020304" pitchFamily="18" charset="0"/>
                <a:cs typeface="Aptos" panose="020B0004020202020204" pitchFamily="34" charset="0"/>
              </a:rPr>
              <a:t>Delayed decisions at Utility side</a:t>
            </a:r>
            <a:endParaRPr lang="en-US" sz="1200" b="1" dirty="0">
              <a:solidFill>
                <a:schemeClr val="bg1"/>
              </a:solidFill>
              <a:latin typeface="+mj-lt"/>
            </a:endParaRPr>
          </a:p>
        </p:txBody>
      </p:sp>
      <p:sp>
        <p:nvSpPr>
          <p:cNvPr id="17" name="Rectangle 16">
            <a:extLst>
              <a:ext uri="{FF2B5EF4-FFF2-40B4-BE49-F238E27FC236}">
                <a16:creationId xmlns:a16="http://schemas.microsoft.com/office/drawing/2014/main" id="{C73392B7-AD68-1C94-E9AA-B8809C8166DB}"/>
              </a:ext>
            </a:extLst>
          </p:cNvPr>
          <p:cNvSpPr/>
          <p:nvPr/>
        </p:nvSpPr>
        <p:spPr bwMode="gray">
          <a:xfrm>
            <a:off x="3576320" y="3088927"/>
            <a:ext cx="8134344" cy="467360"/>
          </a:xfrm>
          <a:prstGeom prst="rect">
            <a:avLst/>
          </a:prstGeom>
          <a:solidFill>
            <a:schemeClr val="accent2">
              <a:lumMod val="20000"/>
              <a:lumOff val="80000"/>
            </a:schemeClr>
          </a:solidFill>
          <a:ln>
            <a:headEnd/>
            <a:tailEnd/>
          </a:ln>
        </p:spPr>
        <p:style>
          <a:lnRef idx="2">
            <a:schemeClr val="accent2"/>
          </a:lnRef>
          <a:fillRef idx="1">
            <a:schemeClr val="lt1"/>
          </a:fillRef>
          <a:effectRef idx="0">
            <a:schemeClr val="accent2"/>
          </a:effectRef>
          <a:fontRef idx="minor">
            <a:schemeClr val="dk1"/>
          </a:fontRef>
        </p:style>
        <p:txBody>
          <a:bodyPr wrap="square" lIns="88900" tIns="88900" rIns="88900" bIns="88900" rtlCol="0" anchor="ctr"/>
          <a:lstStyle/>
          <a:p>
            <a:pPr>
              <a:lnSpc>
                <a:spcPct val="106000"/>
              </a:lnSpc>
              <a:buFont typeface="Wingdings 2" pitchFamily="18" charset="2"/>
              <a:buNone/>
            </a:pPr>
            <a:r>
              <a:rPr lang="en-US" sz="1200" i="1" dirty="0">
                <a:effectLst/>
                <a:latin typeface="+mj-lt"/>
                <a:ea typeface="Times New Roman" panose="02020603050405020304" pitchFamily="18" charset="0"/>
                <a:cs typeface="Aptos" panose="020B0004020202020204" pitchFamily="34" charset="0"/>
              </a:rPr>
              <a:t>Due to </a:t>
            </a:r>
            <a:r>
              <a:rPr lang="en-US" sz="1200" b="1" i="1" dirty="0">
                <a:effectLst/>
                <a:latin typeface="+mj-lt"/>
                <a:ea typeface="Times New Roman" panose="02020603050405020304" pitchFamily="18" charset="0"/>
                <a:cs typeface="Aptos" panose="020B0004020202020204" pitchFamily="34" charset="0"/>
              </a:rPr>
              <a:t>absence of clear understanding of the use of GIS use cases</a:t>
            </a:r>
            <a:r>
              <a:rPr lang="en-US" sz="1200" i="1" dirty="0">
                <a:effectLst/>
                <a:latin typeface="+mj-lt"/>
                <a:ea typeface="Times New Roman" panose="02020603050405020304" pitchFamily="18" charset="0"/>
                <a:cs typeface="Aptos" panose="020B0004020202020204" pitchFamily="34" charset="0"/>
              </a:rPr>
              <a:t>, decisions are delayed at utility side.</a:t>
            </a:r>
            <a:endParaRPr lang="en-US" sz="1200" i="1" dirty="0">
              <a:latin typeface="+mj-lt"/>
            </a:endParaRPr>
          </a:p>
        </p:txBody>
      </p:sp>
      <p:sp>
        <p:nvSpPr>
          <p:cNvPr id="18" name="Rectangle 17">
            <a:extLst>
              <a:ext uri="{FF2B5EF4-FFF2-40B4-BE49-F238E27FC236}">
                <a16:creationId xmlns:a16="http://schemas.microsoft.com/office/drawing/2014/main" id="{1EBB5CAB-F864-98B7-52D4-B7D3F31844E8}"/>
              </a:ext>
            </a:extLst>
          </p:cNvPr>
          <p:cNvSpPr/>
          <p:nvPr/>
        </p:nvSpPr>
        <p:spPr bwMode="gray">
          <a:xfrm>
            <a:off x="1137920" y="3726633"/>
            <a:ext cx="2306320" cy="467360"/>
          </a:xfrm>
          <a:prstGeom prst="rect">
            <a:avLst/>
          </a:prstGeom>
          <a:solidFill>
            <a:schemeClr val="tx1">
              <a:lumMod val="75000"/>
              <a:lumOff val="25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200" b="1" dirty="0">
                <a:solidFill>
                  <a:schemeClr val="bg1"/>
                </a:solidFill>
                <a:effectLst/>
                <a:latin typeface="+mj-lt"/>
                <a:ea typeface="Times New Roman" panose="02020603050405020304" pitchFamily="18" charset="0"/>
                <a:cs typeface="Aptos" panose="020B0004020202020204" pitchFamily="34" charset="0"/>
              </a:rPr>
              <a:t>Costly software</a:t>
            </a:r>
            <a:endParaRPr lang="en-US" sz="1200" b="1" dirty="0">
              <a:solidFill>
                <a:schemeClr val="bg1"/>
              </a:solidFill>
              <a:latin typeface="+mj-lt"/>
            </a:endParaRPr>
          </a:p>
        </p:txBody>
      </p:sp>
      <p:sp>
        <p:nvSpPr>
          <p:cNvPr id="19" name="Rectangle 18">
            <a:extLst>
              <a:ext uri="{FF2B5EF4-FFF2-40B4-BE49-F238E27FC236}">
                <a16:creationId xmlns:a16="http://schemas.microsoft.com/office/drawing/2014/main" id="{CFC35A68-F48F-4A9F-8E3F-0E77B86D6D85}"/>
              </a:ext>
            </a:extLst>
          </p:cNvPr>
          <p:cNvSpPr/>
          <p:nvPr/>
        </p:nvSpPr>
        <p:spPr bwMode="gray">
          <a:xfrm>
            <a:off x="3576320" y="3726633"/>
            <a:ext cx="8134344" cy="467360"/>
          </a:xfrm>
          <a:prstGeom prst="rect">
            <a:avLst/>
          </a:prstGeom>
          <a:solidFill>
            <a:schemeClr val="bg1">
              <a:lumMod val="95000"/>
            </a:schemeClr>
          </a:solidFill>
          <a:ln>
            <a:headEnd/>
            <a:tailEnd/>
          </a:ln>
        </p:spPr>
        <p:style>
          <a:lnRef idx="2">
            <a:schemeClr val="dk1"/>
          </a:lnRef>
          <a:fillRef idx="1">
            <a:schemeClr val="lt1"/>
          </a:fillRef>
          <a:effectRef idx="0">
            <a:schemeClr val="dk1"/>
          </a:effectRef>
          <a:fontRef idx="minor">
            <a:schemeClr val="dk1"/>
          </a:fontRef>
        </p:style>
        <p:txBody>
          <a:bodyPr wrap="square" lIns="88900" tIns="88900" rIns="88900" bIns="88900" rtlCol="0" anchor="ctr"/>
          <a:lstStyle/>
          <a:p>
            <a:pPr>
              <a:lnSpc>
                <a:spcPct val="106000"/>
              </a:lnSpc>
              <a:buFont typeface="Wingdings 2" pitchFamily="18" charset="2"/>
              <a:buNone/>
            </a:pPr>
            <a:r>
              <a:rPr lang="en-US" sz="1200" i="1" dirty="0">
                <a:effectLst/>
                <a:latin typeface="+mj-lt"/>
                <a:ea typeface="Times New Roman" panose="02020603050405020304" pitchFamily="18" charset="0"/>
                <a:cs typeface="Aptos" panose="020B0004020202020204" pitchFamily="34" charset="0"/>
              </a:rPr>
              <a:t>Most of the SIs implemented </a:t>
            </a:r>
            <a:r>
              <a:rPr lang="en-US" sz="1200" i="1" dirty="0" err="1">
                <a:effectLst/>
                <a:latin typeface="+mj-lt"/>
                <a:ea typeface="Times New Roman" panose="02020603050405020304" pitchFamily="18" charset="0"/>
                <a:cs typeface="Aptos" panose="020B0004020202020204" pitchFamily="34" charset="0"/>
              </a:rPr>
              <a:t>ArcFM</a:t>
            </a:r>
            <a:r>
              <a:rPr lang="en-US" sz="1200" i="1" dirty="0">
                <a:effectLst/>
                <a:latin typeface="+mj-lt"/>
                <a:ea typeface="Times New Roman" panose="02020603050405020304" pitchFamily="18" charset="0"/>
                <a:cs typeface="Aptos" panose="020B0004020202020204" pitchFamily="34" charset="0"/>
              </a:rPr>
              <a:t> solution or </a:t>
            </a:r>
            <a:r>
              <a:rPr lang="en-US" sz="1200" i="1" dirty="0" err="1">
                <a:effectLst/>
                <a:latin typeface="+mj-lt"/>
                <a:ea typeface="Times New Roman" panose="02020603050405020304" pitchFamily="18" charset="0"/>
                <a:cs typeface="Aptos" panose="020B0004020202020204" pitchFamily="34" charset="0"/>
              </a:rPr>
              <a:t>GESmall</a:t>
            </a:r>
            <a:r>
              <a:rPr lang="en-US" sz="1200" i="1" dirty="0">
                <a:effectLst/>
                <a:latin typeface="+mj-lt"/>
                <a:ea typeface="Times New Roman" panose="02020603050405020304" pitchFamily="18" charset="0"/>
                <a:cs typeface="Aptos" panose="020B0004020202020204" pitchFamily="34" charset="0"/>
              </a:rPr>
              <a:t> world with additional custom development during RAPRDP; which are </a:t>
            </a:r>
            <a:r>
              <a:rPr lang="en-US" sz="1200" b="1" i="1" dirty="0">
                <a:effectLst/>
                <a:latin typeface="+mj-lt"/>
                <a:ea typeface="Times New Roman" panose="02020603050405020304" pitchFamily="18" charset="0"/>
                <a:cs typeface="Aptos" panose="020B0004020202020204" pitchFamily="34" charset="0"/>
              </a:rPr>
              <a:t>costly in terms of maintenance</a:t>
            </a:r>
            <a:endParaRPr lang="en-US" sz="1200" b="1" i="1" dirty="0">
              <a:latin typeface="+mj-lt"/>
            </a:endParaRPr>
          </a:p>
        </p:txBody>
      </p:sp>
      <p:sp>
        <p:nvSpPr>
          <p:cNvPr id="20" name="Rectangle 19">
            <a:extLst>
              <a:ext uri="{FF2B5EF4-FFF2-40B4-BE49-F238E27FC236}">
                <a16:creationId xmlns:a16="http://schemas.microsoft.com/office/drawing/2014/main" id="{8A07E827-7E11-C220-DAF2-76AF2081BBC3}"/>
              </a:ext>
            </a:extLst>
          </p:cNvPr>
          <p:cNvSpPr/>
          <p:nvPr/>
        </p:nvSpPr>
        <p:spPr bwMode="gray">
          <a:xfrm>
            <a:off x="1137920" y="4378673"/>
            <a:ext cx="2306320" cy="467360"/>
          </a:xfrm>
          <a:prstGeom prst="rect">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200" b="1" dirty="0">
                <a:solidFill>
                  <a:schemeClr val="bg1"/>
                </a:solidFill>
                <a:effectLst/>
                <a:latin typeface="+mj-lt"/>
                <a:ea typeface="Times New Roman" panose="02020603050405020304" pitchFamily="18" charset="0"/>
                <a:cs typeface="Aptos" panose="020B0004020202020204" pitchFamily="34" charset="0"/>
              </a:rPr>
              <a:t>Lack of continual data </a:t>
            </a:r>
            <a:r>
              <a:rPr lang="en-US" sz="1200" b="1" dirty="0" err="1">
                <a:solidFill>
                  <a:schemeClr val="bg1"/>
                </a:solidFill>
                <a:effectLst/>
                <a:latin typeface="+mj-lt"/>
                <a:ea typeface="Times New Roman" panose="02020603050405020304" pitchFamily="18" charset="0"/>
                <a:cs typeface="Aptos" panose="020B0004020202020204" pitchFamily="34" charset="0"/>
              </a:rPr>
              <a:t>updation</a:t>
            </a:r>
            <a:endParaRPr lang="en-US" sz="1200" b="1" dirty="0">
              <a:solidFill>
                <a:schemeClr val="bg1"/>
              </a:solidFill>
              <a:latin typeface="+mj-lt"/>
            </a:endParaRPr>
          </a:p>
        </p:txBody>
      </p:sp>
      <p:sp>
        <p:nvSpPr>
          <p:cNvPr id="21" name="Rectangle 20">
            <a:extLst>
              <a:ext uri="{FF2B5EF4-FFF2-40B4-BE49-F238E27FC236}">
                <a16:creationId xmlns:a16="http://schemas.microsoft.com/office/drawing/2014/main" id="{2A3E7F38-088D-9DDA-67B0-39F6B4599B07}"/>
              </a:ext>
            </a:extLst>
          </p:cNvPr>
          <p:cNvSpPr/>
          <p:nvPr/>
        </p:nvSpPr>
        <p:spPr bwMode="gray">
          <a:xfrm>
            <a:off x="3576320" y="4378673"/>
            <a:ext cx="8134344" cy="467360"/>
          </a:xfrm>
          <a:prstGeom prst="rect">
            <a:avLst/>
          </a:prstGeom>
          <a:solidFill>
            <a:schemeClr val="accent2">
              <a:lumMod val="20000"/>
              <a:lumOff val="80000"/>
            </a:schemeClr>
          </a:solidFill>
          <a:ln>
            <a:headEnd/>
            <a:tailEnd/>
          </a:ln>
        </p:spPr>
        <p:style>
          <a:lnRef idx="2">
            <a:schemeClr val="accent2"/>
          </a:lnRef>
          <a:fillRef idx="1">
            <a:schemeClr val="lt1"/>
          </a:fillRef>
          <a:effectRef idx="0">
            <a:schemeClr val="accent2"/>
          </a:effectRef>
          <a:fontRef idx="minor">
            <a:schemeClr val="dk1"/>
          </a:fontRef>
        </p:style>
        <p:txBody>
          <a:bodyPr wrap="square" lIns="88900" tIns="88900" rIns="88900" bIns="88900" rtlCol="0" anchor="ctr"/>
          <a:lstStyle/>
          <a:p>
            <a:pPr>
              <a:lnSpc>
                <a:spcPct val="106000"/>
              </a:lnSpc>
              <a:buFont typeface="Wingdings 2" pitchFamily="18" charset="2"/>
              <a:buNone/>
            </a:pPr>
            <a:r>
              <a:rPr lang="en-US" sz="1200" i="1" dirty="0">
                <a:effectLst/>
                <a:latin typeface="+mj-lt"/>
                <a:ea typeface="Times New Roman" panose="02020603050405020304" pitchFamily="18" charset="0"/>
                <a:cs typeface="Aptos" panose="020B0004020202020204" pitchFamily="34" charset="0"/>
              </a:rPr>
              <a:t>As utility network constantly evolves, </a:t>
            </a:r>
            <a:r>
              <a:rPr lang="en-US" sz="1200" b="1" i="1" dirty="0">
                <a:effectLst/>
                <a:latin typeface="+mj-lt"/>
                <a:ea typeface="Times New Roman" panose="02020603050405020304" pitchFamily="18" charset="0"/>
                <a:cs typeface="Aptos" panose="020B0004020202020204" pitchFamily="34" charset="0"/>
              </a:rPr>
              <a:t>in the absence of continual update</a:t>
            </a:r>
            <a:r>
              <a:rPr lang="en-US" sz="1200" i="1" dirty="0">
                <a:effectLst/>
                <a:latin typeface="+mj-lt"/>
                <a:ea typeface="Times New Roman" panose="02020603050405020304" pitchFamily="18" charset="0"/>
                <a:cs typeface="Aptos" panose="020B0004020202020204" pitchFamily="34" charset="0"/>
              </a:rPr>
              <a:t>, </a:t>
            </a:r>
            <a:r>
              <a:rPr lang="en-US" sz="1200" b="1" i="1" dirty="0">
                <a:effectLst/>
                <a:latin typeface="+mj-lt"/>
                <a:ea typeface="Times New Roman" panose="02020603050405020304" pitchFamily="18" charset="0"/>
                <a:cs typeface="Aptos" panose="020B0004020202020204" pitchFamily="34" charset="0"/>
              </a:rPr>
              <a:t>legacy data become unreliable or unusable</a:t>
            </a:r>
            <a:r>
              <a:rPr lang="en-US" sz="1200" i="1" dirty="0">
                <a:effectLst/>
                <a:latin typeface="+mj-lt"/>
                <a:ea typeface="Times New Roman" panose="02020603050405020304" pitchFamily="18" charset="0"/>
                <a:cs typeface="Aptos" panose="020B0004020202020204" pitchFamily="34" charset="0"/>
              </a:rPr>
              <a:t>. So, for starting fresh the old data also need complete refresh. </a:t>
            </a:r>
            <a:endParaRPr lang="en-US" sz="1200" i="1" dirty="0">
              <a:latin typeface="+mj-lt"/>
            </a:endParaRPr>
          </a:p>
        </p:txBody>
      </p:sp>
      <p:sp>
        <p:nvSpPr>
          <p:cNvPr id="22" name="Rectangle 21">
            <a:extLst>
              <a:ext uri="{FF2B5EF4-FFF2-40B4-BE49-F238E27FC236}">
                <a16:creationId xmlns:a16="http://schemas.microsoft.com/office/drawing/2014/main" id="{7BE81A68-51AA-DF2F-E8B6-625F3062DF06}"/>
              </a:ext>
            </a:extLst>
          </p:cNvPr>
          <p:cNvSpPr/>
          <p:nvPr/>
        </p:nvSpPr>
        <p:spPr bwMode="gray">
          <a:xfrm>
            <a:off x="1137920" y="5069840"/>
            <a:ext cx="2306320" cy="467360"/>
          </a:xfrm>
          <a:prstGeom prst="rect">
            <a:avLst/>
          </a:prstGeom>
          <a:solidFill>
            <a:schemeClr val="tx1">
              <a:lumMod val="75000"/>
              <a:lumOff val="25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200" b="1" dirty="0">
                <a:solidFill>
                  <a:schemeClr val="bg1"/>
                </a:solidFill>
                <a:effectLst/>
                <a:latin typeface="+mj-lt"/>
                <a:ea typeface="Times New Roman" panose="02020603050405020304" pitchFamily="18" charset="0"/>
                <a:cs typeface="Aptos" panose="020B0004020202020204" pitchFamily="34" charset="0"/>
              </a:rPr>
              <a:t>Non-availability of vendor support </a:t>
            </a:r>
            <a:endParaRPr lang="en-US" sz="1200" b="1" dirty="0">
              <a:solidFill>
                <a:schemeClr val="bg1"/>
              </a:solidFill>
              <a:latin typeface="+mj-lt"/>
            </a:endParaRPr>
          </a:p>
        </p:txBody>
      </p:sp>
      <p:sp>
        <p:nvSpPr>
          <p:cNvPr id="23" name="Rectangle 22">
            <a:extLst>
              <a:ext uri="{FF2B5EF4-FFF2-40B4-BE49-F238E27FC236}">
                <a16:creationId xmlns:a16="http://schemas.microsoft.com/office/drawing/2014/main" id="{46CE9A37-823F-C5A0-2208-75F551E66A9F}"/>
              </a:ext>
            </a:extLst>
          </p:cNvPr>
          <p:cNvSpPr/>
          <p:nvPr/>
        </p:nvSpPr>
        <p:spPr bwMode="gray">
          <a:xfrm>
            <a:off x="3576320" y="5069840"/>
            <a:ext cx="8134344" cy="467360"/>
          </a:xfrm>
          <a:prstGeom prst="rect">
            <a:avLst/>
          </a:prstGeom>
          <a:solidFill>
            <a:schemeClr val="bg1">
              <a:lumMod val="95000"/>
            </a:schemeClr>
          </a:solidFill>
          <a:ln>
            <a:headEnd/>
            <a:tailEnd/>
          </a:ln>
        </p:spPr>
        <p:style>
          <a:lnRef idx="2">
            <a:schemeClr val="dk1"/>
          </a:lnRef>
          <a:fillRef idx="1">
            <a:schemeClr val="lt1"/>
          </a:fillRef>
          <a:effectRef idx="0">
            <a:schemeClr val="dk1"/>
          </a:effectRef>
          <a:fontRef idx="minor">
            <a:schemeClr val="dk1"/>
          </a:fontRef>
        </p:style>
        <p:txBody>
          <a:bodyPr wrap="square" lIns="88900" tIns="88900" rIns="88900" bIns="88900" rtlCol="0" anchor="ctr"/>
          <a:lstStyle/>
          <a:p>
            <a:pPr>
              <a:lnSpc>
                <a:spcPct val="106000"/>
              </a:lnSpc>
              <a:buFont typeface="Wingdings 2" pitchFamily="18" charset="2"/>
              <a:buNone/>
            </a:pPr>
            <a:r>
              <a:rPr lang="en-US" sz="1200" i="1" dirty="0">
                <a:effectLst/>
                <a:latin typeface="+mj-lt"/>
                <a:ea typeface="Times New Roman" panose="02020603050405020304" pitchFamily="18" charset="0"/>
                <a:cs typeface="Aptos" panose="020B0004020202020204" pitchFamily="34" charset="0"/>
              </a:rPr>
              <a:t>Due to non-availability of vendor support </a:t>
            </a:r>
            <a:r>
              <a:rPr lang="en-US" sz="1200" b="1" i="1" dirty="0">
                <a:effectLst/>
                <a:latin typeface="+mj-lt"/>
                <a:ea typeface="Times New Roman" panose="02020603050405020304" pitchFamily="18" charset="0"/>
                <a:cs typeface="Aptos" panose="020B0004020202020204" pitchFamily="34" charset="0"/>
              </a:rPr>
              <a:t>most utilities are not able to download data created or migrate to low cost solutions </a:t>
            </a:r>
          </a:p>
        </p:txBody>
      </p:sp>
      <p:sp>
        <p:nvSpPr>
          <p:cNvPr id="24" name="Rectangle 23">
            <a:extLst>
              <a:ext uri="{FF2B5EF4-FFF2-40B4-BE49-F238E27FC236}">
                <a16:creationId xmlns:a16="http://schemas.microsoft.com/office/drawing/2014/main" id="{E40D4E38-112F-782D-69E6-49076E456F40}"/>
              </a:ext>
            </a:extLst>
          </p:cNvPr>
          <p:cNvSpPr/>
          <p:nvPr/>
        </p:nvSpPr>
        <p:spPr bwMode="gray">
          <a:xfrm>
            <a:off x="1137920" y="5709920"/>
            <a:ext cx="2306320" cy="467360"/>
          </a:xfrm>
          <a:prstGeom prst="rect">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200" b="1" dirty="0">
                <a:solidFill>
                  <a:schemeClr val="bg1"/>
                </a:solidFill>
                <a:effectLst/>
                <a:latin typeface="+mj-lt"/>
                <a:ea typeface="Times New Roman" panose="02020603050405020304" pitchFamily="18" charset="0"/>
                <a:cs typeface="Aptos" panose="020B0004020202020204" pitchFamily="34" charset="0"/>
              </a:rPr>
              <a:t>Complexity of Enterprise GIS Technologies</a:t>
            </a:r>
          </a:p>
        </p:txBody>
      </p:sp>
      <p:sp>
        <p:nvSpPr>
          <p:cNvPr id="25" name="Rectangle 24">
            <a:extLst>
              <a:ext uri="{FF2B5EF4-FFF2-40B4-BE49-F238E27FC236}">
                <a16:creationId xmlns:a16="http://schemas.microsoft.com/office/drawing/2014/main" id="{393D2C85-13A2-A874-8831-0C3D83B99ABE}"/>
              </a:ext>
            </a:extLst>
          </p:cNvPr>
          <p:cNvSpPr/>
          <p:nvPr/>
        </p:nvSpPr>
        <p:spPr bwMode="gray">
          <a:xfrm>
            <a:off x="3576320" y="5709920"/>
            <a:ext cx="8134344" cy="467360"/>
          </a:xfrm>
          <a:prstGeom prst="rect">
            <a:avLst/>
          </a:prstGeom>
          <a:solidFill>
            <a:schemeClr val="accent2">
              <a:lumMod val="20000"/>
              <a:lumOff val="80000"/>
            </a:schemeClr>
          </a:solidFill>
          <a:ln>
            <a:headEnd/>
            <a:tailEnd/>
          </a:ln>
        </p:spPr>
        <p:style>
          <a:lnRef idx="2">
            <a:schemeClr val="accent2"/>
          </a:lnRef>
          <a:fillRef idx="1">
            <a:schemeClr val="lt1"/>
          </a:fillRef>
          <a:effectRef idx="0">
            <a:schemeClr val="accent2"/>
          </a:effectRef>
          <a:fontRef idx="minor">
            <a:schemeClr val="dk1"/>
          </a:fontRef>
        </p:style>
        <p:txBody>
          <a:bodyPr wrap="square" lIns="88900" tIns="88900" rIns="88900" bIns="88900" rtlCol="0" anchor="ctr"/>
          <a:lstStyle/>
          <a:p>
            <a:pPr>
              <a:lnSpc>
                <a:spcPct val="106000"/>
              </a:lnSpc>
              <a:buFont typeface="Wingdings 2" pitchFamily="18" charset="2"/>
              <a:buNone/>
            </a:pPr>
            <a:r>
              <a:rPr lang="en-US" sz="1200" i="1" dirty="0">
                <a:effectLst/>
                <a:latin typeface="+mj-lt"/>
                <a:ea typeface="Times New Roman" panose="02020603050405020304" pitchFamily="18" charset="0"/>
                <a:cs typeface="Aptos" panose="020B0004020202020204" pitchFamily="34" charset="0"/>
              </a:rPr>
              <a:t>The </a:t>
            </a:r>
            <a:r>
              <a:rPr lang="en-US" sz="1200" b="1" i="1" dirty="0">
                <a:effectLst/>
                <a:latin typeface="+mj-lt"/>
                <a:ea typeface="Times New Roman" panose="02020603050405020304" pitchFamily="18" charset="0"/>
                <a:cs typeface="Aptos" panose="020B0004020202020204" pitchFamily="34" charset="0"/>
              </a:rPr>
              <a:t>deployment of Enterprise GIS</a:t>
            </a:r>
            <a:r>
              <a:rPr lang="en-US" sz="1200" i="1" dirty="0">
                <a:effectLst/>
                <a:latin typeface="+mj-lt"/>
                <a:ea typeface="Times New Roman" panose="02020603050405020304" pitchFamily="18" charset="0"/>
                <a:cs typeface="Aptos" panose="020B0004020202020204" pitchFamily="34" charset="0"/>
              </a:rPr>
              <a:t> within the power sector </a:t>
            </a:r>
            <a:r>
              <a:rPr lang="en-US" sz="1200" b="1" i="1" dirty="0">
                <a:effectLst/>
                <a:latin typeface="+mj-lt"/>
                <a:ea typeface="Times New Roman" panose="02020603050405020304" pitchFamily="18" charset="0"/>
                <a:cs typeface="Aptos" panose="020B0004020202020204" pitchFamily="34" charset="0"/>
              </a:rPr>
              <a:t>involves the</a:t>
            </a:r>
            <a:r>
              <a:rPr lang="en-US" sz="1200" i="1" dirty="0">
                <a:effectLst/>
                <a:latin typeface="+mj-lt"/>
                <a:ea typeface="Times New Roman" panose="02020603050405020304" pitchFamily="18" charset="0"/>
                <a:cs typeface="Aptos" panose="020B0004020202020204" pitchFamily="34" charset="0"/>
              </a:rPr>
              <a:t> </a:t>
            </a:r>
            <a:r>
              <a:rPr lang="en-US" sz="1200" b="1" i="1" dirty="0">
                <a:effectLst/>
                <a:latin typeface="+mj-lt"/>
                <a:ea typeface="Times New Roman" panose="02020603050405020304" pitchFamily="18" charset="0"/>
                <a:cs typeface="Aptos" panose="020B0004020202020204" pitchFamily="34" charset="0"/>
              </a:rPr>
              <a:t>integration of complex technologies,</a:t>
            </a:r>
            <a:r>
              <a:rPr lang="en-US" sz="1200" i="1" dirty="0">
                <a:effectLst/>
                <a:latin typeface="+mj-lt"/>
                <a:ea typeface="Times New Roman" panose="02020603050405020304" pitchFamily="18" charset="0"/>
                <a:cs typeface="Aptos" panose="020B0004020202020204" pitchFamily="34" charset="0"/>
              </a:rPr>
              <a:t> such as spatial databases, web mapping services, and real-time monitoring systems.</a:t>
            </a:r>
          </a:p>
        </p:txBody>
      </p:sp>
      <p:pic>
        <p:nvPicPr>
          <p:cNvPr id="29" name="Graphic 28" descr="Electrician male with solid fill">
            <a:extLst>
              <a:ext uri="{FF2B5EF4-FFF2-40B4-BE49-F238E27FC236}">
                <a16:creationId xmlns:a16="http://schemas.microsoft.com/office/drawing/2014/main" id="{069B7953-2A70-9777-FC67-9C2781DE14D0}"/>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498160" y="1106757"/>
            <a:ext cx="581710" cy="581710"/>
          </a:xfrm>
          <a:prstGeom prst="rect">
            <a:avLst/>
          </a:prstGeom>
        </p:spPr>
      </p:pic>
      <p:pic>
        <p:nvPicPr>
          <p:cNvPr id="31" name="Graphic 30" descr="Social network with solid fill">
            <a:extLst>
              <a:ext uri="{FF2B5EF4-FFF2-40B4-BE49-F238E27FC236}">
                <a16:creationId xmlns:a16="http://schemas.microsoft.com/office/drawing/2014/main" id="{806E4E75-E8B7-6AED-C484-C3543A4584B8}"/>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446922" y="1669590"/>
            <a:ext cx="684185" cy="684185"/>
          </a:xfrm>
          <a:prstGeom prst="rect">
            <a:avLst/>
          </a:prstGeom>
        </p:spPr>
      </p:pic>
      <p:pic>
        <p:nvPicPr>
          <p:cNvPr id="34" name="Graphic 33" descr="Bar chart with solid fill">
            <a:extLst>
              <a:ext uri="{FF2B5EF4-FFF2-40B4-BE49-F238E27FC236}">
                <a16:creationId xmlns:a16="http://schemas.microsoft.com/office/drawing/2014/main" id="{51E70269-9478-C7F3-C4A3-74ED07156384}"/>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446922" y="2299507"/>
            <a:ext cx="684185" cy="684185"/>
          </a:xfrm>
          <a:prstGeom prst="rect">
            <a:avLst/>
          </a:prstGeom>
        </p:spPr>
      </p:pic>
      <p:pic>
        <p:nvPicPr>
          <p:cNvPr id="39" name="Graphic 38" descr="Money with solid fill">
            <a:extLst>
              <a:ext uri="{FF2B5EF4-FFF2-40B4-BE49-F238E27FC236}">
                <a16:creationId xmlns:a16="http://schemas.microsoft.com/office/drawing/2014/main" id="{1291BC58-2916-7D03-134A-7C9881FEDE48}"/>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399150" y="3589473"/>
            <a:ext cx="680720" cy="680720"/>
          </a:xfrm>
          <a:prstGeom prst="rect">
            <a:avLst/>
          </a:prstGeom>
        </p:spPr>
      </p:pic>
      <p:pic>
        <p:nvPicPr>
          <p:cNvPr id="51" name="Graphic 50" descr="Decision chart with solid fill">
            <a:extLst>
              <a:ext uri="{FF2B5EF4-FFF2-40B4-BE49-F238E27FC236}">
                <a16:creationId xmlns:a16="http://schemas.microsoft.com/office/drawing/2014/main" id="{DEA19EAB-0D23-27A9-8178-ADC9C630C6D8}"/>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481336" y="3036222"/>
            <a:ext cx="587825" cy="587825"/>
          </a:xfrm>
          <a:prstGeom prst="rect">
            <a:avLst/>
          </a:prstGeom>
        </p:spPr>
      </p:pic>
      <p:pic>
        <p:nvPicPr>
          <p:cNvPr id="62" name="Graphic 61" descr="Statistics with solid fill">
            <a:extLst>
              <a:ext uri="{FF2B5EF4-FFF2-40B4-BE49-F238E27FC236}">
                <a16:creationId xmlns:a16="http://schemas.microsoft.com/office/drawing/2014/main" id="{99945F6B-0DBA-33B4-B8E8-BDE0E58F9EDE}"/>
              </a:ext>
            </a:extLst>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388441" y="4271993"/>
            <a:ext cx="680720" cy="680720"/>
          </a:xfrm>
          <a:prstGeom prst="rect">
            <a:avLst/>
          </a:prstGeom>
        </p:spPr>
      </p:pic>
      <p:pic>
        <p:nvPicPr>
          <p:cNvPr id="65" name="Graphic 64" descr="Questions with solid fill">
            <a:extLst>
              <a:ext uri="{FF2B5EF4-FFF2-40B4-BE49-F238E27FC236}">
                <a16:creationId xmlns:a16="http://schemas.microsoft.com/office/drawing/2014/main" id="{E26099B8-E786-4F95-C58D-8F9436274D79}"/>
              </a:ext>
            </a:extLst>
          </p:cNvPr>
          <p:cNvPicPr>
            <a:picLocks noChangeAspect="1"/>
          </p:cNvPicPr>
          <p:nvPr/>
        </p:nvPicPr>
        <p:blipFill>
          <a:blip r:embed="rId17">
            <a:extLst>
              <a:ext uri="{96DAC541-7B7A-43D3-8B79-37D633B846F1}">
                <asvg:svgBlip xmlns:asvg="http://schemas.microsoft.com/office/drawing/2016/SVG/main" r:embed="rId18"/>
              </a:ext>
            </a:extLst>
          </a:blip>
          <a:stretch>
            <a:fillRect/>
          </a:stretch>
        </p:blipFill>
        <p:spPr>
          <a:xfrm>
            <a:off x="331815" y="4998730"/>
            <a:ext cx="684185" cy="684185"/>
          </a:xfrm>
          <a:prstGeom prst="rect">
            <a:avLst/>
          </a:prstGeom>
        </p:spPr>
      </p:pic>
      <p:pic>
        <p:nvPicPr>
          <p:cNvPr id="67" name="Graphic 66" descr="Gears with solid fill">
            <a:extLst>
              <a:ext uri="{FF2B5EF4-FFF2-40B4-BE49-F238E27FC236}">
                <a16:creationId xmlns:a16="http://schemas.microsoft.com/office/drawing/2014/main" id="{C610B2D6-6357-412D-450B-CA7FD8D3C38F}"/>
              </a:ext>
            </a:extLst>
          </p:cNvPr>
          <p:cNvPicPr>
            <a:picLocks noChangeAspect="1"/>
          </p:cNvPicPr>
          <p:nvPr/>
        </p:nvPicPr>
        <p:blipFill>
          <a:blip r:embed="rId19">
            <a:extLst>
              <a:ext uri="{96DAC541-7B7A-43D3-8B79-37D633B846F1}">
                <asvg:svgBlip xmlns:asvg="http://schemas.microsoft.com/office/drawing/2016/SVG/main" r:embed="rId20"/>
              </a:ext>
            </a:extLst>
          </a:blip>
          <a:stretch>
            <a:fillRect/>
          </a:stretch>
        </p:blipFill>
        <p:spPr>
          <a:xfrm>
            <a:off x="388441" y="5679747"/>
            <a:ext cx="623225" cy="623225"/>
          </a:xfrm>
          <a:prstGeom prst="rect">
            <a:avLst/>
          </a:prstGeom>
        </p:spPr>
      </p:pic>
    </p:spTree>
    <p:extLst>
      <p:ext uri="{BB962C8B-B14F-4D97-AF65-F5344CB8AC3E}">
        <p14:creationId xmlns:p14="http://schemas.microsoft.com/office/powerpoint/2010/main" val="180976051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40E61F-A758-252F-4801-6A7D216924EC}"/>
            </a:ext>
          </a:extLst>
        </p:cNvPr>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53CFC585-9A9C-E1D7-8EC6-7B8439C3326C}"/>
              </a:ext>
            </a:extLst>
          </p:cNvPr>
          <p:cNvGraphicFramePr>
            <a:graphicFrameLocks noChangeAspect="1"/>
          </p:cNvGraphicFramePr>
          <p:nvPr>
            <p:custDataLst>
              <p:tags r:id="rId1"/>
            </p:custDataLst>
            <p:extLst>
              <p:ext uri="{D42A27DB-BD31-4B8C-83A1-F6EECF244321}">
                <p14:modId xmlns:p14="http://schemas.microsoft.com/office/powerpoint/2010/main" val="418409242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15" imgH="416" progId="TCLayout.ActiveDocument.1">
                  <p:embed/>
                </p:oleObj>
              </mc:Choice>
              <mc:Fallback>
                <p:oleObj name="think-cell Slide" r:id="rId4" imgW="415" imgH="416" progId="TCLayout.ActiveDocument.1">
                  <p:embed/>
                  <p:pic>
                    <p:nvPicPr>
                      <p:cNvPr id="5" name="think-cell data - do not delete" hidden="1">
                        <a:extLst>
                          <a:ext uri="{FF2B5EF4-FFF2-40B4-BE49-F238E27FC236}">
                            <a16:creationId xmlns:a16="http://schemas.microsoft.com/office/drawing/2014/main" id="{53CFC585-9A9C-E1D7-8EC6-7B8439C3326C}"/>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3155" name="Rectangle: Rounded Corners 3154">
            <a:extLst>
              <a:ext uri="{FF2B5EF4-FFF2-40B4-BE49-F238E27FC236}">
                <a16:creationId xmlns:a16="http://schemas.microsoft.com/office/drawing/2014/main" id="{30A7CDB4-FF17-6851-5944-EDEEBC15AE94}"/>
              </a:ext>
            </a:extLst>
          </p:cNvPr>
          <p:cNvSpPr/>
          <p:nvPr/>
        </p:nvSpPr>
        <p:spPr bwMode="gray">
          <a:xfrm>
            <a:off x="158213" y="1437674"/>
            <a:ext cx="4790288" cy="5055312"/>
          </a:xfrm>
          <a:prstGeom prst="roundRect">
            <a:avLst/>
          </a:prstGeom>
          <a:solidFill>
            <a:schemeClr val="bg1">
              <a:lumMod val="95000"/>
              <a:alpha val="72941"/>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sp>
        <p:nvSpPr>
          <p:cNvPr id="32" name="Text Placeholder 2">
            <a:extLst>
              <a:ext uri="{FF2B5EF4-FFF2-40B4-BE49-F238E27FC236}">
                <a16:creationId xmlns:a16="http://schemas.microsoft.com/office/drawing/2014/main" id="{048E3C56-9A8C-50DE-5F73-4163D447F23B}"/>
              </a:ext>
            </a:extLst>
          </p:cNvPr>
          <p:cNvSpPr txBox="1">
            <a:spLocks/>
          </p:cNvSpPr>
          <p:nvPr/>
        </p:nvSpPr>
        <p:spPr>
          <a:xfrm>
            <a:off x="514664" y="587629"/>
            <a:ext cx="11542587" cy="283042"/>
          </a:xfrm>
          <a:prstGeom prst="rect">
            <a:avLst/>
          </a:prstGeom>
        </p:spPr>
        <p:txBody>
          <a:bodyPr lIns="0" rIns="0"/>
          <a:lstStyle>
            <a:lvl1pPr marL="0" indent="0" algn="l" defTabSz="1219231" rtl="0" eaLnBrk="1" latinLnBrk="0" hangingPunct="1">
              <a:spcBef>
                <a:spcPts val="0"/>
              </a:spcBef>
              <a:spcAft>
                <a:spcPts val="600"/>
              </a:spcAft>
              <a:buSzPct val="100000"/>
              <a:buFont typeface="Arial" panose="020B0604020202020204" pitchFamily="34" charset="0"/>
              <a:buNone/>
              <a:defRPr sz="1400" b="0" kern="1200">
                <a:solidFill>
                  <a:schemeClr val="tx1"/>
                </a:solidFill>
                <a:latin typeface="+mn-lt"/>
                <a:ea typeface="+mn-ea"/>
                <a:cs typeface="+mn-cs"/>
              </a:defRPr>
            </a:lvl1pPr>
            <a:lvl2pPr marL="0" indent="0" algn="l" defTabSz="1219231" rtl="0" eaLnBrk="1" latinLnBrk="0" hangingPunct="1">
              <a:spcBef>
                <a:spcPts val="0"/>
              </a:spcBef>
              <a:spcAft>
                <a:spcPts val="600"/>
              </a:spcAft>
              <a:buClrTx/>
              <a:buSzPct val="100000"/>
              <a:buFont typeface="Arial"/>
              <a:buNone/>
              <a:defRPr lang="en-US" sz="1400" b="1" kern="1200" dirty="0" smtClean="0">
                <a:solidFill>
                  <a:schemeClr val="tx1"/>
                </a:solidFill>
                <a:latin typeface="+mn-lt"/>
                <a:ea typeface="+mn-ea"/>
                <a:cs typeface="+mn-cs"/>
              </a:defRPr>
            </a:lvl2pPr>
            <a:lvl3pPr marL="235206" indent="-235206" algn="l" defTabSz="1219231" rtl="0" eaLnBrk="1" latinLnBrk="0" hangingPunct="1">
              <a:spcBef>
                <a:spcPts val="0"/>
              </a:spcBef>
              <a:spcAft>
                <a:spcPts val="600"/>
              </a:spcAft>
              <a:buClrTx/>
              <a:buSzPct val="100000"/>
              <a:buFont typeface="Arial" panose="020B0604020202020204" pitchFamily="34" charset="0"/>
              <a:buChar char="•"/>
              <a:defRPr lang="en-US" sz="1400" kern="1200" dirty="0" smtClean="0">
                <a:solidFill>
                  <a:schemeClr val="tx1"/>
                </a:solidFill>
                <a:latin typeface="+mn-lt"/>
                <a:ea typeface="+mn-ea"/>
                <a:cs typeface="+mn-cs"/>
              </a:defRPr>
            </a:lvl3pPr>
            <a:lvl4pPr marL="457200" indent="-217488" algn="l" defTabSz="1219231" rtl="0" eaLnBrk="1" latinLnBrk="0" hangingPunct="1">
              <a:spcBef>
                <a:spcPts val="0"/>
              </a:spcBef>
              <a:spcAft>
                <a:spcPts val="600"/>
              </a:spcAft>
              <a:buClrTx/>
              <a:buSzPct val="100000"/>
              <a:buFont typeface="Verdana" panose="020B0604030504040204" pitchFamily="34" charset="0"/>
              <a:buChar char="−"/>
              <a:defRPr lang="en-US" sz="1400" kern="1200" baseline="0" dirty="0" smtClean="0">
                <a:solidFill>
                  <a:schemeClr val="tx1"/>
                </a:solidFill>
                <a:latin typeface="+mn-lt"/>
                <a:ea typeface="+mn-ea"/>
                <a:cs typeface="+mn-cs"/>
              </a:defRPr>
            </a:lvl4pPr>
            <a:lvl5pPr marL="710418" indent="-235206" algn="l" defTabSz="1064712" rtl="0" eaLnBrk="1" latinLnBrk="0" hangingPunct="1">
              <a:spcBef>
                <a:spcPts val="0"/>
              </a:spcBef>
              <a:spcAft>
                <a:spcPts val="1333"/>
              </a:spcAft>
              <a:buClrTx/>
              <a:buSzPct val="100000"/>
              <a:buFont typeface="Verdana" panose="020B0604030504040204" pitchFamily="34" charset="0"/>
              <a:buChar char="−"/>
              <a:tabLst/>
              <a:defRPr lang="en-US" sz="1600" kern="1200" baseline="0" dirty="0" smtClean="0">
                <a:solidFill>
                  <a:schemeClr val="tx1"/>
                </a:solidFill>
                <a:latin typeface="+mn-lt"/>
                <a:ea typeface="+mn-ea"/>
                <a:cs typeface="+mn-cs"/>
              </a:defRPr>
            </a:lvl5pPr>
            <a:lvl6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418" indent="-235206" algn="l" defTabSz="1219231"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a:lstStyle>
          <a:p>
            <a:r>
              <a:rPr lang="en-US" dirty="0">
                <a:solidFill>
                  <a:schemeClr val="bg2">
                    <a:lumMod val="50000"/>
                  </a:schemeClr>
                </a:solidFill>
              </a:rPr>
              <a:t>Detailed implementation outlay of GIS for Tata Power Delhi Distribution Ltd (TPDDL) is provided below</a:t>
            </a:r>
          </a:p>
        </p:txBody>
      </p:sp>
      <p:sp>
        <p:nvSpPr>
          <p:cNvPr id="6" name="Title 2">
            <a:extLst>
              <a:ext uri="{FF2B5EF4-FFF2-40B4-BE49-F238E27FC236}">
                <a16:creationId xmlns:a16="http://schemas.microsoft.com/office/drawing/2014/main" id="{DCD47A1B-17F6-30D9-D684-1BC161756FD6}"/>
              </a:ext>
            </a:extLst>
          </p:cNvPr>
          <p:cNvSpPr txBox="1">
            <a:spLocks/>
          </p:cNvSpPr>
          <p:nvPr/>
        </p:nvSpPr>
        <p:spPr bwMode="gray">
          <a:xfrm>
            <a:off x="514664" y="266400"/>
            <a:ext cx="11284986" cy="419591"/>
          </a:xfrm>
          <a:prstGeom prst="rect">
            <a:avLst/>
          </a:prstGeom>
        </p:spPr>
        <p:txBody>
          <a:bodyPr vert="horz" lIns="0" tIns="0" rIns="0" bIns="0" rtlCol="0" anchor="t" anchorCtr="0">
            <a:noAutofit/>
          </a:bodyPr>
          <a:lstStyle>
            <a:lvl1pPr algn="l" defTabSz="914400" rtl="0" eaLnBrk="1" latinLnBrk="0" hangingPunct="1">
              <a:spcBef>
                <a:spcPct val="0"/>
              </a:spcBef>
              <a:buNone/>
              <a:defRPr sz="2400" kern="1200">
                <a:solidFill>
                  <a:schemeClr val="tx1"/>
                </a:solidFill>
                <a:latin typeface="+mn-lt"/>
                <a:ea typeface="+mj-ea"/>
                <a:cs typeface="Calibri Light" panose="020F0302020204030204" pitchFamily="34" charset="0"/>
              </a:defRPr>
            </a:lvl1pPr>
          </a:lstStyle>
          <a:p>
            <a:r>
              <a:rPr lang="en-US" sz="1800" b="1" dirty="0">
                <a:latin typeface="Verdana" panose="020B0604030504040204" pitchFamily="34" charset="0"/>
                <a:ea typeface="Verdana" panose="020B0604030504040204" pitchFamily="34" charset="0"/>
                <a:cs typeface="+mj-cs"/>
              </a:rPr>
              <a:t>GIS Implementation Case Studies – Tata Power Delhi Distribution Limited (1/2)</a:t>
            </a:r>
          </a:p>
        </p:txBody>
      </p:sp>
      <p:cxnSp>
        <p:nvCxnSpPr>
          <p:cNvPr id="92" name="Straight Connector 91">
            <a:extLst>
              <a:ext uri="{FF2B5EF4-FFF2-40B4-BE49-F238E27FC236}">
                <a16:creationId xmlns:a16="http://schemas.microsoft.com/office/drawing/2014/main" id="{3F8DB0F9-5390-0297-293C-0E58230FD232}"/>
              </a:ext>
            </a:extLst>
          </p:cNvPr>
          <p:cNvCxnSpPr>
            <a:cxnSpLocks/>
          </p:cNvCxnSpPr>
          <p:nvPr/>
        </p:nvCxnSpPr>
        <p:spPr>
          <a:xfrm flipV="1">
            <a:off x="514664" y="870671"/>
            <a:ext cx="11196000" cy="43593"/>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3137" name="Straight Connector 3136">
            <a:extLst>
              <a:ext uri="{FF2B5EF4-FFF2-40B4-BE49-F238E27FC236}">
                <a16:creationId xmlns:a16="http://schemas.microsoft.com/office/drawing/2014/main" id="{3870D2B4-72F7-5A2A-D93A-4BACE3E1422F}"/>
              </a:ext>
            </a:extLst>
          </p:cNvPr>
          <p:cNvCxnSpPr>
            <a:cxnSpLocks/>
          </p:cNvCxnSpPr>
          <p:nvPr/>
        </p:nvCxnSpPr>
        <p:spPr>
          <a:xfrm>
            <a:off x="622805" y="1259509"/>
            <a:ext cx="4097406"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3138" name="TextBox 31">
            <a:extLst>
              <a:ext uri="{FF2B5EF4-FFF2-40B4-BE49-F238E27FC236}">
                <a16:creationId xmlns:a16="http://schemas.microsoft.com/office/drawing/2014/main" id="{A3958597-D75F-D45B-06A1-41CD2133D771}"/>
              </a:ext>
            </a:extLst>
          </p:cNvPr>
          <p:cNvSpPr txBox="1">
            <a:spLocks noChangeArrowheads="1"/>
          </p:cNvSpPr>
          <p:nvPr/>
        </p:nvSpPr>
        <p:spPr bwMode="auto">
          <a:xfrm>
            <a:off x="1416053" y="1128704"/>
            <a:ext cx="2359533" cy="261610"/>
          </a:xfrm>
          <a:prstGeom prst="rect">
            <a:avLst/>
          </a:prstGeom>
          <a:solidFill>
            <a:schemeClr val="bg1"/>
          </a:solidFill>
          <a:ln>
            <a:noFill/>
          </a:ln>
        </p:spPr>
        <p:txBody>
          <a:bodyPr wrap="square">
            <a:spAutoFit/>
          </a:bodyPr>
          <a:lstStyle>
            <a:lvl1pPr eaLnBrk="0" hangingPunct="0">
              <a:defRPr sz="3600">
                <a:solidFill>
                  <a:schemeClr val="tx1"/>
                </a:solidFill>
                <a:latin typeface="Lato Light" charset="0"/>
                <a:ea typeface="ＭＳ Ｐゴシック" charset="0"/>
                <a:cs typeface="ＭＳ Ｐゴシック" charset="0"/>
              </a:defRPr>
            </a:lvl1pPr>
            <a:lvl2pPr marL="742950" indent="-285750" eaLnBrk="0" hangingPunct="0">
              <a:defRPr sz="3600">
                <a:solidFill>
                  <a:schemeClr val="tx1"/>
                </a:solidFill>
                <a:latin typeface="Lato Light" charset="0"/>
                <a:ea typeface="ＭＳ Ｐゴシック" charset="0"/>
              </a:defRPr>
            </a:lvl2pPr>
            <a:lvl3pPr marL="1143000" indent="-228600" eaLnBrk="0" hangingPunct="0">
              <a:defRPr sz="3600">
                <a:solidFill>
                  <a:schemeClr val="tx1"/>
                </a:solidFill>
                <a:latin typeface="Lato Light" charset="0"/>
                <a:ea typeface="ＭＳ Ｐゴシック" charset="0"/>
              </a:defRPr>
            </a:lvl3pPr>
            <a:lvl4pPr marL="1600200" indent="-228600" eaLnBrk="0" hangingPunct="0">
              <a:defRPr sz="3600">
                <a:solidFill>
                  <a:schemeClr val="tx1"/>
                </a:solidFill>
                <a:latin typeface="Lato Light" charset="0"/>
                <a:ea typeface="ＭＳ Ｐゴシック" charset="0"/>
              </a:defRPr>
            </a:lvl4pPr>
            <a:lvl5pPr marL="2057400" indent="-228600" eaLnBrk="0" hangingPunct="0">
              <a:defRPr sz="3600">
                <a:solidFill>
                  <a:schemeClr val="tx1"/>
                </a:solidFill>
                <a:latin typeface="Lato Light" charset="0"/>
                <a:ea typeface="ＭＳ Ｐゴシック" charset="0"/>
              </a:defRPr>
            </a:lvl5pPr>
            <a:lvl6pPr marL="2514600" indent="-228600" defTabSz="1827213" eaLnBrk="0" fontAlgn="base" hangingPunct="0">
              <a:spcBef>
                <a:spcPct val="0"/>
              </a:spcBef>
              <a:spcAft>
                <a:spcPct val="0"/>
              </a:spcAft>
              <a:defRPr sz="3600">
                <a:solidFill>
                  <a:schemeClr val="tx1"/>
                </a:solidFill>
                <a:latin typeface="Lato Light" charset="0"/>
                <a:ea typeface="ＭＳ Ｐゴシック" charset="0"/>
              </a:defRPr>
            </a:lvl6pPr>
            <a:lvl7pPr marL="2971800" indent="-228600" defTabSz="1827213" eaLnBrk="0" fontAlgn="base" hangingPunct="0">
              <a:spcBef>
                <a:spcPct val="0"/>
              </a:spcBef>
              <a:spcAft>
                <a:spcPct val="0"/>
              </a:spcAft>
              <a:defRPr sz="3600">
                <a:solidFill>
                  <a:schemeClr val="tx1"/>
                </a:solidFill>
                <a:latin typeface="Lato Light" charset="0"/>
                <a:ea typeface="ＭＳ Ｐゴシック" charset="0"/>
              </a:defRPr>
            </a:lvl7pPr>
            <a:lvl8pPr marL="3429000" indent="-228600" defTabSz="1827213" eaLnBrk="0" fontAlgn="base" hangingPunct="0">
              <a:spcBef>
                <a:spcPct val="0"/>
              </a:spcBef>
              <a:spcAft>
                <a:spcPct val="0"/>
              </a:spcAft>
              <a:defRPr sz="3600">
                <a:solidFill>
                  <a:schemeClr val="tx1"/>
                </a:solidFill>
                <a:latin typeface="Lato Light" charset="0"/>
                <a:ea typeface="ＭＳ Ｐゴシック" charset="0"/>
              </a:defRPr>
            </a:lvl8pPr>
            <a:lvl9pPr marL="3886200" indent="-228600" defTabSz="1827213" eaLnBrk="0" fontAlgn="base" hangingPunct="0">
              <a:spcBef>
                <a:spcPct val="0"/>
              </a:spcBef>
              <a:spcAft>
                <a:spcPct val="0"/>
              </a:spcAft>
              <a:defRPr sz="3600">
                <a:solidFill>
                  <a:schemeClr val="tx1"/>
                </a:solidFill>
                <a:latin typeface="Lato Light" charset="0"/>
                <a:ea typeface="ＭＳ Ｐゴシック" charset="0"/>
              </a:defRPr>
            </a:lvl9pPr>
          </a:lstStyle>
          <a:p>
            <a:pPr algn="ctr" eaLnBrk="1" hangingPunct="1"/>
            <a:r>
              <a:rPr lang="en-US" sz="1100" b="1" i="1" dirty="0">
                <a:latin typeface="+mn-lt"/>
                <a:ea typeface="Lato Black" pitchFamily="34" charset="0"/>
                <a:cs typeface="Lato Black" pitchFamily="34" charset="0"/>
              </a:rPr>
              <a:t>Use Cases of GIS at TPDDL</a:t>
            </a:r>
            <a:endParaRPr lang="id-ID" sz="1100" b="1" i="1" dirty="0">
              <a:latin typeface="+mn-lt"/>
              <a:ea typeface="Lato Black" pitchFamily="34" charset="0"/>
              <a:cs typeface="Lato Black" pitchFamily="34" charset="0"/>
            </a:endParaRPr>
          </a:p>
        </p:txBody>
      </p:sp>
      <p:pic>
        <p:nvPicPr>
          <p:cNvPr id="3139" name="Graphic 3138" descr="Users with solid fill">
            <a:extLst>
              <a:ext uri="{FF2B5EF4-FFF2-40B4-BE49-F238E27FC236}">
                <a16:creationId xmlns:a16="http://schemas.microsoft.com/office/drawing/2014/main" id="{04A6C0F2-A5F3-B5A3-2266-A99A9BBEA525}"/>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013259" y="1556187"/>
            <a:ext cx="914400" cy="914400"/>
          </a:xfrm>
          <a:prstGeom prst="rect">
            <a:avLst/>
          </a:prstGeom>
        </p:spPr>
      </p:pic>
      <p:sp>
        <p:nvSpPr>
          <p:cNvPr id="3140" name="Rectangle 3139">
            <a:extLst>
              <a:ext uri="{FF2B5EF4-FFF2-40B4-BE49-F238E27FC236}">
                <a16:creationId xmlns:a16="http://schemas.microsoft.com/office/drawing/2014/main" id="{56BF0A5D-160F-9928-076D-6520DD674994}"/>
              </a:ext>
            </a:extLst>
          </p:cNvPr>
          <p:cNvSpPr/>
          <p:nvPr/>
        </p:nvSpPr>
        <p:spPr bwMode="gray">
          <a:xfrm>
            <a:off x="703818" y="2347926"/>
            <a:ext cx="1579534" cy="283026"/>
          </a:xfrm>
          <a:prstGeom prst="rect">
            <a:avLst/>
          </a:prstGeom>
          <a:no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200" b="1" dirty="0"/>
              <a:t>End User</a:t>
            </a:r>
          </a:p>
        </p:txBody>
      </p:sp>
      <p:pic>
        <p:nvPicPr>
          <p:cNvPr id="3141" name="Graphic 3140" descr="Gears with solid fill">
            <a:extLst>
              <a:ext uri="{FF2B5EF4-FFF2-40B4-BE49-F238E27FC236}">
                <a16:creationId xmlns:a16="http://schemas.microsoft.com/office/drawing/2014/main" id="{8143AADB-53EA-537D-238E-4356C98794FA}"/>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3425288" y="1574564"/>
            <a:ext cx="703004" cy="703004"/>
          </a:xfrm>
          <a:prstGeom prst="rect">
            <a:avLst/>
          </a:prstGeom>
        </p:spPr>
      </p:pic>
      <p:sp>
        <p:nvSpPr>
          <p:cNvPr id="3142" name="Rectangle 3141">
            <a:extLst>
              <a:ext uri="{FF2B5EF4-FFF2-40B4-BE49-F238E27FC236}">
                <a16:creationId xmlns:a16="http://schemas.microsoft.com/office/drawing/2014/main" id="{9118833F-2EFF-686A-EE4C-DBD0BD434137}"/>
              </a:ext>
            </a:extLst>
          </p:cNvPr>
          <p:cNvSpPr/>
          <p:nvPr/>
        </p:nvSpPr>
        <p:spPr bwMode="gray">
          <a:xfrm>
            <a:off x="2987023" y="2320759"/>
            <a:ext cx="1579534" cy="283026"/>
          </a:xfrm>
          <a:prstGeom prst="rect">
            <a:avLst/>
          </a:prstGeom>
          <a:no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200" b="1" dirty="0"/>
              <a:t>System/Process Integration</a:t>
            </a:r>
          </a:p>
        </p:txBody>
      </p:sp>
      <p:sp>
        <p:nvSpPr>
          <p:cNvPr id="3143" name="Rectangle 3142">
            <a:extLst>
              <a:ext uri="{FF2B5EF4-FFF2-40B4-BE49-F238E27FC236}">
                <a16:creationId xmlns:a16="http://schemas.microsoft.com/office/drawing/2014/main" id="{F988609B-650B-DAEE-8BD1-FA4FF36E0736}"/>
              </a:ext>
            </a:extLst>
          </p:cNvPr>
          <p:cNvSpPr/>
          <p:nvPr/>
        </p:nvSpPr>
        <p:spPr bwMode="gray">
          <a:xfrm>
            <a:off x="465989" y="2691248"/>
            <a:ext cx="1978254" cy="635749"/>
          </a:xfrm>
          <a:prstGeom prst="rect">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100" b="1" dirty="0">
                <a:solidFill>
                  <a:schemeClr val="bg1"/>
                </a:solidFill>
              </a:rPr>
              <a:t>Search Assets</a:t>
            </a:r>
          </a:p>
        </p:txBody>
      </p:sp>
      <p:sp>
        <p:nvSpPr>
          <p:cNvPr id="3144" name="Rectangle 3143">
            <a:extLst>
              <a:ext uri="{FF2B5EF4-FFF2-40B4-BE49-F238E27FC236}">
                <a16:creationId xmlns:a16="http://schemas.microsoft.com/office/drawing/2014/main" id="{8799E3B2-61AB-AC30-B1A1-43EDFFA93582}"/>
              </a:ext>
            </a:extLst>
          </p:cNvPr>
          <p:cNvSpPr/>
          <p:nvPr/>
        </p:nvSpPr>
        <p:spPr bwMode="gray">
          <a:xfrm>
            <a:off x="490378" y="3547459"/>
            <a:ext cx="1978254" cy="635749"/>
          </a:xfrm>
          <a:prstGeom prst="rect">
            <a:avLst/>
          </a:prstGeom>
          <a:solidFill>
            <a:schemeClr val="accent1">
              <a:lumMod val="60000"/>
              <a:lumOff val="40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100" b="1" dirty="0"/>
              <a:t>View Asset Location</a:t>
            </a:r>
          </a:p>
        </p:txBody>
      </p:sp>
      <p:sp>
        <p:nvSpPr>
          <p:cNvPr id="3145" name="Rectangle 3144">
            <a:extLst>
              <a:ext uri="{FF2B5EF4-FFF2-40B4-BE49-F238E27FC236}">
                <a16:creationId xmlns:a16="http://schemas.microsoft.com/office/drawing/2014/main" id="{1047B962-CB07-03FB-72C6-E6C47F6161E8}"/>
              </a:ext>
            </a:extLst>
          </p:cNvPr>
          <p:cNvSpPr/>
          <p:nvPr/>
        </p:nvSpPr>
        <p:spPr bwMode="gray">
          <a:xfrm>
            <a:off x="468384" y="4438549"/>
            <a:ext cx="1978254" cy="635749"/>
          </a:xfrm>
          <a:prstGeom prst="rect">
            <a:avLst/>
          </a:prstGeom>
          <a:solidFill>
            <a:schemeClr val="accent3"/>
          </a:solidFill>
          <a:ln w="19050" algn="ctr">
            <a:noFill/>
            <a:miter lim="800000"/>
            <a:headEnd/>
            <a:tailEnd/>
          </a:ln>
        </p:spPr>
        <p:txBody>
          <a:bodyPr wrap="square" lIns="88900" tIns="88900" rIns="88900" bIns="88900" rtlCol="0" anchor="ctr"/>
          <a:lstStyle/>
          <a:p>
            <a:pPr algn="ctr">
              <a:lnSpc>
                <a:spcPct val="106000"/>
              </a:lnSpc>
            </a:pPr>
            <a:r>
              <a:rPr lang="en-US" sz="1100" b="1" dirty="0">
                <a:solidFill>
                  <a:schemeClr val="bg1"/>
                </a:solidFill>
              </a:rPr>
              <a:t>View Asset Connectivity</a:t>
            </a:r>
          </a:p>
        </p:txBody>
      </p:sp>
      <p:sp>
        <p:nvSpPr>
          <p:cNvPr id="3146" name="Rectangle 3145">
            <a:extLst>
              <a:ext uri="{FF2B5EF4-FFF2-40B4-BE49-F238E27FC236}">
                <a16:creationId xmlns:a16="http://schemas.microsoft.com/office/drawing/2014/main" id="{46A58C0F-2AD9-9729-1BF6-69461A03DD3F}"/>
              </a:ext>
            </a:extLst>
          </p:cNvPr>
          <p:cNvSpPr/>
          <p:nvPr/>
        </p:nvSpPr>
        <p:spPr bwMode="gray">
          <a:xfrm>
            <a:off x="465989" y="5365348"/>
            <a:ext cx="1978254" cy="635749"/>
          </a:xfrm>
          <a:prstGeom prst="rect">
            <a:avLst/>
          </a:prstGeom>
          <a:solidFill>
            <a:schemeClr val="accent1">
              <a:lumMod val="60000"/>
              <a:lumOff val="40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100" b="1" dirty="0"/>
              <a:t>Get Network Reports</a:t>
            </a:r>
          </a:p>
        </p:txBody>
      </p:sp>
      <p:sp>
        <p:nvSpPr>
          <p:cNvPr id="3147" name="Rectangle 3146">
            <a:extLst>
              <a:ext uri="{FF2B5EF4-FFF2-40B4-BE49-F238E27FC236}">
                <a16:creationId xmlns:a16="http://schemas.microsoft.com/office/drawing/2014/main" id="{5D80ABFA-0344-ABCB-BBF0-281C196B2EA3}"/>
              </a:ext>
            </a:extLst>
          </p:cNvPr>
          <p:cNvSpPr/>
          <p:nvPr/>
        </p:nvSpPr>
        <p:spPr bwMode="gray">
          <a:xfrm>
            <a:off x="2702829" y="2686607"/>
            <a:ext cx="1978254" cy="497176"/>
          </a:xfrm>
          <a:prstGeom prst="rect">
            <a:avLst/>
          </a:prstGeom>
          <a:solidFill>
            <a:srgbClr val="004F59"/>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100" b="1" dirty="0">
                <a:solidFill>
                  <a:schemeClr val="bg1"/>
                </a:solidFill>
              </a:rPr>
              <a:t>Outage Management System (OMS)</a:t>
            </a:r>
          </a:p>
        </p:txBody>
      </p:sp>
      <p:sp>
        <p:nvSpPr>
          <p:cNvPr id="3148" name="Rectangle 3147">
            <a:extLst>
              <a:ext uri="{FF2B5EF4-FFF2-40B4-BE49-F238E27FC236}">
                <a16:creationId xmlns:a16="http://schemas.microsoft.com/office/drawing/2014/main" id="{F08EA6B9-7241-2F7E-7199-C9065023CA3B}"/>
              </a:ext>
            </a:extLst>
          </p:cNvPr>
          <p:cNvSpPr/>
          <p:nvPr/>
        </p:nvSpPr>
        <p:spPr bwMode="gray">
          <a:xfrm>
            <a:off x="2702829" y="3404643"/>
            <a:ext cx="1978254" cy="497176"/>
          </a:xfrm>
          <a:prstGeom prst="rect">
            <a:avLst/>
          </a:prstGeom>
          <a:solidFill>
            <a:srgbClr val="9DD4CF"/>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100" b="1" dirty="0"/>
              <a:t>Energy Audit</a:t>
            </a:r>
          </a:p>
        </p:txBody>
      </p:sp>
      <p:sp>
        <p:nvSpPr>
          <p:cNvPr id="3149" name="Rectangle 3148">
            <a:extLst>
              <a:ext uri="{FF2B5EF4-FFF2-40B4-BE49-F238E27FC236}">
                <a16:creationId xmlns:a16="http://schemas.microsoft.com/office/drawing/2014/main" id="{98FB3F1F-E82A-2979-C5E7-33616123C194}"/>
              </a:ext>
            </a:extLst>
          </p:cNvPr>
          <p:cNvSpPr/>
          <p:nvPr/>
        </p:nvSpPr>
        <p:spPr bwMode="gray">
          <a:xfrm>
            <a:off x="2705907" y="4134087"/>
            <a:ext cx="1978254" cy="497176"/>
          </a:xfrm>
          <a:prstGeom prst="rect">
            <a:avLst/>
          </a:prstGeom>
          <a:solidFill>
            <a:srgbClr val="004F59"/>
          </a:solidFill>
          <a:ln w="19050" algn="ctr">
            <a:noFill/>
            <a:miter lim="800000"/>
            <a:headEnd/>
            <a:tailEnd/>
          </a:ln>
        </p:spPr>
        <p:txBody>
          <a:bodyPr wrap="square" lIns="88900" tIns="88900" rIns="88900" bIns="88900" rtlCol="0" anchor="ctr"/>
          <a:lstStyle/>
          <a:p>
            <a:pPr algn="ctr">
              <a:lnSpc>
                <a:spcPct val="106000"/>
              </a:lnSpc>
            </a:pPr>
            <a:r>
              <a:rPr lang="en-US" sz="1100" b="1" dirty="0">
                <a:solidFill>
                  <a:schemeClr val="bg1"/>
                </a:solidFill>
              </a:rPr>
              <a:t>Connection Management</a:t>
            </a:r>
          </a:p>
        </p:txBody>
      </p:sp>
      <p:sp>
        <p:nvSpPr>
          <p:cNvPr id="3150" name="Rectangle 3149">
            <a:extLst>
              <a:ext uri="{FF2B5EF4-FFF2-40B4-BE49-F238E27FC236}">
                <a16:creationId xmlns:a16="http://schemas.microsoft.com/office/drawing/2014/main" id="{EA093148-248E-2D62-34C2-1BAFB91BC5E5}"/>
              </a:ext>
            </a:extLst>
          </p:cNvPr>
          <p:cNvSpPr/>
          <p:nvPr/>
        </p:nvSpPr>
        <p:spPr bwMode="gray">
          <a:xfrm>
            <a:off x="2691702" y="4816360"/>
            <a:ext cx="1978254" cy="497176"/>
          </a:xfrm>
          <a:prstGeom prst="rect">
            <a:avLst/>
          </a:prstGeom>
          <a:solidFill>
            <a:srgbClr val="9DD4CF"/>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100" b="1" dirty="0"/>
              <a:t>Asset Management</a:t>
            </a:r>
          </a:p>
        </p:txBody>
      </p:sp>
      <p:cxnSp>
        <p:nvCxnSpPr>
          <p:cNvPr id="3151" name="Straight Connector 3150">
            <a:extLst>
              <a:ext uri="{FF2B5EF4-FFF2-40B4-BE49-F238E27FC236}">
                <a16:creationId xmlns:a16="http://schemas.microsoft.com/office/drawing/2014/main" id="{3B11283A-1347-5145-9096-B3AF3B7869C4}"/>
              </a:ext>
            </a:extLst>
          </p:cNvPr>
          <p:cNvCxnSpPr>
            <a:cxnSpLocks/>
          </p:cNvCxnSpPr>
          <p:nvPr/>
        </p:nvCxnSpPr>
        <p:spPr>
          <a:xfrm flipV="1">
            <a:off x="5113710" y="1249677"/>
            <a:ext cx="6340871" cy="4891"/>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3152" name="TextBox 31">
            <a:extLst>
              <a:ext uri="{FF2B5EF4-FFF2-40B4-BE49-F238E27FC236}">
                <a16:creationId xmlns:a16="http://schemas.microsoft.com/office/drawing/2014/main" id="{10043DF2-3FBF-1AE2-FC5A-799EDB290189}"/>
              </a:ext>
            </a:extLst>
          </p:cNvPr>
          <p:cNvSpPr txBox="1">
            <a:spLocks noChangeArrowheads="1"/>
          </p:cNvSpPr>
          <p:nvPr/>
        </p:nvSpPr>
        <p:spPr bwMode="auto">
          <a:xfrm>
            <a:off x="6583086" y="1133595"/>
            <a:ext cx="3562865" cy="261610"/>
          </a:xfrm>
          <a:prstGeom prst="rect">
            <a:avLst/>
          </a:prstGeom>
          <a:solidFill>
            <a:schemeClr val="bg1"/>
          </a:solidFill>
          <a:ln>
            <a:noFill/>
          </a:ln>
        </p:spPr>
        <p:txBody>
          <a:bodyPr wrap="square">
            <a:spAutoFit/>
          </a:bodyPr>
          <a:lstStyle>
            <a:lvl1pPr eaLnBrk="0" hangingPunct="0">
              <a:defRPr sz="3600">
                <a:solidFill>
                  <a:schemeClr val="tx1"/>
                </a:solidFill>
                <a:latin typeface="Lato Light" charset="0"/>
                <a:ea typeface="ＭＳ Ｐゴシック" charset="0"/>
                <a:cs typeface="ＭＳ Ｐゴシック" charset="0"/>
              </a:defRPr>
            </a:lvl1pPr>
            <a:lvl2pPr marL="742950" indent="-285750" eaLnBrk="0" hangingPunct="0">
              <a:defRPr sz="3600">
                <a:solidFill>
                  <a:schemeClr val="tx1"/>
                </a:solidFill>
                <a:latin typeface="Lato Light" charset="0"/>
                <a:ea typeface="ＭＳ Ｐゴシック" charset="0"/>
              </a:defRPr>
            </a:lvl2pPr>
            <a:lvl3pPr marL="1143000" indent="-228600" eaLnBrk="0" hangingPunct="0">
              <a:defRPr sz="3600">
                <a:solidFill>
                  <a:schemeClr val="tx1"/>
                </a:solidFill>
                <a:latin typeface="Lato Light" charset="0"/>
                <a:ea typeface="ＭＳ Ｐゴシック" charset="0"/>
              </a:defRPr>
            </a:lvl3pPr>
            <a:lvl4pPr marL="1600200" indent="-228600" eaLnBrk="0" hangingPunct="0">
              <a:defRPr sz="3600">
                <a:solidFill>
                  <a:schemeClr val="tx1"/>
                </a:solidFill>
                <a:latin typeface="Lato Light" charset="0"/>
                <a:ea typeface="ＭＳ Ｐゴシック" charset="0"/>
              </a:defRPr>
            </a:lvl4pPr>
            <a:lvl5pPr marL="2057400" indent="-228600" eaLnBrk="0" hangingPunct="0">
              <a:defRPr sz="3600">
                <a:solidFill>
                  <a:schemeClr val="tx1"/>
                </a:solidFill>
                <a:latin typeface="Lato Light" charset="0"/>
                <a:ea typeface="ＭＳ Ｐゴシック" charset="0"/>
              </a:defRPr>
            </a:lvl5pPr>
            <a:lvl6pPr marL="2514600" indent="-228600" defTabSz="1827213" eaLnBrk="0" fontAlgn="base" hangingPunct="0">
              <a:spcBef>
                <a:spcPct val="0"/>
              </a:spcBef>
              <a:spcAft>
                <a:spcPct val="0"/>
              </a:spcAft>
              <a:defRPr sz="3600">
                <a:solidFill>
                  <a:schemeClr val="tx1"/>
                </a:solidFill>
                <a:latin typeface="Lato Light" charset="0"/>
                <a:ea typeface="ＭＳ Ｐゴシック" charset="0"/>
              </a:defRPr>
            </a:lvl6pPr>
            <a:lvl7pPr marL="2971800" indent="-228600" defTabSz="1827213" eaLnBrk="0" fontAlgn="base" hangingPunct="0">
              <a:spcBef>
                <a:spcPct val="0"/>
              </a:spcBef>
              <a:spcAft>
                <a:spcPct val="0"/>
              </a:spcAft>
              <a:defRPr sz="3600">
                <a:solidFill>
                  <a:schemeClr val="tx1"/>
                </a:solidFill>
                <a:latin typeface="Lato Light" charset="0"/>
                <a:ea typeface="ＭＳ Ｐゴシック" charset="0"/>
              </a:defRPr>
            </a:lvl7pPr>
            <a:lvl8pPr marL="3429000" indent="-228600" defTabSz="1827213" eaLnBrk="0" fontAlgn="base" hangingPunct="0">
              <a:spcBef>
                <a:spcPct val="0"/>
              </a:spcBef>
              <a:spcAft>
                <a:spcPct val="0"/>
              </a:spcAft>
              <a:defRPr sz="3600">
                <a:solidFill>
                  <a:schemeClr val="tx1"/>
                </a:solidFill>
                <a:latin typeface="Lato Light" charset="0"/>
                <a:ea typeface="ＭＳ Ｐゴシック" charset="0"/>
              </a:defRPr>
            </a:lvl8pPr>
            <a:lvl9pPr marL="3886200" indent="-228600" defTabSz="1827213" eaLnBrk="0" fontAlgn="base" hangingPunct="0">
              <a:spcBef>
                <a:spcPct val="0"/>
              </a:spcBef>
              <a:spcAft>
                <a:spcPct val="0"/>
              </a:spcAft>
              <a:defRPr sz="3600">
                <a:solidFill>
                  <a:schemeClr val="tx1"/>
                </a:solidFill>
                <a:latin typeface="Lato Light" charset="0"/>
                <a:ea typeface="ＭＳ Ｐゴシック" charset="0"/>
              </a:defRPr>
            </a:lvl9pPr>
          </a:lstStyle>
          <a:p>
            <a:pPr algn="ctr" eaLnBrk="1" hangingPunct="1"/>
            <a:r>
              <a:rPr lang="en-US" sz="1100" b="1" i="1" dirty="0">
                <a:latin typeface="+mn-lt"/>
                <a:ea typeface="Lato Black" pitchFamily="34" charset="0"/>
                <a:cs typeface="Lato Black" pitchFamily="34" charset="0"/>
              </a:rPr>
              <a:t>GIS Outlay as adopted by TPDDL</a:t>
            </a:r>
            <a:endParaRPr lang="id-ID" sz="1100" b="1" i="1" dirty="0">
              <a:latin typeface="+mn-lt"/>
              <a:ea typeface="Lato Black" pitchFamily="34" charset="0"/>
              <a:cs typeface="Lato Black" pitchFamily="34" charset="0"/>
            </a:endParaRPr>
          </a:p>
        </p:txBody>
      </p:sp>
      <p:pic>
        <p:nvPicPr>
          <p:cNvPr id="3156" name="Picture 3155">
            <a:extLst>
              <a:ext uri="{FF2B5EF4-FFF2-40B4-BE49-F238E27FC236}">
                <a16:creationId xmlns:a16="http://schemas.microsoft.com/office/drawing/2014/main" id="{DEDD591D-AC98-845A-19C7-57766F50BA42}"/>
              </a:ext>
            </a:extLst>
          </p:cNvPr>
          <p:cNvPicPr>
            <a:picLocks noChangeAspect="1"/>
          </p:cNvPicPr>
          <p:nvPr/>
        </p:nvPicPr>
        <p:blipFill>
          <a:blip r:embed="rId10"/>
          <a:stretch>
            <a:fillRect/>
          </a:stretch>
        </p:blipFill>
        <p:spPr>
          <a:xfrm>
            <a:off x="5154299" y="4151918"/>
            <a:ext cx="764016" cy="674433"/>
          </a:xfrm>
          <a:prstGeom prst="rect">
            <a:avLst/>
          </a:prstGeom>
        </p:spPr>
      </p:pic>
      <p:grpSp>
        <p:nvGrpSpPr>
          <p:cNvPr id="3136" name="Group 3135">
            <a:extLst>
              <a:ext uri="{FF2B5EF4-FFF2-40B4-BE49-F238E27FC236}">
                <a16:creationId xmlns:a16="http://schemas.microsoft.com/office/drawing/2014/main" id="{95222DB1-F150-11EB-CE53-56A42C6A8B5C}"/>
              </a:ext>
            </a:extLst>
          </p:cNvPr>
          <p:cNvGrpSpPr/>
          <p:nvPr/>
        </p:nvGrpSpPr>
        <p:grpSpPr>
          <a:xfrm>
            <a:off x="4947348" y="1454232"/>
            <a:ext cx="7010777" cy="5078083"/>
            <a:chOff x="290208" y="1232106"/>
            <a:chExt cx="11423531" cy="5078083"/>
          </a:xfrm>
        </p:grpSpPr>
        <p:cxnSp>
          <p:nvCxnSpPr>
            <p:cNvPr id="3093" name="Connector: Elbow 3092">
              <a:extLst>
                <a:ext uri="{FF2B5EF4-FFF2-40B4-BE49-F238E27FC236}">
                  <a16:creationId xmlns:a16="http://schemas.microsoft.com/office/drawing/2014/main" id="{7F28B8D5-8F68-386B-E636-334E33B59C1A}"/>
                </a:ext>
              </a:extLst>
            </p:cNvPr>
            <p:cNvCxnSpPr>
              <a:cxnSpLocks/>
            </p:cNvCxnSpPr>
            <p:nvPr/>
          </p:nvCxnSpPr>
          <p:spPr>
            <a:xfrm rot="10800000">
              <a:off x="7679280" y="4269960"/>
              <a:ext cx="1460813" cy="1455043"/>
            </a:xfrm>
            <a:prstGeom prst="bentConnector3">
              <a:avLst>
                <a:gd name="adj1" fmla="val 50000"/>
              </a:avLst>
            </a:prstGeom>
            <a:ln w="57150">
              <a:solidFill>
                <a:schemeClr val="tx2"/>
              </a:solidFill>
              <a:tailEnd type="triangle"/>
            </a:ln>
          </p:spPr>
          <p:style>
            <a:lnRef idx="1">
              <a:schemeClr val="accent1"/>
            </a:lnRef>
            <a:fillRef idx="0">
              <a:schemeClr val="accent1"/>
            </a:fillRef>
            <a:effectRef idx="0">
              <a:schemeClr val="accent1"/>
            </a:effectRef>
            <a:fontRef idx="minor">
              <a:schemeClr val="tx1"/>
            </a:fontRef>
          </p:style>
        </p:cxnSp>
        <p:grpSp>
          <p:nvGrpSpPr>
            <p:cNvPr id="45" name="Group 44">
              <a:extLst>
                <a:ext uri="{FF2B5EF4-FFF2-40B4-BE49-F238E27FC236}">
                  <a16:creationId xmlns:a16="http://schemas.microsoft.com/office/drawing/2014/main" id="{48158B16-AF71-43A6-2A7C-DA8789345F57}"/>
                </a:ext>
              </a:extLst>
            </p:cNvPr>
            <p:cNvGrpSpPr/>
            <p:nvPr/>
          </p:nvGrpSpPr>
          <p:grpSpPr>
            <a:xfrm>
              <a:off x="4621287" y="2257401"/>
              <a:ext cx="3016332" cy="2097874"/>
              <a:chOff x="4572000" y="1472540"/>
              <a:chExt cx="3016332" cy="2097874"/>
            </a:xfrm>
          </p:grpSpPr>
          <p:sp>
            <p:nvSpPr>
              <p:cNvPr id="40" name="Rectangle 39">
                <a:extLst>
                  <a:ext uri="{FF2B5EF4-FFF2-40B4-BE49-F238E27FC236}">
                    <a16:creationId xmlns:a16="http://schemas.microsoft.com/office/drawing/2014/main" id="{F2A6E98B-5EFA-1470-5B46-19A44C281B17}"/>
                  </a:ext>
                </a:extLst>
              </p:cNvPr>
              <p:cNvSpPr/>
              <p:nvPr/>
            </p:nvSpPr>
            <p:spPr bwMode="gray">
              <a:xfrm>
                <a:off x="4758877" y="2882735"/>
                <a:ext cx="2707574" cy="546265"/>
              </a:xfrm>
              <a:prstGeom prst="rect">
                <a:avLst/>
              </a:prstGeom>
              <a:solidFill>
                <a:schemeClr val="tx1"/>
              </a:solidFill>
              <a:ln w="19050" algn="ctr">
                <a:noFill/>
                <a:miter lim="800000"/>
                <a:headEnd/>
                <a:tailEnd/>
              </a:ln>
              <a:scene3d>
                <a:camera prst="orthographicFront"/>
                <a:lightRig rig="soft" dir="t"/>
              </a:scene3d>
              <a:sp3d prstMaterial="matte"/>
            </p:spPr>
            <p:txBody>
              <a:bodyPr wrap="square" lIns="88900" tIns="88900" rIns="88900" bIns="88900" rtlCol="0" anchor="ctr"/>
              <a:lstStyle/>
              <a:p>
                <a:pPr algn="ctr">
                  <a:lnSpc>
                    <a:spcPct val="106000"/>
                  </a:lnSpc>
                  <a:buFont typeface="Wingdings 2" pitchFamily="18" charset="2"/>
                  <a:buNone/>
                </a:pPr>
                <a:r>
                  <a:rPr lang="en-US" sz="900" b="1" dirty="0">
                    <a:solidFill>
                      <a:schemeClr val="bg1"/>
                    </a:solidFill>
                  </a:rPr>
                  <a:t>Geographic Information System (GIS) implemented by TPDDL</a:t>
                </a:r>
              </a:p>
            </p:txBody>
          </p:sp>
          <p:pic>
            <p:nvPicPr>
              <p:cNvPr id="42" name="Picture 41">
                <a:extLst>
                  <a:ext uri="{FF2B5EF4-FFF2-40B4-BE49-F238E27FC236}">
                    <a16:creationId xmlns:a16="http://schemas.microsoft.com/office/drawing/2014/main" id="{80FFB02F-EC8D-EF12-C625-618C37C2B39E}"/>
                  </a:ext>
                </a:extLst>
              </p:cNvPr>
              <p:cNvPicPr>
                <a:picLocks noChangeAspect="1"/>
              </p:cNvPicPr>
              <p:nvPr/>
            </p:nvPicPr>
            <p:blipFill>
              <a:blip r:embed="rId11"/>
              <a:stretch>
                <a:fillRect/>
              </a:stretch>
            </p:blipFill>
            <p:spPr>
              <a:xfrm>
                <a:off x="5363118" y="1742613"/>
                <a:ext cx="1588077" cy="1096529"/>
              </a:xfrm>
              <a:prstGeom prst="rect">
                <a:avLst/>
              </a:prstGeom>
            </p:spPr>
          </p:pic>
          <p:sp>
            <p:nvSpPr>
              <p:cNvPr id="44" name="Rectangle 43">
                <a:extLst>
                  <a:ext uri="{FF2B5EF4-FFF2-40B4-BE49-F238E27FC236}">
                    <a16:creationId xmlns:a16="http://schemas.microsoft.com/office/drawing/2014/main" id="{271E3583-DFAA-2D98-EFC4-3208BDA7AEBF}"/>
                  </a:ext>
                </a:extLst>
              </p:cNvPr>
              <p:cNvSpPr/>
              <p:nvPr/>
            </p:nvSpPr>
            <p:spPr bwMode="gray">
              <a:xfrm>
                <a:off x="4572000" y="1472540"/>
                <a:ext cx="3016332" cy="2097874"/>
              </a:xfrm>
              <a:prstGeom prst="rect">
                <a:avLst/>
              </a:prstGeom>
              <a:noFill/>
              <a:ln w="19050" algn="ctr">
                <a:solidFill>
                  <a:schemeClr val="tx1"/>
                </a:solid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050" b="1" dirty="0">
                  <a:solidFill>
                    <a:schemeClr val="bg1"/>
                  </a:solidFill>
                </a:endParaRPr>
              </a:p>
            </p:txBody>
          </p:sp>
        </p:grpSp>
        <p:sp>
          <p:nvSpPr>
            <p:cNvPr id="47" name="Rectangle 46">
              <a:extLst>
                <a:ext uri="{FF2B5EF4-FFF2-40B4-BE49-F238E27FC236}">
                  <a16:creationId xmlns:a16="http://schemas.microsoft.com/office/drawing/2014/main" id="{6F305A36-1423-F0F9-092E-09794CD5F1B2}"/>
                </a:ext>
              </a:extLst>
            </p:cNvPr>
            <p:cNvSpPr/>
            <p:nvPr/>
          </p:nvSpPr>
          <p:spPr bwMode="gray">
            <a:xfrm>
              <a:off x="4621287" y="1254876"/>
              <a:ext cx="1183574" cy="332509"/>
            </a:xfrm>
            <a:prstGeom prst="rect">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900" b="1" dirty="0">
                  <a:solidFill>
                    <a:schemeClr val="bg1"/>
                  </a:solidFill>
                </a:rPr>
                <a:t>SAP-ISU</a:t>
              </a:r>
            </a:p>
          </p:txBody>
        </p:sp>
        <p:sp>
          <p:nvSpPr>
            <p:cNvPr id="48" name="Rectangle 47">
              <a:extLst>
                <a:ext uri="{FF2B5EF4-FFF2-40B4-BE49-F238E27FC236}">
                  <a16:creationId xmlns:a16="http://schemas.microsoft.com/office/drawing/2014/main" id="{59CC12AC-3B19-BD4D-EAF7-83FD7526F2DB}"/>
                </a:ext>
              </a:extLst>
            </p:cNvPr>
            <p:cNvSpPr/>
            <p:nvPr/>
          </p:nvSpPr>
          <p:spPr bwMode="gray">
            <a:xfrm>
              <a:off x="6420570" y="1232106"/>
              <a:ext cx="1258709" cy="335058"/>
            </a:xfrm>
            <a:prstGeom prst="rect">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900" b="1" dirty="0">
                  <a:solidFill>
                    <a:schemeClr val="bg1"/>
                  </a:solidFill>
                </a:rPr>
                <a:t>CYMDIST</a:t>
              </a:r>
            </a:p>
          </p:txBody>
        </p:sp>
        <p:cxnSp>
          <p:nvCxnSpPr>
            <p:cNvPr id="50" name="Straight Arrow Connector 49">
              <a:extLst>
                <a:ext uri="{FF2B5EF4-FFF2-40B4-BE49-F238E27FC236}">
                  <a16:creationId xmlns:a16="http://schemas.microsoft.com/office/drawing/2014/main" id="{9E0EEC77-F728-BB87-CD0E-E69FE10F795D}"/>
                </a:ext>
              </a:extLst>
            </p:cNvPr>
            <p:cNvCxnSpPr>
              <a:cxnSpLocks/>
            </p:cNvCxnSpPr>
            <p:nvPr/>
          </p:nvCxnSpPr>
          <p:spPr>
            <a:xfrm flipV="1">
              <a:off x="5213074" y="1911702"/>
              <a:ext cx="0" cy="291095"/>
            </a:xfrm>
            <a:prstGeom prst="straightConnector1">
              <a:avLst/>
            </a:prstGeom>
            <a:ln w="57150">
              <a:solidFill>
                <a:schemeClr val="tx2"/>
              </a:solidFill>
              <a:tailEnd type="triangle"/>
            </a:ln>
          </p:spPr>
          <p:style>
            <a:lnRef idx="1">
              <a:schemeClr val="accent1"/>
            </a:lnRef>
            <a:fillRef idx="0">
              <a:schemeClr val="accent1"/>
            </a:fillRef>
            <a:effectRef idx="0">
              <a:schemeClr val="accent1"/>
            </a:effectRef>
            <a:fontRef idx="minor">
              <a:schemeClr val="tx1"/>
            </a:fontRef>
          </p:style>
        </p:cxnSp>
        <p:cxnSp>
          <p:nvCxnSpPr>
            <p:cNvPr id="52" name="Straight Arrow Connector 51">
              <a:extLst>
                <a:ext uri="{FF2B5EF4-FFF2-40B4-BE49-F238E27FC236}">
                  <a16:creationId xmlns:a16="http://schemas.microsoft.com/office/drawing/2014/main" id="{C5F92632-8E44-CE32-5F84-FC73286AF69C}"/>
                </a:ext>
              </a:extLst>
            </p:cNvPr>
            <p:cNvCxnSpPr>
              <a:cxnSpLocks/>
            </p:cNvCxnSpPr>
            <p:nvPr/>
          </p:nvCxnSpPr>
          <p:spPr>
            <a:xfrm flipV="1">
              <a:off x="7000482" y="1911702"/>
              <a:ext cx="0" cy="291095"/>
            </a:xfrm>
            <a:prstGeom prst="straightConnector1">
              <a:avLst/>
            </a:prstGeom>
            <a:ln w="57150">
              <a:solidFill>
                <a:schemeClr val="tx2"/>
              </a:solidFill>
              <a:tailEnd type="triangle"/>
            </a:ln>
          </p:spPr>
          <p:style>
            <a:lnRef idx="1">
              <a:schemeClr val="accent1"/>
            </a:lnRef>
            <a:fillRef idx="0">
              <a:schemeClr val="accent1"/>
            </a:fillRef>
            <a:effectRef idx="0">
              <a:schemeClr val="accent1"/>
            </a:effectRef>
            <a:fontRef idx="minor">
              <a:schemeClr val="tx1"/>
            </a:fontRef>
          </p:style>
        </p:cxnSp>
        <p:sp>
          <p:nvSpPr>
            <p:cNvPr id="82" name="Rectangle 81">
              <a:extLst>
                <a:ext uri="{FF2B5EF4-FFF2-40B4-BE49-F238E27FC236}">
                  <a16:creationId xmlns:a16="http://schemas.microsoft.com/office/drawing/2014/main" id="{17D92C42-A0CA-FEA8-43A5-BB11B47B8BC0}"/>
                </a:ext>
              </a:extLst>
            </p:cNvPr>
            <p:cNvSpPr/>
            <p:nvPr/>
          </p:nvSpPr>
          <p:spPr bwMode="gray">
            <a:xfrm>
              <a:off x="4471481" y="1598780"/>
              <a:ext cx="1483185" cy="332509"/>
            </a:xfrm>
            <a:prstGeom prst="rect">
              <a:avLst/>
            </a:prstGeom>
            <a:no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900" b="1" dirty="0">
                  <a:solidFill>
                    <a:srgbClr val="007680"/>
                  </a:solidFill>
                </a:rPr>
                <a:t>Energy Auditing</a:t>
              </a:r>
            </a:p>
          </p:txBody>
        </p:sp>
        <p:sp>
          <p:nvSpPr>
            <p:cNvPr id="84" name="Rectangle 83">
              <a:extLst>
                <a:ext uri="{FF2B5EF4-FFF2-40B4-BE49-F238E27FC236}">
                  <a16:creationId xmlns:a16="http://schemas.microsoft.com/office/drawing/2014/main" id="{066966CF-00C5-045E-909F-77D62A1A1EC6}"/>
                </a:ext>
              </a:extLst>
            </p:cNvPr>
            <p:cNvSpPr/>
            <p:nvPr/>
          </p:nvSpPr>
          <p:spPr bwMode="gray">
            <a:xfrm>
              <a:off x="6270764" y="1589985"/>
              <a:ext cx="1550852" cy="332509"/>
            </a:xfrm>
            <a:prstGeom prst="rect">
              <a:avLst/>
            </a:prstGeom>
            <a:no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900" b="1" dirty="0">
                  <a:solidFill>
                    <a:srgbClr val="007680"/>
                  </a:solidFill>
                </a:rPr>
                <a:t>Network Planning</a:t>
              </a:r>
            </a:p>
          </p:txBody>
        </p:sp>
        <p:sp>
          <p:nvSpPr>
            <p:cNvPr id="85" name="Rectangle 84">
              <a:extLst>
                <a:ext uri="{FF2B5EF4-FFF2-40B4-BE49-F238E27FC236}">
                  <a16:creationId xmlns:a16="http://schemas.microsoft.com/office/drawing/2014/main" id="{E97840CD-D0CA-D8E0-4D49-F19387369948}"/>
                </a:ext>
              </a:extLst>
            </p:cNvPr>
            <p:cNvSpPr/>
            <p:nvPr/>
          </p:nvSpPr>
          <p:spPr bwMode="gray">
            <a:xfrm>
              <a:off x="912133" y="1374431"/>
              <a:ext cx="1963179" cy="332509"/>
            </a:xfrm>
            <a:prstGeom prst="rect">
              <a:avLst/>
            </a:prstGeom>
            <a:no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900" dirty="0"/>
                <a:t>Feeder to DT and DT to Consumer hierarchy from GIS</a:t>
              </a:r>
            </a:p>
          </p:txBody>
        </p:sp>
        <p:sp>
          <p:nvSpPr>
            <p:cNvPr id="86" name="Rectangle 85">
              <a:extLst>
                <a:ext uri="{FF2B5EF4-FFF2-40B4-BE49-F238E27FC236}">
                  <a16:creationId xmlns:a16="http://schemas.microsoft.com/office/drawing/2014/main" id="{B94ACDE8-0B45-5517-9FA2-FE8FD8BCE158}"/>
                </a:ext>
              </a:extLst>
            </p:cNvPr>
            <p:cNvSpPr/>
            <p:nvPr/>
          </p:nvSpPr>
          <p:spPr bwMode="gray">
            <a:xfrm>
              <a:off x="1964667" y="2160780"/>
              <a:ext cx="1525346" cy="434195"/>
            </a:xfrm>
            <a:prstGeom prst="rect">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900" b="1" dirty="0">
                  <a:solidFill>
                    <a:schemeClr val="bg1"/>
                  </a:solidFill>
                </a:rPr>
                <a:t>SAP-ISU</a:t>
              </a:r>
            </a:p>
          </p:txBody>
        </p:sp>
        <p:cxnSp>
          <p:nvCxnSpPr>
            <p:cNvPr id="88" name="Straight Arrow Connector 87">
              <a:extLst>
                <a:ext uri="{FF2B5EF4-FFF2-40B4-BE49-F238E27FC236}">
                  <a16:creationId xmlns:a16="http://schemas.microsoft.com/office/drawing/2014/main" id="{9B1197E7-4EBA-9891-7190-A5532FE8F2E2}"/>
                </a:ext>
              </a:extLst>
            </p:cNvPr>
            <p:cNvCxnSpPr>
              <a:cxnSpLocks/>
            </p:cNvCxnSpPr>
            <p:nvPr/>
          </p:nvCxnSpPr>
          <p:spPr>
            <a:xfrm>
              <a:off x="3800155" y="3075738"/>
              <a:ext cx="742850" cy="0"/>
            </a:xfrm>
            <a:prstGeom prst="straightConnector1">
              <a:avLst/>
            </a:prstGeom>
            <a:ln w="57150">
              <a:solidFill>
                <a:schemeClr val="tx2"/>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91" name="Rectangle 90">
              <a:extLst>
                <a:ext uri="{FF2B5EF4-FFF2-40B4-BE49-F238E27FC236}">
                  <a16:creationId xmlns:a16="http://schemas.microsoft.com/office/drawing/2014/main" id="{4E3C2EAB-ED39-74AD-970D-7F8C372C64D0}"/>
                </a:ext>
              </a:extLst>
            </p:cNvPr>
            <p:cNvSpPr/>
            <p:nvPr/>
          </p:nvSpPr>
          <p:spPr bwMode="gray">
            <a:xfrm rot="5400000">
              <a:off x="2271234" y="2786859"/>
              <a:ext cx="2804324" cy="332508"/>
            </a:xfrm>
            <a:prstGeom prst="rect">
              <a:avLst/>
            </a:prstGeom>
            <a:no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900" b="1" dirty="0">
                  <a:solidFill>
                    <a:srgbClr val="007680"/>
                  </a:solidFill>
                </a:rPr>
                <a:t>Connection Management</a:t>
              </a:r>
            </a:p>
          </p:txBody>
        </p:sp>
        <p:pic>
          <p:nvPicPr>
            <p:cNvPr id="94" name="Picture 93">
              <a:extLst>
                <a:ext uri="{FF2B5EF4-FFF2-40B4-BE49-F238E27FC236}">
                  <a16:creationId xmlns:a16="http://schemas.microsoft.com/office/drawing/2014/main" id="{9899B731-B017-26D0-8830-305408E9CF0F}"/>
                </a:ext>
              </a:extLst>
            </p:cNvPr>
            <p:cNvPicPr>
              <a:picLocks noChangeAspect="1"/>
            </p:cNvPicPr>
            <p:nvPr/>
          </p:nvPicPr>
          <p:blipFill>
            <a:blip r:embed="rId12"/>
            <a:stretch>
              <a:fillRect/>
            </a:stretch>
          </p:blipFill>
          <p:spPr>
            <a:xfrm>
              <a:off x="940670" y="2898604"/>
              <a:ext cx="681440" cy="598319"/>
            </a:xfrm>
            <a:prstGeom prst="rect">
              <a:avLst/>
            </a:prstGeom>
          </p:spPr>
        </p:pic>
        <p:cxnSp>
          <p:nvCxnSpPr>
            <p:cNvPr id="96" name="Connector: Elbow 95">
              <a:extLst>
                <a:ext uri="{FF2B5EF4-FFF2-40B4-BE49-F238E27FC236}">
                  <a16:creationId xmlns:a16="http://schemas.microsoft.com/office/drawing/2014/main" id="{D134815B-8B05-4755-329B-988A3B88A5F2}"/>
                </a:ext>
              </a:extLst>
            </p:cNvPr>
            <p:cNvCxnSpPr>
              <a:cxnSpLocks/>
            </p:cNvCxnSpPr>
            <p:nvPr/>
          </p:nvCxnSpPr>
          <p:spPr>
            <a:xfrm rot="5400000" flipH="1" flipV="1">
              <a:off x="1381816" y="2244651"/>
              <a:ext cx="453893" cy="691930"/>
            </a:xfrm>
            <a:prstGeom prst="bentConnector2">
              <a:avLst/>
            </a:prstGeom>
            <a:ln w="57150">
              <a:solidFill>
                <a:schemeClr val="tx2"/>
              </a:solidFill>
              <a:tailEnd type="triangle"/>
            </a:ln>
          </p:spPr>
          <p:style>
            <a:lnRef idx="1">
              <a:schemeClr val="accent1"/>
            </a:lnRef>
            <a:fillRef idx="0">
              <a:schemeClr val="accent1"/>
            </a:fillRef>
            <a:effectRef idx="0">
              <a:schemeClr val="accent1"/>
            </a:effectRef>
            <a:fontRef idx="minor">
              <a:schemeClr val="tx1"/>
            </a:fontRef>
          </p:style>
        </p:cxnSp>
        <p:sp>
          <p:nvSpPr>
            <p:cNvPr id="98" name="Rectangle 97">
              <a:extLst>
                <a:ext uri="{FF2B5EF4-FFF2-40B4-BE49-F238E27FC236}">
                  <a16:creationId xmlns:a16="http://schemas.microsoft.com/office/drawing/2014/main" id="{BDFAC8AA-59D7-583C-C6CA-D0665C78D569}"/>
                </a:ext>
              </a:extLst>
            </p:cNvPr>
            <p:cNvSpPr/>
            <p:nvPr/>
          </p:nvSpPr>
          <p:spPr bwMode="gray">
            <a:xfrm>
              <a:off x="337756" y="3544640"/>
              <a:ext cx="1963179" cy="332508"/>
            </a:xfrm>
            <a:prstGeom prst="rect">
              <a:avLst/>
            </a:prstGeom>
            <a:no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900" b="1" dirty="0">
                  <a:solidFill>
                    <a:schemeClr val="accent2"/>
                  </a:solidFill>
                </a:rPr>
                <a:t>Subscriber Indexing</a:t>
              </a:r>
            </a:p>
          </p:txBody>
        </p:sp>
        <p:cxnSp>
          <p:nvCxnSpPr>
            <p:cNvPr id="101" name="Straight Arrow Connector 100">
              <a:extLst>
                <a:ext uri="{FF2B5EF4-FFF2-40B4-BE49-F238E27FC236}">
                  <a16:creationId xmlns:a16="http://schemas.microsoft.com/office/drawing/2014/main" id="{31903D04-6E96-B681-47B4-D3B6717570F7}"/>
                </a:ext>
              </a:extLst>
            </p:cNvPr>
            <p:cNvCxnSpPr>
              <a:cxnSpLocks/>
            </p:cNvCxnSpPr>
            <p:nvPr/>
          </p:nvCxnSpPr>
          <p:spPr>
            <a:xfrm>
              <a:off x="1766011" y="4213861"/>
              <a:ext cx="2845337" cy="0"/>
            </a:xfrm>
            <a:prstGeom prst="straightConnector1">
              <a:avLst/>
            </a:prstGeom>
            <a:ln w="57150">
              <a:solidFill>
                <a:schemeClr val="tx2"/>
              </a:solidFill>
              <a:tailEnd type="triangle"/>
            </a:ln>
          </p:spPr>
          <p:style>
            <a:lnRef idx="1">
              <a:schemeClr val="accent1"/>
            </a:lnRef>
            <a:fillRef idx="0">
              <a:schemeClr val="accent1"/>
            </a:fillRef>
            <a:effectRef idx="0">
              <a:schemeClr val="accent1"/>
            </a:effectRef>
            <a:fontRef idx="minor">
              <a:schemeClr val="tx1"/>
            </a:fontRef>
          </p:style>
        </p:cxnSp>
        <p:sp>
          <p:nvSpPr>
            <p:cNvPr id="105" name="Rectangle 104">
              <a:extLst>
                <a:ext uri="{FF2B5EF4-FFF2-40B4-BE49-F238E27FC236}">
                  <a16:creationId xmlns:a16="http://schemas.microsoft.com/office/drawing/2014/main" id="{8CB1EBE8-1B5B-7D08-F6FD-1FD6F38E75C9}"/>
                </a:ext>
              </a:extLst>
            </p:cNvPr>
            <p:cNvSpPr/>
            <p:nvPr/>
          </p:nvSpPr>
          <p:spPr bwMode="gray">
            <a:xfrm>
              <a:off x="290208" y="4532214"/>
              <a:ext cx="1963179" cy="332508"/>
            </a:xfrm>
            <a:prstGeom prst="rect">
              <a:avLst/>
            </a:prstGeom>
            <a:no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900" b="1" dirty="0">
                  <a:solidFill>
                    <a:schemeClr val="accent2"/>
                  </a:solidFill>
                </a:rPr>
                <a:t>Digitization</a:t>
              </a:r>
            </a:p>
          </p:txBody>
        </p:sp>
        <p:pic>
          <p:nvPicPr>
            <p:cNvPr id="3074" name="Picture 2">
              <a:extLst>
                <a:ext uri="{FF2B5EF4-FFF2-40B4-BE49-F238E27FC236}">
                  <a16:creationId xmlns:a16="http://schemas.microsoft.com/office/drawing/2014/main" id="{DE9A87DD-4AA1-41A5-C849-08D78AB388FC}"/>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809231" y="5457728"/>
              <a:ext cx="907131" cy="603654"/>
            </a:xfrm>
            <a:prstGeom prst="rect">
              <a:avLst/>
            </a:prstGeom>
            <a:noFill/>
            <a:extLst>
              <a:ext uri="{909E8E84-426E-40DD-AFC4-6F175D3DCCD1}">
                <a14:hiddenFill xmlns:a14="http://schemas.microsoft.com/office/drawing/2010/main">
                  <a:solidFill>
                    <a:srgbClr val="FFFFFF"/>
                  </a:solidFill>
                </a14:hiddenFill>
              </a:ext>
            </a:extLst>
          </p:spPr>
        </p:pic>
        <p:cxnSp>
          <p:nvCxnSpPr>
            <p:cNvPr id="108" name="Straight Arrow Connector 107">
              <a:extLst>
                <a:ext uri="{FF2B5EF4-FFF2-40B4-BE49-F238E27FC236}">
                  <a16:creationId xmlns:a16="http://schemas.microsoft.com/office/drawing/2014/main" id="{F89B69DF-BA7D-EE45-F62F-B64D0ED8A8DF}"/>
                </a:ext>
              </a:extLst>
            </p:cNvPr>
            <p:cNvCxnSpPr>
              <a:cxnSpLocks/>
            </p:cNvCxnSpPr>
            <p:nvPr/>
          </p:nvCxnSpPr>
          <p:spPr>
            <a:xfrm flipV="1">
              <a:off x="1262797" y="4838088"/>
              <a:ext cx="9001" cy="548402"/>
            </a:xfrm>
            <a:prstGeom prst="straightConnector1">
              <a:avLst/>
            </a:prstGeom>
            <a:ln w="57150">
              <a:solidFill>
                <a:schemeClr val="tx2"/>
              </a:solidFill>
              <a:tailEnd type="triangle"/>
            </a:ln>
          </p:spPr>
          <p:style>
            <a:lnRef idx="1">
              <a:schemeClr val="accent1"/>
            </a:lnRef>
            <a:fillRef idx="0">
              <a:schemeClr val="accent1"/>
            </a:fillRef>
            <a:effectRef idx="0">
              <a:schemeClr val="accent1"/>
            </a:effectRef>
            <a:fontRef idx="minor">
              <a:schemeClr val="tx1"/>
            </a:fontRef>
          </p:style>
        </p:cxnSp>
        <p:sp>
          <p:nvSpPr>
            <p:cNvPr id="115" name="Rectangle 114">
              <a:extLst>
                <a:ext uri="{FF2B5EF4-FFF2-40B4-BE49-F238E27FC236}">
                  <a16:creationId xmlns:a16="http://schemas.microsoft.com/office/drawing/2014/main" id="{5F5D25FF-C0BB-96A5-89EB-67FC82C0D4F5}"/>
                </a:ext>
              </a:extLst>
            </p:cNvPr>
            <p:cNvSpPr/>
            <p:nvPr/>
          </p:nvSpPr>
          <p:spPr bwMode="gray">
            <a:xfrm>
              <a:off x="6321967" y="5000424"/>
              <a:ext cx="1183574" cy="332509"/>
            </a:xfrm>
            <a:prstGeom prst="rect">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900" b="1" dirty="0">
                  <a:solidFill>
                    <a:schemeClr val="bg1"/>
                  </a:solidFill>
                </a:rPr>
                <a:t>SAP-PM</a:t>
              </a:r>
            </a:p>
          </p:txBody>
        </p:sp>
        <p:pic>
          <p:nvPicPr>
            <p:cNvPr id="3076" name="Picture 4">
              <a:extLst>
                <a:ext uri="{FF2B5EF4-FFF2-40B4-BE49-F238E27FC236}">
                  <a16:creationId xmlns:a16="http://schemas.microsoft.com/office/drawing/2014/main" id="{318BBC76-F6D7-07EA-D36E-734F99FDD8CB}"/>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4550138" y="4667210"/>
              <a:ext cx="1028700" cy="770532"/>
            </a:xfrm>
            <a:prstGeom prst="rect">
              <a:avLst/>
            </a:prstGeom>
            <a:noFill/>
            <a:extLst>
              <a:ext uri="{909E8E84-426E-40DD-AFC4-6F175D3DCCD1}">
                <a14:hiddenFill xmlns:a14="http://schemas.microsoft.com/office/drawing/2010/main">
                  <a:solidFill>
                    <a:srgbClr val="FFFFFF"/>
                  </a:solidFill>
                </a14:hiddenFill>
              </a:ext>
            </a:extLst>
          </p:spPr>
        </p:pic>
        <p:sp>
          <p:nvSpPr>
            <p:cNvPr id="118" name="Rectangle 117">
              <a:extLst>
                <a:ext uri="{FF2B5EF4-FFF2-40B4-BE49-F238E27FC236}">
                  <a16:creationId xmlns:a16="http://schemas.microsoft.com/office/drawing/2014/main" id="{E04ECCAA-A9F6-CF18-8D83-76D078E53CEB}"/>
                </a:ext>
              </a:extLst>
            </p:cNvPr>
            <p:cNvSpPr/>
            <p:nvPr/>
          </p:nvSpPr>
          <p:spPr bwMode="gray">
            <a:xfrm>
              <a:off x="3491765" y="4525796"/>
              <a:ext cx="1483185" cy="332509"/>
            </a:xfrm>
            <a:prstGeom prst="rect">
              <a:avLst/>
            </a:prstGeom>
            <a:solidFill>
              <a:schemeClr val="bg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900" b="1" dirty="0">
                  <a:solidFill>
                    <a:schemeClr val="accent2"/>
                  </a:solidFill>
                </a:rPr>
                <a:t>Design manager</a:t>
              </a:r>
            </a:p>
          </p:txBody>
        </p:sp>
        <p:pic>
          <p:nvPicPr>
            <p:cNvPr id="119" name="Picture 118">
              <a:extLst>
                <a:ext uri="{FF2B5EF4-FFF2-40B4-BE49-F238E27FC236}">
                  <a16:creationId xmlns:a16="http://schemas.microsoft.com/office/drawing/2014/main" id="{EA4D0F36-EDC4-3678-FD37-1E0E9F5012CD}"/>
                </a:ext>
              </a:extLst>
            </p:cNvPr>
            <p:cNvPicPr>
              <a:picLocks noChangeAspect="1"/>
            </p:cNvPicPr>
            <p:nvPr/>
          </p:nvPicPr>
          <p:blipFill>
            <a:blip r:embed="rId10"/>
            <a:stretch>
              <a:fillRect/>
            </a:stretch>
          </p:blipFill>
          <p:spPr>
            <a:xfrm>
              <a:off x="3306678" y="5635756"/>
              <a:ext cx="1244906" cy="674433"/>
            </a:xfrm>
            <a:prstGeom prst="rect">
              <a:avLst/>
            </a:prstGeom>
          </p:spPr>
        </p:pic>
        <p:cxnSp>
          <p:nvCxnSpPr>
            <p:cNvPr id="120" name="Connector: Elbow 119">
              <a:extLst>
                <a:ext uri="{FF2B5EF4-FFF2-40B4-BE49-F238E27FC236}">
                  <a16:creationId xmlns:a16="http://schemas.microsoft.com/office/drawing/2014/main" id="{796291E6-9D94-2583-980B-28529775521C}"/>
                </a:ext>
              </a:extLst>
            </p:cNvPr>
            <p:cNvCxnSpPr>
              <a:cxnSpLocks/>
            </p:cNvCxnSpPr>
            <p:nvPr/>
          </p:nvCxnSpPr>
          <p:spPr>
            <a:xfrm rot="5400000" flipH="1" flipV="1">
              <a:off x="3939882" y="5075694"/>
              <a:ext cx="583280" cy="621006"/>
            </a:xfrm>
            <a:prstGeom prst="bentConnector2">
              <a:avLst/>
            </a:prstGeom>
            <a:ln w="57150">
              <a:solidFill>
                <a:schemeClr val="tx2"/>
              </a:solidFill>
              <a:tailEnd type="triangle"/>
            </a:ln>
          </p:spPr>
          <p:style>
            <a:lnRef idx="1">
              <a:schemeClr val="accent1"/>
            </a:lnRef>
            <a:fillRef idx="0">
              <a:schemeClr val="accent1"/>
            </a:fillRef>
            <a:effectRef idx="0">
              <a:schemeClr val="accent1"/>
            </a:effectRef>
            <a:fontRef idx="minor">
              <a:schemeClr val="tx1"/>
            </a:fontRef>
          </p:style>
        </p:cxnSp>
        <p:cxnSp>
          <p:nvCxnSpPr>
            <p:cNvPr id="123" name="Straight Arrow Connector 122">
              <a:extLst>
                <a:ext uri="{FF2B5EF4-FFF2-40B4-BE49-F238E27FC236}">
                  <a16:creationId xmlns:a16="http://schemas.microsoft.com/office/drawing/2014/main" id="{C04281AB-4834-CBD0-F083-1BDC7D0B937D}"/>
                </a:ext>
              </a:extLst>
            </p:cNvPr>
            <p:cNvCxnSpPr>
              <a:cxnSpLocks/>
            </p:cNvCxnSpPr>
            <p:nvPr/>
          </p:nvCxnSpPr>
          <p:spPr>
            <a:xfrm>
              <a:off x="5647013" y="5200426"/>
              <a:ext cx="608590" cy="0"/>
            </a:xfrm>
            <a:prstGeom prst="straightConnector1">
              <a:avLst/>
            </a:prstGeom>
            <a:ln w="57150">
              <a:solidFill>
                <a:schemeClr val="tx2"/>
              </a:solidFill>
              <a:tailEnd type="triangle"/>
            </a:ln>
          </p:spPr>
          <p:style>
            <a:lnRef idx="1">
              <a:schemeClr val="accent1"/>
            </a:lnRef>
            <a:fillRef idx="0">
              <a:schemeClr val="accent1"/>
            </a:fillRef>
            <a:effectRef idx="0">
              <a:schemeClr val="accent1"/>
            </a:effectRef>
            <a:fontRef idx="minor">
              <a:schemeClr val="tx1"/>
            </a:fontRef>
          </p:style>
        </p:cxnSp>
        <p:cxnSp>
          <p:nvCxnSpPr>
            <p:cNvPr id="125" name="Straight Arrow Connector 124">
              <a:extLst>
                <a:ext uri="{FF2B5EF4-FFF2-40B4-BE49-F238E27FC236}">
                  <a16:creationId xmlns:a16="http://schemas.microsoft.com/office/drawing/2014/main" id="{969D9F27-7CCD-3066-7162-6E31040F3359}"/>
                </a:ext>
              </a:extLst>
            </p:cNvPr>
            <p:cNvCxnSpPr>
              <a:cxnSpLocks/>
            </p:cNvCxnSpPr>
            <p:nvPr/>
          </p:nvCxnSpPr>
          <p:spPr>
            <a:xfrm>
              <a:off x="6894357" y="4358432"/>
              <a:ext cx="0" cy="641992"/>
            </a:xfrm>
            <a:prstGeom prst="straightConnector1">
              <a:avLst/>
            </a:prstGeom>
            <a:ln w="57150">
              <a:solidFill>
                <a:schemeClr val="tx2"/>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27" name="Straight Arrow Connector 126">
              <a:extLst>
                <a:ext uri="{FF2B5EF4-FFF2-40B4-BE49-F238E27FC236}">
                  <a16:creationId xmlns:a16="http://schemas.microsoft.com/office/drawing/2014/main" id="{193CE247-93FB-D941-3B6F-F0FACA9D9C8E}"/>
                </a:ext>
              </a:extLst>
            </p:cNvPr>
            <p:cNvCxnSpPr>
              <a:cxnSpLocks/>
            </p:cNvCxnSpPr>
            <p:nvPr/>
          </p:nvCxnSpPr>
          <p:spPr>
            <a:xfrm>
              <a:off x="6913754" y="5332933"/>
              <a:ext cx="12738" cy="558157"/>
            </a:xfrm>
            <a:prstGeom prst="straightConnector1">
              <a:avLst/>
            </a:prstGeom>
            <a:ln w="57150">
              <a:solidFill>
                <a:schemeClr val="tx2"/>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3072" name="Rectangle 3071">
              <a:extLst>
                <a:ext uri="{FF2B5EF4-FFF2-40B4-BE49-F238E27FC236}">
                  <a16:creationId xmlns:a16="http://schemas.microsoft.com/office/drawing/2014/main" id="{6828DF09-B8DA-B1DC-0910-879FBC50A700}"/>
                </a:ext>
              </a:extLst>
            </p:cNvPr>
            <p:cNvSpPr/>
            <p:nvPr/>
          </p:nvSpPr>
          <p:spPr bwMode="gray">
            <a:xfrm>
              <a:off x="6206443" y="5891091"/>
              <a:ext cx="1723425" cy="332508"/>
            </a:xfrm>
            <a:prstGeom prst="rect">
              <a:avLst/>
            </a:prstGeom>
            <a:solidFill>
              <a:schemeClr val="bg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900" b="1" dirty="0">
                  <a:solidFill>
                    <a:srgbClr val="007680"/>
                  </a:solidFill>
                </a:rPr>
                <a:t>Job Order Management</a:t>
              </a:r>
            </a:p>
          </p:txBody>
        </p:sp>
        <p:cxnSp>
          <p:nvCxnSpPr>
            <p:cNvPr id="3075" name="Straight Arrow Connector 3074">
              <a:extLst>
                <a:ext uri="{FF2B5EF4-FFF2-40B4-BE49-F238E27FC236}">
                  <a16:creationId xmlns:a16="http://schemas.microsoft.com/office/drawing/2014/main" id="{5099A40B-D2BA-6B99-F114-268AC200EDDD}"/>
                </a:ext>
              </a:extLst>
            </p:cNvPr>
            <p:cNvCxnSpPr>
              <a:cxnSpLocks/>
            </p:cNvCxnSpPr>
            <p:nvPr/>
          </p:nvCxnSpPr>
          <p:spPr>
            <a:xfrm flipH="1">
              <a:off x="4650847" y="6057344"/>
              <a:ext cx="1612406" cy="0"/>
            </a:xfrm>
            <a:prstGeom prst="straightConnector1">
              <a:avLst/>
            </a:prstGeom>
            <a:ln w="57150">
              <a:solidFill>
                <a:schemeClr val="tx2"/>
              </a:solidFill>
              <a:tailEnd type="triangle"/>
            </a:ln>
          </p:spPr>
          <p:style>
            <a:lnRef idx="1">
              <a:schemeClr val="accent1"/>
            </a:lnRef>
            <a:fillRef idx="0">
              <a:schemeClr val="accent1"/>
            </a:fillRef>
            <a:effectRef idx="0">
              <a:schemeClr val="accent1"/>
            </a:effectRef>
            <a:fontRef idx="minor">
              <a:schemeClr val="tx1"/>
            </a:fontRef>
          </p:style>
        </p:cxnSp>
        <p:pic>
          <p:nvPicPr>
            <p:cNvPr id="3079" name="Picture 3078">
              <a:extLst>
                <a:ext uri="{FF2B5EF4-FFF2-40B4-BE49-F238E27FC236}">
                  <a16:creationId xmlns:a16="http://schemas.microsoft.com/office/drawing/2014/main" id="{F0D55961-4C31-7D65-AFD2-B16FAD06A559}"/>
                </a:ext>
              </a:extLst>
            </p:cNvPr>
            <p:cNvPicPr>
              <a:picLocks noChangeAspect="1"/>
            </p:cNvPicPr>
            <p:nvPr/>
          </p:nvPicPr>
          <p:blipFill>
            <a:blip r:embed="rId15"/>
            <a:stretch>
              <a:fillRect/>
            </a:stretch>
          </p:blipFill>
          <p:spPr>
            <a:xfrm>
              <a:off x="9006571" y="5182941"/>
              <a:ext cx="2115436" cy="1040658"/>
            </a:xfrm>
            <a:prstGeom prst="rect">
              <a:avLst/>
            </a:prstGeom>
          </p:spPr>
        </p:pic>
        <p:sp>
          <p:nvSpPr>
            <p:cNvPr id="3103" name="Rectangle 3102">
              <a:extLst>
                <a:ext uri="{FF2B5EF4-FFF2-40B4-BE49-F238E27FC236}">
                  <a16:creationId xmlns:a16="http://schemas.microsoft.com/office/drawing/2014/main" id="{3000CF09-C2D3-D4F0-4F54-97DF741EB621}"/>
                </a:ext>
              </a:extLst>
            </p:cNvPr>
            <p:cNvSpPr/>
            <p:nvPr/>
          </p:nvSpPr>
          <p:spPr bwMode="gray">
            <a:xfrm>
              <a:off x="7669610" y="4838976"/>
              <a:ext cx="1528555" cy="441524"/>
            </a:xfrm>
            <a:prstGeom prst="rect">
              <a:avLst/>
            </a:prstGeom>
            <a:solidFill>
              <a:schemeClr val="bg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900" b="1" dirty="0">
                  <a:solidFill>
                    <a:srgbClr val="007680"/>
                  </a:solidFill>
                </a:rPr>
                <a:t>Field Automation</a:t>
              </a:r>
            </a:p>
          </p:txBody>
        </p:sp>
        <p:cxnSp>
          <p:nvCxnSpPr>
            <p:cNvPr id="3104" name="Straight Arrow Connector 3103">
              <a:extLst>
                <a:ext uri="{FF2B5EF4-FFF2-40B4-BE49-F238E27FC236}">
                  <a16:creationId xmlns:a16="http://schemas.microsoft.com/office/drawing/2014/main" id="{6B61DDBC-7238-878F-3DEF-2E184D581F38}"/>
                </a:ext>
              </a:extLst>
            </p:cNvPr>
            <p:cNvCxnSpPr>
              <a:cxnSpLocks/>
            </p:cNvCxnSpPr>
            <p:nvPr/>
          </p:nvCxnSpPr>
          <p:spPr>
            <a:xfrm>
              <a:off x="7689628" y="3075738"/>
              <a:ext cx="742850" cy="0"/>
            </a:xfrm>
            <a:prstGeom prst="straightConnector1">
              <a:avLst/>
            </a:prstGeom>
            <a:ln w="57150">
              <a:solidFill>
                <a:schemeClr val="tx2"/>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3105" name="Rectangle 3104">
              <a:extLst>
                <a:ext uri="{FF2B5EF4-FFF2-40B4-BE49-F238E27FC236}">
                  <a16:creationId xmlns:a16="http://schemas.microsoft.com/office/drawing/2014/main" id="{813FB807-D85D-95E0-3285-D150F02B9E7F}"/>
                </a:ext>
              </a:extLst>
            </p:cNvPr>
            <p:cNvSpPr/>
            <p:nvPr/>
          </p:nvSpPr>
          <p:spPr bwMode="gray">
            <a:xfrm rot="5400000">
              <a:off x="7174704" y="2917583"/>
              <a:ext cx="2804324" cy="332508"/>
            </a:xfrm>
            <a:prstGeom prst="rect">
              <a:avLst/>
            </a:prstGeom>
            <a:no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900" b="1" dirty="0">
                  <a:solidFill>
                    <a:srgbClr val="007680"/>
                  </a:solidFill>
                </a:rPr>
                <a:t>Operations Management</a:t>
              </a:r>
            </a:p>
          </p:txBody>
        </p:sp>
        <p:sp>
          <p:nvSpPr>
            <p:cNvPr id="3106" name="Left Brace 3105">
              <a:extLst>
                <a:ext uri="{FF2B5EF4-FFF2-40B4-BE49-F238E27FC236}">
                  <a16:creationId xmlns:a16="http://schemas.microsoft.com/office/drawing/2014/main" id="{B25CE5C9-21DB-A1A3-CA45-7BB1C6A3DD9E}"/>
                </a:ext>
              </a:extLst>
            </p:cNvPr>
            <p:cNvSpPr/>
            <p:nvPr/>
          </p:nvSpPr>
          <p:spPr>
            <a:xfrm>
              <a:off x="8711380" y="1540686"/>
              <a:ext cx="369516" cy="2729274"/>
            </a:xfrm>
            <a:prstGeom prst="leftBrace">
              <a:avLst/>
            </a:prstGeom>
            <a:ln>
              <a:solidFill>
                <a:schemeClr val="tx2"/>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100"/>
            </a:p>
          </p:txBody>
        </p:sp>
        <p:pic>
          <p:nvPicPr>
            <p:cNvPr id="3121" name="Picture 3120">
              <a:extLst>
                <a:ext uri="{FF2B5EF4-FFF2-40B4-BE49-F238E27FC236}">
                  <a16:creationId xmlns:a16="http://schemas.microsoft.com/office/drawing/2014/main" id="{0D8AE7AF-3BFD-8BC1-5DDB-9C63D1E5B553}"/>
                </a:ext>
              </a:extLst>
            </p:cNvPr>
            <p:cNvPicPr>
              <a:picLocks noChangeAspect="1"/>
            </p:cNvPicPr>
            <p:nvPr/>
          </p:nvPicPr>
          <p:blipFill>
            <a:blip r:embed="rId16"/>
            <a:stretch>
              <a:fillRect/>
            </a:stretch>
          </p:blipFill>
          <p:spPr>
            <a:xfrm>
              <a:off x="9212978" y="1492513"/>
              <a:ext cx="1372820" cy="726717"/>
            </a:xfrm>
            <a:prstGeom prst="rect">
              <a:avLst/>
            </a:prstGeom>
          </p:spPr>
        </p:pic>
        <p:sp>
          <p:nvSpPr>
            <p:cNvPr id="3122" name="Rectangle 3121">
              <a:extLst>
                <a:ext uri="{FF2B5EF4-FFF2-40B4-BE49-F238E27FC236}">
                  <a16:creationId xmlns:a16="http://schemas.microsoft.com/office/drawing/2014/main" id="{83596460-6589-FB77-131F-9FC173A9292B}"/>
                </a:ext>
              </a:extLst>
            </p:cNvPr>
            <p:cNvSpPr/>
            <p:nvPr/>
          </p:nvSpPr>
          <p:spPr bwMode="gray">
            <a:xfrm>
              <a:off x="10230554" y="1685771"/>
              <a:ext cx="1483185" cy="332509"/>
            </a:xfrm>
            <a:prstGeom prst="rect">
              <a:avLst/>
            </a:prstGeom>
            <a:no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900" b="1" dirty="0">
                  <a:solidFill>
                    <a:srgbClr val="007680"/>
                  </a:solidFill>
                </a:rPr>
                <a:t>SCADA</a:t>
              </a:r>
            </a:p>
          </p:txBody>
        </p:sp>
        <p:pic>
          <p:nvPicPr>
            <p:cNvPr id="3124" name="Picture 3123">
              <a:extLst>
                <a:ext uri="{FF2B5EF4-FFF2-40B4-BE49-F238E27FC236}">
                  <a16:creationId xmlns:a16="http://schemas.microsoft.com/office/drawing/2014/main" id="{6962B5C3-04E2-1DBA-61D2-06E6CA4CE216}"/>
                </a:ext>
              </a:extLst>
            </p:cNvPr>
            <p:cNvPicPr>
              <a:picLocks noChangeAspect="1"/>
            </p:cNvPicPr>
            <p:nvPr/>
          </p:nvPicPr>
          <p:blipFill>
            <a:blip r:embed="rId17"/>
            <a:stretch>
              <a:fillRect/>
            </a:stretch>
          </p:blipFill>
          <p:spPr>
            <a:xfrm>
              <a:off x="9212977" y="2484673"/>
              <a:ext cx="1372821" cy="704861"/>
            </a:xfrm>
            <a:prstGeom prst="rect">
              <a:avLst/>
            </a:prstGeom>
          </p:spPr>
        </p:pic>
        <p:sp>
          <p:nvSpPr>
            <p:cNvPr id="3125" name="Rectangle 3124">
              <a:extLst>
                <a:ext uri="{FF2B5EF4-FFF2-40B4-BE49-F238E27FC236}">
                  <a16:creationId xmlns:a16="http://schemas.microsoft.com/office/drawing/2014/main" id="{E57EF007-FB87-710C-5632-0D48A4101FD0}"/>
                </a:ext>
              </a:extLst>
            </p:cNvPr>
            <p:cNvSpPr/>
            <p:nvPr/>
          </p:nvSpPr>
          <p:spPr bwMode="gray">
            <a:xfrm>
              <a:off x="10129629" y="2659959"/>
              <a:ext cx="1483185" cy="332509"/>
            </a:xfrm>
            <a:prstGeom prst="rect">
              <a:avLst/>
            </a:prstGeom>
            <a:no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900" b="1" dirty="0">
                  <a:solidFill>
                    <a:srgbClr val="007680"/>
                  </a:solidFill>
                </a:rPr>
                <a:t>DMS</a:t>
              </a:r>
            </a:p>
          </p:txBody>
        </p:sp>
        <p:pic>
          <p:nvPicPr>
            <p:cNvPr id="3127" name="Picture 3126">
              <a:extLst>
                <a:ext uri="{FF2B5EF4-FFF2-40B4-BE49-F238E27FC236}">
                  <a16:creationId xmlns:a16="http://schemas.microsoft.com/office/drawing/2014/main" id="{12C21655-7C72-2366-5DB8-E855A6A5A331}"/>
                </a:ext>
              </a:extLst>
            </p:cNvPr>
            <p:cNvPicPr>
              <a:picLocks noChangeAspect="1"/>
            </p:cNvPicPr>
            <p:nvPr/>
          </p:nvPicPr>
          <p:blipFill>
            <a:blip r:embed="rId18"/>
            <a:stretch>
              <a:fillRect/>
            </a:stretch>
          </p:blipFill>
          <p:spPr>
            <a:xfrm>
              <a:off x="9228886" y="3422663"/>
              <a:ext cx="1366490" cy="847296"/>
            </a:xfrm>
            <a:prstGeom prst="rect">
              <a:avLst/>
            </a:prstGeom>
          </p:spPr>
        </p:pic>
        <p:sp>
          <p:nvSpPr>
            <p:cNvPr id="3128" name="Rectangle 3127">
              <a:extLst>
                <a:ext uri="{FF2B5EF4-FFF2-40B4-BE49-F238E27FC236}">
                  <a16:creationId xmlns:a16="http://schemas.microsoft.com/office/drawing/2014/main" id="{10D79F64-DE81-3E9B-4FBD-BD2A9EA06E2C}"/>
                </a:ext>
              </a:extLst>
            </p:cNvPr>
            <p:cNvSpPr/>
            <p:nvPr/>
          </p:nvSpPr>
          <p:spPr bwMode="gray">
            <a:xfrm>
              <a:off x="10129627" y="3631100"/>
              <a:ext cx="1483185" cy="332509"/>
            </a:xfrm>
            <a:prstGeom prst="rect">
              <a:avLst/>
            </a:prstGeom>
            <a:no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900" b="1" dirty="0">
                  <a:solidFill>
                    <a:srgbClr val="007680"/>
                  </a:solidFill>
                </a:rPr>
                <a:t>OMS</a:t>
              </a:r>
            </a:p>
          </p:txBody>
        </p:sp>
        <p:sp>
          <p:nvSpPr>
            <p:cNvPr id="3131" name="Rectangle 3130">
              <a:extLst>
                <a:ext uri="{FF2B5EF4-FFF2-40B4-BE49-F238E27FC236}">
                  <a16:creationId xmlns:a16="http://schemas.microsoft.com/office/drawing/2014/main" id="{AD741133-F49E-5F52-C531-10420494C5C4}"/>
                </a:ext>
              </a:extLst>
            </p:cNvPr>
            <p:cNvSpPr/>
            <p:nvPr/>
          </p:nvSpPr>
          <p:spPr bwMode="gray">
            <a:xfrm>
              <a:off x="8894198" y="4445246"/>
              <a:ext cx="2561322" cy="384718"/>
            </a:xfrm>
            <a:prstGeom prst="rect">
              <a:avLst/>
            </a:prstGeom>
            <a:noFill/>
            <a:ln w="19050" algn="ctr">
              <a:noFill/>
              <a:miter lim="800000"/>
              <a:headEnd/>
              <a:tailEnd/>
            </a:ln>
          </p:spPr>
          <p:txBody>
            <a:bodyPr wrap="square" lIns="88900" tIns="88900" rIns="88900" bIns="88900" rtlCol="0" anchor="ctr"/>
            <a:lstStyle/>
            <a:p>
              <a:pPr marL="171450" indent="-171450">
                <a:lnSpc>
                  <a:spcPct val="106000"/>
                </a:lnSpc>
                <a:buFont typeface="Arial" panose="020B0604020202020204" pitchFamily="34" charset="0"/>
                <a:buChar char="•"/>
              </a:pPr>
              <a:r>
                <a:rPr lang="en-US" sz="900" b="1" dirty="0">
                  <a:solidFill>
                    <a:srgbClr val="007680"/>
                  </a:solidFill>
                </a:rPr>
                <a:t>Fault Management</a:t>
              </a:r>
            </a:p>
            <a:p>
              <a:pPr marL="171450" indent="-171450">
                <a:lnSpc>
                  <a:spcPct val="106000"/>
                </a:lnSpc>
                <a:buFont typeface="Arial" panose="020B0604020202020204" pitchFamily="34" charset="0"/>
                <a:buChar char="•"/>
              </a:pPr>
              <a:r>
                <a:rPr lang="en-US" sz="900" b="1" dirty="0">
                  <a:solidFill>
                    <a:srgbClr val="007680"/>
                  </a:solidFill>
                </a:rPr>
                <a:t>Planned Interruptions Management</a:t>
              </a:r>
            </a:p>
          </p:txBody>
        </p:sp>
      </p:grpSp>
      <p:sp>
        <p:nvSpPr>
          <p:cNvPr id="3161" name="Rectangle 3160">
            <a:extLst>
              <a:ext uri="{FF2B5EF4-FFF2-40B4-BE49-F238E27FC236}">
                <a16:creationId xmlns:a16="http://schemas.microsoft.com/office/drawing/2014/main" id="{9B808905-F8C8-9B42-4EA8-C433F05F233B}"/>
              </a:ext>
            </a:extLst>
          </p:cNvPr>
          <p:cNvSpPr/>
          <p:nvPr/>
        </p:nvSpPr>
        <p:spPr bwMode="gray">
          <a:xfrm>
            <a:off x="2686046" y="5491701"/>
            <a:ext cx="1978254" cy="497176"/>
          </a:xfrm>
          <a:prstGeom prst="rect">
            <a:avLst/>
          </a:prstGeom>
          <a:solidFill>
            <a:srgbClr val="004F59"/>
          </a:solidFill>
          <a:ln w="19050" algn="ctr">
            <a:noFill/>
            <a:miter lim="800000"/>
            <a:headEnd/>
            <a:tailEnd/>
          </a:ln>
        </p:spPr>
        <p:txBody>
          <a:bodyPr wrap="square" lIns="88900" tIns="88900" rIns="88900" bIns="88900" rtlCol="0" anchor="ctr"/>
          <a:lstStyle/>
          <a:p>
            <a:pPr algn="ctr">
              <a:lnSpc>
                <a:spcPct val="106000"/>
              </a:lnSpc>
            </a:pPr>
            <a:r>
              <a:rPr lang="en-US" sz="1100" b="1" dirty="0">
                <a:solidFill>
                  <a:schemeClr val="bg1"/>
                </a:solidFill>
              </a:rPr>
              <a:t>Network Planning</a:t>
            </a:r>
          </a:p>
        </p:txBody>
      </p:sp>
    </p:spTree>
    <p:extLst>
      <p:ext uri="{BB962C8B-B14F-4D97-AF65-F5344CB8AC3E}">
        <p14:creationId xmlns:p14="http://schemas.microsoft.com/office/powerpoint/2010/main" val="11664391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1ED962-F024-7EE2-B8E8-D3B41A6DBC46}"/>
            </a:ext>
          </a:extLst>
        </p:cNvPr>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898B06BD-E5AD-36B8-D2F5-ABEBDC5884B8}"/>
              </a:ext>
            </a:extLst>
          </p:cNvPr>
          <p:cNvGraphicFramePr>
            <a:graphicFrameLocks noChangeAspect="1"/>
          </p:cNvGraphicFramePr>
          <p:nvPr>
            <p:custDataLst>
              <p:tags r:id="rId1"/>
            </p:custDataLst>
            <p:extLst>
              <p:ext uri="{D42A27DB-BD31-4B8C-83A1-F6EECF244321}">
                <p14:modId xmlns:p14="http://schemas.microsoft.com/office/powerpoint/2010/main" val="91268232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15" imgH="416" progId="TCLayout.ActiveDocument.1">
                  <p:embed/>
                </p:oleObj>
              </mc:Choice>
              <mc:Fallback>
                <p:oleObj name="think-cell Slide" r:id="rId4" imgW="415" imgH="416" progId="TCLayout.ActiveDocument.1">
                  <p:embed/>
                  <p:pic>
                    <p:nvPicPr>
                      <p:cNvPr id="5" name="think-cell data - do not delete" hidden="1">
                        <a:extLst>
                          <a:ext uri="{FF2B5EF4-FFF2-40B4-BE49-F238E27FC236}">
                            <a16:creationId xmlns:a16="http://schemas.microsoft.com/office/drawing/2014/main" id="{8F9B530D-0303-471A-1E78-96C577A50CB6}"/>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32" name="Text Placeholder 2">
            <a:extLst>
              <a:ext uri="{FF2B5EF4-FFF2-40B4-BE49-F238E27FC236}">
                <a16:creationId xmlns:a16="http://schemas.microsoft.com/office/drawing/2014/main" id="{BBDAD07D-0C32-9B25-F554-7BBFB738B8C6}"/>
              </a:ext>
            </a:extLst>
          </p:cNvPr>
          <p:cNvSpPr txBox="1">
            <a:spLocks/>
          </p:cNvSpPr>
          <p:nvPr/>
        </p:nvSpPr>
        <p:spPr>
          <a:xfrm>
            <a:off x="514664" y="587629"/>
            <a:ext cx="11542587" cy="283042"/>
          </a:xfrm>
          <a:prstGeom prst="rect">
            <a:avLst/>
          </a:prstGeom>
        </p:spPr>
        <p:txBody>
          <a:bodyPr lIns="0" rIns="0"/>
          <a:lstStyle>
            <a:lvl1pPr marL="0" indent="0" algn="l" defTabSz="1219231" rtl="0" eaLnBrk="1" latinLnBrk="0" hangingPunct="1">
              <a:spcBef>
                <a:spcPts val="0"/>
              </a:spcBef>
              <a:spcAft>
                <a:spcPts val="600"/>
              </a:spcAft>
              <a:buSzPct val="100000"/>
              <a:buFont typeface="Arial" panose="020B0604020202020204" pitchFamily="34" charset="0"/>
              <a:buNone/>
              <a:defRPr sz="1400" b="0" kern="1200">
                <a:solidFill>
                  <a:schemeClr val="tx1"/>
                </a:solidFill>
                <a:latin typeface="+mn-lt"/>
                <a:ea typeface="+mn-ea"/>
                <a:cs typeface="+mn-cs"/>
              </a:defRPr>
            </a:lvl1pPr>
            <a:lvl2pPr marL="0" indent="0" algn="l" defTabSz="1219231" rtl="0" eaLnBrk="1" latinLnBrk="0" hangingPunct="1">
              <a:spcBef>
                <a:spcPts val="0"/>
              </a:spcBef>
              <a:spcAft>
                <a:spcPts val="600"/>
              </a:spcAft>
              <a:buClrTx/>
              <a:buSzPct val="100000"/>
              <a:buFont typeface="Arial"/>
              <a:buNone/>
              <a:defRPr lang="en-US" sz="1400" b="1" kern="1200" dirty="0" smtClean="0">
                <a:solidFill>
                  <a:schemeClr val="tx1"/>
                </a:solidFill>
                <a:latin typeface="+mn-lt"/>
                <a:ea typeface="+mn-ea"/>
                <a:cs typeface="+mn-cs"/>
              </a:defRPr>
            </a:lvl2pPr>
            <a:lvl3pPr marL="235206" indent="-235206" algn="l" defTabSz="1219231" rtl="0" eaLnBrk="1" latinLnBrk="0" hangingPunct="1">
              <a:spcBef>
                <a:spcPts val="0"/>
              </a:spcBef>
              <a:spcAft>
                <a:spcPts val="600"/>
              </a:spcAft>
              <a:buClrTx/>
              <a:buSzPct val="100000"/>
              <a:buFont typeface="Arial" panose="020B0604020202020204" pitchFamily="34" charset="0"/>
              <a:buChar char="•"/>
              <a:defRPr lang="en-US" sz="1400" kern="1200" dirty="0" smtClean="0">
                <a:solidFill>
                  <a:schemeClr val="tx1"/>
                </a:solidFill>
                <a:latin typeface="+mn-lt"/>
                <a:ea typeface="+mn-ea"/>
                <a:cs typeface="+mn-cs"/>
              </a:defRPr>
            </a:lvl3pPr>
            <a:lvl4pPr marL="457200" indent="-217488" algn="l" defTabSz="1219231" rtl="0" eaLnBrk="1" latinLnBrk="0" hangingPunct="1">
              <a:spcBef>
                <a:spcPts val="0"/>
              </a:spcBef>
              <a:spcAft>
                <a:spcPts val="600"/>
              </a:spcAft>
              <a:buClrTx/>
              <a:buSzPct val="100000"/>
              <a:buFont typeface="Verdana" panose="020B0604030504040204" pitchFamily="34" charset="0"/>
              <a:buChar char="−"/>
              <a:defRPr lang="en-US" sz="1400" kern="1200" baseline="0" dirty="0" smtClean="0">
                <a:solidFill>
                  <a:schemeClr val="tx1"/>
                </a:solidFill>
                <a:latin typeface="+mn-lt"/>
                <a:ea typeface="+mn-ea"/>
                <a:cs typeface="+mn-cs"/>
              </a:defRPr>
            </a:lvl4pPr>
            <a:lvl5pPr marL="710418" indent="-235206" algn="l" defTabSz="1064712" rtl="0" eaLnBrk="1" latinLnBrk="0" hangingPunct="1">
              <a:spcBef>
                <a:spcPts val="0"/>
              </a:spcBef>
              <a:spcAft>
                <a:spcPts val="1333"/>
              </a:spcAft>
              <a:buClrTx/>
              <a:buSzPct val="100000"/>
              <a:buFont typeface="Verdana" panose="020B0604030504040204" pitchFamily="34" charset="0"/>
              <a:buChar char="−"/>
              <a:tabLst/>
              <a:defRPr lang="en-US" sz="1600" kern="1200" baseline="0" dirty="0" smtClean="0">
                <a:solidFill>
                  <a:schemeClr val="tx1"/>
                </a:solidFill>
                <a:latin typeface="+mn-lt"/>
                <a:ea typeface="+mn-ea"/>
                <a:cs typeface="+mn-cs"/>
              </a:defRPr>
            </a:lvl5pPr>
            <a:lvl6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418" indent="-235206" algn="l" defTabSz="1219231"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a:lstStyle>
          <a:p>
            <a:r>
              <a:rPr lang="en-US" dirty="0">
                <a:solidFill>
                  <a:schemeClr val="bg2">
                    <a:lumMod val="50000"/>
                  </a:schemeClr>
                </a:solidFill>
              </a:rPr>
              <a:t>GIS-based models of TPDDL wherein Asset, Operation, Connection and Network Management is carried out</a:t>
            </a:r>
          </a:p>
        </p:txBody>
      </p:sp>
      <p:sp>
        <p:nvSpPr>
          <p:cNvPr id="6" name="Title 2">
            <a:extLst>
              <a:ext uri="{FF2B5EF4-FFF2-40B4-BE49-F238E27FC236}">
                <a16:creationId xmlns:a16="http://schemas.microsoft.com/office/drawing/2014/main" id="{F405FF4B-2AE5-5DF3-A13E-DBA079EC5F6B}"/>
              </a:ext>
            </a:extLst>
          </p:cNvPr>
          <p:cNvSpPr txBox="1">
            <a:spLocks/>
          </p:cNvSpPr>
          <p:nvPr/>
        </p:nvSpPr>
        <p:spPr bwMode="gray">
          <a:xfrm>
            <a:off x="514664" y="266400"/>
            <a:ext cx="11284986" cy="419591"/>
          </a:xfrm>
          <a:prstGeom prst="rect">
            <a:avLst/>
          </a:prstGeom>
        </p:spPr>
        <p:txBody>
          <a:bodyPr vert="horz" lIns="0" tIns="0" rIns="0" bIns="0" rtlCol="0" anchor="t" anchorCtr="0">
            <a:noAutofit/>
          </a:bodyPr>
          <a:lstStyle>
            <a:lvl1pPr algn="l" defTabSz="914400" rtl="0" eaLnBrk="1" latinLnBrk="0" hangingPunct="1">
              <a:spcBef>
                <a:spcPct val="0"/>
              </a:spcBef>
              <a:buNone/>
              <a:defRPr sz="2400" kern="1200">
                <a:solidFill>
                  <a:schemeClr val="tx1"/>
                </a:solidFill>
                <a:latin typeface="+mn-lt"/>
                <a:ea typeface="+mj-ea"/>
                <a:cs typeface="Calibri Light" panose="020F0302020204030204" pitchFamily="34" charset="0"/>
              </a:defRPr>
            </a:lvl1pPr>
          </a:lstStyle>
          <a:p>
            <a:r>
              <a:rPr lang="en-US" sz="1800" b="1" dirty="0">
                <a:latin typeface="Verdana" panose="020B0604030504040204" pitchFamily="34" charset="0"/>
                <a:ea typeface="Verdana" panose="020B0604030504040204" pitchFamily="34" charset="0"/>
                <a:cs typeface="+mj-cs"/>
              </a:rPr>
              <a:t>GIS Implementation Case Studies – Tata Power Delhi Distribution Limited (2/2)</a:t>
            </a:r>
          </a:p>
        </p:txBody>
      </p:sp>
      <p:cxnSp>
        <p:nvCxnSpPr>
          <p:cNvPr id="4" name="Straight Connector 3">
            <a:extLst>
              <a:ext uri="{FF2B5EF4-FFF2-40B4-BE49-F238E27FC236}">
                <a16:creationId xmlns:a16="http://schemas.microsoft.com/office/drawing/2014/main" id="{72E7A767-2BF5-3A68-0101-30EB13C2F5B6}"/>
              </a:ext>
            </a:extLst>
          </p:cNvPr>
          <p:cNvCxnSpPr>
            <a:cxnSpLocks/>
          </p:cNvCxnSpPr>
          <p:nvPr/>
        </p:nvCxnSpPr>
        <p:spPr>
          <a:xfrm flipV="1">
            <a:off x="514664" y="870671"/>
            <a:ext cx="11196000" cy="43593"/>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sp>
        <p:nvSpPr>
          <p:cNvPr id="7" name="Arrow: Right 6">
            <a:extLst>
              <a:ext uri="{FF2B5EF4-FFF2-40B4-BE49-F238E27FC236}">
                <a16:creationId xmlns:a16="http://schemas.microsoft.com/office/drawing/2014/main" id="{F240EAE9-3DAD-4454-FA93-F3EB7E85F600}"/>
              </a:ext>
            </a:extLst>
          </p:cNvPr>
          <p:cNvSpPr/>
          <p:nvPr/>
        </p:nvSpPr>
        <p:spPr bwMode="gray">
          <a:xfrm>
            <a:off x="2570480" y="1644171"/>
            <a:ext cx="1310640" cy="731520"/>
          </a:xfrm>
          <a:prstGeom prst="rightArrow">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050" b="1" dirty="0">
                <a:solidFill>
                  <a:schemeClr val="bg1"/>
                </a:solidFill>
              </a:rPr>
              <a:t>GIS Processing</a:t>
            </a:r>
          </a:p>
        </p:txBody>
      </p:sp>
      <p:sp>
        <p:nvSpPr>
          <p:cNvPr id="8" name="Rectangle 7">
            <a:extLst>
              <a:ext uri="{FF2B5EF4-FFF2-40B4-BE49-F238E27FC236}">
                <a16:creationId xmlns:a16="http://schemas.microsoft.com/office/drawing/2014/main" id="{2D32B4F4-8D8A-7C0E-654C-E1BD236CEC68}"/>
              </a:ext>
            </a:extLst>
          </p:cNvPr>
          <p:cNvSpPr/>
          <p:nvPr/>
        </p:nvSpPr>
        <p:spPr bwMode="gray">
          <a:xfrm>
            <a:off x="514663" y="1834211"/>
            <a:ext cx="1862777" cy="1640509"/>
          </a:xfrm>
          <a:prstGeom prst="rect">
            <a:avLst/>
          </a:prstGeom>
          <a:solidFill>
            <a:schemeClr val="accent1">
              <a:lumMod val="20000"/>
              <a:lumOff val="80000"/>
            </a:schemeClr>
          </a:solidFill>
          <a:ln w="19050" algn="ctr">
            <a:noFill/>
            <a:miter lim="800000"/>
            <a:headEnd/>
            <a:tailEnd/>
          </a:ln>
        </p:spPr>
        <p:txBody>
          <a:bodyPr wrap="square" lIns="88900" tIns="88900" rIns="88900" bIns="88900" rtlCol="0" anchor="ctr"/>
          <a:lstStyle/>
          <a:p>
            <a:pPr lvl="0"/>
            <a:r>
              <a:rPr lang="en-US" sz="1050" dirty="0"/>
              <a:t>Design/Notification for -</a:t>
            </a:r>
            <a:endParaRPr lang="en-US" sz="1050" b="1" dirty="0"/>
          </a:p>
          <a:p>
            <a:pPr marL="171450" lvl="1" indent="-171450">
              <a:buFont typeface="Arial" panose="020B0604020202020204" pitchFamily="34" charset="0"/>
              <a:buChar char="•"/>
            </a:pPr>
            <a:r>
              <a:rPr lang="en-US" sz="1050" dirty="0"/>
              <a:t>Network changes (ST/HT)</a:t>
            </a:r>
          </a:p>
          <a:p>
            <a:pPr marL="171450" lvl="1" indent="-171450">
              <a:buFont typeface="Arial" panose="020B0604020202020204" pitchFamily="34" charset="0"/>
              <a:buChar char="•"/>
            </a:pPr>
            <a:r>
              <a:rPr lang="en-US" sz="1050" dirty="0"/>
              <a:t>New Installation /Augmentation</a:t>
            </a:r>
          </a:p>
          <a:p>
            <a:pPr marL="171450" lvl="1" indent="-171450">
              <a:buFont typeface="Arial" panose="020B0604020202020204" pitchFamily="34" charset="0"/>
              <a:buChar char="•"/>
            </a:pPr>
            <a:r>
              <a:rPr lang="en-US" sz="1050" dirty="0"/>
              <a:t>Movement</a:t>
            </a:r>
          </a:p>
          <a:p>
            <a:pPr marL="171450" lvl="1" indent="-171450">
              <a:buFont typeface="Arial" panose="020B0604020202020204" pitchFamily="34" charset="0"/>
              <a:buChar char="•"/>
            </a:pPr>
            <a:r>
              <a:rPr lang="en-US" sz="1050" dirty="0"/>
              <a:t>Retirement</a:t>
            </a:r>
          </a:p>
          <a:p>
            <a:pPr marL="171450" lvl="1" indent="-171450">
              <a:buFont typeface="Arial" panose="020B0604020202020204" pitchFamily="34" charset="0"/>
              <a:buChar char="•"/>
            </a:pPr>
            <a:r>
              <a:rPr lang="en-US" sz="1050" dirty="0"/>
              <a:t>Scheme clearance requests</a:t>
            </a:r>
          </a:p>
        </p:txBody>
      </p:sp>
      <p:sp>
        <p:nvSpPr>
          <p:cNvPr id="10" name="Rectangle 9">
            <a:extLst>
              <a:ext uri="{FF2B5EF4-FFF2-40B4-BE49-F238E27FC236}">
                <a16:creationId xmlns:a16="http://schemas.microsoft.com/office/drawing/2014/main" id="{A7254270-061D-AECD-BD1F-3C8AE52F68A5}"/>
              </a:ext>
            </a:extLst>
          </p:cNvPr>
          <p:cNvSpPr/>
          <p:nvPr/>
        </p:nvSpPr>
        <p:spPr bwMode="gray">
          <a:xfrm>
            <a:off x="2412125" y="2467085"/>
            <a:ext cx="1598617" cy="1007635"/>
          </a:xfrm>
          <a:prstGeom prst="rect">
            <a:avLst/>
          </a:prstGeom>
          <a:noFill/>
          <a:ln w="19050" algn="ctr">
            <a:noFill/>
            <a:miter lim="800000"/>
            <a:headEnd/>
            <a:tailEnd/>
          </a:ln>
        </p:spPr>
        <p:txBody>
          <a:bodyPr wrap="square" lIns="88900" tIns="88900" rIns="88900" bIns="88900" rtlCol="0" anchor="ctr"/>
          <a:lstStyle/>
          <a:p>
            <a:pPr marL="171450" lvl="0" indent="-171450">
              <a:buFont typeface="Arial" panose="020B0604020202020204" pitchFamily="34" charset="0"/>
              <a:buChar char="•"/>
            </a:pPr>
            <a:r>
              <a:rPr lang="en-US" sz="1050" i="1" dirty="0"/>
              <a:t>Geo-referenced mapping of Assets</a:t>
            </a:r>
          </a:p>
          <a:p>
            <a:pPr marL="171450" lvl="0" indent="-171450">
              <a:buFont typeface="Arial" panose="020B0604020202020204" pitchFamily="34" charset="0"/>
              <a:buChar char="•"/>
            </a:pPr>
            <a:r>
              <a:rPr lang="en-US" sz="1050" i="1" dirty="0"/>
              <a:t>Single Line Diagram Update</a:t>
            </a:r>
          </a:p>
          <a:p>
            <a:pPr marL="171450" lvl="0" indent="-171450">
              <a:buFont typeface="Arial" panose="020B0604020202020204" pitchFamily="34" charset="0"/>
              <a:buChar char="•"/>
            </a:pPr>
            <a:r>
              <a:rPr lang="en-US" sz="1050" i="1" dirty="0"/>
              <a:t>Tagging of Scheme</a:t>
            </a:r>
          </a:p>
        </p:txBody>
      </p:sp>
      <p:sp>
        <p:nvSpPr>
          <p:cNvPr id="11" name="Rectangle 10">
            <a:extLst>
              <a:ext uri="{FF2B5EF4-FFF2-40B4-BE49-F238E27FC236}">
                <a16:creationId xmlns:a16="http://schemas.microsoft.com/office/drawing/2014/main" id="{F7EB039D-85E1-DC46-3587-9141AAA58738}"/>
              </a:ext>
            </a:extLst>
          </p:cNvPr>
          <p:cNvSpPr/>
          <p:nvPr/>
        </p:nvSpPr>
        <p:spPr bwMode="gray">
          <a:xfrm>
            <a:off x="4045428" y="1834211"/>
            <a:ext cx="1862777" cy="1640509"/>
          </a:xfrm>
          <a:prstGeom prst="rect">
            <a:avLst/>
          </a:prstGeom>
          <a:solidFill>
            <a:schemeClr val="bg1">
              <a:lumMod val="85000"/>
            </a:schemeClr>
          </a:solidFill>
          <a:ln w="19050" algn="ctr">
            <a:noFill/>
            <a:miter lim="800000"/>
            <a:headEnd/>
            <a:tailEnd/>
          </a:ln>
        </p:spPr>
        <p:txBody>
          <a:bodyPr wrap="square" lIns="88900" tIns="88900" rIns="88900" bIns="88900" rtlCol="0" anchor="ctr"/>
          <a:lstStyle/>
          <a:p>
            <a:pPr lvl="0"/>
            <a:r>
              <a:rPr lang="en-US" sz="1050" dirty="0"/>
              <a:t>Integration with SAP</a:t>
            </a:r>
          </a:p>
          <a:p>
            <a:pPr marL="171450" lvl="0" indent="-171450">
              <a:buFont typeface="Arial" panose="020B0604020202020204" pitchFamily="34" charset="0"/>
              <a:buChar char="•"/>
            </a:pPr>
            <a:r>
              <a:rPr lang="en-US" sz="1050" dirty="0"/>
              <a:t>Asset Equalization with GIS-SAP-FAR</a:t>
            </a:r>
          </a:p>
          <a:p>
            <a:pPr marL="171450" lvl="0" indent="-171450">
              <a:buFont typeface="Arial" panose="020B0604020202020204" pitchFamily="34" charset="0"/>
              <a:buChar char="•"/>
            </a:pPr>
            <a:r>
              <a:rPr lang="en-US" sz="1050" dirty="0"/>
              <a:t>Integration with OMS </a:t>
            </a:r>
          </a:p>
          <a:p>
            <a:pPr marL="171450" lvl="0" indent="-171450">
              <a:buFont typeface="Arial" panose="020B0604020202020204" pitchFamily="34" charset="0"/>
              <a:buChar char="•"/>
            </a:pPr>
            <a:r>
              <a:rPr lang="en-US" sz="1050" dirty="0"/>
              <a:t>Planned Outage</a:t>
            </a:r>
          </a:p>
          <a:p>
            <a:pPr marL="171450" lvl="0" indent="-171450">
              <a:buFont typeface="Arial" panose="020B0604020202020204" pitchFamily="34" charset="0"/>
              <a:buChar char="•"/>
            </a:pPr>
            <a:r>
              <a:rPr lang="en-US" sz="1050" dirty="0"/>
              <a:t>Complaint Management</a:t>
            </a:r>
          </a:p>
          <a:p>
            <a:pPr marL="171450" lvl="0" indent="-171450">
              <a:buFont typeface="Arial" panose="020B0604020202020204" pitchFamily="34" charset="0"/>
              <a:buChar char="•"/>
            </a:pPr>
            <a:r>
              <a:rPr lang="en-US" sz="1050" dirty="0"/>
              <a:t>Integration with DMS</a:t>
            </a:r>
          </a:p>
          <a:p>
            <a:pPr marL="171450" lvl="0" indent="-171450">
              <a:buFont typeface="Arial" panose="020B0604020202020204" pitchFamily="34" charset="0"/>
              <a:buChar char="•"/>
            </a:pPr>
            <a:r>
              <a:rPr lang="en-US" sz="1050" dirty="0"/>
              <a:t>Geo-tagged SLD</a:t>
            </a:r>
          </a:p>
        </p:txBody>
      </p:sp>
      <p:sp>
        <p:nvSpPr>
          <p:cNvPr id="12" name="Oval 11">
            <a:extLst>
              <a:ext uri="{FF2B5EF4-FFF2-40B4-BE49-F238E27FC236}">
                <a16:creationId xmlns:a16="http://schemas.microsoft.com/office/drawing/2014/main" id="{01842E2D-5347-7899-41E8-1E267AC93FD5}"/>
              </a:ext>
            </a:extLst>
          </p:cNvPr>
          <p:cNvSpPr/>
          <p:nvPr/>
        </p:nvSpPr>
        <p:spPr bwMode="gray">
          <a:xfrm>
            <a:off x="4045428" y="1577980"/>
            <a:ext cx="1862777" cy="212638"/>
          </a:xfrm>
          <a:prstGeom prst="ellipse">
            <a:avLst/>
          </a:prstGeom>
          <a:solidFill>
            <a:schemeClr val="tx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050" b="1" dirty="0">
                <a:solidFill>
                  <a:schemeClr val="bg1"/>
                </a:solidFill>
              </a:rPr>
              <a:t>OUTPUT</a:t>
            </a:r>
          </a:p>
        </p:txBody>
      </p:sp>
      <p:sp>
        <p:nvSpPr>
          <p:cNvPr id="13" name="Arrow: Right 12">
            <a:extLst>
              <a:ext uri="{FF2B5EF4-FFF2-40B4-BE49-F238E27FC236}">
                <a16:creationId xmlns:a16="http://schemas.microsoft.com/office/drawing/2014/main" id="{6707C6C2-8EFA-AB42-19BB-0F930D66FB51}"/>
              </a:ext>
            </a:extLst>
          </p:cNvPr>
          <p:cNvSpPr/>
          <p:nvPr/>
        </p:nvSpPr>
        <p:spPr bwMode="gray">
          <a:xfrm>
            <a:off x="8461925" y="1644171"/>
            <a:ext cx="1310640" cy="731520"/>
          </a:xfrm>
          <a:prstGeom prst="rightArrow">
            <a:avLst/>
          </a:prstGeom>
          <a:solidFill>
            <a:schemeClr val="tx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050" b="1" dirty="0">
                <a:solidFill>
                  <a:schemeClr val="bg1"/>
                </a:solidFill>
              </a:rPr>
              <a:t>GIS Processing</a:t>
            </a:r>
          </a:p>
        </p:txBody>
      </p:sp>
      <p:sp>
        <p:nvSpPr>
          <p:cNvPr id="14" name="Rectangle 13">
            <a:extLst>
              <a:ext uri="{FF2B5EF4-FFF2-40B4-BE49-F238E27FC236}">
                <a16:creationId xmlns:a16="http://schemas.microsoft.com/office/drawing/2014/main" id="{D7123FDF-F906-8FA7-24F6-54C66C3B4196}"/>
              </a:ext>
            </a:extLst>
          </p:cNvPr>
          <p:cNvSpPr/>
          <p:nvPr/>
        </p:nvSpPr>
        <p:spPr bwMode="gray">
          <a:xfrm>
            <a:off x="6406108" y="1834211"/>
            <a:ext cx="1862777" cy="1640509"/>
          </a:xfrm>
          <a:prstGeom prst="rect">
            <a:avLst/>
          </a:prstGeom>
          <a:solidFill>
            <a:srgbClr val="DDEFE8"/>
          </a:solidFill>
          <a:ln w="19050" algn="ctr">
            <a:noFill/>
            <a:miter lim="800000"/>
            <a:headEnd/>
            <a:tailEnd/>
          </a:ln>
        </p:spPr>
        <p:txBody>
          <a:bodyPr wrap="square" lIns="88900" tIns="88900" rIns="88900" bIns="88900" rtlCol="0" anchor="ctr"/>
          <a:lstStyle/>
          <a:p>
            <a:pPr marL="171450" lvl="0" indent="-171450">
              <a:buFont typeface="Arial" panose="020B0604020202020204" pitchFamily="34" charset="0"/>
              <a:buChar char="•"/>
            </a:pPr>
            <a:r>
              <a:rPr lang="en-US" sz="1050" dirty="0"/>
              <a:t>Network details through notification</a:t>
            </a:r>
          </a:p>
          <a:p>
            <a:pPr marL="171450" lvl="0" indent="-171450">
              <a:buFont typeface="Arial" panose="020B0604020202020204" pitchFamily="34" charset="0"/>
              <a:buChar char="•"/>
            </a:pPr>
            <a:r>
              <a:rPr lang="en-US" sz="1050" dirty="0"/>
              <a:t>Consumer linkage with Pole No.</a:t>
            </a:r>
          </a:p>
          <a:p>
            <a:pPr marL="171450" lvl="0" indent="-171450">
              <a:buFont typeface="Arial" panose="020B0604020202020204" pitchFamily="34" charset="0"/>
              <a:buChar char="•"/>
            </a:pPr>
            <a:r>
              <a:rPr lang="en-US" sz="1050" dirty="0"/>
              <a:t>LT network intimation</a:t>
            </a:r>
          </a:p>
          <a:p>
            <a:pPr marL="171450" lvl="0" indent="-171450">
              <a:buFont typeface="Arial" panose="020B0604020202020204" pitchFamily="34" charset="0"/>
              <a:buChar char="•"/>
            </a:pPr>
            <a:r>
              <a:rPr lang="en-US" sz="1050" dirty="0"/>
              <a:t>OMS notification</a:t>
            </a:r>
          </a:p>
        </p:txBody>
      </p:sp>
      <p:sp>
        <p:nvSpPr>
          <p:cNvPr id="15" name="Oval 14">
            <a:extLst>
              <a:ext uri="{FF2B5EF4-FFF2-40B4-BE49-F238E27FC236}">
                <a16:creationId xmlns:a16="http://schemas.microsoft.com/office/drawing/2014/main" id="{44CAC7E5-73D7-BC4E-8242-599E80D615D9}"/>
              </a:ext>
            </a:extLst>
          </p:cNvPr>
          <p:cNvSpPr/>
          <p:nvPr/>
        </p:nvSpPr>
        <p:spPr bwMode="gray">
          <a:xfrm>
            <a:off x="6406108" y="1577980"/>
            <a:ext cx="1862777" cy="212638"/>
          </a:xfrm>
          <a:prstGeom prst="ellipse">
            <a:avLst/>
          </a:prstGeom>
          <a:solidFill>
            <a:schemeClr val="accent5"/>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050" b="1" dirty="0">
                <a:solidFill>
                  <a:schemeClr val="bg1"/>
                </a:solidFill>
              </a:rPr>
              <a:t>INPUT</a:t>
            </a:r>
          </a:p>
        </p:txBody>
      </p:sp>
      <p:sp>
        <p:nvSpPr>
          <p:cNvPr id="16" name="Rectangle 15">
            <a:extLst>
              <a:ext uri="{FF2B5EF4-FFF2-40B4-BE49-F238E27FC236}">
                <a16:creationId xmlns:a16="http://schemas.microsoft.com/office/drawing/2014/main" id="{F52CFFB7-CCC2-40EB-7B87-1CD30BC31575}"/>
              </a:ext>
            </a:extLst>
          </p:cNvPr>
          <p:cNvSpPr/>
          <p:nvPr/>
        </p:nvSpPr>
        <p:spPr bwMode="gray">
          <a:xfrm>
            <a:off x="8303570" y="2467085"/>
            <a:ext cx="1598617" cy="1007635"/>
          </a:xfrm>
          <a:prstGeom prst="rect">
            <a:avLst/>
          </a:prstGeom>
          <a:noFill/>
          <a:ln w="19050" algn="ctr">
            <a:noFill/>
            <a:miter lim="800000"/>
            <a:headEnd/>
            <a:tailEnd/>
          </a:ln>
        </p:spPr>
        <p:txBody>
          <a:bodyPr wrap="square" lIns="88900" tIns="88900" rIns="88900" bIns="88900" rtlCol="0" anchor="ctr"/>
          <a:lstStyle/>
          <a:p>
            <a:pPr marL="171450" lvl="0" indent="-171450">
              <a:buFont typeface="Arial" panose="020B0604020202020204" pitchFamily="34" charset="0"/>
              <a:buChar char="•"/>
            </a:pPr>
            <a:r>
              <a:rPr lang="en-US" sz="1050" i="1" dirty="0"/>
              <a:t>Geo-referenced mapping of Assets and network</a:t>
            </a:r>
          </a:p>
          <a:p>
            <a:pPr marL="171450" lvl="0" indent="-171450">
              <a:buFont typeface="Arial" panose="020B0604020202020204" pitchFamily="34" charset="0"/>
              <a:buChar char="•"/>
            </a:pPr>
            <a:r>
              <a:rPr lang="en-US" sz="1050" i="1" dirty="0"/>
              <a:t>Mapping of consumers.</a:t>
            </a:r>
          </a:p>
          <a:p>
            <a:pPr marL="171450" lvl="0" indent="-171450">
              <a:buFont typeface="Arial" panose="020B0604020202020204" pitchFamily="34" charset="0"/>
              <a:buChar char="•"/>
            </a:pPr>
            <a:r>
              <a:rPr lang="en-US" sz="1050" i="1" dirty="0"/>
              <a:t>Data Merging and Creation of Circuit id</a:t>
            </a:r>
          </a:p>
        </p:txBody>
      </p:sp>
      <p:sp>
        <p:nvSpPr>
          <p:cNvPr id="17" name="Rectangle 16">
            <a:extLst>
              <a:ext uri="{FF2B5EF4-FFF2-40B4-BE49-F238E27FC236}">
                <a16:creationId xmlns:a16="http://schemas.microsoft.com/office/drawing/2014/main" id="{D42B462D-685F-228A-DBDD-50087CFC7720}"/>
              </a:ext>
            </a:extLst>
          </p:cNvPr>
          <p:cNvSpPr/>
          <p:nvPr/>
        </p:nvSpPr>
        <p:spPr bwMode="gray">
          <a:xfrm>
            <a:off x="9936873" y="1834211"/>
            <a:ext cx="1862777" cy="1640509"/>
          </a:xfrm>
          <a:prstGeom prst="rect">
            <a:avLst/>
          </a:prstGeom>
          <a:solidFill>
            <a:schemeClr val="accent2">
              <a:lumMod val="20000"/>
              <a:lumOff val="80000"/>
            </a:schemeClr>
          </a:solidFill>
          <a:ln w="19050" algn="ctr">
            <a:noFill/>
            <a:miter lim="800000"/>
            <a:headEnd/>
            <a:tailEnd/>
          </a:ln>
        </p:spPr>
        <p:txBody>
          <a:bodyPr wrap="square" lIns="88900" tIns="88900" rIns="88900" bIns="88900" rtlCol="0" anchor="ctr"/>
          <a:lstStyle/>
          <a:p>
            <a:pPr lvl="0"/>
            <a:r>
              <a:rPr lang="en-US" sz="1050" dirty="0"/>
              <a:t>Delivery of updated GIS for operation.</a:t>
            </a:r>
          </a:p>
        </p:txBody>
      </p:sp>
      <p:sp>
        <p:nvSpPr>
          <p:cNvPr id="18" name="Oval 17">
            <a:extLst>
              <a:ext uri="{FF2B5EF4-FFF2-40B4-BE49-F238E27FC236}">
                <a16:creationId xmlns:a16="http://schemas.microsoft.com/office/drawing/2014/main" id="{9315B184-8107-9B77-D247-E1FD62F566B6}"/>
              </a:ext>
            </a:extLst>
          </p:cNvPr>
          <p:cNvSpPr/>
          <p:nvPr/>
        </p:nvSpPr>
        <p:spPr bwMode="gray">
          <a:xfrm>
            <a:off x="9936873" y="1577980"/>
            <a:ext cx="1862777" cy="212638"/>
          </a:xfrm>
          <a:prstGeom prst="ellipse">
            <a:avLst/>
          </a:prstGeom>
          <a:solidFill>
            <a:srgbClr val="046A38"/>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050" b="1" dirty="0">
                <a:solidFill>
                  <a:schemeClr val="bg1"/>
                </a:solidFill>
              </a:rPr>
              <a:t>OUTPUT</a:t>
            </a:r>
          </a:p>
        </p:txBody>
      </p:sp>
      <p:sp>
        <p:nvSpPr>
          <p:cNvPr id="19" name="Arrow: Right 18">
            <a:extLst>
              <a:ext uri="{FF2B5EF4-FFF2-40B4-BE49-F238E27FC236}">
                <a16:creationId xmlns:a16="http://schemas.microsoft.com/office/drawing/2014/main" id="{6307C54F-6DE9-1CE9-2FE3-8CE8F81BBD62}"/>
              </a:ext>
            </a:extLst>
          </p:cNvPr>
          <p:cNvSpPr/>
          <p:nvPr/>
        </p:nvSpPr>
        <p:spPr bwMode="gray">
          <a:xfrm>
            <a:off x="8427240" y="4451420"/>
            <a:ext cx="1310640" cy="731520"/>
          </a:xfrm>
          <a:prstGeom prst="rightArrow">
            <a:avLst/>
          </a:prstGeom>
          <a:solidFill>
            <a:srgbClr val="C4D600"/>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050" b="1" dirty="0">
                <a:solidFill>
                  <a:schemeClr val="bg1"/>
                </a:solidFill>
              </a:rPr>
              <a:t>GIS Processing</a:t>
            </a:r>
          </a:p>
        </p:txBody>
      </p:sp>
      <p:sp>
        <p:nvSpPr>
          <p:cNvPr id="20" name="Rectangle 19">
            <a:extLst>
              <a:ext uri="{FF2B5EF4-FFF2-40B4-BE49-F238E27FC236}">
                <a16:creationId xmlns:a16="http://schemas.microsoft.com/office/drawing/2014/main" id="{43B0BA9B-1851-DDB7-9274-D4BAD05961CC}"/>
              </a:ext>
            </a:extLst>
          </p:cNvPr>
          <p:cNvSpPr/>
          <p:nvPr/>
        </p:nvSpPr>
        <p:spPr bwMode="gray">
          <a:xfrm>
            <a:off x="6371423" y="4641460"/>
            <a:ext cx="1862777" cy="1640509"/>
          </a:xfrm>
          <a:prstGeom prst="rect">
            <a:avLst/>
          </a:prstGeom>
          <a:solidFill>
            <a:schemeClr val="accent3">
              <a:lumMod val="20000"/>
              <a:lumOff val="80000"/>
            </a:schemeClr>
          </a:solidFill>
          <a:ln w="19050" algn="ctr">
            <a:noFill/>
            <a:miter lim="800000"/>
            <a:headEnd/>
            <a:tailEnd/>
          </a:ln>
        </p:spPr>
        <p:txBody>
          <a:bodyPr wrap="square" lIns="88900" tIns="88900" rIns="88900" bIns="88900" rtlCol="0" anchor="ctr"/>
          <a:lstStyle/>
          <a:p>
            <a:pPr lvl="0"/>
            <a:r>
              <a:rPr lang="en-US" sz="1050" dirty="0"/>
              <a:t>Network changes due to </a:t>
            </a:r>
          </a:p>
          <a:p>
            <a:pPr marL="171450" lvl="0" indent="-171450">
              <a:buFont typeface="Arial" panose="020B0604020202020204" pitchFamily="34" charset="0"/>
              <a:buChar char="•"/>
            </a:pPr>
            <a:r>
              <a:rPr lang="en-US" sz="1050" dirty="0"/>
              <a:t>Load Balancing</a:t>
            </a:r>
          </a:p>
          <a:p>
            <a:pPr marL="171450" lvl="0" indent="-171450">
              <a:buFont typeface="Arial" panose="020B0604020202020204" pitchFamily="34" charset="0"/>
              <a:buChar char="•"/>
            </a:pPr>
            <a:r>
              <a:rPr lang="en-US" sz="1050" dirty="0"/>
              <a:t>Network Extension</a:t>
            </a:r>
          </a:p>
          <a:p>
            <a:pPr marL="171450" lvl="0" indent="-171450">
              <a:buFont typeface="Arial" panose="020B0604020202020204" pitchFamily="34" charset="0"/>
              <a:buChar char="•"/>
            </a:pPr>
            <a:r>
              <a:rPr lang="en-US" sz="1050" dirty="0"/>
              <a:t>Network Augmentation</a:t>
            </a:r>
          </a:p>
          <a:p>
            <a:pPr marL="171450" lvl="0" indent="-171450">
              <a:buFont typeface="Arial" panose="020B0604020202020204" pitchFamily="34" charset="0"/>
              <a:buChar char="•"/>
            </a:pPr>
            <a:r>
              <a:rPr lang="en-US" sz="1050" dirty="0"/>
              <a:t>New Electrification</a:t>
            </a:r>
          </a:p>
          <a:p>
            <a:pPr marL="171450" lvl="0" indent="-171450">
              <a:buFont typeface="Arial" panose="020B0604020202020204" pitchFamily="34" charset="0"/>
              <a:buChar char="•"/>
            </a:pPr>
            <a:r>
              <a:rPr lang="en-US" sz="1050" dirty="0"/>
              <a:t>Network Shifting</a:t>
            </a:r>
          </a:p>
        </p:txBody>
      </p:sp>
      <p:sp>
        <p:nvSpPr>
          <p:cNvPr id="21" name="Oval 20">
            <a:extLst>
              <a:ext uri="{FF2B5EF4-FFF2-40B4-BE49-F238E27FC236}">
                <a16:creationId xmlns:a16="http://schemas.microsoft.com/office/drawing/2014/main" id="{98BEB89F-8583-4291-CCF9-877DEF3E2310}"/>
              </a:ext>
            </a:extLst>
          </p:cNvPr>
          <p:cNvSpPr/>
          <p:nvPr/>
        </p:nvSpPr>
        <p:spPr bwMode="gray">
          <a:xfrm>
            <a:off x="6371423" y="4385229"/>
            <a:ext cx="1862777" cy="212638"/>
          </a:xfrm>
          <a:prstGeom prst="ellipse">
            <a:avLst/>
          </a:prstGeom>
          <a:solidFill>
            <a:srgbClr val="43B02A"/>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050" b="1" dirty="0">
                <a:solidFill>
                  <a:schemeClr val="bg1"/>
                </a:solidFill>
              </a:rPr>
              <a:t>INPUT</a:t>
            </a:r>
          </a:p>
        </p:txBody>
      </p:sp>
      <p:sp>
        <p:nvSpPr>
          <p:cNvPr id="24" name="Rectangle 23">
            <a:extLst>
              <a:ext uri="{FF2B5EF4-FFF2-40B4-BE49-F238E27FC236}">
                <a16:creationId xmlns:a16="http://schemas.microsoft.com/office/drawing/2014/main" id="{4150CB4B-295F-E4C9-8FC2-DB1691C07233}"/>
              </a:ext>
            </a:extLst>
          </p:cNvPr>
          <p:cNvSpPr/>
          <p:nvPr/>
        </p:nvSpPr>
        <p:spPr bwMode="gray">
          <a:xfrm>
            <a:off x="8268885" y="5274334"/>
            <a:ext cx="1598617" cy="1007635"/>
          </a:xfrm>
          <a:prstGeom prst="rect">
            <a:avLst/>
          </a:prstGeom>
          <a:noFill/>
          <a:ln w="19050" algn="ctr">
            <a:noFill/>
            <a:miter lim="800000"/>
            <a:headEnd/>
            <a:tailEnd/>
          </a:ln>
        </p:spPr>
        <p:txBody>
          <a:bodyPr wrap="square" lIns="88900" tIns="88900" rIns="88900" bIns="88900" rtlCol="0" anchor="ctr"/>
          <a:lstStyle/>
          <a:p>
            <a:pPr marL="171450" lvl="0" indent="-171450">
              <a:buFont typeface="Arial" panose="020B0604020202020204" pitchFamily="34" charset="0"/>
              <a:buChar char="•"/>
            </a:pPr>
            <a:r>
              <a:rPr lang="en-US" sz="1050" i="1" dirty="0"/>
              <a:t>Geo-referenced digitization of -</a:t>
            </a:r>
          </a:p>
          <a:p>
            <a:pPr marL="171450" lvl="0" indent="-171450">
              <a:buFont typeface="Wingdings" panose="05000000000000000000" pitchFamily="2" charset="2"/>
              <a:buChar char="ü"/>
            </a:pPr>
            <a:r>
              <a:rPr lang="en-US" sz="1050" i="1" dirty="0"/>
              <a:t>Revised network route</a:t>
            </a:r>
          </a:p>
          <a:p>
            <a:pPr marL="171450" lvl="0" indent="-171450">
              <a:buFont typeface="Wingdings" panose="05000000000000000000" pitchFamily="2" charset="2"/>
              <a:buChar char="ü"/>
            </a:pPr>
            <a:r>
              <a:rPr lang="en-US" sz="1050" i="1" dirty="0"/>
              <a:t>Revised network connectivity</a:t>
            </a:r>
          </a:p>
        </p:txBody>
      </p:sp>
      <p:sp>
        <p:nvSpPr>
          <p:cNvPr id="26" name="Rectangle 25">
            <a:extLst>
              <a:ext uri="{FF2B5EF4-FFF2-40B4-BE49-F238E27FC236}">
                <a16:creationId xmlns:a16="http://schemas.microsoft.com/office/drawing/2014/main" id="{E2ED2AA6-A5FE-5C7E-BB39-466A2F1308C0}"/>
              </a:ext>
            </a:extLst>
          </p:cNvPr>
          <p:cNvSpPr/>
          <p:nvPr/>
        </p:nvSpPr>
        <p:spPr bwMode="gray">
          <a:xfrm>
            <a:off x="9902188" y="4641460"/>
            <a:ext cx="1862777" cy="1640509"/>
          </a:xfrm>
          <a:prstGeom prst="rect">
            <a:avLst/>
          </a:prstGeom>
          <a:solidFill>
            <a:schemeClr val="accent4">
              <a:lumMod val="20000"/>
              <a:lumOff val="80000"/>
            </a:schemeClr>
          </a:solidFill>
          <a:ln w="19050" algn="ctr">
            <a:noFill/>
            <a:miter lim="800000"/>
            <a:headEnd/>
            <a:tailEnd/>
          </a:ln>
        </p:spPr>
        <p:txBody>
          <a:bodyPr wrap="square" lIns="88900" tIns="88900" rIns="88900" bIns="88900" rtlCol="0" anchor="ctr"/>
          <a:lstStyle/>
          <a:p>
            <a:pPr marL="171450" lvl="0" indent="-171450">
              <a:buFont typeface="Arial" panose="020B0604020202020204" pitchFamily="34" charset="0"/>
              <a:buChar char="•"/>
            </a:pPr>
            <a:r>
              <a:rPr lang="en-US" sz="1050" dirty="0"/>
              <a:t>Integration with Network Planning tool (CYMDIST)</a:t>
            </a:r>
          </a:p>
          <a:p>
            <a:pPr marL="171450" lvl="0" indent="-171450">
              <a:buFont typeface="Arial" panose="020B0604020202020204" pitchFamily="34" charset="0"/>
              <a:buChar char="•"/>
            </a:pPr>
            <a:r>
              <a:rPr lang="en-US" sz="1050" dirty="0"/>
              <a:t>GIS based Network Planning</a:t>
            </a:r>
          </a:p>
        </p:txBody>
      </p:sp>
      <p:sp>
        <p:nvSpPr>
          <p:cNvPr id="27" name="Oval 26">
            <a:extLst>
              <a:ext uri="{FF2B5EF4-FFF2-40B4-BE49-F238E27FC236}">
                <a16:creationId xmlns:a16="http://schemas.microsoft.com/office/drawing/2014/main" id="{DBB2FD28-A285-4E1A-A725-AAEF7C03C616}"/>
              </a:ext>
            </a:extLst>
          </p:cNvPr>
          <p:cNvSpPr/>
          <p:nvPr/>
        </p:nvSpPr>
        <p:spPr bwMode="gray">
          <a:xfrm>
            <a:off x="9902188" y="4385229"/>
            <a:ext cx="1862777" cy="212638"/>
          </a:xfrm>
          <a:prstGeom prst="ellipse">
            <a:avLst/>
          </a:prstGeom>
          <a:solidFill>
            <a:schemeClr val="accent6">
              <a:lumMod val="75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050" b="1" dirty="0">
                <a:solidFill>
                  <a:schemeClr val="bg1"/>
                </a:solidFill>
              </a:rPr>
              <a:t>OUTPUT</a:t>
            </a:r>
          </a:p>
        </p:txBody>
      </p:sp>
      <p:sp>
        <p:nvSpPr>
          <p:cNvPr id="28" name="Arrow: Right 27">
            <a:extLst>
              <a:ext uri="{FF2B5EF4-FFF2-40B4-BE49-F238E27FC236}">
                <a16:creationId xmlns:a16="http://schemas.microsoft.com/office/drawing/2014/main" id="{D3207DD4-861F-5051-6543-4CE584F36B40}"/>
              </a:ext>
            </a:extLst>
          </p:cNvPr>
          <p:cNvSpPr/>
          <p:nvPr/>
        </p:nvSpPr>
        <p:spPr bwMode="gray">
          <a:xfrm>
            <a:off x="2570480" y="4451420"/>
            <a:ext cx="1310640" cy="731520"/>
          </a:xfrm>
          <a:prstGeom prst="rightArrow">
            <a:avLst/>
          </a:prstGeom>
          <a:solidFill>
            <a:schemeClr val="accent6"/>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050" b="1" dirty="0">
                <a:solidFill>
                  <a:schemeClr val="bg1"/>
                </a:solidFill>
              </a:rPr>
              <a:t>GIS Processing</a:t>
            </a:r>
          </a:p>
        </p:txBody>
      </p:sp>
      <p:sp>
        <p:nvSpPr>
          <p:cNvPr id="31" name="Rectangle 30">
            <a:extLst>
              <a:ext uri="{FF2B5EF4-FFF2-40B4-BE49-F238E27FC236}">
                <a16:creationId xmlns:a16="http://schemas.microsoft.com/office/drawing/2014/main" id="{AA43228C-FB5D-313A-285A-7229F218EBAB}"/>
              </a:ext>
            </a:extLst>
          </p:cNvPr>
          <p:cNvSpPr/>
          <p:nvPr/>
        </p:nvSpPr>
        <p:spPr bwMode="gray">
          <a:xfrm>
            <a:off x="514663" y="4641460"/>
            <a:ext cx="1862777" cy="1640509"/>
          </a:xfrm>
          <a:prstGeom prst="rect">
            <a:avLst/>
          </a:prstGeom>
          <a:solidFill>
            <a:schemeClr val="bg1">
              <a:lumMod val="95000"/>
            </a:schemeClr>
          </a:solidFill>
          <a:ln w="19050" algn="ctr">
            <a:noFill/>
            <a:miter lim="800000"/>
            <a:headEnd/>
            <a:tailEnd/>
          </a:ln>
        </p:spPr>
        <p:txBody>
          <a:bodyPr wrap="square" lIns="88900" tIns="88900" rIns="88900" bIns="88900" rtlCol="0" anchor="ctr"/>
          <a:lstStyle/>
          <a:p>
            <a:pPr lvl="0"/>
            <a:r>
              <a:rPr lang="en-US" sz="1050" dirty="0"/>
              <a:t>Pole No. from Meter Management Group</a:t>
            </a:r>
          </a:p>
        </p:txBody>
      </p:sp>
      <p:sp>
        <p:nvSpPr>
          <p:cNvPr id="38" name="Oval 37">
            <a:extLst>
              <a:ext uri="{FF2B5EF4-FFF2-40B4-BE49-F238E27FC236}">
                <a16:creationId xmlns:a16="http://schemas.microsoft.com/office/drawing/2014/main" id="{C0D7F17C-A734-B2C1-5939-760084785AB9}"/>
              </a:ext>
            </a:extLst>
          </p:cNvPr>
          <p:cNvSpPr/>
          <p:nvPr/>
        </p:nvSpPr>
        <p:spPr bwMode="gray">
          <a:xfrm>
            <a:off x="514663" y="4385229"/>
            <a:ext cx="1862777" cy="212638"/>
          </a:xfrm>
          <a:prstGeom prst="ellipse">
            <a:avLst/>
          </a:prstGeom>
          <a:solidFill>
            <a:schemeClr val="tx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050" b="1" dirty="0">
                <a:solidFill>
                  <a:schemeClr val="bg1"/>
                </a:solidFill>
              </a:rPr>
              <a:t>INPUT</a:t>
            </a:r>
          </a:p>
        </p:txBody>
      </p:sp>
      <p:sp>
        <p:nvSpPr>
          <p:cNvPr id="40" name="Rectangle 39">
            <a:extLst>
              <a:ext uri="{FF2B5EF4-FFF2-40B4-BE49-F238E27FC236}">
                <a16:creationId xmlns:a16="http://schemas.microsoft.com/office/drawing/2014/main" id="{BB22D819-77BF-F7DC-5A6A-095C477A6EA9}"/>
              </a:ext>
            </a:extLst>
          </p:cNvPr>
          <p:cNvSpPr/>
          <p:nvPr/>
        </p:nvSpPr>
        <p:spPr bwMode="gray">
          <a:xfrm>
            <a:off x="2412125" y="5193054"/>
            <a:ext cx="1633303" cy="1007635"/>
          </a:xfrm>
          <a:prstGeom prst="rect">
            <a:avLst/>
          </a:prstGeom>
          <a:noFill/>
          <a:ln w="19050" algn="ctr">
            <a:noFill/>
            <a:miter lim="800000"/>
            <a:headEnd/>
            <a:tailEnd/>
          </a:ln>
        </p:spPr>
        <p:txBody>
          <a:bodyPr wrap="square" lIns="88900" tIns="88900" rIns="88900" bIns="88900" rtlCol="0" anchor="ctr"/>
          <a:lstStyle/>
          <a:p>
            <a:pPr marL="171450" lvl="0" indent="-171450">
              <a:buFont typeface="Arial" panose="020B0604020202020204" pitchFamily="34" charset="0"/>
              <a:buChar char="•"/>
            </a:pPr>
            <a:r>
              <a:rPr lang="en-US" sz="1050" i="1" dirty="0"/>
              <a:t>Consumer Mapping in GIS</a:t>
            </a:r>
          </a:p>
          <a:p>
            <a:pPr marL="171450" lvl="0" indent="-171450">
              <a:buFont typeface="Arial" panose="020B0604020202020204" pitchFamily="34" charset="0"/>
              <a:buChar char="•"/>
            </a:pPr>
            <a:r>
              <a:rPr lang="en-US" sz="1050" i="1" dirty="0"/>
              <a:t>Connectivity of consumer with - </a:t>
            </a:r>
          </a:p>
          <a:p>
            <a:pPr marL="171450" lvl="0" indent="-171450">
              <a:buFont typeface="Wingdings" panose="05000000000000000000" pitchFamily="2" charset="2"/>
              <a:buChar char="ü"/>
            </a:pPr>
            <a:r>
              <a:rPr lang="en-US" sz="1050" i="1" dirty="0"/>
              <a:t>LT Feeder</a:t>
            </a:r>
          </a:p>
          <a:p>
            <a:pPr marL="171450" lvl="0" indent="-171450">
              <a:buFont typeface="Wingdings" panose="05000000000000000000" pitchFamily="2" charset="2"/>
              <a:buChar char="ü"/>
            </a:pPr>
            <a:r>
              <a:rPr lang="en-US" sz="1050" i="1" dirty="0"/>
              <a:t>Transformer</a:t>
            </a:r>
          </a:p>
          <a:p>
            <a:pPr marL="171450" lvl="0" indent="-171450">
              <a:buFont typeface="Wingdings" panose="05000000000000000000" pitchFamily="2" charset="2"/>
              <a:buChar char="ü"/>
            </a:pPr>
            <a:r>
              <a:rPr lang="en-US" sz="1050" i="1" dirty="0"/>
              <a:t>HT Feeder</a:t>
            </a:r>
          </a:p>
          <a:p>
            <a:pPr marL="171450" lvl="0" indent="-171450">
              <a:buFont typeface="Wingdings" panose="05000000000000000000" pitchFamily="2" charset="2"/>
              <a:buChar char="ü"/>
            </a:pPr>
            <a:r>
              <a:rPr lang="en-US" sz="1050" i="1" dirty="0"/>
              <a:t>ST Feeder</a:t>
            </a:r>
          </a:p>
        </p:txBody>
      </p:sp>
      <p:sp>
        <p:nvSpPr>
          <p:cNvPr id="42" name="Rectangle 41">
            <a:extLst>
              <a:ext uri="{FF2B5EF4-FFF2-40B4-BE49-F238E27FC236}">
                <a16:creationId xmlns:a16="http://schemas.microsoft.com/office/drawing/2014/main" id="{7AEA5B9E-B466-9D30-22F5-73202B17177C}"/>
              </a:ext>
            </a:extLst>
          </p:cNvPr>
          <p:cNvSpPr/>
          <p:nvPr/>
        </p:nvSpPr>
        <p:spPr bwMode="gray">
          <a:xfrm>
            <a:off x="4045428" y="4641460"/>
            <a:ext cx="1862777" cy="1640509"/>
          </a:xfrm>
          <a:prstGeom prst="rect">
            <a:avLst/>
          </a:prstGeom>
          <a:solidFill>
            <a:schemeClr val="accent6">
              <a:lumMod val="20000"/>
              <a:lumOff val="80000"/>
            </a:schemeClr>
          </a:solidFill>
          <a:ln w="19050" algn="ctr">
            <a:noFill/>
            <a:miter lim="800000"/>
            <a:headEnd/>
            <a:tailEnd/>
          </a:ln>
        </p:spPr>
        <p:txBody>
          <a:bodyPr wrap="square" lIns="88900" tIns="88900" rIns="88900" bIns="88900" rtlCol="0" anchor="ctr"/>
          <a:lstStyle/>
          <a:p>
            <a:pPr marL="171450" lvl="0" indent="-171450">
              <a:buFont typeface="Arial" panose="020B0604020202020204" pitchFamily="34" charset="0"/>
              <a:buChar char="•"/>
            </a:pPr>
            <a:r>
              <a:rPr lang="en-US" sz="1050" dirty="0"/>
              <a:t>Integration with SAP</a:t>
            </a:r>
          </a:p>
          <a:p>
            <a:pPr marL="171450" lvl="0" indent="-171450">
              <a:buFont typeface="Wingdings" panose="05000000000000000000" pitchFamily="2" charset="2"/>
              <a:buChar char="ü"/>
            </a:pPr>
            <a:r>
              <a:rPr lang="en-US" sz="1050" dirty="0"/>
              <a:t>Energy auditing</a:t>
            </a:r>
          </a:p>
          <a:p>
            <a:pPr marL="171450" lvl="0" indent="-171450">
              <a:buFont typeface="Wingdings" panose="05000000000000000000" pitchFamily="2" charset="2"/>
              <a:buChar char="ü"/>
            </a:pPr>
            <a:r>
              <a:rPr lang="en-US" sz="1050" dirty="0"/>
              <a:t>Revenue Protection</a:t>
            </a:r>
          </a:p>
          <a:p>
            <a:pPr marL="171450" lvl="0" indent="-171450">
              <a:buFont typeface="Arial" panose="020B0604020202020204" pitchFamily="34" charset="0"/>
              <a:buChar char="•"/>
            </a:pPr>
            <a:r>
              <a:rPr lang="en-US" sz="1050" dirty="0"/>
              <a:t>Integration with OMS</a:t>
            </a:r>
          </a:p>
          <a:p>
            <a:pPr marL="171450" lvl="0" indent="-171450">
              <a:buFont typeface="Wingdings" panose="05000000000000000000" pitchFamily="2" charset="2"/>
              <a:buChar char="ü"/>
            </a:pPr>
            <a:r>
              <a:rPr lang="en-US" sz="1050" dirty="0"/>
              <a:t>List of affected consumers</a:t>
            </a:r>
          </a:p>
          <a:p>
            <a:pPr marL="171450" lvl="0" indent="-171450">
              <a:buFont typeface="Wingdings" panose="05000000000000000000" pitchFamily="2" charset="2"/>
              <a:buChar char="ü"/>
            </a:pPr>
            <a:r>
              <a:rPr lang="en-US" sz="1050" dirty="0"/>
              <a:t>Location of affected consumers</a:t>
            </a:r>
          </a:p>
          <a:p>
            <a:pPr marL="171450" lvl="0" indent="-171450">
              <a:buFont typeface="Wingdings" panose="05000000000000000000" pitchFamily="2" charset="2"/>
              <a:buChar char="ü"/>
            </a:pPr>
            <a:r>
              <a:rPr lang="en-US" sz="1050" dirty="0"/>
              <a:t>Crew management</a:t>
            </a:r>
          </a:p>
        </p:txBody>
      </p:sp>
      <p:sp>
        <p:nvSpPr>
          <p:cNvPr id="44" name="Oval 43">
            <a:extLst>
              <a:ext uri="{FF2B5EF4-FFF2-40B4-BE49-F238E27FC236}">
                <a16:creationId xmlns:a16="http://schemas.microsoft.com/office/drawing/2014/main" id="{931A2DB1-17FF-6E87-AAC4-61B950C35CEC}"/>
              </a:ext>
            </a:extLst>
          </p:cNvPr>
          <p:cNvSpPr/>
          <p:nvPr/>
        </p:nvSpPr>
        <p:spPr bwMode="gray">
          <a:xfrm>
            <a:off x="4045428" y="4385229"/>
            <a:ext cx="1862777" cy="212638"/>
          </a:xfrm>
          <a:prstGeom prst="ellipse">
            <a:avLst/>
          </a:prstGeom>
          <a:solidFill>
            <a:srgbClr val="004F59"/>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050" b="1" dirty="0">
                <a:solidFill>
                  <a:schemeClr val="bg1"/>
                </a:solidFill>
              </a:rPr>
              <a:t>OUTPUT</a:t>
            </a:r>
          </a:p>
        </p:txBody>
      </p:sp>
      <p:cxnSp>
        <p:nvCxnSpPr>
          <p:cNvPr id="45" name="Straight Connector 44">
            <a:extLst>
              <a:ext uri="{FF2B5EF4-FFF2-40B4-BE49-F238E27FC236}">
                <a16:creationId xmlns:a16="http://schemas.microsoft.com/office/drawing/2014/main" id="{CDB6D223-D961-C427-F522-4760A96F09F6}"/>
              </a:ext>
            </a:extLst>
          </p:cNvPr>
          <p:cNvCxnSpPr>
            <a:cxnSpLocks/>
          </p:cNvCxnSpPr>
          <p:nvPr/>
        </p:nvCxnSpPr>
        <p:spPr>
          <a:xfrm>
            <a:off x="1123167" y="1328478"/>
            <a:ext cx="4097406"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47" name="TextBox 31">
            <a:extLst>
              <a:ext uri="{FF2B5EF4-FFF2-40B4-BE49-F238E27FC236}">
                <a16:creationId xmlns:a16="http://schemas.microsoft.com/office/drawing/2014/main" id="{E0A06B04-5F73-BB67-0892-71F854F2C27C}"/>
              </a:ext>
            </a:extLst>
          </p:cNvPr>
          <p:cNvSpPr txBox="1">
            <a:spLocks noChangeArrowheads="1"/>
          </p:cNvSpPr>
          <p:nvPr/>
        </p:nvSpPr>
        <p:spPr bwMode="auto">
          <a:xfrm>
            <a:off x="1916415" y="1186098"/>
            <a:ext cx="2359533" cy="430887"/>
          </a:xfrm>
          <a:prstGeom prst="rect">
            <a:avLst/>
          </a:prstGeom>
          <a:solidFill>
            <a:schemeClr val="bg1"/>
          </a:solidFill>
          <a:ln>
            <a:noFill/>
          </a:ln>
        </p:spPr>
        <p:txBody>
          <a:bodyPr wrap="square">
            <a:spAutoFit/>
          </a:bodyPr>
          <a:lstStyle>
            <a:lvl1pPr eaLnBrk="0" hangingPunct="0">
              <a:defRPr sz="3600">
                <a:solidFill>
                  <a:schemeClr val="tx1"/>
                </a:solidFill>
                <a:latin typeface="Lato Light" charset="0"/>
                <a:ea typeface="ＭＳ Ｐゴシック" charset="0"/>
                <a:cs typeface="ＭＳ Ｐゴシック" charset="0"/>
              </a:defRPr>
            </a:lvl1pPr>
            <a:lvl2pPr marL="742950" indent="-285750" eaLnBrk="0" hangingPunct="0">
              <a:defRPr sz="3600">
                <a:solidFill>
                  <a:schemeClr val="tx1"/>
                </a:solidFill>
                <a:latin typeface="Lato Light" charset="0"/>
                <a:ea typeface="ＭＳ Ｐゴシック" charset="0"/>
              </a:defRPr>
            </a:lvl2pPr>
            <a:lvl3pPr marL="1143000" indent="-228600" eaLnBrk="0" hangingPunct="0">
              <a:defRPr sz="3600">
                <a:solidFill>
                  <a:schemeClr val="tx1"/>
                </a:solidFill>
                <a:latin typeface="Lato Light" charset="0"/>
                <a:ea typeface="ＭＳ Ｐゴシック" charset="0"/>
              </a:defRPr>
            </a:lvl3pPr>
            <a:lvl4pPr marL="1600200" indent="-228600" eaLnBrk="0" hangingPunct="0">
              <a:defRPr sz="3600">
                <a:solidFill>
                  <a:schemeClr val="tx1"/>
                </a:solidFill>
                <a:latin typeface="Lato Light" charset="0"/>
                <a:ea typeface="ＭＳ Ｐゴシック" charset="0"/>
              </a:defRPr>
            </a:lvl4pPr>
            <a:lvl5pPr marL="2057400" indent="-228600" eaLnBrk="0" hangingPunct="0">
              <a:defRPr sz="3600">
                <a:solidFill>
                  <a:schemeClr val="tx1"/>
                </a:solidFill>
                <a:latin typeface="Lato Light" charset="0"/>
                <a:ea typeface="ＭＳ Ｐゴシック" charset="0"/>
              </a:defRPr>
            </a:lvl5pPr>
            <a:lvl6pPr marL="2514600" indent="-228600" defTabSz="1827213" eaLnBrk="0" fontAlgn="base" hangingPunct="0">
              <a:spcBef>
                <a:spcPct val="0"/>
              </a:spcBef>
              <a:spcAft>
                <a:spcPct val="0"/>
              </a:spcAft>
              <a:defRPr sz="3600">
                <a:solidFill>
                  <a:schemeClr val="tx1"/>
                </a:solidFill>
                <a:latin typeface="Lato Light" charset="0"/>
                <a:ea typeface="ＭＳ Ｐゴシック" charset="0"/>
              </a:defRPr>
            </a:lvl6pPr>
            <a:lvl7pPr marL="2971800" indent="-228600" defTabSz="1827213" eaLnBrk="0" fontAlgn="base" hangingPunct="0">
              <a:spcBef>
                <a:spcPct val="0"/>
              </a:spcBef>
              <a:spcAft>
                <a:spcPct val="0"/>
              </a:spcAft>
              <a:defRPr sz="3600">
                <a:solidFill>
                  <a:schemeClr val="tx1"/>
                </a:solidFill>
                <a:latin typeface="Lato Light" charset="0"/>
                <a:ea typeface="ＭＳ Ｐゴシック" charset="0"/>
              </a:defRPr>
            </a:lvl7pPr>
            <a:lvl8pPr marL="3429000" indent="-228600" defTabSz="1827213" eaLnBrk="0" fontAlgn="base" hangingPunct="0">
              <a:spcBef>
                <a:spcPct val="0"/>
              </a:spcBef>
              <a:spcAft>
                <a:spcPct val="0"/>
              </a:spcAft>
              <a:defRPr sz="3600">
                <a:solidFill>
                  <a:schemeClr val="tx1"/>
                </a:solidFill>
                <a:latin typeface="Lato Light" charset="0"/>
                <a:ea typeface="ＭＳ Ｐゴシック" charset="0"/>
              </a:defRPr>
            </a:lvl8pPr>
            <a:lvl9pPr marL="3886200" indent="-228600" defTabSz="1827213" eaLnBrk="0" fontAlgn="base" hangingPunct="0">
              <a:spcBef>
                <a:spcPct val="0"/>
              </a:spcBef>
              <a:spcAft>
                <a:spcPct val="0"/>
              </a:spcAft>
              <a:defRPr sz="3600">
                <a:solidFill>
                  <a:schemeClr val="tx1"/>
                </a:solidFill>
                <a:latin typeface="Lato Light" charset="0"/>
                <a:ea typeface="ＭＳ Ｐゴシック" charset="0"/>
              </a:defRPr>
            </a:lvl9pPr>
          </a:lstStyle>
          <a:p>
            <a:pPr algn="ctr" eaLnBrk="1" hangingPunct="1"/>
            <a:r>
              <a:rPr lang="en-US" sz="1100" b="1" i="1" dirty="0">
                <a:latin typeface="+mn-lt"/>
                <a:ea typeface="Lato Black" pitchFamily="34" charset="0"/>
                <a:cs typeface="Lato Black" pitchFamily="34" charset="0"/>
              </a:rPr>
              <a:t>GIS Input Output for Asset Management</a:t>
            </a:r>
            <a:endParaRPr lang="id-ID" sz="1100" b="1" i="1" dirty="0">
              <a:latin typeface="+mn-lt"/>
              <a:ea typeface="Lato Black" pitchFamily="34" charset="0"/>
              <a:cs typeface="Lato Black" pitchFamily="34" charset="0"/>
            </a:endParaRPr>
          </a:p>
        </p:txBody>
      </p:sp>
      <p:cxnSp>
        <p:nvCxnSpPr>
          <p:cNvPr id="48" name="Straight Connector 47">
            <a:extLst>
              <a:ext uri="{FF2B5EF4-FFF2-40B4-BE49-F238E27FC236}">
                <a16:creationId xmlns:a16="http://schemas.microsoft.com/office/drawing/2014/main" id="{A7FD0E33-7B9B-5C1F-9446-18BA01322023}"/>
              </a:ext>
            </a:extLst>
          </p:cNvPr>
          <p:cNvCxnSpPr>
            <a:cxnSpLocks/>
          </p:cNvCxnSpPr>
          <p:nvPr/>
        </p:nvCxnSpPr>
        <p:spPr>
          <a:xfrm>
            <a:off x="6761508" y="1328478"/>
            <a:ext cx="4858229"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49" name="TextBox 31">
            <a:extLst>
              <a:ext uri="{FF2B5EF4-FFF2-40B4-BE49-F238E27FC236}">
                <a16:creationId xmlns:a16="http://schemas.microsoft.com/office/drawing/2014/main" id="{BD557EBC-E04F-3957-06E9-1363A0FEEA35}"/>
              </a:ext>
            </a:extLst>
          </p:cNvPr>
          <p:cNvSpPr txBox="1">
            <a:spLocks noChangeArrowheads="1"/>
          </p:cNvSpPr>
          <p:nvPr/>
        </p:nvSpPr>
        <p:spPr bwMode="auto">
          <a:xfrm>
            <a:off x="7736840" y="1151373"/>
            <a:ext cx="2763068" cy="430887"/>
          </a:xfrm>
          <a:prstGeom prst="rect">
            <a:avLst/>
          </a:prstGeom>
          <a:solidFill>
            <a:schemeClr val="bg1"/>
          </a:solidFill>
          <a:ln>
            <a:noFill/>
          </a:ln>
        </p:spPr>
        <p:txBody>
          <a:bodyPr wrap="square">
            <a:spAutoFit/>
          </a:bodyPr>
          <a:lstStyle>
            <a:lvl1pPr eaLnBrk="0" hangingPunct="0">
              <a:defRPr sz="3600">
                <a:solidFill>
                  <a:schemeClr val="tx1"/>
                </a:solidFill>
                <a:latin typeface="Lato Light" charset="0"/>
                <a:ea typeface="ＭＳ Ｐゴシック" charset="0"/>
                <a:cs typeface="ＭＳ Ｐゴシック" charset="0"/>
              </a:defRPr>
            </a:lvl1pPr>
            <a:lvl2pPr marL="742950" indent="-285750" eaLnBrk="0" hangingPunct="0">
              <a:defRPr sz="3600">
                <a:solidFill>
                  <a:schemeClr val="tx1"/>
                </a:solidFill>
                <a:latin typeface="Lato Light" charset="0"/>
                <a:ea typeface="ＭＳ Ｐゴシック" charset="0"/>
              </a:defRPr>
            </a:lvl2pPr>
            <a:lvl3pPr marL="1143000" indent="-228600" eaLnBrk="0" hangingPunct="0">
              <a:defRPr sz="3600">
                <a:solidFill>
                  <a:schemeClr val="tx1"/>
                </a:solidFill>
                <a:latin typeface="Lato Light" charset="0"/>
                <a:ea typeface="ＭＳ Ｐゴシック" charset="0"/>
              </a:defRPr>
            </a:lvl3pPr>
            <a:lvl4pPr marL="1600200" indent="-228600" eaLnBrk="0" hangingPunct="0">
              <a:defRPr sz="3600">
                <a:solidFill>
                  <a:schemeClr val="tx1"/>
                </a:solidFill>
                <a:latin typeface="Lato Light" charset="0"/>
                <a:ea typeface="ＭＳ Ｐゴシック" charset="0"/>
              </a:defRPr>
            </a:lvl4pPr>
            <a:lvl5pPr marL="2057400" indent="-228600" eaLnBrk="0" hangingPunct="0">
              <a:defRPr sz="3600">
                <a:solidFill>
                  <a:schemeClr val="tx1"/>
                </a:solidFill>
                <a:latin typeface="Lato Light" charset="0"/>
                <a:ea typeface="ＭＳ Ｐゴシック" charset="0"/>
              </a:defRPr>
            </a:lvl5pPr>
            <a:lvl6pPr marL="2514600" indent="-228600" defTabSz="1827213" eaLnBrk="0" fontAlgn="base" hangingPunct="0">
              <a:spcBef>
                <a:spcPct val="0"/>
              </a:spcBef>
              <a:spcAft>
                <a:spcPct val="0"/>
              </a:spcAft>
              <a:defRPr sz="3600">
                <a:solidFill>
                  <a:schemeClr val="tx1"/>
                </a:solidFill>
                <a:latin typeface="Lato Light" charset="0"/>
                <a:ea typeface="ＭＳ Ｐゴシック" charset="0"/>
              </a:defRPr>
            </a:lvl6pPr>
            <a:lvl7pPr marL="2971800" indent="-228600" defTabSz="1827213" eaLnBrk="0" fontAlgn="base" hangingPunct="0">
              <a:spcBef>
                <a:spcPct val="0"/>
              </a:spcBef>
              <a:spcAft>
                <a:spcPct val="0"/>
              </a:spcAft>
              <a:defRPr sz="3600">
                <a:solidFill>
                  <a:schemeClr val="tx1"/>
                </a:solidFill>
                <a:latin typeface="Lato Light" charset="0"/>
                <a:ea typeface="ＭＳ Ｐゴシック" charset="0"/>
              </a:defRPr>
            </a:lvl7pPr>
            <a:lvl8pPr marL="3429000" indent="-228600" defTabSz="1827213" eaLnBrk="0" fontAlgn="base" hangingPunct="0">
              <a:spcBef>
                <a:spcPct val="0"/>
              </a:spcBef>
              <a:spcAft>
                <a:spcPct val="0"/>
              </a:spcAft>
              <a:defRPr sz="3600">
                <a:solidFill>
                  <a:schemeClr val="tx1"/>
                </a:solidFill>
                <a:latin typeface="Lato Light" charset="0"/>
                <a:ea typeface="ＭＳ Ｐゴシック" charset="0"/>
              </a:defRPr>
            </a:lvl8pPr>
            <a:lvl9pPr marL="3886200" indent="-228600" defTabSz="1827213" eaLnBrk="0" fontAlgn="base" hangingPunct="0">
              <a:spcBef>
                <a:spcPct val="0"/>
              </a:spcBef>
              <a:spcAft>
                <a:spcPct val="0"/>
              </a:spcAft>
              <a:defRPr sz="3600">
                <a:solidFill>
                  <a:schemeClr val="tx1"/>
                </a:solidFill>
                <a:latin typeface="Lato Light" charset="0"/>
                <a:ea typeface="ＭＳ Ｐゴシック" charset="0"/>
              </a:defRPr>
            </a:lvl9pPr>
          </a:lstStyle>
          <a:p>
            <a:pPr algn="ctr" eaLnBrk="1" hangingPunct="1"/>
            <a:r>
              <a:rPr lang="en-US" sz="1100" b="1" i="1" dirty="0">
                <a:latin typeface="+mn-lt"/>
                <a:ea typeface="Lato Black" pitchFamily="34" charset="0"/>
                <a:cs typeface="Lato Black" pitchFamily="34" charset="0"/>
              </a:rPr>
              <a:t>GIS Input Output for Operation Management</a:t>
            </a:r>
            <a:endParaRPr lang="id-ID" sz="1100" b="1" i="1" dirty="0">
              <a:latin typeface="+mn-lt"/>
              <a:ea typeface="Lato Black" pitchFamily="34" charset="0"/>
              <a:cs typeface="Lato Black" pitchFamily="34" charset="0"/>
            </a:endParaRPr>
          </a:p>
        </p:txBody>
      </p:sp>
      <p:cxnSp>
        <p:nvCxnSpPr>
          <p:cNvPr id="50" name="Straight Connector 49">
            <a:extLst>
              <a:ext uri="{FF2B5EF4-FFF2-40B4-BE49-F238E27FC236}">
                <a16:creationId xmlns:a16="http://schemas.microsoft.com/office/drawing/2014/main" id="{3DA06D6C-53D0-3F45-A5D6-393852E05E73}"/>
              </a:ext>
            </a:extLst>
          </p:cNvPr>
          <p:cNvCxnSpPr>
            <a:cxnSpLocks/>
          </p:cNvCxnSpPr>
          <p:nvPr/>
        </p:nvCxnSpPr>
        <p:spPr>
          <a:xfrm>
            <a:off x="889487" y="4107575"/>
            <a:ext cx="4097406"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51" name="TextBox 31">
            <a:extLst>
              <a:ext uri="{FF2B5EF4-FFF2-40B4-BE49-F238E27FC236}">
                <a16:creationId xmlns:a16="http://schemas.microsoft.com/office/drawing/2014/main" id="{7456C813-7C9B-507A-82ED-39094F889F4E}"/>
              </a:ext>
            </a:extLst>
          </p:cNvPr>
          <p:cNvSpPr txBox="1">
            <a:spLocks noChangeArrowheads="1"/>
          </p:cNvSpPr>
          <p:nvPr/>
        </p:nvSpPr>
        <p:spPr bwMode="auto">
          <a:xfrm>
            <a:off x="1655951" y="3907320"/>
            <a:ext cx="2803005" cy="430887"/>
          </a:xfrm>
          <a:prstGeom prst="rect">
            <a:avLst/>
          </a:prstGeom>
          <a:solidFill>
            <a:schemeClr val="bg1"/>
          </a:solidFill>
          <a:ln>
            <a:noFill/>
          </a:ln>
        </p:spPr>
        <p:txBody>
          <a:bodyPr wrap="square">
            <a:spAutoFit/>
          </a:bodyPr>
          <a:lstStyle>
            <a:lvl1pPr eaLnBrk="0" hangingPunct="0">
              <a:defRPr sz="3600">
                <a:solidFill>
                  <a:schemeClr val="tx1"/>
                </a:solidFill>
                <a:latin typeface="Lato Light" charset="0"/>
                <a:ea typeface="ＭＳ Ｐゴシック" charset="0"/>
                <a:cs typeface="ＭＳ Ｐゴシック" charset="0"/>
              </a:defRPr>
            </a:lvl1pPr>
            <a:lvl2pPr marL="742950" indent="-285750" eaLnBrk="0" hangingPunct="0">
              <a:defRPr sz="3600">
                <a:solidFill>
                  <a:schemeClr val="tx1"/>
                </a:solidFill>
                <a:latin typeface="Lato Light" charset="0"/>
                <a:ea typeface="ＭＳ Ｐゴシック" charset="0"/>
              </a:defRPr>
            </a:lvl2pPr>
            <a:lvl3pPr marL="1143000" indent="-228600" eaLnBrk="0" hangingPunct="0">
              <a:defRPr sz="3600">
                <a:solidFill>
                  <a:schemeClr val="tx1"/>
                </a:solidFill>
                <a:latin typeface="Lato Light" charset="0"/>
                <a:ea typeface="ＭＳ Ｐゴシック" charset="0"/>
              </a:defRPr>
            </a:lvl3pPr>
            <a:lvl4pPr marL="1600200" indent="-228600" eaLnBrk="0" hangingPunct="0">
              <a:defRPr sz="3600">
                <a:solidFill>
                  <a:schemeClr val="tx1"/>
                </a:solidFill>
                <a:latin typeface="Lato Light" charset="0"/>
                <a:ea typeface="ＭＳ Ｐゴシック" charset="0"/>
              </a:defRPr>
            </a:lvl4pPr>
            <a:lvl5pPr marL="2057400" indent="-228600" eaLnBrk="0" hangingPunct="0">
              <a:defRPr sz="3600">
                <a:solidFill>
                  <a:schemeClr val="tx1"/>
                </a:solidFill>
                <a:latin typeface="Lato Light" charset="0"/>
                <a:ea typeface="ＭＳ Ｐゴシック" charset="0"/>
              </a:defRPr>
            </a:lvl5pPr>
            <a:lvl6pPr marL="2514600" indent="-228600" defTabSz="1827213" eaLnBrk="0" fontAlgn="base" hangingPunct="0">
              <a:spcBef>
                <a:spcPct val="0"/>
              </a:spcBef>
              <a:spcAft>
                <a:spcPct val="0"/>
              </a:spcAft>
              <a:defRPr sz="3600">
                <a:solidFill>
                  <a:schemeClr val="tx1"/>
                </a:solidFill>
                <a:latin typeface="Lato Light" charset="0"/>
                <a:ea typeface="ＭＳ Ｐゴシック" charset="0"/>
              </a:defRPr>
            </a:lvl6pPr>
            <a:lvl7pPr marL="2971800" indent="-228600" defTabSz="1827213" eaLnBrk="0" fontAlgn="base" hangingPunct="0">
              <a:spcBef>
                <a:spcPct val="0"/>
              </a:spcBef>
              <a:spcAft>
                <a:spcPct val="0"/>
              </a:spcAft>
              <a:defRPr sz="3600">
                <a:solidFill>
                  <a:schemeClr val="tx1"/>
                </a:solidFill>
                <a:latin typeface="Lato Light" charset="0"/>
                <a:ea typeface="ＭＳ Ｐゴシック" charset="0"/>
              </a:defRPr>
            </a:lvl7pPr>
            <a:lvl8pPr marL="3429000" indent="-228600" defTabSz="1827213" eaLnBrk="0" fontAlgn="base" hangingPunct="0">
              <a:spcBef>
                <a:spcPct val="0"/>
              </a:spcBef>
              <a:spcAft>
                <a:spcPct val="0"/>
              </a:spcAft>
              <a:defRPr sz="3600">
                <a:solidFill>
                  <a:schemeClr val="tx1"/>
                </a:solidFill>
                <a:latin typeface="Lato Light" charset="0"/>
                <a:ea typeface="ＭＳ Ｐゴシック" charset="0"/>
              </a:defRPr>
            </a:lvl8pPr>
            <a:lvl9pPr marL="3886200" indent="-228600" defTabSz="1827213" eaLnBrk="0" fontAlgn="base" hangingPunct="0">
              <a:spcBef>
                <a:spcPct val="0"/>
              </a:spcBef>
              <a:spcAft>
                <a:spcPct val="0"/>
              </a:spcAft>
              <a:defRPr sz="3600">
                <a:solidFill>
                  <a:schemeClr val="tx1"/>
                </a:solidFill>
                <a:latin typeface="Lato Light" charset="0"/>
                <a:ea typeface="ＭＳ Ｐゴシック" charset="0"/>
              </a:defRPr>
            </a:lvl9pPr>
          </a:lstStyle>
          <a:p>
            <a:pPr algn="ctr" eaLnBrk="1" hangingPunct="1"/>
            <a:r>
              <a:rPr lang="en-US" sz="1100" b="1" i="1" dirty="0">
                <a:latin typeface="+mn-lt"/>
                <a:ea typeface="Lato Black" pitchFamily="34" charset="0"/>
                <a:cs typeface="Lato Black" pitchFamily="34" charset="0"/>
              </a:rPr>
              <a:t>GIS Input Output for Connection Management</a:t>
            </a:r>
            <a:endParaRPr lang="id-ID" sz="1100" b="1" i="1" dirty="0">
              <a:latin typeface="+mn-lt"/>
              <a:ea typeface="Lato Black" pitchFamily="34" charset="0"/>
              <a:cs typeface="Lato Black" pitchFamily="34" charset="0"/>
            </a:endParaRPr>
          </a:p>
        </p:txBody>
      </p:sp>
      <p:cxnSp>
        <p:nvCxnSpPr>
          <p:cNvPr id="52" name="Straight Connector 51">
            <a:extLst>
              <a:ext uri="{FF2B5EF4-FFF2-40B4-BE49-F238E27FC236}">
                <a16:creationId xmlns:a16="http://schemas.microsoft.com/office/drawing/2014/main" id="{7A5D5DD8-D56B-AA54-628F-3AE091D25FDA}"/>
              </a:ext>
            </a:extLst>
          </p:cNvPr>
          <p:cNvCxnSpPr>
            <a:cxnSpLocks/>
          </p:cNvCxnSpPr>
          <p:nvPr/>
        </p:nvCxnSpPr>
        <p:spPr>
          <a:xfrm>
            <a:off x="7356270" y="4107575"/>
            <a:ext cx="4097406"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53" name="TextBox 31">
            <a:extLst>
              <a:ext uri="{FF2B5EF4-FFF2-40B4-BE49-F238E27FC236}">
                <a16:creationId xmlns:a16="http://schemas.microsoft.com/office/drawing/2014/main" id="{964044E6-BCEE-249D-8B72-B86B03A6FC2E}"/>
              </a:ext>
            </a:extLst>
          </p:cNvPr>
          <p:cNvSpPr txBox="1">
            <a:spLocks noChangeArrowheads="1"/>
          </p:cNvSpPr>
          <p:nvPr/>
        </p:nvSpPr>
        <p:spPr bwMode="auto">
          <a:xfrm>
            <a:off x="8015805" y="3907320"/>
            <a:ext cx="2643724" cy="430887"/>
          </a:xfrm>
          <a:prstGeom prst="rect">
            <a:avLst/>
          </a:prstGeom>
          <a:solidFill>
            <a:schemeClr val="bg1"/>
          </a:solidFill>
          <a:ln>
            <a:noFill/>
          </a:ln>
        </p:spPr>
        <p:txBody>
          <a:bodyPr wrap="square">
            <a:spAutoFit/>
          </a:bodyPr>
          <a:lstStyle>
            <a:lvl1pPr eaLnBrk="0" hangingPunct="0">
              <a:defRPr sz="3600">
                <a:solidFill>
                  <a:schemeClr val="tx1"/>
                </a:solidFill>
                <a:latin typeface="Lato Light" charset="0"/>
                <a:ea typeface="ＭＳ Ｐゴシック" charset="0"/>
                <a:cs typeface="ＭＳ Ｐゴシック" charset="0"/>
              </a:defRPr>
            </a:lvl1pPr>
            <a:lvl2pPr marL="742950" indent="-285750" eaLnBrk="0" hangingPunct="0">
              <a:defRPr sz="3600">
                <a:solidFill>
                  <a:schemeClr val="tx1"/>
                </a:solidFill>
                <a:latin typeface="Lato Light" charset="0"/>
                <a:ea typeface="ＭＳ Ｐゴシック" charset="0"/>
              </a:defRPr>
            </a:lvl2pPr>
            <a:lvl3pPr marL="1143000" indent="-228600" eaLnBrk="0" hangingPunct="0">
              <a:defRPr sz="3600">
                <a:solidFill>
                  <a:schemeClr val="tx1"/>
                </a:solidFill>
                <a:latin typeface="Lato Light" charset="0"/>
                <a:ea typeface="ＭＳ Ｐゴシック" charset="0"/>
              </a:defRPr>
            </a:lvl3pPr>
            <a:lvl4pPr marL="1600200" indent="-228600" eaLnBrk="0" hangingPunct="0">
              <a:defRPr sz="3600">
                <a:solidFill>
                  <a:schemeClr val="tx1"/>
                </a:solidFill>
                <a:latin typeface="Lato Light" charset="0"/>
                <a:ea typeface="ＭＳ Ｐゴシック" charset="0"/>
              </a:defRPr>
            </a:lvl4pPr>
            <a:lvl5pPr marL="2057400" indent="-228600" eaLnBrk="0" hangingPunct="0">
              <a:defRPr sz="3600">
                <a:solidFill>
                  <a:schemeClr val="tx1"/>
                </a:solidFill>
                <a:latin typeface="Lato Light" charset="0"/>
                <a:ea typeface="ＭＳ Ｐゴシック" charset="0"/>
              </a:defRPr>
            </a:lvl5pPr>
            <a:lvl6pPr marL="2514600" indent="-228600" defTabSz="1827213" eaLnBrk="0" fontAlgn="base" hangingPunct="0">
              <a:spcBef>
                <a:spcPct val="0"/>
              </a:spcBef>
              <a:spcAft>
                <a:spcPct val="0"/>
              </a:spcAft>
              <a:defRPr sz="3600">
                <a:solidFill>
                  <a:schemeClr val="tx1"/>
                </a:solidFill>
                <a:latin typeface="Lato Light" charset="0"/>
                <a:ea typeface="ＭＳ Ｐゴシック" charset="0"/>
              </a:defRPr>
            </a:lvl6pPr>
            <a:lvl7pPr marL="2971800" indent="-228600" defTabSz="1827213" eaLnBrk="0" fontAlgn="base" hangingPunct="0">
              <a:spcBef>
                <a:spcPct val="0"/>
              </a:spcBef>
              <a:spcAft>
                <a:spcPct val="0"/>
              </a:spcAft>
              <a:defRPr sz="3600">
                <a:solidFill>
                  <a:schemeClr val="tx1"/>
                </a:solidFill>
                <a:latin typeface="Lato Light" charset="0"/>
                <a:ea typeface="ＭＳ Ｐゴシック" charset="0"/>
              </a:defRPr>
            </a:lvl7pPr>
            <a:lvl8pPr marL="3429000" indent="-228600" defTabSz="1827213" eaLnBrk="0" fontAlgn="base" hangingPunct="0">
              <a:spcBef>
                <a:spcPct val="0"/>
              </a:spcBef>
              <a:spcAft>
                <a:spcPct val="0"/>
              </a:spcAft>
              <a:defRPr sz="3600">
                <a:solidFill>
                  <a:schemeClr val="tx1"/>
                </a:solidFill>
                <a:latin typeface="Lato Light" charset="0"/>
                <a:ea typeface="ＭＳ Ｐゴシック" charset="0"/>
              </a:defRPr>
            </a:lvl8pPr>
            <a:lvl9pPr marL="3886200" indent="-228600" defTabSz="1827213" eaLnBrk="0" fontAlgn="base" hangingPunct="0">
              <a:spcBef>
                <a:spcPct val="0"/>
              </a:spcBef>
              <a:spcAft>
                <a:spcPct val="0"/>
              </a:spcAft>
              <a:defRPr sz="3600">
                <a:solidFill>
                  <a:schemeClr val="tx1"/>
                </a:solidFill>
                <a:latin typeface="Lato Light" charset="0"/>
                <a:ea typeface="ＭＳ Ｐゴシック" charset="0"/>
              </a:defRPr>
            </a:lvl9pPr>
          </a:lstStyle>
          <a:p>
            <a:pPr algn="ctr" eaLnBrk="1" hangingPunct="1"/>
            <a:r>
              <a:rPr lang="en-US" sz="1100" b="1" i="1" dirty="0">
                <a:latin typeface="+mn-lt"/>
                <a:ea typeface="Lato Black" pitchFamily="34" charset="0"/>
                <a:cs typeface="Lato Black" pitchFamily="34" charset="0"/>
              </a:rPr>
              <a:t>GIS Input Output for Network Management</a:t>
            </a:r>
            <a:endParaRPr lang="id-ID" sz="1100" b="1" i="1" dirty="0">
              <a:latin typeface="+mn-lt"/>
              <a:ea typeface="Lato Black" pitchFamily="34" charset="0"/>
              <a:cs typeface="Lato Black" pitchFamily="34" charset="0"/>
            </a:endParaRPr>
          </a:p>
        </p:txBody>
      </p:sp>
      <p:sp>
        <p:nvSpPr>
          <p:cNvPr id="9" name="Oval 8">
            <a:extLst>
              <a:ext uri="{FF2B5EF4-FFF2-40B4-BE49-F238E27FC236}">
                <a16:creationId xmlns:a16="http://schemas.microsoft.com/office/drawing/2014/main" id="{FD50BCAD-28C7-9DD3-E08E-7F1C1E401A6D}"/>
              </a:ext>
            </a:extLst>
          </p:cNvPr>
          <p:cNvSpPr/>
          <p:nvPr/>
        </p:nvSpPr>
        <p:spPr bwMode="gray">
          <a:xfrm>
            <a:off x="514663" y="1577980"/>
            <a:ext cx="1862777" cy="212638"/>
          </a:xfrm>
          <a:prstGeom prst="ellipse">
            <a:avLst/>
          </a:prstGeom>
          <a:solidFill>
            <a:schemeClr val="accent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050" b="1" dirty="0">
                <a:solidFill>
                  <a:schemeClr val="bg1"/>
                </a:solidFill>
              </a:rPr>
              <a:t>INPUT</a:t>
            </a:r>
          </a:p>
        </p:txBody>
      </p:sp>
    </p:spTree>
    <p:extLst>
      <p:ext uri="{BB962C8B-B14F-4D97-AF65-F5344CB8AC3E}">
        <p14:creationId xmlns:p14="http://schemas.microsoft.com/office/powerpoint/2010/main" val="293892509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2E970D-93FF-D3CC-8D1E-96B37143DACB}"/>
            </a:ext>
          </a:extLst>
        </p:cNvPr>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819C4389-FC4A-B073-9221-88C584DD7069}"/>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15" imgH="416" progId="TCLayout.ActiveDocument.1">
                  <p:embed/>
                </p:oleObj>
              </mc:Choice>
              <mc:Fallback>
                <p:oleObj name="think-cell Slide" r:id="rId3" imgW="415" imgH="416" progId="TCLayout.ActiveDocument.1">
                  <p:embed/>
                  <p:pic>
                    <p:nvPicPr>
                      <p:cNvPr id="5" name="think-cell data - do not delete" hidden="1">
                        <a:extLst>
                          <a:ext uri="{FF2B5EF4-FFF2-40B4-BE49-F238E27FC236}">
                            <a16:creationId xmlns:a16="http://schemas.microsoft.com/office/drawing/2014/main" id="{819C4389-FC4A-B073-9221-88C584DD7069}"/>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6" name="Title 2">
            <a:extLst>
              <a:ext uri="{FF2B5EF4-FFF2-40B4-BE49-F238E27FC236}">
                <a16:creationId xmlns:a16="http://schemas.microsoft.com/office/drawing/2014/main" id="{3B6C83BC-A35F-898D-E17E-B5FDDD567729}"/>
              </a:ext>
            </a:extLst>
          </p:cNvPr>
          <p:cNvSpPr txBox="1">
            <a:spLocks/>
          </p:cNvSpPr>
          <p:nvPr/>
        </p:nvSpPr>
        <p:spPr bwMode="gray">
          <a:xfrm>
            <a:off x="514664" y="266400"/>
            <a:ext cx="11284986" cy="419591"/>
          </a:xfrm>
          <a:prstGeom prst="rect">
            <a:avLst/>
          </a:prstGeom>
        </p:spPr>
        <p:txBody>
          <a:bodyPr vert="horz" lIns="0" tIns="0" rIns="0" bIns="0" rtlCol="0" anchor="t" anchorCtr="0">
            <a:noAutofit/>
          </a:bodyPr>
          <a:lstStyle>
            <a:lvl1pPr algn="l" defTabSz="914400" rtl="0" eaLnBrk="1" latinLnBrk="0" hangingPunct="1">
              <a:spcBef>
                <a:spcPct val="0"/>
              </a:spcBef>
              <a:buNone/>
              <a:defRPr sz="2400" kern="1200">
                <a:solidFill>
                  <a:schemeClr val="tx1"/>
                </a:solidFill>
                <a:latin typeface="+mn-lt"/>
                <a:ea typeface="+mj-ea"/>
                <a:cs typeface="Calibri Light" panose="020F0302020204030204" pitchFamily="34" charset="0"/>
              </a:defRPr>
            </a:lvl1pPr>
          </a:lstStyle>
          <a:p>
            <a:r>
              <a:rPr lang="en-US" sz="1800" b="1" dirty="0">
                <a:latin typeface="Verdana" panose="020B0604030504040204" pitchFamily="34" charset="0"/>
                <a:ea typeface="Verdana" panose="020B0604030504040204" pitchFamily="34" charset="0"/>
                <a:cs typeface="+mj-cs"/>
              </a:rPr>
              <a:t>Key Takeaways</a:t>
            </a:r>
          </a:p>
        </p:txBody>
      </p:sp>
      <p:cxnSp>
        <p:nvCxnSpPr>
          <p:cNvPr id="92" name="Straight Connector 91">
            <a:extLst>
              <a:ext uri="{FF2B5EF4-FFF2-40B4-BE49-F238E27FC236}">
                <a16:creationId xmlns:a16="http://schemas.microsoft.com/office/drawing/2014/main" id="{7A0440A4-161A-3262-E34B-60E7B0302268}"/>
              </a:ext>
            </a:extLst>
          </p:cNvPr>
          <p:cNvCxnSpPr>
            <a:cxnSpLocks/>
          </p:cNvCxnSpPr>
          <p:nvPr/>
        </p:nvCxnSpPr>
        <p:spPr>
          <a:xfrm flipV="1">
            <a:off x="514664" y="685991"/>
            <a:ext cx="11196000" cy="43593"/>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sp>
        <p:nvSpPr>
          <p:cNvPr id="2" name="Rectangle: Rounded Corners 1">
            <a:extLst>
              <a:ext uri="{FF2B5EF4-FFF2-40B4-BE49-F238E27FC236}">
                <a16:creationId xmlns:a16="http://schemas.microsoft.com/office/drawing/2014/main" id="{41181586-4B74-057B-B225-F653A0BF6736}"/>
              </a:ext>
            </a:extLst>
          </p:cNvPr>
          <p:cNvSpPr/>
          <p:nvPr/>
        </p:nvSpPr>
        <p:spPr bwMode="gray">
          <a:xfrm>
            <a:off x="1484243" y="1560442"/>
            <a:ext cx="10058400" cy="4437195"/>
          </a:xfrm>
          <a:prstGeom prst="roundRect">
            <a:avLst/>
          </a:prstGeom>
          <a:ln>
            <a:headEnd/>
            <a:tailEnd/>
          </a:ln>
        </p:spPr>
        <p:style>
          <a:lnRef idx="2">
            <a:schemeClr val="accent1"/>
          </a:lnRef>
          <a:fillRef idx="1">
            <a:schemeClr val="lt1"/>
          </a:fillRef>
          <a:effectRef idx="0">
            <a:schemeClr val="accent1"/>
          </a:effectRef>
          <a:fontRef idx="minor">
            <a:schemeClr val="dk1"/>
          </a:fontRef>
        </p:style>
        <p:txBody>
          <a:bodyPr wrap="square" lIns="88900" tIns="88900" rIns="88900" bIns="88900" rtlCol="0" anchor="ctr"/>
          <a:lstStyle/>
          <a:p>
            <a:pPr marL="285750" indent="-285750">
              <a:lnSpc>
                <a:spcPct val="106000"/>
              </a:lnSpc>
              <a:buFont typeface="Arial" panose="020B0604020202020204" pitchFamily="34" charset="0"/>
              <a:buChar char="•"/>
            </a:pPr>
            <a:r>
              <a:rPr lang="en-US" b="1" dirty="0">
                <a:solidFill>
                  <a:schemeClr val="tx1"/>
                </a:solidFill>
              </a:rPr>
              <a:t>Growth trend in both Indian Power Sector as well as global GIS market (with countries like India and China leading in the Asia Pacific region as per market research reports)</a:t>
            </a:r>
          </a:p>
          <a:p>
            <a:pPr marL="285750" indent="-285750">
              <a:lnSpc>
                <a:spcPct val="106000"/>
              </a:lnSpc>
              <a:buFont typeface="Arial" panose="020B0604020202020204" pitchFamily="34" charset="0"/>
              <a:buChar char="•"/>
            </a:pPr>
            <a:endParaRPr lang="en-US" b="1" dirty="0">
              <a:solidFill>
                <a:schemeClr val="tx1"/>
              </a:solidFill>
            </a:endParaRPr>
          </a:p>
          <a:p>
            <a:pPr marL="285750" indent="-285750">
              <a:lnSpc>
                <a:spcPct val="106000"/>
              </a:lnSpc>
              <a:buFont typeface="Arial" panose="020B0604020202020204" pitchFamily="34" charset="0"/>
              <a:buChar char="•"/>
            </a:pPr>
            <a:r>
              <a:rPr lang="en-US" b="1" dirty="0">
                <a:solidFill>
                  <a:schemeClr val="tx1"/>
                </a:solidFill>
              </a:rPr>
              <a:t>Increasing trend of Indian Power Utilities adopting GIS</a:t>
            </a:r>
          </a:p>
          <a:p>
            <a:pPr marL="285750" indent="-285750">
              <a:lnSpc>
                <a:spcPct val="106000"/>
              </a:lnSpc>
              <a:buFont typeface="Arial" panose="020B0604020202020204" pitchFamily="34" charset="0"/>
              <a:buChar char="•"/>
            </a:pPr>
            <a:endParaRPr lang="en-US" b="1" dirty="0">
              <a:solidFill>
                <a:schemeClr val="tx1"/>
              </a:solidFill>
            </a:endParaRPr>
          </a:p>
          <a:p>
            <a:pPr marL="285750" indent="-285750">
              <a:lnSpc>
                <a:spcPct val="106000"/>
              </a:lnSpc>
              <a:buFont typeface="Arial" panose="020B0604020202020204" pitchFamily="34" charset="0"/>
              <a:buChar char="•"/>
            </a:pPr>
            <a:r>
              <a:rPr lang="en-US" b="1" dirty="0">
                <a:solidFill>
                  <a:schemeClr val="tx1"/>
                </a:solidFill>
              </a:rPr>
              <a:t>Opportunity for Deloitte to tap into growing GIS market especially with respect to the Power sector</a:t>
            </a:r>
          </a:p>
          <a:p>
            <a:pPr marL="285750" indent="-285750">
              <a:lnSpc>
                <a:spcPct val="106000"/>
              </a:lnSpc>
              <a:buFont typeface="Arial" panose="020B0604020202020204" pitchFamily="34" charset="0"/>
              <a:buChar char="•"/>
            </a:pPr>
            <a:endParaRPr lang="en-US" b="1" dirty="0">
              <a:solidFill>
                <a:schemeClr val="tx1"/>
              </a:solidFill>
            </a:endParaRPr>
          </a:p>
          <a:p>
            <a:pPr marL="285750" indent="-285750">
              <a:lnSpc>
                <a:spcPct val="106000"/>
              </a:lnSpc>
              <a:buFont typeface="Arial" panose="020B0604020202020204" pitchFamily="34" charset="0"/>
              <a:buChar char="•"/>
            </a:pPr>
            <a:r>
              <a:rPr lang="en-US" b="1" dirty="0">
                <a:solidFill>
                  <a:schemeClr val="tx1"/>
                </a:solidFill>
              </a:rPr>
              <a:t>Significant on-ground personnel with relevant experience would likely be required</a:t>
            </a:r>
          </a:p>
          <a:p>
            <a:pPr marL="285750" indent="-285750">
              <a:lnSpc>
                <a:spcPct val="106000"/>
              </a:lnSpc>
              <a:buFont typeface="Arial" panose="020B0604020202020204" pitchFamily="34" charset="0"/>
              <a:buChar char="•"/>
            </a:pPr>
            <a:endParaRPr lang="en-US" b="1" dirty="0">
              <a:solidFill>
                <a:schemeClr val="tx1"/>
              </a:solidFill>
            </a:endParaRPr>
          </a:p>
          <a:p>
            <a:pPr marL="285750" indent="-285750">
              <a:lnSpc>
                <a:spcPct val="106000"/>
              </a:lnSpc>
              <a:buFont typeface="Arial" panose="020B0604020202020204" pitchFamily="34" charset="0"/>
              <a:buChar char="•"/>
            </a:pPr>
            <a:r>
              <a:rPr lang="en-US" b="1" dirty="0">
                <a:solidFill>
                  <a:schemeClr val="tx1"/>
                </a:solidFill>
              </a:rPr>
              <a:t>Relook at Deloitte’s current capabilities to carry out such projects and addressing gaps if any finds some merit</a:t>
            </a:r>
          </a:p>
        </p:txBody>
      </p:sp>
      <p:pic>
        <p:nvPicPr>
          <p:cNvPr id="3" name="Graphic 2" descr="Right pointing backhand index with solid fill">
            <a:extLst>
              <a:ext uri="{FF2B5EF4-FFF2-40B4-BE49-F238E27FC236}">
                <a16:creationId xmlns:a16="http://schemas.microsoft.com/office/drawing/2014/main" id="{C49A3418-CFC5-2FD7-AFFB-0865B920A4EB}"/>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23872" y="1801728"/>
            <a:ext cx="673067" cy="673067"/>
          </a:xfrm>
          <a:prstGeom prst="rect">
            <a:avLst/>
          </a:prstGeom>
        </p:spPr>
      </p:pic>
      <p:pic>
        <p:nvPicPr>
          <p:cNvPr id="4" name="Graphic 3" descr="Right pointing backhand index with solid fill">
            <a:extLst>
              <a:ext uri="{FF2B5EF4-FFF2-40B4-BE49-F238E27FC236}">
                <a16:creationId xmlns:a16="http://schemas.microsoft.com/office/drawing/2014/main" id="{8819CF1F-163A-8A43-0D7A-58862AF5779B}"/>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23871" y="2757453"/>
            <a:ext cx="673067" cy="673067"/>
          </a:xfrm>
          <a:prstGeom prst="rect">
            <a:avLst/>
          </a:prstGeom>
        </p:spPr>
      </p:pic>
      <p:pic>
        <p:nvPicPr>
          <p:cNvPr id="7" name="Graphic 6" descr="Right pointing backhand index with solid fill">
            <a:extLst>
              <a:ext uri="{FF2B5EF4-FFF2-40B4-BE49-F238E27FC236}">
                <a16:creationId xmlns:a16="http://schemas.microsoft.com/office/drawing/2014/main" id="{F729AAE2-C02D-6D84-F5C4-CD08CE207ADB}"/>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49357" y="4215637"/>
            <a:ext cx="673067" cy="673067"/>
          </a:xfrm>
          <a:prstGeom prst="rect">
            <a:avLst/>
          </a:prstGeom>
        </p:spPr>
      </p:pic>
      <p:pic>
        <p:nvPicPr>
          <p:cNvPr id="9" name="Graphic 8" descr="Right pointing backhand index with solid fill">
            <a:extLst>
              <a:ext uri="{FF2B5EF4-FFF2-40B4-BE49-F238E27FC236}">
                <a16:creationId xmlns:a16="http://schemas.microsoft.com/office/drawing/2014/main" id="{1216163B-4B7D-B6CE-0FF0-9CBBB0F50437}"/>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23871" y="5118816"/>
            <a:ext cx="673067" cy="673067"/>
          </a:xfrm>
          <a:prstGeom prst="rect">
            <a:avLst/>
          </a:prstGeom>
        </p:spPr>
      </p:pic>
      <p:pic>
        <p:nvPicPr>
          <p:cNvPr id="10" name="Graphic 9" descr="Right pointing backhand index with solid fill">
            <a:extLst>
              <a:ext uri="{FF2B5EF4-FFF2-40B4-BE49-F238E27FC236}">
                <a16:creationId xmlns:a16="http://schemas.microsoft.com/office/drawing/2014/main" id="{C2BCB5B6-0ED3-0140-5F5A-F28062C0D590}"/>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20179" y="3427514"/>
            <a:ext cx="673067" cy="673067"/>
          </a:xfrm>
          <a:prstGeom prst="rect">
            <a:avLst/>
          </a:prstGeom>
        </p:spPr>
      </p:pic>
    </p:spTree>
    <p:extLst>
      <p:ext uri="{BB962C8B-B14F-4D97-AF65-F5344CB8AC3E}">
        <p14:creationId xmlns:p14="http://schemas.microsoft.com/office/powerpoint/2010/main" val="1716672130"/>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PRESENTATIONDONOTDELETE" val="&lt;?xml version=&quot;1.0&quot; encoding=&quot;UTF-16&quot; standalone=&quot;yes&quot;?&gt;&lt;root reqver=&quot;27037&quot;&gt;&lt;version val=&quot;32830&quot;/&gt;&lt;CPresentation id=&quot;1&quot;&gt;&lt;m_precDefaultNumber&gt;&lt;m_bNumberIsYear val=&quot;1&quot;/&gt;&lt;m_chMinusSymbol&gt;-&lt;/m_chMinusSymbol&gt;&lt;m_chDecimalSymbol17909&gt;.&lt;/m_chDecimalSymbol17909&gt;&lt;m_nGroupingDigits17909 val=&quot;2147483647&quot;/&gt;&lt;m_yearfmt&gt;&lt;begin val=&quot;0&quot;/&gt;&lt;end val=&quot;4&quot;/&gt;&lt;/m_yearfmt&gt;&lt;/m_precDefaultNumber&gt;&lt;m_precDefaultPercent&gt;&lt;m_bNumberIsYear val=&quot;1&quot;/&gt;&lt;m_chMinusSymbol&gt;-&lt;/m_chMinusSymbol&gt;&lt;m_nDecimalDigits17909 val=&quot;0&quot;/&gt;&lt;m_chDecimalSymbol17909&gt;.&lt;/m_chDecimalSymbol17909&gt;&lt;m_nGroupingDigits17909 val=&quot;2147483647&quot;/&gt;&lt;m_strSuffix17909&gt;%&lt;/m_strSuffix17909&gt;&lt;m_yearfmt&gt;&lt;begin val=&quot;0&quot;/&gt;&lt;end val=&quot;4&quot;/&gt;&lt;/m_yearfmt&gt;&lt;/m_precDefaultPercent&gt;&lt;m_precDefaultDate&gt;&lt;m_bNumberIsYear val=&quot;0&quot;/&gt;&lt;m_strFormatTime&gt;%d-%m-%Y&lt;/m_strFormatTime&gt;&lt;m_yearfmt&gt;&lt;begin val=&quot;0&quot;/&gt;&lt;end val=&quot;0&quot;/&gt;&lt;/m_yearfmt&gt;&lt;/m_precDefaultDate&gt;&lt;m_precDefaultDay&gt;&lt;m_yearfmt&gt;&lt;begin val=&quot;0&quot;/&gt;&lt;end val=&quot;4&quot;/&gt;&lt;/m_yearfmt&gt;&lt;/m_precDefaultDay&gt;&lt;m_precDefaultWeek&gt;&lt;m_yearfmt&gt;&lt;begin val=&quot;0&quot;/&gt;&lt;end val=&quot;4&quot;/&gt;&lt;/m_yearfmt&gt;&lt;/m_precDefaultWeek&gt;&lt;m_precDefaultMonth&gt;&lt;m_yearfmt&gt;&lt;begin val=&quot;0&quot;/&gt;&lt;end val=&quot;4&quot;/&gt;&lt;/m_yearfmt&gt;&lt;/m_precDefaultMonth&gt;&lt;m_precDefaultQuarter&gt;&lt;m_yearfmt&gt;&lt;begin val=&quot;0&quot;/&gt;&lt;end val=&quot;4&quot;/&gt;&lt;/m_yearfmt&gt;&lt;/m_precDefaultQuarter&gt;&lt;m_precDefaultYear&gt;&lt;m_yearfmt&gt;&lt;begin val=&quot;0&quot;/&gt;&lt;end val=&quot;4&quot;/&gt;&lt;/m_yearfmt&gt;&lt;/m_precDefaultYear&gt;&lt;m_precDefaultFYDay&gt;&lt;m_yearfmt&gt;&lt;begin val=&quot;0&quot;/&gt;&lt;end val=&quot;4&quot;/&gt;&lt;/m_yearfmt&gt;&lt;/m_precDefaultFYDay&gt;&lt;m_precDefaultFYWeek&gt;&lt;m_yearfmt&gt;&lt;begin val=&quot;0&quot;/&gt;&lt;end val=&quot;4&quot;/&gt;&lt;/m_yearfmt&gt;&lt;/m_precDefaultFYWeek&gt;&lt;m_precDefaultFYMonth&gt;&lt;m_yearfmt&gt;&lt;begin val=&quot;0&quot;/&gt;&lt;end val=&quot;4&quot;/&gt;&lt;/m_yearfmt&gt;&lt;/m_precDefaultFYMonth&gt;&lt;m_precDefaultFYQuarter&gt;&lt;m_yearfmt&gt;&lt;begin val=&quot;0&quot;/&gt;&lt;end val=&quot;4&quot;/&gt;&lt;/m_yearfmt&gt;&lt;/m_precDefaultFYQuarter&gt;&lt;m_precDefaultFYYear&gt;&lt;m_yearfmt&gt;&lt;begin val=&quot;0&quot;/&gt;&lt;end val=&quot;4&quot;/&gt;&lt;/m_yearfmt&gt;&lt;/m_precDefaultFYYear&gt;&lt;m_mruColor&gt;&lt;m_vecMRU length=&quot;1&quot;&gt;&lt;elem m_fUsage=&quot;1.00000000000000000000E+00&quot;&gt;&lt;m_msothmcolidx val=&quot;0&quot;/&gt;&lt;m_rgb r=&quot;0C&quot; g=&quot;0C&quot; b=&quot;0C&quot;/&gt;&lt;/elem&gt;&lt;/m_vecMRU&gt;&lt;/m_mruColor&gt;&lt;m_eweekdayFirstOfWeek val=&quot;2&quot;/&gt;&lt;m_eweekdayFirstOfWorkweek val=&quot;2&quot;/&gt;&lt;m_eweekdayFirstOfWeekend val=&quot;7&quot;/&gt;&lt;/CPresentation&gt;&lt;/root&gt;"/>
  <p:tag name="THINKCELLUNDODONOTDELETE" val="0"/>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qRvZVlYlwYHyZ._nOrIlpQ"/>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SMARTREAD" val="{Smart Divider title}"/>
  <p:tag name="SMARTWRITE" val="{Smart Divider title}"/>
</p:tagLst>
</file>

<file path=ppt/tags/tag6.xml><?xml version="1.0" encoding="utf-8"?>
<p:tagLst xmlns:a="http://schemas.openxmlformats.org/drawingml/2006/main" xmlns:r="http://schemas.openxmlformats.org/officeDocument/2006/relationships" xmlns:p="http://schemas.openxmlformats.org/presentationml/2006/main">
  <p:tag name="SMARTSHAPETYPE" val="dividertocplaceholder"/>
</p:tagLst>
</file>

<file path=ppt/tags/tag7.xml><?xml version="1.0" encoding="utf-8"?>
<p:tagLst xmlns:a="http://schemas.openxmlformats.org/drawingml/2006/main" xmlns:r="http://schemas.openxmlformats.org/officeDocument/2006/relationships" xmlns:p="http://schemas.openxmlformats.org/presentationml/2006/main">
  <p:tag name="SMARTWRITE" val="{!PageNumber}"/>
  <p:tag name="SMARTLOCKSHAPE" val="Yes"/>
  <p:tag name="SMARTOBJECT" val="Page Number v.3"/>
</p:tagLst>
</file>

<file path=ppt/tags/tag8.xml><?xml version="1.0" encoding="utf-8"?>
<p:tagLst xmlns:a="http://schemas.openxmlformats.org/drawingml/2006/main" xmlns:r="http://schemas.openxmlformats.org/officeDocument/2006/relationships" xmlns:p="http://schemas.openxmlformats.org/presentationml/2006/main">
  <p:tag name="SMARTSHAPETYPE" val="HORIZONTALTOCPLACEHOLDER"/>
</p:tagLst>
</file>

<file path=ppt/tags/tag9.xml><?xml version="1.0" encoding="utf-8"?>
<p:tagLst xmlns:a="http://schemas.openxmlformats.org/drawingml/2006/main" xmlns:r="http://schemas.openxmlformats.org/officeDocument/2006/relationships" xmlns:p="http://schemas.openxmlformats.org/presentationml/2006/main">
  <p:tag name="SMARTLOCKSHAPE" val="Yes"/>
  <p:tag name="SMARTOBJECT" val="Section Footer v.2"/>
  <p:tag name="SMARTWRITE" val="{@Title}"/>
</p:tagLst>
</file>

<file path=ppt/tags/tag10.xml><?xml version="1.0" encoding="utf-8"?>
<p:tagLst xmlns:a="http://schemas.openxmlformats.org/drawingml/2006/main" xmlns:r="http://schemas.openxmlformats.org/officeDocument/2006/relationships" xmlns:p="http://schemas.openxmlformats.org/presentationml/2006/main">
  <p:tag name="SMARTLOCKSHAPE" val="Yes"/>
  <p:tag name="SMARTOBJECT" val="Section Header v.2"/>
  <p:tag name="SMARTISVISIBLE" val="{$SmartDividernumber}!=-1"/>
  <p:tag name="SMARTWRITE" val="{$SmartDividernumber} {$Smart Divider title}"/>
</p:tagLst>
</file>

<file path=ppt/tags/tag11.xml><?xml version="1.0" encoding="utf-8"?>
<p:tagLst xmlns:a="http://schemas.openxmlformats.org/drawingml/2006/main" xmlns:r="http://schemas.openxmlformats.org/officeDocument/2006/relationships" xmlns:p="http://schemas.openxmlformats.org/presentationml/2006/main">
  <p:tag name="SMARTISVISIBLE" val="{@Show Draft stamp} = Yes"/>
  <p:tag name="SMARTWRITE" val="{@Draft stamp}"/>
  <p:tag name="SMARTLOCKSHAPE" val="Yes"/>
</p:tagLst>
</file>

<file path=ppt/tags/tag12.xml><?xml version="1.0" encoding="utf-8"?>
<p:tagLst xmlns:a="http://schemas.openxmlformats.org/drawingml/2006/main" xmlns:r="http://schemas.openxmlformats.org/officeDocument/2006/relationships" xmlns:p="http://schemas.openxmlformats.org/presentationml/2006/main">
  <p:tag name="SMARTISVISIBLE" val="{@Show Date FilePath} = Yes"/>
  <p:tag name="SMARTWRITE" val="{!Today} {!FilePath}"/>
  <p:tag name="SMARTLOCKSHAPE" val="Yes"/>
</p:tagLst>
</file>

<file path=ppt/tags/tag13.xml><?xml version="1.0" encoding="utf-8"?>
<p:tagLst xmlns:a="http://schemas.openxmlformats.org/drawingml/2006/main" xmlns:r="http://schemas.openxmlformats.org/officeDocument/2006/relationships" xmlns:p="http://schemas.openxmlformats.org/presentationml/2006/main">
  <p:tag name="SMARTSLIDETYPE" val="Divider"/>
  <p:tag name="SMARTDIVIDERTYPE" val="Section"/>
  <p:tag name="SMARTDIVIDERTEXT" val="Section"/>
  <p:tag name="SMARTDIVIDERLEVEL" val="0"/>
  <p:tag name="SMARTDIVIDERTOCSTYLE" val="Section TOC"/>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1_Deloitte 16_9 onscreen">
  <a:themeElements>
    <a:clrScheme name="Deloitte_2020">
      <a:dk1>
        <a:sysClr val="windowText" lastClr="000000"/>
      </a:dk1>
      <a:lt1>
        <a:sysClr val="window" lastClr="FFFFFF"/>
      </a:lt1>
      <a:dk2>
        <a:srgbClr val="53565A"/>
      </a:dk2>
      <a:lt2>
        <a:srgbClr val="D0D0CE"/>
      </a:lt2>
      <a:accent1>
        <a:srgbClr val="86BC25"/>
      </a:accent1>
      <a:accent2>
        <a:srgbClr val="43B02A"/>
      </a:accent2>
      <a:accent3>
        <a:srgbClr val="26890D"/>
      </a:accent3>
      <a:accent4>
        <a:srgbClr val="046A38"/>
      </a:accent4>
      <a:accent5>
        <a:srgbClr val="0D8390"/>
      </a:accent5>
      <a:accent6>
        <a:srgbClr val="007CB0"/>
      </a:accent6>
      <a:hlink>
        <a:srgbClr val="00A3E0"/>
      </a:hlink>
      <a:folHlink>
        <a:srgbClr val="7F7F7F"/>
      </a:folHlink>
    </a:clrScheme>
    <a:fontScheme name="Deloitte Powerpoint font">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gray">
        <a:solidFill>
          <a:schemeClr val="accent3"/>
        </a:solidFill>
        <a:ln w="19050" algn="ctr">
          <a:noFill/>
          <a:miter lim="800000"/>
          <a:headEnd/>
          <a:tailEnd/>
        </a:ln>
      </a:spPr>
      <a:bodyPr wrap="square" lIns="88900" tIns="88900" rIns="88900" bIns="88900" rtlCol="0" anchor="ctr"/>
      <a:lstStyle>
        <a:defPPr>
          <a:lnSpc>
            <a:spcPct val="106000"/>
          </a:lnSpc>
          <a:buFont typeface="Wingdings 2" pitchFamily="18" charset="2"/>
          <a:buNone/>
          <a:defRPr sz="1600" b="1" dirty="0" smtClean="0">
            <a:solidFill>
              <a:schemeClr val="bg1"/>
            </a:solidFill>
          </a:defRPr>
        </a:defPPr>
      </a:lstStyle>
    </a:spDef>
    <a:lnDef>
      <a:spPr>
        <a:ln>
          <a:solidFill>
            <a:schemeClr val="tx2"/>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marL="203200" indent="-203200">
          <a:spcBef>
            <a:spcPts val="600"/>
          </a:spcBef>
          <a:buSzPct val="100000"/>
          <a:buFont typeface="Arial"/>
          <a:buChar char="�"/>
          <a:defRPr dirty="0" smtClean="0">
            <a:solidFill>
              <a:srgbClr val="313131"/>
            </a:solidFill>
          </a:defRPr>
        </a:defPPr>
      </a:lstStyle>
    </a:txDef>
  </a:objectDefaults>
  <a:extraClrSchemeLst/>
  <a:custClrLst>
    <a:custClr name="Green 7">
      <a:srgbClr val="2C5234"/>
    </a:custClr>
    <a:custClr name="Green 6">
      <a:srgbClr val="046A38"/>
    </a:custClr>
    <a:custClr name="Green 5">
      <a:srgbClr val="009A44"/>
    </a:custClr>
    <a:custClr name="Green 4">
      <a:srgbClr val="43B02A"/>
    </a:custClr>
    <a:custClr name="Deloitte Green">
      <a:srgbClr val="86BC25"/>
    </a:custClr>
    <a:custClr name="Green 2">
      <a:srgbClr val="C4D600"/>
    </a:custClr>
    <a:custClr name="Green 1">
      <a:srgbClr val="E3E48D"/>
    </a:custClr>
    <a:custClr name="Teal 7">
      <a:srgbClr val="004F59"/>
    </a:custClr>
    <a:custClr name="Teal 6">
      <a:srgbClr val="007680"/>
    </a:custClr>
    <a:custClr name="Teal 5">
      <a:srgbClr val="0097A9"/>
    </a:custClr>
    <a:custClr name="Teal 4">
      <a:srgbClr val="00ABAB"/>
    </a:custClr>
    <a:custClr name="Teal 3">
      <a:srgbClr val="6FC2B4"/>
    </a:custClr>
    <a:custClr name="Teal 2">
      <a:srgbClr val="9DD4CF"/>
    </a:custClr>
    <a:custClr name="Teal 1">
      <a:srgbClr val="DDEFE8"/>
    </a:custClr>
    <a:custClr name="Blue 7">
      <a:srgbClr val="041E42"/>
    </a:custClr>
    <a:custClr name="Blue 6">
      <a:srgbClr val="012169"/>
    </a:custClr>
    <a:custClr name="Blue 5">
      <a:srgbClr val="005587"/>
    </a:custClr>
    <a:custClr name="Blue 4">
      <a:srgbClr val="0076A8"/>
    </a:custClr>
    <a:custClr name="Blue 3">
      <a:srgbClr val="00A3E0"/>
    </a:custClr>
    <a:custClr name="Blue 2">
      <a:srgbClr val="62B5E5"/>
    </a:custClr>
    <a:custClr name="Blue 1">
      <a:srgbClr val="A0DCFF"/>
    </a:custClr>
    <a:custClr name="Cool Gray 11">
      <a:srgbClr val="53565A"/>
    </a:custClr>
    <a:custClr name="Cool Gray 10">
      <a:srgbClr val="63666A"/>
    </a:custClr>
    <a:custClr name="Cool Gray 9">
      <a:srgbClr val="75787B"/>
    </a:custClr>
    <a:custClr name="Cool Gray 7">
      <a:srgbClr val="97999B"/>
    </a:custClr>
    <a:custClr name="Cool Gray 6">
      <a:srgbClr val="A7A8AA"/>
    </a:custClr>
    <a:custClr name="Cool Gray 4">
      <a:srgbClr val="BBBCBC"/>
    </a:custClr>
    <a:custClr name="Cool Gray 2">
      <a:srgbClr val="D0D0CE"/>
    </a:custClr>
    <a:custClr name="White">
      <a:srgbClr val="FFFFFF"/>
    </a:custClr>
    <a:custClr name="Black">
      <a:srgbClr val="000000"/>
    </a:custClr>
    <a:custClr name="Red">
      <a:srgbClr val="DA291C"/>
    </a:custClr>
    <a:custClr name="Orange">
      <a:srgbClr val="ED8B00"/>
    </a:custClr>
    <a:custClr name="Yellow">
      <a:srgbClr val="FFCD00"/>
    </a:custClr>
  </a:custClrLst>
  <a:extLst>
    <a:ext uri="{05A4C25C-085E-4340-85A3-A5531E510DB2}">
      <thm15:themeFamily xmlns:thm15="http://schemas.microsoft.com/office/thememl/2012/main" name="Deloitte_4_3_Onscreen.potx" id="{300F3ED9-9C4C-4838-B157-107BB206E623}" vid="{ABD9136E-862F-4680-B56C-E8832C898BE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88ac10d5-d499-482e-8b56-6ab71e10844d">
      <Terms xmlns="http://schemas.microsoft.com/office/infopath/2007/PartnerControls"/>
    </lcf76f155ced4ddcb4097134ff3c332f>
    <TaxCatchAll xmlns="b34fac16-a9a4-4d97-96d6-3d67277b3bbb"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46EABACCD3B39C49923CC76F9A3899B0" ma:contentTypeVersion="10" ma:contentTypeDescription="Create a new document." ma:contentTypeScope="" ma:versionID="888edbca11eac38050b29462c56b3d83">
  <xsd:schema xmlns:xsd="http://www.w3.org/2001/XMLSchema" xmlns:xs="http://www.w3.org/2001/XMLSchema" xmlns:p="http://schemas.microsoft.com/office/2006/metadata/properties" xmlns:ns2="88ac10d5-d499-482e-8b56-6ab71e10844d" xmlns:ns3="b34fac16-a9a4-4d97-96d6-3d67277b3bbb" targetNamespace="http://schemas.microsoft.com/office/2006/metadata/properties" ma:root="true" ma:fieldsID="b2578cae4076c3a00574eaa070b195d6" ns2:_="" ns3:_="">
    <xsd:import namespace="88ac10d5-d499-482e-8b56-6ab71e10844d"/>
    <xsd:import namespace="b34fac16-a9a4-4d97-96d6-3d67277b3bbb"/>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lcf76f155ced4ddcb4097134ff3c332f" minOccurs="0"/>
                <xsd:element ref="ns3:TaxCatchAll" minOccurs="0"/>
                <xsd:element ref="ns2:MediaServiceOCR"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8ac10d5-d499-482e-8b56-6ab71e10844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798d900d-0589-4081-96eb-513de833a507" ma:termSetId="09814cd3-568e-fe90-9814-8d621ff8fb84" ma:anchorId="fba54fb3-c3e1-fe81-a776-ca4b69148c4d" ma:open="true" ma:isKeyword="false">
      <xsd:complexType>
        <xsd:sequence>
          <xsd:element ref="pc:Terms" minOccurs="0" maxOccurs="1"/>
        </xsd:sequence>
      </xsd:complex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b34fac16-a9a4-4d97-96d6-3d67277b3bbb"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b26a010e-ed09-4f8f-afe2-969c013c94e7}" ma:internalName="TaxCatchAll" ma:showField="CatchAllData" ma:web="b34fac16-a9a4-4d97-96d6-3d67277b3bbb">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124D7DF5-2DEA-4939-A487-A40714D422A9}">
  <ds:schemaRefs>
    <ds:schemaRef ds:uri="http://schemas.microsoft.com/sharepoint/v3/contenttype/forms"/>
  </ds:schemaRefs>
</ds:datastoreItem>
</file>

<file path=customXml/itemProps2.xml><?xml version="1.0" encoding="utf-8"?>
<ds:datastoreItem xmlns:ds="http://schemas.openxmlformats.org/officeDocument/2006/customXml" ds:itemID="{B054D36E-9EF4-45FB-A110-F5062C6023D7}">
  <ds:schemaRefs>
    <ds:schemaRef ds:uri="http://schemas.microsoft.com/office/infopath/2007/PartnerControls"/>
    <ds:schemaRef ds:uri="http://purl.org/dc/terms/"/>
    <ds:schemaRef ds:uri="http://schemas.openxmlformats.org/package/2006/metadata/core-properties"/>
    <ds:schemaRef ds:uri="http://schemas.microsoft.com/office/2006/metadata/properties"/>
    <ds:schemaRef ds:uri="85509309-b833-4aa2-87f6-6adf118ac530"/>
    <ds:schemaRef ds:uri="http://schemas.microsoft.com/office/2006/documentManagement/types"/>
    <ds:schemaRef ds:uri="http://www.w3.org/XML/1998/namespace"/>
    <ds:schemaRef ds:uri="c9286996-694e-477d-a7aa-46f8b2667f29"/>
    <ds:schemaRef ds:uri="http://purl.org/dc/dcmitype/"/>
    <ds:schemaRef ds:uri="http://purl.org/dc/elements/1.1/"/>
  </ds:schemaRefs>
</ds:datastoreItem>
</file>

<file path=customXml/itemProps3.xml><?xml version="1.0" encoding="utf-8"?>
<ds:datastoreItem xmlns:ds="http://schemas.openxmlformats.org/officeDocument/2006/customXml" ds:itemID="{4EC809C2-1803-49D2-B583-357C8CF8EA2C}"/>
</file>

<file path=docProps/app.xml><?xml version="1.0" encoding="utf-8"?>
<Properties xmlns="http://schemas.openxmlformats.org/officeDocument/2006/extended-properties" xmlns:vt="http://schemas.openxmlformats.org/officeDocument/2006/docPropsVTypes">
  <Template/>
  <TotalTime>7797</TotalTime>
  <Words>946</Words>
  <Application>Microsoft Office PowerPoint</Application>
  <PresentationFormat>Widescreen</PresentationFormat>
  <Paragraphs>146</Paragraphs>
  <Slides>5</Slides>
  <Notes>2</Notes>
  <HiddenSlides>0</HiddenSlides>
  <MMClips>0</MMClips>
  <ScaleCrop>false</ScaleCrop>
  <HeadingPairs>
    <vt:vector size="8" baseType="variant">
      <vt:variant>
        <vt:lpstr>Fonts Used</vt:lpstr>
      </vt:variant>
      <vt:variant>
        <vt:i4>6</vt:i4>
      </vt:variant>
      <vt:variant>
        <vt:lpstr>Theme</vt:lpstr>
      </vt:variant>
      <vt:variant>
        <vt:i4>1</vt:i4>
      </vt:variant>
      <vt:variant>
        <vt:lpstr>Embedded OLE Servers</vt:lpstr>
      </vt:variant>
      <vt:variant>
        <vt:i4>1</vt:i4>
      </vt:variant>
      <vt:variant>
        <vt:lpstr>Slide Titles</vt:lpstr>
      </vt:variant>
      <vt:variant>
        <vt:i4>5</vt:i4>
      </vt:variant>
    </vt:vector>
  </HeadingPairs>
  <TitlesOfParts>
    <vt:vector size="13" baseType="lpstr">
      <vt:lpstr>Arial</vt:lpstr>
      <vt:lpstr>Calibri</vt:lpstr>
      <vt:lpstr>Georgia</vt:lpstr>
      <vt:lpstr>Verdana</vt:lpstr>
      <vt:lpstr>Wingdings</vt:lpstr>
      <vt:lpstr>Wingdings 2</vt:lpstr>
      <vt:lpstr>1_Deloitte 16_9 onscreen</vt:lpstr>
      <vt:lpstr>think-cell Slide</vt:lpstr>
      <vt:lpstr>PowerPoint Presentation</vt:lpstr>
      <vt:lpstr>PowerPoint Presentation</vt:lpstr>
      <vt:lpstr>PowerPoint Presentation</vt:lpstr>
      <vt:lpstr>PowerPoint Presentation</vt:lpstr>
      <vt:lpstr>PowerPoint Presentation</vt:lpstr>
    </vt:vector>
  </TitlesOfParts>
  <Company>Deloitte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Headline Verdana Bold</dc:title>
  <dc:subject/>
  <dc:creator>Banerjee, Rajeswar</dc:creator>
  <cp:keywords/>
  <cp:lastModifiedBy>Banerjee, Rajeswar</cp:lastModifiedBy>
  <cp:revision>70</cp:revision>
  <cp:lastPrinted>2014-06-25T02:16:22Z</cp:lastPrinted>
  <dcterms:created xsi:type="dcterms:W3CDTF">2016-11-09T03:29:25Z</dcterms:created>
  <dcterms:modified xsi:type="dcterms:W3CDTF">2024-04-16T21:53:36Z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0x01010046EABACCD3B39C49923CC76F9A3899B0</vt:lpwstr>
  </property>
  <property fmtid="{D5CDD505-2E9C-101B-9397-08002B2CF9AE}" pid="3" name="Local Content Type">
    <vt:lpwstr/>
  </property>
  <property fmtid="{D5CDD505-2E9C-101B-9397-08002B2CF9AE}" pid="4" name="TaxKeyword">
    <vt:lpwstr/>
  </property>
  <property fmtid="{D5CDD505-2E9C-101B-9397-08002B2CF9AE}" pid="5" name="Global Client Services">
    <vt:lpwstr/>
  </property>
  <property fmtid="{D5CDD505-2E9C-101B-9397-08002B2CF9AE}" pid="6" name="Geography">
    <vt:lpwstr>19;#Global (2542)|163e196f-7511-4639-90b6-ed85c9d9c37c</vt:lpwstr>
  </property>
  <property fmtid="{D5CDD505-2E9C-101B-9397-08002B2CF9AE}" pid="7" name="Local Industry">
    <vt:lpwstr/>
  </property>
  <property fmtid="{D5CDD505-2E9C-101B-9397-08002B2CF9AE}" pid="8" name="Global Industry">
    <vt:lpwstr/>
  </property>
  <property fmtid="{D5CDD505-2E9C-101B-9397-08002B2CF9AE}" pid="9" name="Global Content Type">
    <vt:lpwstr/>
  </property>
  <property fmtid="{D5CDD505-2E9C-101B-9397-08002B2CF9AE}" pid="10" name="LanguageB">
    <vt:lpwstr>2;#English|b169a262-1aaa-4ccb-9acf-78a36c1d9bab</vt:lpwstr>
  </property>
  <property fmtid="{D5CDD505-2E9C-101B-9397-08002B2CF9AE}" pid="11" name="Local Client Services">
    <vt:lpwstr/>
  </property>
  <property fmtid="{D5CDD505-2E9C-101B-9397-08002B2CF9AE}" pid="12" name="MSIP_Label_ea60d57e-af5b-4752-ac57-3e4f28ca11dc_Enabled">
    <vt:lpwstr>true</vt:lpwstr>
  </property>
  <property fmtid="{D5CDD505-2E9C-101B-9397-08002B2CF9AE}" pid="13" name="MSIP_Label_ea60d57e-af5b-4752-ac57-3e4f28ca11dc_SetDate">
    <vt:lpwstr>2021-09-20T06:35:08Z</vt:lpwstr>
  </property>
  <property fmtid="{D5CDD505-2E9C-101B-9397-08002B2CF9AE}" pid="14" name="MSIP_Label_ea60d57e-af5b-4752-ac57-3e4f28ca11dc_Method">
    <vt:lpwstr>Standard</vt:lpwstr>
  </property>
  <property fmtid="{D5CDD505-2E9C-101B-9397-08002B2CF9AE}" pid="15" name="MSIP_Label_ea60d57e-af5b-4752-ac57-3e4f28ca11dc_Name">
    <vt:lpwstr>ea60d57e-af5b-4752-ac57-3e4f28ca11dc</vt:lpwstr>
  </property>
  <property fmtid="{D5CDD505-2E9C-101B-9397-08002B2CF9AE}" pid="16" name="MSIP_Label_ea60d57e-af5b-4752-ac57-3e4f28ca11dc_SiteId">
    <vt:lpwstr>36da45f1-dd2c-4d1f-af13-5abe46b99921</vt:lpwstr>
  </property>
  <property fmtid="{D5CDD505-2E9C-101B-9397-08002B2CF9AE}" pid="17" name="MSIP_Label_ea60d57e-af5b-4752-ac57-3e4f28ca11dc_ActionId">
    <vt:lpwstr>5720a868-5efd-4ec3-aaf1-a573081570eb</vt:lpwstr>
  </property>
  <property fmtid="{D5CDD505-2E9C-101B-9397-08002B2CF9AE}" pid="18" name="MSIP_Label_ea60d57e-af5b-4752-ac57-3e4f28ca11dc_ContentBits">
    <vt:lpwstr>0</vt:lpwstr>
  </property>
</Properties>
</file>