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rels" ContentType="application/vnd.openxmlformats-package.relationships+xml"/>
  <Default Extension="xlsb" ContentType="application/vnd.ms-excel.sheet.binary.macroEnabled.12"/>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14.xml" ContentType="application/vnd.openxmlformats-officedocument.presentationml.tags+xml"/>
  <Override PartName="/ppt/tags/tag15.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ags/tag16.xml" ContentType="application/vnd.openxmlformats-officedocument.presentationml.tags+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ags/tag17.xml" ContentType="application/vnd.openxmlformats-officedocument.presentationml.tags+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tags/tag18.xml" ContentType="application/vnd.openxmlformats-officedocument.presentationml.tags+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tags/tag19.xml" ContentType="application/vnd.openxmlformats-officedocument.presentationml.tags+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tags/tag20.xml" ContentType="application/vnd.openxmlformats-officedocument.presentationml.tags+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tags/tag21.xml" ContentType="application/vnd.openxmlformats-officedocument.presentationml.tags+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tags/tag22.xml" ContentType="application/vnd.openxmlformats-officedocument.presentationml.tags+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tags/tag23.xml" ContentType="application/vnd.openxmlformats-officedocument.presentationml.tags+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tags/tag24.xml" ContentType="application/vnd.openxmlformats-officedocument.presentationml.tags+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tags/tag25.xml" ContentType="application/vnd.openxmlformats-officedocument.presentationml.tags+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tags/tag26.xml" ContentType="application/vnd.openxmlformats-officedocument.presentationml.tags+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tags/tag27.xml" ContentType="application/vnd.openxmlformats-officedocument.presentationml.tags+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ppt/tags/tag28.xml" ContentType="application/vnd.openxmlformats-officedocument.presentationml.tags+xml"/>
  <Override PartName="/ppt/charts/chart14.xml" ContentType="application/vnd.openxmlformats-officedocument.drawingml.chart+xml"/>
  <Override PartName="/ppt/charts/style14.xml" ContentType="application/vnd.ms-office.chartstyle+xml"/>
  <Override PartName="/ppt/charts/colors14.xml" ContentType="application/vnd.ms-office.chartcolorstyle+xml"/>
  <Override PartName="/ppt/tags/tag29.xml" ContentType="application/vnd.openxmlformats-officedocument.presentationml.tags+xml"/>
  <Override PartName="/ppt/charts/chart15.xml" ContentType="application/vnd.openxmlformats-officedocument.drawingml.chart+xml"/>
  <Override PartName="/ppt/charts/style15.xml" ContentType="application/vnd.ms-office.chartstyle+xml"/>
  <Override PartName="/ppt/charts/colors15.xml" ContentType="application/vnd.ms-office.chartcolorstyle+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charts/chart16.xml" ContentType="application/vnd.openxmlformats-officedocument.drawingml.chart+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charts/chart17.xml" ContentType="application/vnd.openxmlformats-officedocument.drawingml.chart+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charts/chart18.xml" ContentType="application/vnd.openxmlformats-officedocument.drawingml.chart+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charts/chart19.xml" ContentType="application/vnd.openxmlformats-officedocument.drawingml.chart+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charts/chart20.xml" ContentType="application/vnd.openxmlformats-officedocument.drawingml.chart+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charts/chart21.xml" ContentType="application/vnd.openxmlformats-officedocument.drawingml.chart+xml"/>
  <Override PartName="/ppt/tags/tag465.xml" ContentType="application/vnd.openxmlformats-officedocument.presentationml.tags+xml"/>
  <Override PartName="/ppt/tags/tag466.xml" ContentType="application/vnd.openxmlformats-officedocument.presentationml.tags+xml"/>
  <Override PartName="/ppt/charts/chart22.xml" ContentType="application/vnd.openxmlformats-officedocument.drawingml.chart+xml"/>
  <Override PartName="/ppt/charts/style16.xml" ContentType="application/vnd.ms-office.chartstyle+xml"/>
  <Override PartName="/ppt/charts/colors16.xml" ContentType="application/vnd.ms-office.chartcolorstyle+xml"/>
  <Override PartName="/ppt/tags/tag467.xml" ContentType="application/vnd.openxmlformats-officedocument.presentationml.tags+xml"/>
  <Override PartName="/ppt/charts/chart23.xml" ContentType="application/vnd.openxmlformats-officedocument.drawingml.chart+xml"/>
  <Override PartName="/ppt/charts/style17.xml" ContentType="application/vnd.ms-office.chartstyle+xml"/>
  <Override PartName="/ppt/charts/colors17.xml" ContentType="application/vnd.ms-office.chartcolorstyle+xml"/>
  <Override PartName="/ppt/tags/tag468.xml" ContentType="application/vnd.openxmlformats-officedocument.presentationml.tags+xml"/>
  <Override PartName="/ppt/charts/chart24.xml" ContentType="application/vnd.openxmlformats-officedocument.drawingml.chart+xml"/>
  <Override PartName="/ppt/charts/style18.xml" ContentType="application/vnd.ms-office.chartstyle+xml"/>
  <Override PartName="/ppt/charts/colors18.xml" ContentType="application/vnd.ms-office.chartcolorstyle+xml"/>
  <Override PartName="/ppt/tags/tag469.xml" ContentType="application/vnd.openxmlformats-officedocument.presentationml.tags+xml"/>
  <Override PartName="/ppt/charts/chart25.xml" ContentType="application/vnd.openxmlformats-officedocument.drawingml.chart+xml"/>
  <Override PartName="/ppt/charts/style19.xml" ContentType="application/vnd.ms-office.chartstyle+xml"/>
  <Override PartName="/ppt/charts/colors19.xml" ContentType="application/vnd.ms-office.chartcolorstyle+xml"/>
  <Override PartName="/ppt/tags/tag470.xml" ContentType="application/vnd.openxmlformats-officedocument.presentationml.tags+xml"/>
  <Override PartName="/ppt/charts/chart26.xml" ContentType="application/vnd.openxmlformats-officedocument.drawingml.chart+xml"/>
  <Override PartName="/ppt/charts/style20.xml" ContentType="application/vnd.ms-office.chartstyle+xml"/>
  <Override PartName="/ppt/charts/colors20.xml" ContentType="application/vnd.ms-office.chartcolorstyle+xml"/>
  <Override PartName="/ppt/tags/tag471.xml" ContentType="application/vnd.openxmlformats-officedocument.presentationml.tags+xml"/>
  <Override PartName="/ppt/charts/chart27.xml" ContentType="application/vnd.openxmlformats-officedocument.drawingml.chart+xml"/>
  <Override PartName="/ppt/charts/style21.xml" ContentType="application/vnd.ms-office.chartstyle+xml"/>
  <Override PartName="/ppt/charts/colors21.xml" ContentType="application/vnd.ms-office.chartcolorstyle+xml"/>
  <Override PartName="/ppt/tags/tag472.xml" ContentType="application/vnd.openxmlformats-officedocument.presentationml.tags+xml"/>
  <Override PartName="/ppt/charts/chart28.xml" ContentType="application/vnd.openxmlformats-officedocument.drawingml.chart+xml"/>
  <Override PartName="/ppt/charts/style22.xml" ContentType="application/vnd.ms-office.chartstyle+xml"/>
  <Override PartName="/ppt/charts/colors22.xml" ContentType="application/vnd.ms-office.chartcolorstyle+xml"/>
  <Override PartName="/ppt/tags/tag473.xml" ContentType="application/vnd.openxmlformats-officedocument.presentationml.tags+xml"/>
  <Override PartName="/ppt/charts/chart29.xml" ContentType="application/vnd.openxmlformats-officedocument.drawingml.chart+xml"/>
  <Override PartName="/ppt/charts/style23.xml" ContentType="application/vnd.ms-office.chartstyle+xml"/>
  <Override PartName="/ppt/charts/colors23.xml" ContentType="application/vnd.ms-office.chartcolorstyle+xml"/>
  <Override PartName="/ppt/tags/tag474.xml" ContentType="application/vnd.openxmlformats-officedocument.presentationml.tags+xml"/>
  <Override PartName="/ppt/charts/chart30.xml" ContentType="application/vnd.openxmlformats-officedocument.drawingml.chart+xml"/>
  <Override PartName="/ppt/charts/style24.xml" ContentType="application/vnd.ms-office.chartstyle+xml"/>
  <Override PartName="/ppt/charts/colors24.xml" ContentType="application/vnd.ms-office.chartcolorstyle+xml"/>
  <Override PartName="/ppt/tags/tag475.xml" ContentType="application/vnd.openxmlformats-officedocument.presentationml.tags+xml"/>
  <Override PartName="/ppt/charts/chart31.xml" ContentType="application/vnd.openxmlformats-officedocument.drawingml.chart+xml"/>
  <Override PartName="/ppt/charts/style25.xml" ContentType="application/vnd.ms-office.chartstyle+xml"/>
  <Override PartName="/ppt/charts/colors25.xml" ContentType="application/vnd.ms-office.chartcolorstyle+xml"/>
  <Override PartName="/ppt/tags/tag476.xml" ContentType="application/vnd.openxmlformats-officedocument.presentationml.tags+xml"/>
  <Override PartName="/ppt/charts/chart32.xml" ContentType="application/vnd.openxmlformats-officedocument.drawingml.chart+xml"/>
  <Override PartName="/ppt/charts/style26.xml" ContentType="application/vnd.ms-office.chartstyle+xml"/>
  <Override PartName="/ppt/charts/colors26.xml" ContentType="application/vnd.ms-office.chartcolorstyle+xml"/>
  <Override PartName="/ppt/tags/tag477.xml" ContentType="application/vnd.openxmlformats-officedocument.presentationml.tags+xml"/>
  <Override PartName="/ppt/charts/chart33.xml" ContentType="application/vnd.openxmlformats-officedocument.drawingml.chart+xml"/>
  <Override PartName="/ppt/charts/style27.xml" ContentType="application/vnd.ms-office.chartstyle+xml"/>
  <Override PartName="/ppt/charts/colors27.xml" ContentType="application/vnd.ms-office.chartcolorstyle+xml"/>
  <Override PartName="/ppt/tags/tag478.xml" ContentType="application/vnd.openxmlformats-officedocument.presentationml.tags+xml"/>
  <Override PartName="/ppt/charts/chart34.xml" ContentType="application/vnd.openxmlformats-officedocument.drawingml.chart+xml"/>
  <Override PartName="/ppt/charts/style28.xml" ContentType="application/vnd.ms-office.chartstyle+xml"/>
  <Override PartName="/ppt/charts/colors28.xml" ContentType="application/vnd.ms-office.chartcolorstyle+xml"/>
  <Override PartName="/ppt/tags/tag479.xml" ContentType="application/vnd.openxmlformats-officedocument.presentationml.tags+xml"/>
  <Override PartName="/ppt/charts/chart35.xml" ContentType="application/vnd.openxmlformats-officedocument.drawingml.chart+xml"/>
  <Override PartName="/ppt/charts/style29.xml" ContentType="application/vnd.ms-office.chartstyle+xml"/>
  <Override PartName="/ppt/charts/colors29.xml" ContentType="application/vnd.ms-office.chartcolorstyle+xml"/>
  <Override PartName="/ppt/tags/tag480.xml" ContentType="application/vnd.openxmlformats-officedocument.presentationml.tags+xml"/>
  <Override PartName="/ppt/charts/chart36.xml" ContentType="application/vnd.openxmlformats-officedocument.drawingml.chart+xml"/>
  <Override PartName="/ppt/charts/style30.xml" ContentType="application/vnd.ms-office.chartstyle+xml"/>
  <Override PartName="/ppt/charts/colors30.xml" ContentType="application/vnd.ms-office.chartcolorstyle+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charts/chart37.xml" ContentType="application/vnd.openxmlformats-officedocument.drawingml.chart+xml"/>
  <Override PartName="/ppt/charts/style31.xml" ContentType="application/vnd.ms-office.chartstyle+xml"/>
  <Override PartName="/ppt/charts/colors31.xml" ContentType="application/vnd.ms-office.chartcolorstyle+xml"/>
  <Override PartName="/ppt/tags/tag487.xml" ContentType="application/vnd.openxmlformats-officedocument.presentationml.tags+xml"/>
  <Override PartName="/ppt/charts/chart38.xml" ContentType="application/vnd.openxmlformats-officedocument.drawingml.chart+xml"/>
  <Override PartName="/ppt/charts/style32.xml" ContentType="application/vnd.ms-office.chartstyle+xml"/>
  <Override PartName="/ppt/charts/colors32.xml" ContentType="application/vnd.ms-office.chartcolorstyle+xml"/>
  <Override PartName="/ppt/tags/tag488.xml" ContentType="application/vnd.openxmlformats-officedocument.presentationml.tags+xml"/>
  <Override PartName="/ppt/charts/chart39.xml" ContentType="application/vnd.openxmlformats-officedocument.drawingml.chart+xml"/>
  <Override PartName="/ppt/charts/style33.xml" ContentType="application/vnd.ms-office.chartstyle+xml"/>
  <Override PartName="/ppt/charts/colors33.xml" ContentType="application/vnd.ms-office.chartcolorstyle+xml"/>
  <Override PartName="/ppt/tags/tag489.xml" ContentType="application/vnd.openxmlformats-officedocument.presentationml.tags+xml"/>
  <Override PartName="/ppt/charts/chart40.xml" ContentType="application/vnd.openxmlformats-officedocument.drawingml.chart+xml"/>
  <Override PartName="/ppt/charts/style34.xml" ContentType="application/vnd.ms-office.chartstyle+xml"/>
  <Override PartName="/ppt/charts/colors34.xml" ContentType="application/vnd.ms-office.chartcolorstyle+xml"/>
  <Override PartName="/ppt/tags/tag490.xml" ContentType="application/vnd.openxmlformats-officedocument.presentationml.tags+xml"/>
  <Override PartName="/ppt/charts/chart41.xml" ContentType="application/vnd.openxmlformats-officedocument.drawingml.chart+xml"/>
  <Override PartName="/ppt/charts/style35.xml" ContentType="application/vnd.ms-office.chartstyle+xml"/>
  <Override PartName="/ppt/charts/colors35.xml" ContentType="application/vnd.ms-office.chartcolorstyle+xml"/>
  <Override PartName="/ppt/tags/tag491.xml" ContentType="application/vnd.openxmlformats-officedocument.presentationml.tags+xml"/>
  <Override PartName="/ppt/charts/chart42.xml" ContentType="application/vnd.openxmlformats-officedocument.drawingml.chart+xml"/>
  <Override PartName="/ppt/charts/style36.xml" ContentType="application/vnd.ms-office.chartstyle+xml"/>
  <Override PartName="/ppt/charts/colors36.xml" ContentType="application/vnd.ms-office.chartcolorstyle+xml"/>
  <Override PartName="/ppt/tags/tag492.xml" ContentType="application/vnd.openxmlformats-officedocument.presentationml.tags+xml"/>
  <Override PartName="/ppt/charts/chart43.xml" ContentType="application/vnd.openxmlformats-officedocument.drawingml.chart+xml"/>
  <Override PartName="/ppt/charts/style37.xml" ContentType="application/vnd.ms-office.chartstyle+xml"/>
  <Override PartName="/ppt/charts/colors37.xml" ContentType="application/vnd.ms-office.chartcolorstyle+xml"/>
  <Override PartName="/ppt/tags/tag493.xml" ContentType="application/vnd.openxmlformats-officedocument.presentationml.tags+xml"/>
  <Override PartName="/ppt/charts/chart44.xml" ContentType="application/vnd.openxmlformats-officedocument.drawingml.chart+xml"/>
  <Override PartName="/ppt/charts/style38.xml" ContentType="application/vnd.ms-office.chartstyle+xml"/>
  <Override PartName="/ppt/charts/colors38.xml" ContentType="application/vnd.ms-office.chartcolorstyle+xml"/>
  <Override PartName="/ppt/tags/tag494.xml" ContentType="application/vnd.openxmlformats-officedocument.presentationml.tags+xml"/>
  <Override PartName="/ppt/charts/chart45.xml" ContentType="application/vnd.openxmlformats-officedocument.drawingml.chart+xml"/>
  <Override PartName="/ppt/charts/style39.xml" ContentType="application/vnd.ms-office.chartstyle+xml"/>
  <Override PartName="/ppt/charts/colors39.xml" ContentType="application/vnd.ms-office.chartcolorstyle+xml"/>
  <Override PartName="/ppt/tags/tag495.xml" ContentType="application/vnd.openxmlformats-officedocument.presentationml.tags+xml"/>
  <Override PartName="/ppt/charts/chart46.xml" ContentType="application/vnd.openxmlformats-officedocument.drawingml.chart+xml"/>
  <Override PartName="/ppt/charts/style40.xml" ContentType="application/vnd.ms-office.chartstyle+xml"/>
  <Override PartName="/ppt/charts/colors40.xml" ContentType="application/vnd.ms-office.chartcolorstyl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57" r:id="rId4"/>
  </p:sldMasterIdLst>
  <p:notesMasterIdLst>
    <p:notesMasterId r:id="rId60"/>
  </p:notesMasterIdLst>
  <p:handoutMasterIdLst>
    <p:handoutMasterId r:id="rId61"/>
  </p:handoutMasterIdLst>
  <p:sldIdLst>
    <p:sldId id="1625" r:id="rId5"/>
    <p:sldId id="2147472023" r:id="rId6"/>
    <p:sldId id="2147472024" r:id="rId7"/>
    <p:sldId id="2147472058" r:id="rId8"/>
    <p:sldId id="2147472059" r:id="rId9"/>
    <p:sldId id="2147472026" r:id="rId10"/>
    <p:sldId id="2147472060" r:id="rId11"/>
    <p:sldId id="2147472061" r:id="rId12"/>
    <p:sldId id="2147472027" r:id="rId13"/>
    <p:sldId id="2147472062" r:id="rId14"/>
    <p:sldId id="2147472063" r:id="rId15"/>
    <p:sldId id="2147472028" r:id="rId16"/>
    <p:sldId id="2147472064" r:id="rId17"/>
    <p:sldId id="2147472065" r:id="rId18"/>
    <p:sldId id="2147472029" r:id="rId19"/>
    <p:sldId id="2147472066" r:id="rId20"/>
    <p:sldId id="2147472067" r:id="rId21"/>
    <p:sldId id="2147472025" r:id="rId22"/>
    <p:sldId id="2147471963" r:id="rId23"/>
    <p:sldId id="2147472018" r:id="rId24"/>
    <p:sldId id="2147472019" r:id="rId25"/>
    <p:sldId id="2147472020" r:id="rId26"/>
    <p:sldId id="2147472021" r:id="rId27"/>
    <p:sldId id="2147472022" r:id="rId28"/>
    <p:sldId id="2147472030" r:id="rId29"/>
    <p:sldId id="2147472032" r:id="rId30"/>
    <p:sldId id="2147472068" r:id="rId31"/>
    <p:sldId id="2147472070" r:id="rId32"/>
    <p:sldId id="2147472039" r:id="rId33"/>
    <p:sldId id="2147472075" r:id="rId34"/>
    <p:sldId id="2147472071" r:id="rId35"/>
    <p:sldId id="2147472042" r:id="rId36"/>
    <p:sldId id="2147472076" r:id="rId37"/>
    <p:sldId id="2147472072" r:id="rId38"/>
    <p:sldId id="2147472048" r:id="rId39"/>
    <p:sldId id="2147472077" r:id="rId40"/>
    <p:sldId id="2147472073" r:id="rId41"/>
    <p:sldId id="2147472050" r:id="rId42"/>
    <p:sldId id="2147472078" r:id="rId43"/>
    <p:sldId id="2147472074" r:id="rId44"/>
    <p:sldId id="2147472053" r:id="rId45"/>
    <p:sldId id="2147472054" r:id="rId46"/>
    <p:sldId id="2147472055" r:id="rId47"/>
    <p:sldId id="2147472056" r:id="rId48"/>
    <p:sldId id="2147472069" r:id="rId49"/>
    <p:sldId id="2147472040" r:id="rId50"/>
    <p:sldId id="2147472034" r:id="rId51"/>
    <p:sldId id="2147472036" r:id="rId52"/>
    <p:sldId id="2147472038" r:id="rId53"/>
    <p:sldId id="2147472043" r:id="rId54"/>
    <p:sldId id="2147472044" r:id="rId55"/>
    <p:sldId id="2147472046" r:id="rId56"/>
    <p:sldId id="2147472047" r:id="rId57"/>
    <p:sldId id="2147472051" r:id="rId58"/>
    <p:sldId id="2147472052" r:id="rId59"/>
  </p:sldIdLst>
  <p:sldSz cx="12192000" cy="6858000"/>
  <p:notesSz cx="7315200" cy="9601200"/>
  <p:custDataLst>
    <p:tags r:id="rId62"/>
  </p:custDataLst>
  <p:defaultTextStyle>
    <a:defPPr>
      <a:defRPr lang="en-US"/>
    </a:defPPr>
    <a:lvl1pPr marL="0" algn="l" defTabSz="914342" rtl="0" eaLnBrk="1" latinLnBrk="0" hangingPunct="1">
      <a:defRPr sz="1800" kern="1200">
        <a:solidFill>
          <a:schemeClr val="tx1"/>
        </a:solidFill>
        <a:latin typeface="+mn-lt"/>
        <a:ea typeface="+mn-ea"/>
        <a:cs typeface="+mn-cs"/>
      </a:defRPr>
    </a:lvl1pPr>
    <a:lvl2pPr marL="457171" algn="l" defTabSz="914342" rtl="0" eaLnBrk="1" latinLnBrk="0" hangingPunct="1">
      <a:defRPr sz="1800" kern="1200">
        <a:solidFill>
          <a:schemeClr val="tx1"/>
        </a:solidFill>
        <a:latin typeface="+mn-lt"/>
        <a:ea typeface="+mn-ea"/>
        <a:cs typeface="+mn-cs"/>
      </a:defRPr>
    </a:lvl2pPr>
    <a:lvl3pPr marL="914342" algn="l" defTabSz="914342" rtl="0" eaLnBrk="1" latinLnBrk="0" hangingPunct="1">
      <a:defRPr sz="1800" kern="1200">
        <a:solidFill>
          <a:schemeClr val="tx1"/>
        </a:solidFill>
        <a:latin typeface="+mn-lt"/>
        <a:ea typeface="+mn-ea"/>
        <a:cs typeface="+mn-cs"/>
      </a:defRPr>
    </a:lvl3pPr>
    <a:lvl4pPr marL="1371512" algn="l" defTabSz="914342" rtl="0" eaLnBrk="1" latinLnBrk="0" hangingPunct="1">
      <a:defRPr sz="1800" kern="1200">
        <a:solidFill>
          <a:schemeClr val="tx1"/>
        </a:solidFill>
        <a:latin typeface="+mn-lt"/>
        <a:ea typeface="+mn-ea"/>
        <a:cs typeface="+mn-cs"/>
      </a:defRPr>
    </a:lvl4pPr>
    <a:lvl5pPr marL="1828683" algn="l" defTabSz="914342" rtl="0" eaLnBrk="1" latinLnBrk="0" hangingPunct="1">
      <a:defRPr sz="1800" kern="1200">
        <a:solidFill>
          <a:schemeClr val="tx1"/>
        </a:solidFill>
        <a:latin typeface="+mn-lt"/>
        <a:ea typeface="+mn-ea"/>
        <a:cs typeface="+mn-cs"/>
      </a:defRPr>
    </a:lvl5pPr>
    <a:lvl6pPr marL="2285854" algn="l" defTabSz="914342" rtl="0" eaLnBrk="1" latinLnBrk="0" hangingPunct="1">
      <a:defRPr sz="1800" kern="1200">
        <a:solidFill>
          <a:schemeClr val="tx1"/>
        </a:solidFill>
        <a:latin typeface="+mn-lt"/>
        <a:ea typeface="+mn-ea"/>
        <a:cs typeface="+mn-cs"/>
      </a:defRPr>
    </a:lvl6pPr>
    <a:lvl7pPr marL="2743025" algn="l" defTabSz="914342" rtl="0" eaLnBrk="1" latinLnBrk="0" hangingPunct="1">
      <a:defRPr sz="1800" kern="1200">
        <a:solidFill>
          <a:schemeClr val="tx1"/>
        </a:solidFill>
        <a:latin typeface="+mn-lt"/>
        <a:ea typeface="+mn-ea"/>
        <a:cs typeface="+mn-cs"/>
      </a:defRPr>
    </a:lvl7pPr>
    <a:lvl8pPr marL="3200195" algn="l" defTabSz="914342" rtl="0" eaLnBrk="1" latinLnBrk="0" hangingPunct="1">
      <a:defRPr sz="1800" kern="1200">
        <a:solidFill>
          <a:schemeClr val="tx1"/>
        </a:solidFill>
        <a:latin typeface="+mn-lt"/>
        <a:ea typeface="+mn-ea"/>
        <a:cs typeface="+mn-cs"/>
      </a:defRPr>
    </a:lvl8pPr>
    <a:lvl9pPr marL="3657366" algn="l" defTabSz="914342"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0" pos="1008" userDrawn="1">
          <p15:clr>
            <a:srgbClr val="A4A3A4"/>
          </p15:clr>
        </p15:guide>
        <p15:guide id="11" orient="horz" pos="2160" userDrawn="1">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D0A7711-F94C-73EA-B932-7D39831E90DF}" name="Moitra, Meghna" initials="MM" userId="S::memoitra@deloitte.com::141e915a-c98c-4fb8-acba-976ccf0ac07a" providerId="AD"/>
  <p188:author id="{E27EBC48-AA79-795E-5D8C-9DCFC230DACA}" name="Khiroria, Adit" initials="KA" userId="S::akhiroria@deloitte.com::125b7d01-0557-4756-b3b5-aac8221948e3" providerId="AD"/>
  <p188:author id="{43894866-CCC8-3B44-E319-ED606C4580A4}" name="Banerjee, Rajeswar" initials="BR" userId="S::rajbanerjee@deloitte.com::b4ff5a26-7e17-4c5f-975b-d63f3f91df5b"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Salunkhe, Nikhil" initials="SN" lastIdx="1" clrIdx="0">
    <p:extLst>
      <p:ext uri="{19B8F6BF-5375-455C-9EA6-DF929625EA0E}">
        <p15:presenceInfo xmlns:p15="http://schemas.microsoft.com/office/powerpoint/2012/main" userId="S-1-5-21-776561741-1482476501-682003330-1288395" providerId="AD"/>
      </p:ext>
    </p:extLst>
  </p:cmAuthor>
  <p:cmAuthor id="2" name="Banerjee, Sayantan" initials="BS" lastIdx="22" clrIdx="1">
    <p:extLst>
      <p:ext uri="{19B8F6BF-5375-455C-9EA6-DF929625EA0E}">
        <p15:presenceInfo xmlns:p15="http://schemas.microsoft.com/office/powerpoint/2012/main" userId="S::bsayantan@deloitte.com::29b1bc15-6d12-4f6e-8f06-28f0a453772b" providerId="AD"/>
      </p:ext>
    </p:extLst>
  </p:cmAuthor>
  <p:cmAuthor id="3" name="Thomas, Emil" initials="TE" lastIdx="1" clrIdx="2">
    <p:extLst>
      <p:ext uri="{19B8F6BF-5375-455C-9EA6-DF929625EA0E}">
        <p15:presenceInfo xmlns:p15="http://schemas.microsoft.com/office/powerpoint/2012/main" userId="S::emthomas@deloitte.com::0406af67-e0e6-4502-b2cb-f66bed26e767" providerId="AD"/>
      </p:ext>
    </p:extLst>
  </p:cmAuthor>
  <p:cmAuthor id="4" name="Mani, Siddharth" initials="MS" lastIdx="17" clrIdx="3">
    <p:extLst>
      <p:ext uri="{19B8F6BF-5375-455C-9EA6-DF929625EA0E}">
        <p15:presenceInfo xmlns:p15="http://schemas.microsoft.com/office/powerpoint/2012/main" userId="S::simani@deloitte.com::ea703a10-db50-4df5-bf72-1a564ac3e541" providerId="AD"/>
      </p:ext>
    </p:extLst>
  </p:cmAuthor>
  <p:cmAuthor id="5" name="Bandyopadhyay, Anirban P" initials="BAP" lastIdx="32" clrIdx="4">
    <p:extLst>
      <p:ext uri="{19B8F6BF-5375-455C-9EA6-DF929625EA0E}">
        <p15:presenceInfo xmlns:p15="http://schemas.microsoft.com/office/powerpoint/2012/main" userId="S::anirbanb@deloitte.com::5d0adf87-8cda-4e85-a1f7-eed3388fbcac" providerId="AD"/>
      </p:ext>
    </p:extLst>
  </p:cmAuthor>
  <p:cmAuthor id="6" name="Halan, Mridul" initials="HM" lastIdx="20" clrIdx="5">
    <p:extLst>
      <p:ext uri="{19B8F6BF-5375-455C-9EA6-DF929625EA0E}">
        <p15:presenceInfo xmlns:p15="http://schemas.microsoft.com/office/powerpoint/2012/main" userId="S::mhalan@deloitte.com::d8402aca-56b7-4a75-97f5-504434d76ce0"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FAE8"/>
    <a:srgbClr val="E3E48D"/>
    <a:srgbClr val="C4D600"/>
    <a:srgbClr val="009A44"/>
    <a:srgbClr val="43B02A"/>
    <a:srgbClr val="86BC25"/>
    <a:srgbClr val="ED8B00"/>
    <a:srgbClr val="26890D"/>
    <a:srgbClr val="FF0000"/>
    <a:srgbClr val="53565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49" d="100"/>
          <a:sy n="49" d="100"/>
        </p:scale>
        <p:origin x="520" y="176"/>
      </p:cViewPr>
      <p:guideLst>
        <p:guide pos="1008"/>
        <p:guide orient="horz" pos="2160"/>
      </p:guideLst>
    </p:cSldViewPr>
  </p:slideViewPr>
  <p:notesTextViewPr>
    <p:cViewPr>
      <p:scale>
        <a:sx n="1" d="1"/>
        <a:sy n="1" d="1"/>
      </p:scale>
      <p:origin x="0" y="0"/>
    </p:cViewPr>
  </p:notesTextViewPr>
  <p:notesViewPr>
    <p:cSldViewPr snapToGrid="0">
      <p:cViewPr varScale="1">
        <p:scale>
          <a:sx n="66" d="100"/>
          <a:sy n="66" d="100"/>
        </p:scale>
        <p:origin x="0" y="0"/>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commentAuthors" Target="commentAuthors.xml"/><Relationship Id="rId68" Type="http://schemas.microsoft.com/office/2018/10/relationships/authors" Target="author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theme" Target="theme/theme1.xml"/><Relationship Id="rId5" Type="http://schemas.openxmlformats.org/officeDocument/2006/relationships/slide" Target="slides/slide1.xml"/><Relationship Id="rId61" Type="http://schemas.openxmlformats.org/officeDocument/2006/relationships/handoutMaster" Target="handoutMasters/handoutMaster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tags" Target="tags/tag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notesMaster" Target="notesMasters/notesMaster1.xml"/><Relationship Id="rId65"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9.xlsx"/><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Worksheet10.xlsx"/><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package" Target="../embeddings/Microsoft_Excel_Worksheet11.xlsx"/><Relationship Id="rId2" Type="http://schemas.microsoft.com/office/2011/relationships/chartColorStyle" Target="colors12.xml"/><Relationship Id="rId1" Type="http://schemas.microsoft.com/office/2011/relationships/chartStyle" Target="style12.xml"/></Relationships>
</file>

<file path=ppt/charts/_rels/chart13.xml.rels><?xml version="1.0" encoding="UTF-8" standalone="yes"?>
<Relationships xmlns="http://schemas.openxmlformats.org/package/2006/relationships"><Relationship Id="rId3" Type="http://schemas.openxmlformats.org/officeDocument/2006/relationships/package" Target="../embeddings/Microsoft_Excel_Worksheet12.xlsx"/><Relationship Id="rId2" Type="http://schemas.microsoft.com/office/2011/relationships/chartColorStyle" Target="colors13.xml"/><Relationship Id="rId1" Type="http://schemas.microsoft.com/office/2011/relationships/chartStyle" Target="style13.xml"/></Relationships>
</file>

<file path=ppt/charts/_rels/chart14.xml.rels><?xml version="1.0" encoding="UTF-8" standalone="yes"?>
<Relationships xmlns="http://schemas.openxmlformats.org/package/2006/relationships"><Relationship Id="rId3" Type="http://schemas.openxmlformats.org/officeDocument/2006/relationships/package" Target="../embeddings/Microsoft_Excel_Worksheet13.xlsx"/><Relationship Id="rId2" Type="http://schemas.microsoft.com/office/2011/relationships/chartColorStyle" Target="colors14.xml"/><Relationship Id="rId1" Type="http://schemas.microsoft.com/office/2011/relationships/chartStyle" Target="style14.xml"/></Relationships>
</file>

<file path=ppt/charts/_rels/chart15.xml.rels><?xml version="1.0" encoding="UTF-8" standalone="yes"?>
<Relationships xmlns="http://schemas.openxmlformats.org/package/2006/relationships"><Relationship Id="rId3" Type="http://schemas.openxmlformats.org/officeDocument/2006/relationships/package" Target="../embeddings/Microsoft_Excel_Worksheet14.xlsx"/><Relationship Id="rId2" Type="http://schemas.microsoft.com/office/2011/relationships/chartColorStyle" Target="colors15.xml"/><Relationship Id="rId1" Type="http://schemas.microsoft.com/office/2011/relationships/chartStyle" Target="style15.xml"/></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Binary_Worksheet.xlsb"/></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Binary_Worksheet15.xlsb"/></Relationships>
</file>

<file path=ppt/charts/_rels/chart18.xml.rels><?xml version="1.0" encoding="UTF-8" standalone="yes"?>
<Relationships xmlns="http://schemas.openxmlformats.org/package/2006/relationships"><Relationship Id="rId1" Type="http://schemas.openxmlformats.org/officeDocument/2006/relationships/package" Target="../embeddings/Microsoft_Excel_Binary_Worksheet16.xlsb"/></Relationships>
</file>

<file path=ppt/charts/_rels/chart19.xml.rels><?xml version="1.0" encoding="UTF-8" standalone="yes"?>
<Relationships xmlns="http://schemas.openxmlformats.org/package/2006/relationships"><Relationship Id="rId1" Type="http://schemas.openxmlformats.org/officeDocument/2006/relationships/package" Target="../embeddings/Microsoft_Excel_Binary_Worksheet17.xlsb"/></Relationships>
</file>

<file path=ppt/charts/_rels/chart20.xml.rels><?xml version="1.0" encoding="UTF-8" standalone="yes"?>
<Relationships xmlns="http://schemas.openxmlformats.org/package/2006/relationships"><Relationship Id="rId1" Type="http://schemas.openxmlformats.org/officeDocument/2006/relationships/package" Target="../embeddings/Microsoft_Excel_Binary_Worksheet18.xlsb"/></Relationships>
</file>

<file path=ppt/charts/_rels/chart21.xml.rels><?xml version="1.0" encoding="UTF-8" standalone="yes"?>
<Relationships xmlns="http://schemas.openxmlformats.org/package/2006/relationships"><Relationship Id="rId1" Type="http://schemas.openxmlformats.org/officeDocument/2006/relationships/package" Target="../embeddings/Microsoft_Excel_Binary_Worksheet19.xlsb"/></Relationships>
</file>

<file path=ppt/charts/_rels/chart22.xml.rels><?xml version="1.0" encoding="UTF-8" standalone="yes"?>
<Relationships xmlns="http://schemas.openxmlformats.org/package/2006/relationships"><Relationship Id="rId3" Type="http://schemas.openxmlformats.org/officeDocument/2006/relationships/package" Target="../embeddings/Microsoft_Excel_Worksheet20.xlsx"/><Relationship Id="rId2" Type="http://schemas.microsoft.com/office/2011/relationships/chartColorStyle" Target="colors16.xml"/><Relationship Id="rId1" Type="http://schemas.microsoft.com/office/2011/relationships/chartStyle" Target="style16.xml"/></Relationships>
</file>

<file path=ppt/charts/_rels/chart23.xml.rels><?xml version="1.0" encoding="UTF-8" standalone="yes"?>
<Relationships xmlns="http://schemas.openxmlformats.org/package/2006/relationships"><Relationship Id="rId3" Type="http://schemas.openxmlformats.org/officeDocument/2006/relationships/package" Target="../embeddings/Microsoft_Excel_Worksheet21.xlsx"/><Relationship Id="rId2" Type="http://schemas.microsoft.com/office/2011/relationships/chartColorStyle" Target="colors17.xml"/><Relationship Id="rId1" Type="http://schemas.microsoft.com/office/2011/relationships/chartStyle" Target="style17.xml"/></Relationships>
</file>

<file path=ppt/charts/_rels/chart24.xml.rels><?xml version="1.0" encoding="UTF-8" standalone="yes"?>
<Relationships xmlns="http://schemas.openxmlformats.org/package/2006/relationships"><Relationship Id="rId3" Type="http://schemas.openxmlformats.org/officeDocument/2006/relationships/package" Target="../embeddings/Microsoft_Excel_Worksheet22.xlsx"/><Relationship Id="rId2" Type="http://schemas.microsoft.com/office/2011/relationships/chartColorStyle" Target="colors18.xml"/><Relationship Id="rId1" Type="http://schemas.microsoft.com/office/2011/relationships/chartStyle" Target="style18.xml"/></Relationships>
</file>

<file path=ppt/charts/_rels/chart25.xml.rels><?xml version="1.0" encoding="UTF-8" standalone="yes"?>
<Relationships xmlns="http://schemas.openxmlformats.org/package/2006/relationships"><Relationship Id="rId3" Type="http://schemas.openxmlformats.org/officeDocument/2006/relationships/package" Target="../embeddings/Microsoft_Excel_Worksheet23.xlsx"/><Relationship Id="rId2" Type="http://schemas.microsoft.com/office/2011/relationships/chartColorStyle" Target="colors19.xml"/><Relationship Id="rId1" Type="http://schemas.microsoft.com/office/2011/relationships/chartStyle" Target="style19.xml"/></Relationships>
</file>

<file path=ppt/charts/_rels/chart26.xml.rels><?xml version="1.0" encoding="UTF-8" standalone="yes"?>
<Relationships xmlns="http://schemas.openxmlformats.org/package/2006/relationships"><Relationship Id="rId3" Type="http://schemas.openxmlformats.org/officeDocument/2006/relationships/package" Target="../embeddings/Microsoft_Excel_Worksheet24.xlsx"/><Relationship Id="rId2" Type="http://schemas.microsoft.com/office/2011/relationships/chartColorStyle" Target="colors20.xml"/><Relationship Id="rId1" Type="http://schemas.microsoft.com/office/2011/relationships/chartStyle" Target="style20.xml"/></Relationships>
</file>

<file path=ppt/charts/_rels/chart27.xml.rels><?xml version="1.0" encoding="UTF-8" standalone="yes"?>
<Relationships xmlns="http://schemas.openxmlformats.org/package/2006/relationships"><Relationship Id="rId3" Type="http://schemas.openxmlformats.org/officeDocument/2006/relationships/package" Target="../embeddings/Microsoft_Excel_Worksheet25.xlsx"/><Relationship Id="rId2" Type="http://schemas.microsoft.com/office/2011/relationships/chartColorStyle" Target="colors21.xml"/><Relationship Id="rId1" Type="http://schemas.microsoft.com/office/2011/relationships/chartStyle" Target="style21.xml"/></Relationships>
</file>

<file path=ppt/charts/_rels/chart28.xml.rels><?xml version="1.0" encoding="UTF-8" standalone="yes"?>
<Relationships xmlns="http://schemas.openxmlformats.org/package/2006/relationships"><Relationship Id="rId3" Type="http://schemas.openxmlformats.org/officeDocument/2006/relationships/package" Target="../embeddings/Microsoft_Excel_Worksheet26.xlsx"/><Relationship Id="rId2" Type="http://schemas.microsoft.com/office/2011/relationships/chartColorStyle" Target="colors22.xml"/><Relationship Id="rId1" Type="http://schemas.microsoft.com/office/2011/relationships/chartStyle" Target="style22.xml"/></Relationships>
</file>

<file path=ppt/charts/_rels/chart29.xml.rels><?xml version="1.0" encoding="UTF-8" standalone="yes"?>
<Relationships xmlns="http://schemas.openxmlformats.org/package/2006/relationships"><Relationship Id="rId3" Type="http://schemas.openxmlformats.org/officeDocument/2006/relationships/package" Target="../embeddings/Microsoft_Excel_Worksheet27.xlsx"/><Relationship Id="rId2" Type="http://schemas.microsoft.com/office/2011/relationships/chartColorStyle" Target="colors23.xml"/><Relationship Id="rId1" Type="http://schemas.microsoft.com/office/2011/relationships/chartStyle" Target="style23.xml"/></Relationships>
</file>

<file path=ppt/charts/_rels/chart30.xml.rels><?xml version="1.0" encoding="UTF-8" standalone="yes"?>
<Relationships xmlns="http://schemas.openxmlformats.org/package/2006/relationships"><Relationship Id="rId3" Type="http://schemas.openxmlformats.org/officeDocument/2006/relationships/package" Target="../embeddings/Microsoft_Excel_Worksheet28.xlsx"/><Relationship Id="rId2" Type="http://schemas.microsoft.com/office/2011/relationships/chartColorStyle" Target="colors24.xml"/><Relationship Id="rId1" Type="http://schemas.microsoft.com/office/2011/relationships/chartStyle" Target="style24.xml"/></Relationships>
</file>

<file path=ppt/charts/_rels/chart31.xml.rels><?xml version="1.0" encoding="UTF-8" standalone="yes"?>
<Relationships xmlns="http://schemas.openxmlformats.org/package/2006/relationships"><Relationship Id="rId3" Type="http://schemas.openxmlformats.org/officeDocument/2006/relationships/package" Target="../embeddings/Microsoft_Excel_Worksheet29.xlsx"/><Relationship Id="rId2" Type="http://schemas.microsoft.com/office/2011/relationships/chartColorStyle" Target="colors25.xml"/><Relationship Id="rId1" Type="http://schemas.microsoft.com/office/2011/relationships/chartStyle" Target="style25.xml"/></Relationships>
</file>

<file path=ppt/charts/_rels/chart32.xml.rels><?xml version="1.0" encoding="UTF-8" standalone="yes"?>
<Relationships xmlns="http://schemas.openxmlformats.org/package/2006/relationships"><Relationship Id="rId3" Type="http://schemas.openxmlformats.org/officeDocument/2006/relationships/package" Target="../embeddings/Microsoft_Excel_Worksheet30.xlsx"/><Relationship Id="rId2" Type="http://schemas.microsoft.com/office/2011/relationships/chartColorStyle" Target="colors26.xml"/><Relationship Id="rId1" Type="http://schemas.microsoft.com/office/2011/relationships/chartStyle" Target="style26.xml"/></Relationships>
</file>

<file path=ppt/charts/_rels/chart33.xml.rels><?xml version="1.0" encoding="UTF-8" standalone="yes"?>
<Relationships xmlns="http://schemas.openxmlformats.org/package/2006/relationships"><Relationship Id="rId3" Type="http://schemas.openxmlformats.org/officeDocument/2006/relationships/package" Target="../embeddings/Microsoft_Excel_Worksheet31.xlsx"/><Relationship Id="rId2" Type="http://schemas.microsoft.com/office/2011/relationships/chartColorStyle" Target="colors27.xml"/><Relationship Id="rId1" Type="http://schemas.microsoft.com/office/2011/relationships/chartStyle" Target="style27.xml"/></Relationships>
</file>

<file path=ppt/charts/_rels/chart34.xml.rels><?xml version="1.0" encoding="UTF-8" standalone="yes"?>
<Relationships xmlns="http://schemas.openxmlformats.org/package/2006/relationships"><Relationship Id="rId3" Type="http://schemas.openxmlformats.org/officeDocument/2006/relationships/package" Target="../embeddings/Microsoft_Excel_Worksheet32.xlsx"/><Relationship Id="rId2" Type="http://schemas.microsoft.com/office/2011/relationships/chartColorStyle" Target="colors28.xml"/><Relationship Id="rId1" Type="http://schemas.microsoft.com/office/2011/relationships/chartStyle" Target="style28.xml"/></Relationships>
</file>

<file path=ppt/charts/_rels/chart35.xml.rels><?xml version="1.0" encoding="UTF-8" standalone="yes"?>
<Relationships xmlns="http://schemas.openxmlformats.org/package/2006/relationships"><Relationship Id="rId3" Type="http://schemas.openxmlformats.org/officeDocument/2006/relationships/package" Target="../embeddings/Microsoft_Excel_Worksheet33.xlsx"/><Relationship Id="rId2" Type="http://schemas.microsoft.com/office/2011/relationships/chartColorStyle" Target="colors29.xml"/><Relationship Id="rId1" Type="http://schemas.microsoft.com/office/2011/relationships/chartStyle" Target="style29.xml"/></Relationships>
</file>

<file path=ppt/charts/_rels/chart36.xml.rels><?xml version="1.0" encoding="UTF-8" standalone="yes"?>
<Relationships xmlns="http://schemas.openxmlformats.org/package/2006/relationships"><Relationship Id="rId3" Type="http://schemas.openxmlformats.org/officeDocument/2006/relationships/package" Target="../embeddings/Microsoft_Excel_Worksheet34.xlsx"/><Relationship Id="rId2" Type="http://schemas.microsoft.com/office/2011/relationships/chartColorStyle" Target="colors30.xml"/><Relationship Id="rId1" Type="http://schemas.microsoft.com/office/2011/relationships/chartStyle" Target="style30.xml"/></Relationships>
</file>

<file path=ppt/charts/_rels/chart37.xml.rels><?xml version="1.0" encoding="UTF-8" standalone="yes"?>
<Relationships xmlns="http://schemas.openxmlformats.org/package/2006/relationships"><Relationship Id="rId3" Type="http://schemas.openxmlformats.org/officeDocument/2006/relationships/package" Target="../embeddings/Microsoft_Excel_Worksheet35.xlsx"/><Relationship Id="rId2" Type="http://schemas.microsoft.com/office/2011/relationships/chartColorStyle" Target="colors31.xml"/><Relationship Id="rId1" Type="http://schemas.microsoft.com/office/2011/relationships/chartStyle" Target="style31.xml"/></Relationships>
</file>

<file path=ppt/charts/_rels/chart38.xml.rels><?xml version="1.0" encoding="UTF-8" standalone="yes"?>
<Relationships xmlns="http://schemas.openxmlformats.org/package/2006/relationships"><Relationship Id="rId3" Type="http://schemas.openxmlformats.org/officeDocument/2006/relationships/package" Target="../embeddings/Microsoft_Excel_Worksheet36.xlsx"/><Relationship Id="rId2" Type="http://schemas.microsoft.com/office/2011/relationships/chartColorStyle" Target="colors32.xml"/><Relationship Id="rId1" Type="http://schemas.microsoft.com/office/2011/relationships/chartStyle" Target="style32.xml"/></Relationships>
</file>

<file path=ppt/charts/_rels/chart39.xml.rels><?xml version="1.0" encoding="UTF-8" standalone="yes"?>
<Relationships xmlns="http://schemas.openxmlformats.org/package/2006/relationships"><Relationship Id="rId3" Type="http://schemas.openxmlformats.org/officeDocument/2006/relationships/package" Target="../embeddings/Microsoft_Excel_Worksheet37.xlsx"/><Relationship Id="rId2" Type="http://schemas.microsoft.com/office/2011/relationships/chartColorStyle" Target="colors33.xml"/><Relationship Id="rId1" Type="http://schemas.microsoft.com/office/2011/relationships/chartStyle" Target="style33.xml"/></Relationships>
</file>

<file path=ppt/charts/_rels/chart40.xml.rels><?xml version="1.0" encoding="UTF-8" standalone="yes"?>
<Relationships xmlns="http://schemas.openxmlformats.org/package/2006/relationships"><Relationship Id="rId3" Type="http://schemas.openxmlformats.org/officeDocument/2006/relationships/package" Target="../embeddings/Microsoft_Excel_Worksheet38.xlsx"/><Relationship Id="rId2" Type="http://schemas.microsoft.com/office/2011/relationships/chartColorStyle" Target="colors34.xml"/><Relationship Id="rId1" Type="http://schemas.microsoft.com/office/2011/relationships/chartStyle" Target="style34.xml"/></Relationships>
</file>

<file path=ppt/charts/_rels/chart41.xml.rels><?xml version="1.0" encoding="UTF-8" standalone="yes"?>
<Relationships xmlns="http://schemas.openxmlformats.org/package/2006/relationships"><Relationship Id="rId3" Type="http://schemas.openxmlformats.org/officeDocument/2006/relationships/package" Target="../embeddings/Microsoft_Excel_Worksheet39.xlsx"/><Relationship Id="rId2" Type="http://schemas.microsoft.com/office/2011/relationships/chartColorStyle" Target="colors35.xml"/><Relationship Id="rId1" Type="http://schemas.microsoft.com/office/2011/relationships/chartStyle" Target="style35.xml"/></Relationships>
</file>

<file path=ppt/charts/_rels/chart42.xml.rels><?xml version="1.0" encoding="UTF-8" standalone="yes"?>
<Relationships xmlns="http://schemas.openxmlformats.org/package/2006/relationships"><Relationship Id="rId3" Type="http://schemas.openxmlformats.org/officeDocument/2006/relationships/package" Target="../embeddings/Microsoft_Excel_Worksheet40.xlsx"/><Relationship Id="rId2" Type="http://schemas.microsoft.com/office/2011/relationships/chartColorStyle" Target="colors36.xml"/><Relationship Id="rId1" Type="http://schemas.microsoft.com/office/2011/relationships/chartStyle" Target="style36.xml"/></Relationships>
</file>

<file path=ppt/charts/_rels/chart43.xml.rels><?xml version="1.0" encoding="UTF-8" standalone="yes"?>
<Relationships xmlns="http://schemas.openxmlformats.org/package/2006/relationships"><Relationship Id="rId3" Type="http://schemas.openxmlformats.org/officeDocument/2006/relationships/package" Target="../embeddings/Microsoft_Excel_Worksheet41.xlsx"/><Relationship Id="rId2" Type="http://schemas.microsoft.com/office/2011/relationships/chartColorStyle" Target="colors37.xml"/><Relationship Id="rId1" Type="http://schemas.microsoft.com/office/2011/relationships/chartStyle" Target="style37.xml"/></Relationships>
</file>

<file path=ppt/charts/_rels/chart44.xml.rels><?xml version="1.0" encoding="UTF-8" standalone="yes"?>
<Relationships xmlns="http://schemas.openxmlformats.org/package/2006/relationships"><Relationship Id="rId3" Type="http://schemas.openxmlformats.org/officeDocument/2006/relationships/package" Target="../embeddings/Microsoft_Excel_Worksheet42.xlsx"/><Relationship Id="rId2" Type="http://schemas.microsoft.com/office/2011/relationships/chartColorStyle" Target="colors38.xml"/><Relationship Id="rId1" Type="http://schemas.microsoft.com/office/2011/relationships/chartStyle" Target="style38.xml"/></Relationships>
</file>

<file path=ppt/charts/_rels/chart45.xml.rels><?xml version="1.0" encoding="UTF-8" standalone="yes"?>
<Relationships xmlns="http://schemas.openxmlformats.org/package/2006/relationships"><Relationship Id="rId3" Type="http://schemas.openxmlformats.org/officeDocument/2006/relationships/package" Target="../embeddings/Microsoft_Excel_Worksheet43.xlsx"/><Relationship Id="rId2" Type="http://schemas.microsoft.com/office/2011/relationships/chartColorStyle" Target="colors39.xml"/><Relationship Id="rId1" Type="http://schemas.microsoft.com/office/2011/relationships/chartStyle" Target="style39.xml"/></Relationships>
</file>

<file path=ppt/charts/_rels/chart46.xml.rels><?xml version="1.0" encoding="UTF-8" standalone="yes"?>
<Relationships xmlns="http://schemas.openxmlformats.org/package/2006/relationships"><Relationship Id="rId3" Type="http://schemas.openxmlformats.org/officeDocument/2006/relationships/package" Target="../embeddings/Microsoft_Excel_Worksheet44.xlsx"/><Relationship Id="rId2" Type="http://schemas.microsoft.com/office/2011/relationships/chartColorStyle" Target="colors40.xml"/><Relationship Id="rId1" Type="http://schemas.microsoft.com/office/2011/relationships/chartStyle" Target="style40.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5309000822884372E-2"/>
          <c:y val="9.8314096111526347E-2"/>
          <c:w val="0.93649740239156742"/>
          <c:h val="0.72924522979102158"/>
        </c:manualLayout>
      </c:layout>
      <c:areaChart>
        <c:grouping val="stacked"/>
        <c:varyColors val="0"/>
        <c:ser>
          <c:idx val="0"/>
          <c:order val="0"/>
          <c:tx>
            <c:strRef>
              <c:f>Sheet1!$B$1</c:f>
              <c:strCache>
                <c:ptCount val="1"/>
                <c:pt idx="0">
                  <c:v>Base Demand Met</c:v>
                </c:pt>
              </c:strCache>
            </c:strRef>
          </c:tx>
          <c:spPr>
            <a:solidFill>
              <a:schemeClr val="tx1">
                <a:lumMod val="65000"/>
                <a:lumOff val="35000"/>
              </a:schemeClr>
            </a:solidFill>
            <a:ln>
              <a:noFill/>
            </a:ln>
            <a:effectLst/>
          </c:spPr>
          <c:dLbls>
            <c:spPr>
              <a:solidFill>
                <a:schemeClr val="tx1">
                  <a:lumMod val="65000"/>
                  <a:lumOff val="35000"/>
                </a:schemeClr>
              </a:solid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06:00</c:v>
                </c:pt>
                <c:pt idx="1">
                  <c:v>07:00</c:v>
                </c:pt>
                <c:pt idx="2">
                  <c:v>08:00</c:v>
                </c:pt>
                <c:pt idx="3">
                  <c:v>09:00</c:v>
                </c:pt>
                <c:pt idx="4">
                  <c:v>10:00</c:v>
                </c:pt>
                <c:pt idx="5">
                  <c:v>11:00</c:v>
                </c:pt>
                <c:pt idx="6">
                  <c:v>12:00</c:v>
                </c:pt>
                <c:pt idx="7">
                  <c:v>13:00</c:v>
                </c:pt>
                <c:pt idx="8">
                  <c:v>14:00</c:v>
                </c:pt>
                <c:pt idx="9">
                  <c:v>15:00</c:v>
                </c:pt>
                <c:pt idx="10">
                  <c:v>16:00</c:v>
                </c:pt>
                <c:pt idx="11">
                  <c:v>17:00</c:v>
                </c:pt>
              </c:strCache>
            </c:strRef>
          </c:cat>
          <c:val>
            <c:numRef>
              <c:f>Sheet1!$B$2:$B$13</c:f>
              <c:numCache>
                <c:formatCode>0</c:formatCode>
                <c:ptCount val="12"/>
                <c:pt idx="0">
                  <c:v>931.1494508249998</c:v>
                </c:pt>
                <c:pt idx="1">
                  <c:v>1019.7982903833336</c:v>
                </c:pt>
                <c:pt idx="2">
                  <c:v>1099.7226913416671</c:v>
                </c:pt>
                <c:pt idx="3">
                  <c:v>1138.0780443333335</c:v>
                </c:pt>
                <c:pt idx="4">
                  <c:v>1194.4639512416668</c:v>
                </c:pt>
                <c:pt idx="5">
                  <c:v>1233.0841493333339</c:v>
                </c:pt>
                <c:pt idx="6">
                  <c:v>1232.7296710000001</c:v>
                </c:pt>
                <c:pt idx="7">
                  <c:v>1233.380490166667</c:v>
                </c:pt>
                <c:pt idx="8">
                  <c:v>1193.8550643333331</c:v>
                </c:pt>
                <c:pt idx="9">
                  <c:v>1171.2347093333333</c:v>
                </c:pt>
                <c:pt idx="10">
                  <c:v>1139.0672280249998</c:v>
                </c:pt>
                <c:pt idx="11">
                  <c:v>1145.5694614333333</c:v>
                </c:pt>
              </c:numCache>
            </c:numRef>
          </c:val>
          <c:extLst>
            <c:ext xmlns:c16="http://schemas.microsoft.com/office/drawing/2014/chart" uri="{C3380CC4-5D6E-409C-BE32-E72D297353CC}">
              <c16:uniqueId val="{00000000-45ED-4D97-A3D4-97A67BC12153}"/>
            </c:ext>
          </c:extLst>
        </c:ser>
        <c:ser>
          <c:idx val="1"/>
          <c:order val="1"/>
          <c:tx>
            <c:strRef>
              <c:f>Sheet1!$C$1</c:f>
              <c:strCache>
                <c:ptCount val="1"/>
                <c:pt idx="0">
                  <c:v>Short term purchase</c:v>
                </c:pt>
              </c:strCache>
            </c:strRef>
          </c:tx>
          <c:spPr>
            <a:solidFill>
              <a:srgbClr val="009A44"/>
            </a:solidFill>
            <a:ln>
              <a:noFill/>
            </a:ln>
            <a:effectLst/>
          </c:spPr>
          <c:dLbls>
            <c:spPr>
              <a:solidFill>
                <a:srgbClr val="009A44"/>
              </a:solid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06:00</c:v>
                </c:pt>
                <c:pt idx="1">
                  <c:v>07:00</c:v>
                </c:pt>
                <c:pt idx="2">
                  <c:v>08:00</c:v>
                </c:pt>
                <c:pt idx="3">
                  <c:v>09:00</c:v>
                </c:pt>
                <c:pt idx="4">
                  <c:v>10:00</c:v>
                </c:pt>
                <c:pt idx="5">
                  <c:v>11:00</c:v>
                </c:pt>
                <c:pt idx="6">
                  <c:v>12:00</c:v>
                </c:pt>
                <c:pt idx="7">
                  <c:v>13:00</c:v>
                </c:pt>
                <c:pt idx="8">
                  <c:v>14:00</c:v>
                </c:pt>
                <c:pt idx="9">
                  <c:v>15:00</c:v>
                </c:pt>
                <c:pt idx="10">
                  <c:v>16:00</c:v>
                </c:pt>
                <c:pt idx="11">
                  <c:v>17:00</c:v>
                </c:pt>
              </c:strCache>
            </c:strRef>
          </c:cat>
          <c:val>
            <c:numRef>
              <c:f>Sheet1!$C$2:$C$13</c:f>
              <c:numCache>
                <c:formatCode>0</c:formatCode>
                <c:ptCount val="12"/>
                <c:pt idx="0">
                  <c:v>46.957182508333325</c:v>
                </c:pt>
                <c:pt idx="1">
                  <c:v>47.327342950000002</c:v>
                </c:pt>
                <c:pt idx="2">
                  <c:v>29.649008658333326</c:v>
                </c:pt>
                <c:pt idx="3">
                  <c:v>47.608588999999988</c:v>
                </c:pt>
                <c:pt idx="4">
                  <c:v>51.310982091666659</c:v>
                </c:pt>
                <c:pt idx="5">
                  <c:v>67.392683999999988</c:v>
                </c:pt>
                <c:pt idx="6">
                  <c:v>98.880062333333342</c:v>
                </c:pt>
                <c:pt idx="7">
                  <c:v>138.81067650000003</c:v>
                </c:pt>
                <c:pt idx="8">
                  <c:v>166.33956900000001</c:v>
                </c:pt>
                <c:pt idx="9">
                  <c:v>202.56982400000004</c:v>
                </c:pt>
                <c:pt idx="10">
                  <c:v>228.604471975</c:v>
                </c:pt>
                <c:pt idx="11">
                  <c:v>230.77620523333329</c:v>
                </c:pt>
              </c:numCache>
            </c:numRef>
          </c:val>
          <c:extLst>
            <c:ext xmlns:c16="http://schemas.microsoft.com/office/drawing/2014/chart" uri="{C3380CC4-5D6E-409C-BE32-E72D297353CC}">
              <c16:uniqueId val="{00000001-45ED-4D97-A3D4-97A67BC12153}"/>
            </c:ext>
          </c:extLst>
        </c:ser>
        <c:ser>
          <c:idx val="2"/>
          <c:order val="2"/>
          <c:tx>
            <c:strRef>
              <c:f>Sheet1!$D$1</c:f>
              <c:strCache>
                <c:ptCount val="1"/>
                <c:pt idx="0">
                  <c:v>Load Shedding</c:v>
                </c:pt>
              </c:strCache>
            </c:strRef>
          </c:tx>
          <c:spPr>
            <a:solidFill>
              <a:srgbClr val="C4D600"/>
            </a:solidFill>
            <a:ln w="25400">
              <a:noFill/>
            </a:ln>
            <a:effectLst/>
          </c:spPr>
          <c:cat>
            <c:strRef>
              <c:f>Sheet1!$A$2:$A$13</c:f>
              <c:strCache>
                <c:ptCount val="12"/>
                <c:pt idx="0">
                  <c:v>06:00</c:v>
                </c:pt>
                <c:pt idx="1">
                  <c:v>07:00</c:v>
                </c:pt>
                <c:pt idx="2">
                  <c:v>08:00</c:v>
                </c:pt>
                <c:pt idx="3">
                  <c:v>09:00</c:v>
                </c:pt>
                <c:pt idx="4">
                  <c:v>10:00</c:v>
                </c:pt>
                <c:pt idx="5">
                  <c:v>11:00</c:v>
                </c:pt>
                <c:pt idx="6">
                  <c:v>12:00</c:v>
                </c:pt>
                <c:pt idx="7">
                  <c:v>13:00</c:v>
                </c:pt>
                <c:pt idx="8">
                  <c:v>14:00</c:v>
                </c:pt>
                <c:pt idx="9">
                  <c:v>15:00</c:v>
                </c:pt>
                <c:pt idx="10">
                  <c:v>16:00</c:v>
                </c:pt>
                <c:pt idx="11">
                  <c:v>17:00</c:v>
                </c:pt>
              </c:strCache>
            </c:strRef>
          </c:cat>
          <c:val>
            <c:numRef>
              <c:f>Sheet1!$D$2:$D$13</c:f>
              <c:numCache>
                <c:formatCode>0</c:formatCode>
                <c:ptCount val="12"/>
                <c:pt idx="0">
                  <c:v>0</c:v>
                </c:pt>
                <c:pt idx="1">
                  <c:v>0</c:v>
                </c:pt>
                <c:pt idx="2">
                  <c:v>0</c:v>
                </c:pt>
                <c:pt idx="3">
                  <c:v>0</c:v>
                </c:pt>
                <c:pt idx="4">
                  <c:v>0</c:v>
                </c:pt>
                <c:pt idx="5">
                  <c:v>0</c:v>
                </c:pt>
                <c:pt idx="6">
                  <c:v>0</c:v>
                </c:pt>
                <c:pt idx="7">
                  <c:v>0</c:v>
                </c:pt>
                <c:pt idx="8">
                  <c:v>0</c:v>
                </c:pt>
                <c:pt idx="9">
                  <c:v>0</c:v>
                </c:pt>
                <c:pt idx="10">
                  <c:v>0</c:v>
                </c:pt>
                <c:pt idx="11">
                  <c:v>0</c:v>
                </c:pt>
              </c:numCache>
            </c:numRef>
          </c:val>
          <c:extLst>
            <c:ext xmlns:c16="http://schemas.microsoft.com/office/drawing/2014/chart" uri="{C3380CC4-5D6E-409C-BE32-E72D297353CC}">
              <c16:uniqueId val="{00000002-45ED-4D97-A3D4-97A67BC12153}"/>
            </c:ext>
          </c:extLst>
        </c:ser>
        <c:dLbls>
          <c:showLegendKey val="0"/>
          <c:showVal val="0"/>
          <c:showCatName val="0"/>
          <c:showSerName val="0"/>
          <c:showPercent val="0"/>
          <c:showBubbleSize val="0"/>
        </c:dLbls>
        <c:axId val="870970687"/>
        <c:axId val="870971935"/>
      </c:areaChart>
      <c:catAx>
        <c:axId val="870970687"/>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1" i="0" u="none" strike="noStrike" kern="1200" baseline="0">
                <a:solidFill>
                  <a:schemeClr val="tx1">
                    <a:lumMod val="65000"/>
                    <a:lumOff val="35000"/>
                  </a:schemeClr>
                </a:solidFill>
                <a:latin typeface="+mn-lt"/>
                <a:ea typeface="+mn-ea"/>
                <a:cs typeface="+mn-cs"/>
              </a:defRPr>
            </a:pPr>
            <a:endParaRPr lang="en-US"/>
          </a:p>
        </c:txPr>
        <c:crossAx val="870971935"/>
        <c:crosses val="autoZero"/>
        <c:auto val="1"/>
        <c:lblAlgn val="ctr"/>
        <c:lblOffset val="100"/>
        <c:noMultiLvlLbl val="0"/>
      </c:catAx>
      <c:valAx>
        <c:axId val="870971935"/>
        <c:scaling>
          <c:orientation val="minMax"/>
        </c:scaling>
        <c:delete val="1"/>
        <c:axPos val="l"/>
        <c:numFmt formatCode="0" sourceLinked="1"/>
        <c:majorTickMark val="none"/>
        <c:minorTickMark val="none"/>
        <c:tickLblPos val="nextTo"/>
        <c:crossAx val="870970687"/>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legend>
    <c:plotVisOnly val="1"/>
    <c:dispBlanksAs val="zero"/>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5309000822884372E-2"/>
          <c:y val="9.8314096111526347E-2"/>
          <c:w val="0.93649740239156742"/>
          <c:h val="0.72924522979102158"/>
        </c:manualLayout>
      </c:layout>
      <c:areaChart>
        <c:grouping val="stacked"/>
        <c:varyColors val="0"/>
        <c:ser>
          <c:idx val="0"/>
          <c:order val="0"/>
          <c:tx>
            <c:strRef>
              <c:f>Sheet1!$B$1</c:f>
              <c:strCache>
                <c:ptCount val="1"/>
                <c:pt idx="0">
                  <c:v>Base Demand Met</c:v>
                </c:pt>
              </c:strCache>
            </c:strRef>
          </c:tx>
          <c:spPr>
            <a:solidFill>
              <a:schemeClr val="tx1">
                <a:lumMod val="65000"/>
                <a:lumOff val="35000"/>
              </a:schemeClr>
            </a:solidFill>
            <a:ln>
              <a:noFill/>
            </a:ln>
            <a:effectLst/>
          </c:spPr>
          <c:dLbls>
            <c:spPr>
              <a:solidFill>
                <a:schemeClr val="tx1">
                  <a:lumMod val="65000"/>
                  <a:lumOff val="35000"/>
                </a:schemeClr>
              </a:solid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18:00</c:v>
                </c:pt>
                <c:pt idx="1">
                  <c:v>19:00</c:v>
                </c:pt>
                <c:pt idx="2">
                  <c:v>20:00</c:v>
                </c:pt>
                <c:pt idx="3">
                  <c:v>21:00</c:v>
                </c:pt>
                <c:pt idx="4">
                  <c:v>22:00</c:v>
                </c:pt>
                <c:pt idx="5">
                  <c:v>23:00</c:v>
                </c:pt>
                <c:pt idx="6">
                  <c:v>24:00</c:v>
                </c:pt>
                <c:pt idx="7">
                  <c:v>01:00</c:v>
                </c:pt>
                <c:pt idx="8">
                  <c:v>02:00</c:v>
                </c:pt>
                <c:pt idx="9">
                  <c:v>03:00</c:v>
                </c:pt>
                <c:pt idx="10">
                  <c:v>04:00</c:v>
                </c:pt>
                <c:pt idx="11">
                  <c:v>05:00</c:v>
                </c:pt>
              </c:strCache>
            </c:strRef>
          </c:cat>
          <c:val>
            <c:numRef>
              <c:f>Sheet1!$B$2:$B$13</c:f>
              <c:numCache>
                <c:formatCode>0</c:formatCode>
                <c:ptCount val="12"/>
                <c:pt idx="0">
                  <c:v>1365.9100247249999</c:v>
                </c:pt>
                <c:pt idx="1">
                  <c:v>1373.8381866250006</c:v>
                </c:pt>
                <c:pt idx="2">
                  <c:v>1348.2113083499999</c:v>
                </c:pt>
                <c:pt idx="3">
                  <c:v>1235.0401293166665</c:v>
                </c:pt>
                <c:pt idx="4">
                  <c:v>1137.3044814499997</c:v>
                </c:pt>
                <c:pt idx="5">
                  <c:v>1074.8760362333335</c:v>
                </c:pt>
                <c:pt idx="6">
                  <c:v>1044.4734907666666</c:v>
                </c:pt>
                <c:pt idx="7">
                  <c:v>1027.7384651416669</c:v>
                </c:pt>
                <c:pt idx="8">
                  <c:v>1000.5271998166668</c:v>
                </c:pt>
                <c:pt idx="9">
                  <c:v>963.24183924166687</c:v>
                </c:pt>
                <c:pt idx="10">
                  <c:v>913.20174914166682</c:v>
                </c:pt>
                <c:pt idx="11">
                  <c:v>879.81719004166666</c:v>
                </c:pt>
              </c:numCache>
            </c:numRef>
          </c:val>
          <c:extLst>
            <c:ext xmlns:c16="http://schemas.microsoft.com/office/drawing/2014/chart" uri="{C3380CC4-5D6E-409C-BE32-E72D297353CC}">
              <c16:uniqueId val="{00000000-45ED-4D97-A3D4-97A67BC12153}"/>
            </c:ext>
          </c:extLst>
        </c:ser>
        <c:ser>
          <c:idx val="1"/>
          <c:order val="1"/>
          <c:tx>
            <c:strRef>
              <c:f>Sheet1!$C$1</c:f>
              <c:strCache>
                <c:ptCount val="1"/>
                <c:pt idx="0">
                  <c:v>Short term purchase</c:v>
                </c:pt>
              </c:strCache>
            </c:strRef>
          </c:tx>
          <c:spPr>
            <a:solidFill>
              <a:srgbClr val="009A44"/>
            </a:solidFill>
            <a:ln>
              <a:noFill/>
            </a:ln>
            <a:effectLst/>
          </c:spPr>
          <c:dLbls>
            <c:spPr>
              <a:solidFill>
                <a:srgbClr val="009A44"/>
              </a:solid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18:00</c:v>
                </c:pt>
                <c:pt idx="1">
                  <c:v>19:00</c:v>
                </c:pt>
                <c:pt idx="2">
                  <c:v>20:00</c:v>
                </c:pt>
                <c:pt idx="3">
                  <c:v>21:00</c:v>
                </c:pt>
                <c:pt idx="4">
                  <c:v>22:00</c:v>
                </c:pt>
                <c:pt idx="5">
                  <c:v>23:00</c:v>
                </c:pt>
                <c:pt idx="6">
                  <c:v>24:00</c:v>
                </c:pt>
                <c:pt idx="7">
                  <c:v>01:00</c:v>
                </c:pt>
                <c:pt idx="8">
                  <c:v>02:00</c:v>
                </c:pt>
                <c:pt idx="9">
                  <c:v>03:00</c:v>
                </c:pt>
                <c:pt idx="10">
                  <c:v>04:00</c:v>
                </c:pt>
                <c:pt idx="11">
                  <c:v>05:00</c:v>
                </c:pt>
              </c:strCache>
            </c:strRef>
          </c:cat>
          <c:val>
            <c:numRef>
              <c:f>Sheet1!$C$2:$C$13</c:f>
              <c:numCache>
                <c:formatCode>0</c:formatCode>
                <c:ptCount val="12"/>
                <c:pt idx="0">
                  <c:v>203.98724194166667</c:v>
                </c:pt>
                <c:pt idx="1">
                  <c:v>305.128313375</c:v>
                </c:pt>
                <c:pt idx="2">
                  <c:v>298.91412498333335</c:v>
                </c:pt>
                <c:pt idx="3">
                  <c:v>337.48037068333332</c:v>
                </c:pt>
                <c:pt idx="4">
                  <c:v>291.15481855000013</c:v>
                </c:pt>
                <c:pt idx="5">
                  <c:v>194.43253043333334</c:v>
                </c:pt>
                <c:pt idx="6">
                  <c:v>123.75207589999998</c:v>
                </c:pt>
                <c:pt idx="7">
                  <c:v>67.437668191666646</c:v>
                </c:pt>
                <c:pt idx="8">
                  <c:v>56.516633516666666</c:v>
                </c:pt>
                <c:pt idx="9">
                  <c:v>80.340927425000018</c:v>
                </c:pt>
                <c:pt idx="10">
                  <c:v>57.088684191666665</c:v>
                </c:pt>
                <c:pt idx="11">
                  <c:v>48.556476624999988</c:v>
                </c:pt>
              </c:numCache>
            </c:numRef>
          </c:val>
          <c:extLst>
            <c:ext xmlns:c16="http://schemas.microsoft.com/office/drawing/2014/chart" uri="{C3380CC4-5D6E-409C-BE32-E72D297353CC}">
              <c16:uniqueId val="{00000001-45ED-4D97-A3D4-97A67BC12153}"/>
            </c:ext>
          </c:extLst>
        </c:ser>
        <c:ser>
          <c:idx val="2"/>
          <c:order val="2"/>
          <c:tx>
            <c:strRef>
              <c:f>Sheet1!$D$1</c:f>
              <c:strCache>
                <c:ptCount val="1"/>
                <c:pt idx="0">
                  <c:v>Load Shedding</c:v>
                </c:pt>
              </c:strCache>
            </c:strRef>
          </c:tx>
          <c:spPr>
            <a:solidFill>
              <a:srgbClr val="C4D600"/>
            </a:solidFill>
            <a:ln w="25400">
              <a:noFill/>
            </a:ln>
            <a:effectLst/>
          </c:spPr>
          <c:dLbls>
            <c:dLbl>
              <c:idx val="0"/>
              <c:delete val="1"/>
              <c:extLst>
                <c:ext xmlns:c15="http://schemas.microsoft.com/office/drawing/2012/chart" uri="{CE6537A1-D6FC-4f65-9D91-7224C49458BB}"/>
                <c:ext xmlns:c16="http://schemas.microsoft.com/office/drawing/2014/chart" uri="{C3380CC4-5D6E-409C-BE32-E72D297353CC}">
                  <c16:uniqueId val="{00000000-3903-4EA4-9B1C-351CA0AA7620}"/>
                </c:ext>
              </c:extLst>
            </c:dLbl>
            <c:dLbl>
              <c:idx val="1"/>
              <c:delete val="1"/>
              <c:extLst>
                <c:ext xmlns:c15="http://schemas.microsoft.com/office/drawing/2012/chart" uri="{CE6537A1-D6FC-4f65-9D91-7224C49458BB}"/>
                <c:ext xmlns:c16="http://schemas.microsoft.com/office/drawing/2014/chart" uri="{C3380CC4-5D6E-409C-BE32-E72D297353CC}">
                  <c16:uniqueId val="{00000001-3903-4EA4-9B1C-351CA0AA7620}"/>
                </c:ext>
              </c:extLst>
            </c:dLbl>
            <c:dLbl>
              <c:idx val="3"/>
              <c:delete val="1"/>
              <c:extLst>
                <c:ext xmlns:c15="http://schemas.microsoft.com/office/drawing/2012/chart" uri="{CE6537A1-D6FC-4f65-9D91-7224C49458BB}"/>
                <c:ext xmlns:c16="http://schemas.microsoft.com/office/drawing/2014/chart" uri="{C3380CC4-5D6E-409C-BE32-E72D297353CC}">
                  <c16:uniqueId val="{00000002-3903-4EA4-9B1C-351CA0AA7620}"/>
                </c:ext>
              </c:extLst>
            </c:dLbl>
            <c:dLbl>
              <c:idx val="4"/>
              <c:delete val="1"/>
              <c:extLst>
                <c:ext xmlns:c15="http://schemas.microsoft.com/office/drawing/2012/chart" uri="{CE6537A1-D6FC-4f65-9D91-7224C49458BB}"/>
                <c:ext xmlns:c16="http://schemas.microsoft.com/office/drawing/2014/chart" uri="{C3380CC4-5D6E-409C-BE32-E72D297353CC}">
                  <c16:uniqueId val="{00000003-3903-4EA4-9B1C-351CA0AA7620}"/>
                </c:ext>
              </c:extLst>
            </c:dLbl>
            <c:dLbl>
              <c:idx val="5"/>
              <c:delete val="1"/>
              <c:extLst>
                <c:ext xmlns:c15="http://schemas.microsoft.com/office/drawing/2012/chart" uri="{CE6537A1-D6FC-4f65-9D91-7224C49458BB}"/>
                <c:ext xmlns:c16="http://schemas.microsoft.com/office/drawing/2014/chart" uri="{C3380CC4-5D6E-409C-BE32-E72D297353CC}">
                  <c16:uniqueId val="{00000004-3903-4EA4-9B1C-351CA0AA7620}"/>
                </c:ext>
              </c:extLst>
            </c:dLbl>
            <c:dLbl>
              <c:idx val="6"/>
              <c:delete val="1"/>
              <c:extLst>
                <c:ext xmlns:c15="http://schemas.microsoft.com/office/drawing/2012/chart" uri="{CE6537A1-D6FC-4f65-9D91-7224C49458BB}"/>
                <c:ext xmlns:c16="http://schemas.microsoft.com/office/drawing/2014/chart" uri="{C3380CC4-5D6E-409C-BE32-E72D297353CC}">
                  <c16:uniqueId val="{00000005-3903-4EA4-9B1C-351CA0AA7620}"/>
                </c:ext>
              </c:extLst>
            </c:dLbl>
            <c:dLbl>
              <c:idx val="7"/>
              <c:delete val="1"/>
              <c:extLst>
                <c:ext xmlns:c15="http://schemas.microsoft.com/office/drawing/2012/chart" uri="{CE6537A1-D6FC-4f65-9D91-7224C49458BB}"/>
                <c:ext xmlns:c16="http://schemas.microsoft.com/office/drawing/2014/chart" uri="{C3380CC4-5D6E-409C-BE32-E72D297353CC}">
                  <c16:uniqueId val="{00000006-3903-4EA4-9B1C-351CA0AA7620}"/>
                </c:ext>
              </c:extLst>
            </c:dLbl>
            <c:dLbl>
              <c:idx val="8"/>
              <c:delete val="1"/>
              <c:extLst>
                <c:ext xmlns:c15="http://schemas.microsoft.com/office/drawing/2012/chart" uri="{CE6537A1-D6FC-4f65-9D91-7224C49458BB}"/>
                <c:ext xmlns:c16="http://schemas.microsoft.com/office/drawing/2014/chart" uri="{C3380CC4-5D6E-409C-BE32-E72D297353CC}">
                  <c16:uniqueId val="{00000007-3903-4EA4-9B1C-351CA0AA7620}"/>
                </c:ext>
              </c:extLst>
            </c:dLbl>
            <c:dLbl>
              <c:idx val="9"/>
              <c:delete val="1"/>
              <c:extLst>
                <c:ext xmlns:c15="http://schemas.microsoft.com/office/drawing/2012/chart" uri="{CE6537A1-D6FC-4f65-9D91-7224C49458BB}"/>
                <c:ext xmlns:c16="http://schemas.microsoft.com/office/drawing/2014/chart" uri="{C3380CC4-5D6E-409C-BE32-E72D297353CC}">
                  <c16:uniqueId val="{00000008-3903-4EA4-9B1C-351CA0AA7620}"/>
                </c:ext>
              </c:extLst>
            </c:dLbl>
            <c:dLbl>
              <c:idx val="10"/>
              <c:delete val="1"/>
              <c:extLst>
                <c:ext xmlns:c15="http://schemas.microsoft.com/office/drawing/2012/chart" uri="{CE6537A1-D6FC-4f65-9D91-7224C49458BB}"/>
                <c:ext xmlns:c16="http://schemas.microsoft.com/office/drawing/2014/chart" uri="{C3380CC4-5D6E-409C-BE32-E72D297353CC}">
                  <c16:uniqueId val="{00000009-3903-4EA4-9B1C-351CA0AA7620}"/>
                </c:ext>
              </c:extLst>
            </c:dLbl>
            <c:dLbl>
              <c:idx val="11"/>
              <c:delete val="1"/>
              <c:extLst>
                <c:ext xmlns:c15="http://schemas.microsoft.com/office/drawing/2012/chart" uri="{CE6537A1-D6FC-4f65-9D91-7224C49458BB}"/>
                <c:ext xmlns:c16="http://schemas.microsoft.com/office/drawing/2014/chart" uri="{C3380CC4-5D6E-409C-BE32-E72D297353CC}">
                  <c16:uniqueId val="{0000000A-3903-4EA4-9B1C-351CA0AA7620}"/>
                </c:ext>
              </c:extLst>
            </c:dLbl>
            <c:spPr>
              <a:solidFill>
                <a:srgbClr val="C4D600"/>
              </a:solid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18:00</c:v>
                </c:pt>
                <c:pt idx="1">
                  <c:v>19:00</c:v>
                </c:pt>
                <c:pt idx="2">
                  <c:v>20:00</c:v>
                </c:pt>
                <c:pt idx="3">
                  <c:v>21:00</c:v>
                </c:pt>
                <c:pt idx="4">
                  <c:v>22:00</c:v>
                </c:pt>
                <c:pt idx="5">
                  <c:v>23:00</c:v>
                </c:pt>
                <c:pt idx="6">
                  <c:v>24:00</c:v>
                </c:pt>
                <c:pt idx="7">
                  <c:v>01:00</c:v>
                </c:pt>
                <c:pt idx="8">
                  <c:v>02:00</c:v>
                </c:pt>
                <c:pt idx="9">
                  <c:v>03:00</c:v>
                </c:pt>
                <c:pt idx="10">
                  <c:v>04:00</c:v>
                </c:pt>
                <c:pt idx="11">
                  <c:v>05:00</c:v>
                </c:pt>
              </c:strCache>
            </c:strRef>
          </c:cat>
          <c:val>
            <c:numRef>
              <c:f>Sheet1!$D$2:$D$13</c:f>
              <c:numCache>
                <c:formatCode>0</c:formatCode>
                <c:ptCount val="12"/>
                <c:pt idx="0">
                  <c:v>0</c:v>
                </c:pt>
                <c:pt idx="1">
                  <c:v>0</c:v>
                </c:pt>
                <c:pt idx="2">
                  <c:v>1.91</c:v>
                </c:pt>
                <c:pt idx="3">
                  <c:v>0</c:v>
                </c:pt>
                <c:pt idx="4">
                  <c:v>0</c:v>
                </c:pt>
                <c:pt idx="5">
                  <c:v>0</c:v>
                </c:pt>
                <c:pt idx="6">
                  <c:v>0</c:v>
                </c:pt>
                <c:pt idx="7">
                  <c:v>0</c:v>
                </c:pt>
                <c:pt idx="8">
                  <c:v>0</c:v>
                </c:pt>
                <c:pt idx="9">
                  <c:v>0</c:v>
                </c:pt>
                <c:pt idx="10">
                  <c:v>0</c:v>
                </c:pt>
                <c:pt idx="11">
                  <c:v>0</c:v>
                </c:pt>
              </c:numCache>
            </c:numRef>
          </c:val>
          <c:extLst>
            <c:ext xmlns:c16="http://schemas.microsoft.com/office/drawing/2014/chart" uri="{C3380CC4-5D6E-409C-BE32-E72D297353CC}">
              <c16:uniqueId val="{00000002-45ED-4D97-A3D4-97A67BC12153}"/>
            </c:ext>
          </c:extLst>
        </c:ser>
        <c:dLbls>
          <c:showLegendKey val="0"/>
          <c:showVal val="0"/>
          <c:showCatName val="0"/>
          <c:showSerName val="0"/>
          <c:showPercent val="0"/>
          <c:showBubbleSize val="0"/>
        </c:dLbls>
        <c:axId val="870970687"/>
        <c:axId val="870971935"/>
      </c:areaChart>
      <c:catAx>
        <c:axId val="870970687"/>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1" i="0" u="none" strike="noStrike" kern="1200" baseline="0">
                <a:solidFill>
                  <a:schemeClr val="tx1">
                    <a:lumMod val="65000"/>
                    <a:lumOff val="35000"/>
                  </a:schemeClr>
                </a:solidFill>
                <a:latin typeface="+mn-lt"/>
                <a:ea typeface="+mn-ea"/>
                <a:cs typeface="+mn-cs"/>
              </a:defRPr>
            </a:pPr>
            <a:endParaRPr lang="en-US"/>
          </a:p>
        </c:txPr>
        <c:crossAx val="870971935"/>
        <c:crosses val="autoZero"/>
        <c:auto val="1"/>
        <c:lblAlgn val="ctr"/>
        <c:lblOffset val="100"/>
        <c:noMultiLvlLbl val="0"/>
      </c:catAx>
      <c:valAx>
        <c:axId val="870971935"/>
        <c:scaling>
          <c:orientation val="minMax"/>
        </c:scaling>
        <c:delete val="1"/>
        <c:axPos val="l"/>
        <c:numFmt formatCode="0" sourceLinked="1"/>
        <c:majorTickMark val="none"/>
        <c:minorTickMark val="none"/>
        <c:tickLblPos val="nextTo"/>
        <c:crossAx val="870970687"/>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legend>
    <c:plotVisOnly val="1"/>
    <c:dispBlanksAs val="zero"/>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5309000822884372E-2"/>
          <c:y val="9.8314096111526347E-2"/>
          <c:w val="0.93649740239156742"/>
          <c:h val="0.68447643986901407"/>
        </c:manualLayout>
      </c:layout>
      <c:areaChart>
        <c:grouping val="stacked"/>
        <c:varyColors val="0"/>
        <c:ser>
          <c:idx val="0"/>
          <c:order val="0"/>
          <c:tx>
            <c:strRef>
              <c:f>Sheet1!$B$1</c:f>
              <c:strCache>
                <c:ptCount val="1"/>
                <c:pt idx="0">
                  <c:v>Base Demand Met</c:v>
                </c:pt>
              </c:strCache>
            </c:strRef>
          </c:tx>
          <c:spPr>
            <a:solidFill>
              <a:schemeClr val="tx1">
                <a:lumMod val="65000"/>
                <a:lumOff val="35000"/>
              </a:schemeClr>
            </a:solidFill>
            <a:ln>
              <a:noFill/>
            </a:ln>
            <a:effectLst/>
          </c:spPr>
          <c:dLbls>
            <c:spPr>
              <a:solidFill>
                <a:schemeClr val="tx1">
                  <a:lumMod val="65000"/>
                  <a:lumOff val="35000"/>
                </a:schemeClr>
              </a:solid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Sheet1!$A$2:$A$25</c:f>
              <c:strCache>
                <c:ptCount val="24"/>
                <c:pt idx="0">
                  <c:v>01:00</c:v>
                </c:pt>
                <c:pt idx="1">
                  <c:v>02:00</c:v>
                </c:pt>
                <c:pt idx="2">
                  <c:v>03:00</c:v>
                </c:pt>
                <c:pt idx="3">
                  <c:v>04:00</c:v>
                </c:pt>
                <c:pt idx="4">
                  <c:v>05:00</c:v>
                </c:pt>
                <c:pt idx="5">
                  <c:v>06:00</c:v>
                </c:pt>
                <c:pt idx="6">
                  <c:v>07:00</c:v>
                </c:pt>
                <c:pt idx="7">
                  <c:v>08:00</c:v>
                </c:pt>
                <c:pt idx="8">
                  <c:v>09:00</c:v>
                </c:pt>
                <c:pt idx="9">
                  <c:v>10:00</c:v>
                </c:pt>
                <c:pt idx="10">
                  <c:v>11:00</c:v>
                </c:pt>
                <c:pt idx="11">
                  <c:v>12:00</c:v>
                </c:pt>
                <c:pt idx="12">
                  <c:v>13:00</c:v>
                </c:pt>
                <c:pt idx="13">
                  <c:v>14:00</c:v>
                </c:pt>
                <c:pt idx="14">
                  <c:v>15:00</c:v>
                </c:pt>
                <c:pt idx="15">
                  <c:v>16:00</c:v>
                </c:pt>
                <c:pt idx="16">
                  <c:v>17:00</c:v>
                </c:pt>
                <c:pt idx="17">
                  <c:v>18:00</c:v>
                </c:pt>
                <c:pt idx="18">
                  <c:v>19:00</c:v>
                </c:pt>
                <c:pt idx="19">
                  <c:v>20:00</c:v>
                </c:pt>
                <c:pt idx="20">
                  <c:v>21:00</c:v>
                </c:pt>
                <c:pt idx="21">
                  <c:v>22:00</c:v>
                </c:pt>
                <c:pt idx="22">
                  <c:v>23:00</c:v>
                </c:pt>
                <c:pt idx="23">
                  <c:v>24:00</c:v>
                </c:pt>
              </c:strCache>
            </c:strRef>
          </c:cat>
          <c:val>
            <c:numRef>
              <c:f>Sheet1!$B$2:$B$25</c:f>
              <c:numCache>
                <c:formatCode>0</c:formatCode>
                <c:ptCount val="24"/>
                <c:pt idx="0">
                  <c:v>1027.7384651416669</c:v>
                </c:pt>
                <c:pt idx="1">
                  <c:v>1000.5271998166668</c:v>
                </c:pt>
                <c:pt idx="2">
                  <c:v>963.24183924166687</c:v>
                </c:pt>
                <c:pt idx="3">
                  <c:v>913.20174914166682</c:v>
                </c:pt>
                <c:pt idx="4">
                  <c:v>879.81719004166666</c:v>
                </c:pt>
                <c:pt idx="5">
                  <c:v>931.1494508249998</c:v>
                </c:pt>
                <c:pt idx="6">
                  <c:v>1019.7982903833336</c:v>
                </c:pt>
                <c:pt idx="7">
                  <c:v>1099.7226913416671</c:v>
                </c:pt>
                <c:pt idx="8">
                  <c:v>1138.0780443333335</c:v>
                </c:pt>
                <c:pt idx="9">
                  <c:v>1194.4639512416668</c:v>
                </c:pt>
                <c:pt idx="10">
                  <c:v>1233.0841493333339</c:v>
                </c:pt>
                <c:pt idx="11">
                  <c:v>1232.7296710000001</c:v>
                </c:pt>
                <c:pt idx="12">
                  <c:v>1233.380490166667</c:v>
                </c:pt>
                <c:pt idx="13">
                  <c:v>1193.8550643333331</c:v>
                </c:pt>
                <c:pt idx="14">
                  <c:v>1171.2347093333333</c:v>
                </c:pt>
                <c:pt idx="15">
                  <c:v>1139.0672280249998</c:v>
                </c:pt>
                <c:pt idx="16">
                  <c:v>1145.5694614333333</c:v>
                </c:pt>
                <c:pt idx="17">
                  <c:v>1365.9100247249999</c:v>
                </c:pt>
                <c:pt idx="18">
                  <c:v>1373.8381866250006</c:v>
                </c:pt>
                <c:pt idx="19">
                  <c:v>1348.2113083499999</c:v>
                </c:pt>
                <c:pt idx="20">
                  <c:v>1235.0401293166665</c:v>
                </c:pt>
                <c:pt idx="21">
                  <c:v>1137.3044814499997</c:v>
                </c:pt>
                <c:pt idx="22">
                  <c:v>1074.8760362333335</c:v>
                </c:pt>
                <c:pt idx="23">
                  <c:v>1044.4734907666666</c:v>
                </c:pt>
              </c:numCache>
            </c:numRef>
          </c:val>
          <c:extLst>
            <c:ext xmlns:c16="http://schemas.microsoft.com/office/drawing/2014/chart" uri="{C3380CC4-5D6E-409C-BE32-E72D297353CC}">
              <c16:uniqueId val="{00000000-45ED-4D97-A3D4-97A67BC12153}"/>
            </c:ext>
          </c:extLst>
        </c:ser>
        <c:ser>
          <c:idx val="1"/>
          <c:order val="1"/>
          <c:tx>
            <c:strRef>
              <c:f>Sheet1!$C$1</c:f>
              <c:strCache>
                <c:ptCount val="1"/>
                <c:pt idx="0">
                  <c:v>Short term purchase</c:v>
                </c:pt>
              </c:strCache>
            </c:strRef>
          </c:tx>
          <c:spPr>
            <a:solidFill>
              <a:srgbClr val="009A44"/>
            </a:solidFill>
            <a:ln>
              <a:noFill/>
            </a:ln>
            <a:effectLst/>
          </c:spPr>
          <c:dLbls>
            <c:spPr>
              <a:solidFill>
                <a:srgbClr val="009A44"/>
              </a:solid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Sheet1!$A$2:$A$25</c:f>
              <c:strCache>
                <c:ptCount val="24"/>
                <c:pt idx="0">
                  <c:v>01:00</c:v>
                </c:pt>
                <c:pt idx="1">
                  <c:v>02:00</c:v>
                </c:pt>
                <c:pt idx="2">
                  <c:v>03:00</c:v>
                </c:pt>
                <c:pt idx="3">
                  <c:v>04:00</c:v>
                </c:pt>
                <c:pt idx="4">
                  <c:v>05:00</c:v>
                </c:pt>
                <c:pt idx="5">
                  <c:v>06:00</c:v>
                </c:pt>
                <c:pt idx="6">
                  <c:v>07:00</c:v>
                </c:pt>
                <c:pt idx="7">
                  <c:v>08:00</c:v>
                </c:pt>
                <c:pt idx="8">
                  <c:v>09:00</c:v>
                </c:pt>
                <c:pt idx="9">
                  <c:v>10:00</c:v>
                </c:pt>
                <c:pt idx="10">
                  <c:v>11:00</c:v>
                </c:pt>
                <c:pt idx="11">
                  <c:v>12:00</c:v>
                </c:pt>
                <c:pt idx="12">
                  <c:v>13:00</c:v>
                </c:pt>
                <c:pt idx="13">
                  <c:v>14:00</c:v>
                </c:pt>
                <c:pt idx="14">
                  <c:v>15:00</c:v>
                </c:pt>
                <c:pt idx="15">
                  <c:v>16:00</c:v>
                </c:pt>
                <c:pt idx="16">
                  <c:v>17:00</c:v>
                </c:pt>
                <c:pt idx="17">
                  <c:v>18:00</c:v>
                </c:pt>
                <c:pt idx="18">
                  <c:v>19:00</c:v>
                </c:pt>
                <c:pt idx="19">
                  <c:v>20:00</c:v>
                </c:pt>
                <c:pt idx="20">
                  <c:v>21:00</c:v>
                </c:pt>
                <c:pt idx="21">
                  <c:v>22:00</c:v>
                </c:pt>
                <c:pt idx="22">
                  <c:v>23:00</c:v>
                </c:pt>
                <c:pt idx="23">
                  <c:v>24:00</c:v>
                </c:pt>
              </c:strCache>
            </c:strRef>
          </c:cat>
          <c:val>
            <c:numRef>
              <c:f>Sheet1!$C$2:$C$25</c:f>
              <c:numCache>
                <c:formatCode>0</c:formatCode>
                <c:ptCount val="24"/>
                <c:pt idx="0">
                  <c:v>67.437668191666646</c:v>
                </c:pt>
                <c:pt idx="1">
                  <c:v>56.516633516666666</c:v>
                </c:pt>
                <c:pt idx="2">
                  <c:v>80.340927425000018</c:v>
                </c:pt>
                <c:pt idx="3">
                  <c:v>57.088684191666665</c:v>
                </c:pt>
                <c:pt idx="4">
                  <c:v>48.556476624999988</c:v>
                </c:pt>
                <c:pt idx="5">
                  <c:v>46.957182508333325</c:v>
                </c:pt>
                <c:pt idx="6">
                  <c:v>47.327342950000002</c:v>
                </c:pt>
                <c:pt idx="7">
                  <c:v>29.649008658333326</c:v>
                </c:pt>
                <c:pt idx="8">
                  <c:v>47.608588999999988</c:v>
                </c:pt>
                <c:pt idx="9">
                  <c:v>51.310982091666659</c:v>
                </c:pt>
                <c:pt idx="10">
                  <c:v>67.392683999999988</c:v>
                </c:pt>
                <c:pt idx="11">
                  <c:v>98.880062333333342</c:v>
                </c:pt>
                <c:pt idx="12">
                  <c:v>138.81067650000003</c:v>
                </c:pt>
                <c:pt idx="13">
                  <c:v>166.33956900000001</c:v>
                </c:pt>
                <c:pt idx="14">
                  <c:v>202.56982400000004</c:v>
                </c:pt>
                <c:pt idx="15">
                  <c:v>228.604471975</c:v>
                </c:pt>
                <c:pt idx="16">
                  <c:v>230.77620523333329</c:v>
                </c:pt>
                <c:pt idx="17">
                  <c:v>203.98724194166667</c:v>
                </c:pt>
                <c:pt idx="18">
                  <c:v>305.128313375</c:v>
                </c:pt>
                <c:pt idx="19">
                  <c:v>298.91412498333335</c:v>
                </c:pt>
                <c:pt idx="20">
                  <c:v>337.48037068333332</c:v>
                </c:pt>
                <c:pt idx="21">
                  <c:v>291.15481855000013</c:v>
                </c:pt>
                <c:pt idx="22">
                  <c:v>194.43253043333334</c:v>
                </c:pt>
                <c:pt idx="23">
                  <c:v>123.75207589999998</c:v>
                </c:pt>
              </c:numCache>
            </c:numRef>
          </c:val>
          <c:extLst>
            <c:ext xmlns:c16="http://schemas.microsoft.com/office/drawing/2014/chart" uri="{C3380CC4-5D6E-409C-BE32-E72D297353CC}">
              <c16:uniqueId val="{00000001-45ED-4D97-A3D4-97A67BC12153}"/>
            </c:ext>
          </c:extLst>
        </c:ser>
        <c:ser>
          <c:idx val="2"/>
          <c:order val="2"/>
          <c:tx>
            <c:strRef>
              <c:f>Sheet1!$D$1</c:f>
              <c:strCache>
                <c:ptCount val="1"/>
                <c:pt idx="0">
                  <c:v>Load Shedding</c:v>
                </c:pt>
              </c:strCache>
            </c:strRef>
          </c:tx>
          <c:spPr>
            <a:solidFill>
              <a:srgbClr val="C4D600"/>
            </a:solidFill>
            <a:ln w="25400">
              <a:noFill/>
            </a:ln>
            <a:effectLst/>
          </c:spPr>
          <c:dLbls>
            <c:dLbl>
              <c:idx val="0"/>
              <c:delete val="1"/>
              <c:extLst>
                <c:ext xmlns:c15="http://schemas.microsoft.com/office/drawing/2012/chart" uri="{CE6537A1-D6FC-4f65-9D91-7224C49458BB}"/>
                <c:ext xmlns:c16="http://schemas.microsoft.com/office/drawing/2014/chart" uri="{C3380CC4-5D6E-409C-BE32-E72D297353CC}">
                  <c16:uniqueId val="{00000000-3903-4EA4-9B1C-351CA0AA7620}"/>
                </c:ext>
              </c:extLst>
            </c:dLbl>
            <c:dLbl>
              <c:idx val="1"/>
              <c:delete val="1"/>
              <c:extLst>
                <c:ext xmlns:c15="http://schemas.microsoft.com/office/drawing/2012/chart" uri="{CE6537A1-D6FC-4f65-9D91-7224C49458BB}"/>
                <c:ext xmlns:c16="http://schemas.microsoft.com/office/drawing/2014/chart" uri="{C3380CC4-5D6E-409C-BE32-E72D297353CC}">
                  <c16:uniqueId val="{00000001-3903-4EA4-9B1C-351CA0AA7620}"/>
                </c:ext>
              </c:extLst>
            </c:dLbl>
            <c:dLbl>
              <c:idx val="2"/>
              <c:delete val="1"/>
              <c:extLst>
                <c:ext xmlns:c15="http://schemas.microsoft.com/office/drawing/2012/chart" uri="{CE6537A1-D6FC-4f65-9D91-7224C49458BB}"/>
                <c:ext xmlns:c16="http://schemas.microsoft.com/office/drawing/2014/chart" uri="{C3380CC4-5D6E-409C-BE32-E72D297353CC}">
                  <c16:uniqueId val="{00000000-0DBF-4552-BA54-12FFB7B46846}"/>
                </c:ext>
              </c:extLst>
            </c:dLbl>
            <c:dLbl>
              <c:idx val="3"/>
              <c:delete val="1"/>
              <c:extLst>
                <c:ext xmlns:c15="http://schemas.microsoft.com/office/drawing/2012/chart" uri="{CE6537A1-D6FC-4f65-9D91-7224C49458BB}"/>
                <c:ext xmlns:c16="http://schemas.microsoft.com/office/drawing/2014/chart" uri="{C3380CC4-5D6E-409C-BE32-E72D297353CC}">
                  <c16:uniqueId val="{00000002-3903-4EA4-9B1C-351CA0AA7620}"/>
                </c:ext>
              </c:extLst>
            </c:dLbl>
            <c:dLbl>
              <c:idx val="4"/>
              <c:delete val="1"/>
              <c:extLst>
                <c:ext xmlns:c15="http://schemas.microsoft.com/office/drawing/2012/chart" uri="{CE6537A1-D6FC-4f65-9D91-7224C49458BB}"/>
                <c:ext xmlns:c16="http://schemas.microsoft.com/office/drawing/2014/chart" uri="{C3380CC4-5D6E-409C-BE32-E72D297353CC}">
                  <c16:uniqueId val="{00000003-3903-4EA4-9B1C-351CA0AA7620}"/>
                </c:ext>
              </c:extLst>
            </c:dLbl>
            <c:dLbl>
              <c:idx val="5"/>
              <c:delete val="1"/>
              <c:extLst>
                <c:ext xmlns:c15="http://schemas.microsoft.com/office/drawing/2012/chart" uri="{CE6537A1-D6FC-4f65-9D91-7224C49458BB}"/>
                <c:ext xmlns:c16="http://schemas.microsoft.com/office/drawing/2014/chart" uri="{C3380CC4-5D6E-409C-BE32-E72D297353CC}">
                  <c16:uniqueId val="{00000004-3903-4EA4-9B1C-351CA0AA7620}"/>
                </c:ext>
              </c:extLst>
            </c:dLbl>
            <c:dLbl>
              <c:idx val="6"/>
              <c:delete val="1"/>
              <c:extLst>
                <c:ext xmlns:c15="http://schemas.microsoft.com/office/drawing/2012/chart" uri="{CE6537A1-D6FC-4f65-9D91-7224C49458BB}"/>
                <c:ext xmlns:c16="http://schemas.microsoft.com/office/drawing/2014/chart" uri="{C3380CC4-5D6E-409C-BE32-E72D297353CC}">
                  <c16:uniqueId val="{00000005-3903-4EA4-9B1C-351CA0AA7620}"/>
                </c:ext>
              </c:extLst>
            </c:dLbl>
            <c:dLbl>
              <c:idx val="7"/>
              <c:delete val="1"/>
              <c:extLst>
                <c:ext xmlns:c15="http://schemas.microsoft.com/office/drawing/2012/chart" uri="{CE6537A1-D6FC-4f65-9D91-7224C49458BB}"/>
                <c:ext xmlns:c16="http://schemas.microsoft.com/office/drawing/2014/chart" uri="{C3380CC4-5D6E-409C-BE32-E72D297353CC}">
                  <c16:uniqueId val="{00000006-3903-4EA4-9B1C-351CA0AA7620}"/>
                </c:ext>
              </c:extLst>
            </c:dLbl>
            <c:dLbl>
              <c:idx val="8"/>
              <c:delete val="1"/>
              <c:extLst>
                <c:ext xmlns:c15="http://schemas.microsoft.com/office/drawing/2012/chart" uri="{CE6537A1-D6FC-4f65-9D91-7224C49458BB}"/>
                <c:ext xmlns:c16="http://schemas.microsoft.com/office/drawing/2014/chart" uri="{C3380CC4-5D6E-409C-BE32-E72D297353CC}">
                  <c16:uniqueId val="{00000007-3903-4EA4-9B1C-351CA0AA7620}"/>
                </c:ext>
              </c:extLst>
            </c:dLbl>
            <c:dLbl>
              <c:idx val="9"/>
              <c:delete val="1"/>
              <c:extLst>
                <c:ext xmlns:c15="http://schemas.microsoft.com/office/drawing/2012/chart" uri="{CE6537A1-D6FC-4f65-9D91-7224C49458BB}"/>
                <c:ext xmlns:c16="http://schemas.microsoft.com/office/drawing/2014/chart" uri="{C3380CC4-5D6E-409C-BE32-E72D297353CC}">
                  <c16:uniqueId val="{00000008-3903-4EA4-9B1C-351CA0AA7620}"/>
                </c:ext>
              </c:extLst>
            </c:dLbl>
            <c:dLbl>
              <c:idx val="10"/>
              <c:delete val="1"/>
              <c:extLst>
                <c:ext xmlns:c15="http://schemas.microsoft.com/office/drawing/2012/chart" uri="{CE6537A1-D6FC-4f65-9D91-7224C49458BB}"/>
                <c:ext xmlns:c16="http://schemas.microsoft.com/office/drawing/2014/chart" uri="{C3380CC4-5D6E-409C-BE32-E72D297353CC}">
                  <c16:uniqueId val="{00000009-3903-4EA4-9B1C-351CA0AA7620}"/>
                </c:ext>
              </c:extLst>
            </c:dLbl>
            <c:dLbl>
              <c:idx val="11"/>
              <c:delete val="1"/>
              <c:extLst>
                <c:ext xmlns:c15="http://schemas.microsoft.com/office/drawing/2012/chart" uri="{CE6537A1-D6FC-4f65-9D91-7224C49458BB}"/>
                <c:ext xmlns:c16="http://schemas.microsoft.com/office/drawing/2014/chart" uri="{C3380CC4-5D6E-409C-BE32-E72D297353CC}">
                  <c16:uniqueId val="{0000000A-3903-4EA4-9B1C-351CA0AA7620}"/>
                </c:ext>
              </c:extLst>
            </c:dLbl>
            <c:dLbl>
              <c:idx val="12"/>
              <c:delete val="1"/>
              <c:extLst>
                <c:ext xmlns:c15="http://schemas.microsoft.com/office/drawing/2012/chart" uri="{CE6537A1-D6FC-4f65-9D91-7224C49458BB}"/>
                <c:ext xmlns:c16="http://schemas.microsoft.com/office/drawing/2014/chart" uri="{C3380CC4-5D6E-409C-BE32-E72D297353CC}">
                  <c16:uniqueId val="{00000001-0DBF-4552-BA54-12FFB7B46846}"/>
                </c:ext>
              </c:extLst>
            </c:dLbl>
            <c:dLbl>
              <c:idx val="13"/>
              <c:delete val="1"/>
              <c:extLst>
                <c:ext xmlns:c15="http://schemas.microsoft.com/office/drawing/2012/chart" uri="{CE6537A1-D6FC-4f65-9D91-7224C49458BB}"/>
                <c:ext xmlns:c16="http://schemas.microsoft.com/office/drawing/2014/chart" uri="{C3380CC4-5D6E-409C-BE32-E72D297353CC}">
                  <c16:uniqueId val="{00000002-0DBF-4552-BA54-12FFB7B46846}"/>
                </c:ext>
              </c:extLst>
            </c:dLbl>
            <c:dLbl>
              <c:idx val="14"/>
              <c:delete val="1"/>
              <c:extLst>
                <c:ext xmlns:c15="http://schemas.microsoft.com/office/drawing/2012/chart" uri="{CE6537A1-D6FC-4f65-9D91-7224C49458BB}"/>
                <c:ext xmlns:c16="http://schemas.microsoft.com/office/drawing/2014/chart" uri="{C3380CC4-5D6E-409C-BE32-E72D297353CC}">
                  <c16:uniqueId val="{00000003-0DBF-4552-BA54-12FFB7B46846}"/>
                </c:ext>
              </c:extLst>
            </c:dLbl>
            <c:dLbl>
              <c:idx val="15"/>
              <c:delete val="1"/>
              <c:extLst>
                <c:ext xmlns:c15="http://schemas.microsoft.com/office/drawing/2012/chart" uri="{CE6537A1-D6FC-4f65-9D91-7224C49458BB}"/>
                <c:ext xmlns:c16="http://schemas.microsoft.com/office/drawing/2014/chart" uri="{C3380CC4-5D6E-409C-BE32-E72D297353CC}">
                  <c16:uniqueId val="{00000004-0DBF-4552-BA54-12FFB7B46846}"/>
                </c:ext>
              </c:extLst>
            </c:dLbl>
            <c:dLbl>
              <c:idx val="16"/>
              <c:delete val="1"/>
              <c:extLst>
                <c:ext xmlns:c15="http://schemas.microsoft.com/office/drawing/2012/chart" uri="{CE6537A1-D6FC-4f65-9D91-7224C49458BB}"/>
                <c:ext xmlns:c16="http://schemas.microsoft.com/office/drawing/2014/chart" uri="{C3380CC4-5D6E-409C-BE32-E72D297353CC}">
                  <c16:uniqueId val="{00000005-0DBF-4552-BA54-12FFB7B46846}"/>
                </c:ext>
              </c:extLst>
            </c:dLbl>
            <c:dLbl>
              <c:idx val="17"/>
              <c:delete val="1"/>
              <c:extLst>
                <c:ext xmlns:c15="http://schemas.microsoft.com/office/drawing/2012/chart" uri="{CE6537A1-D6FC-4f65-9D91-7224C49458BB}"/>
                <c:ext xmlns:c16="http://schemas.microsoft.com/office/drawing/2014/chart" uri="{C3380CC4-5D6E-409C-BE32-E72D297353CC}">
                  <c16:uniqueId val="{00000006-0DBF-4552-BA54-12FFB7B46846}"/>
                </c:ext>
              </c:extLst>
            </c:dLbl>
            <c:dLbl>
              <c:idx val="18"/>
              <c:delete val="1"/>
              <c:extLst>
                <c:ext xmlns:c15="http://schemas.microsoft.com/office/drawing/2012/chart" uri="{CE6537A1-D6FC-4f65-9D91-7224C49458BB}"/>
                <c:ext xmlns:c16="http://schemas.microsoft.com/office/drawing/2014/chart" uri="{C3380CC4-5D6E-409C-BE32-E72D297353CC}">
                  <c16:uniqueId val="{00000007-0DBF-4552-BA54-12FFB7B46846}"/>
                </c:ext>
              </c:extLst>
            </c:dLbl>
            <c:dLbl>
              <c:idx val="20"/>
              <c:delete val="1"/>
              <c:extLst>
                <c:ext xmlns:c15="http://schemas.microsoft.com/office/drawing/2012/chart" uri="{CE6537A1-D6FC-4f65-9D91-7224C49458BB}"/>
                <c:ext xmlns:c16="http://schemas.microsoft.com/office/drawing/2014/chart" uri="{C3380CC4-5D6E-409C-BE32-E72D297353CC}">
                  <c16:uniqueId val="{00000008-0DBF-4552-BA54-12FFB7B46846}"/>
                </c:ext>
              </c:extLst>
            </c:dLbl>
            <c:dLbl>
              <c:idx val="21"/>
              <c:delete val="1"/>
              <c:extLst>
                <c:ext xmlns:c15="http://schemas.microsoft.com/office/drawing/2012/chart" uri="{CE6537A1-D6FC-4f65-9D91-7224C49458BB}"/>
                <c:ext xmlns:c16="http://schemas.microsoft.com/office/drawing/2014/chart" uri="{C3380CC4-5D6E-409C-BE32-E72D297353CC}">
                  <c16:uniqueId val="{00000009-0DBF-4552-BA54-12FFB7B46846}"/>
                </c:ext>
              </c:extLst>
            </c:dLbl>
            <c:dLbl>
              <c:idx val="22"/>
              <c:delete val="1"/>
              <c:extLst>
                <c:ext xmlns:c15="http://schemas.microsoft.com/office/drawing/2012/chart" uri="{CE6537A1-D6FC-4f65-9D91-7224C49458BB}"/>
                <c:ext xmlns:c16="http://schemas.microsoft.com/office/drawing/2014/chart" uri="{C3380CC4-5D6E-409C-BE32-E72D297353CC}">
                  <c16:uniqueId val="{0000000A-0DBF-4552-BA54-12FFB7B46846}"/>
                </c:ext>
              </c:extLst>
            </c:dLbl>
            <c:dLbl>
              <c:idx val="23"/>
              <c:delete val="1"/>
              <c:extLst>
                <c:ext xmlns:c15="http://schemas.microsoft.com/office/drawing/2012/chart" uri="{CE6537A1-D6FC-4f65-9D91-7224C49458BB}"/>
                <c:ext xmlns:c16="http://schemas.microsoft.com/office/drawing/2014/chart" uri="{C3380CC4-5D6E-409C-BE32-E72D297353CC}">
                  <c16:uniqueId val="{0000000B-0DBF-4552-BA54-12FFB7B46846}"/>
                </c:ext>
              </c:extLst>
            </c:dLbl>
            <c:spPr>
              <a:solidFill>
                <a:srgbClr val="C4D600"/>
              </a:solid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Sheet1!$A$2:$A$25</c:f>
              <c:strCache>
                <c:ptCount val="24"/>
                <c:pt idx="0">
                  <c:v>01:00</c:v>
                </c:pt>
                <c:pt idx="1">
                  <c:v>02:00</c:v>
                </c:pt>
                <c:pt idx="2">
                  <c:v>03:00</c:v>
                </c:pt>
                <c:pt idx="3">
                  <c:v>04:00</c:v>
                </c:pt>
                <c:pt idx="4">
                  <c:v>05:00</c:v>
                </c:pt>
                <c:pt idx="5">
                  <c:v>06:00</c:v>
                </c:pt>
                <c:pt idx="6">
                  <c:v>07:00</c:v>
                </c:pt>
                <c:pt idx="7">
                  <c:v>08:00</c:v>
                </c:pt>
                <c:pt idx="8">
                  <c:v>09:00</c:v>
                </c:pt>
                <c:pt idx="9">
                  <c:v>10:00</c:v>
                </c:pt>
                <c:pt idx="10">
                  <c:v>11:00</c:v>
                </c:pt>
                <c:pt idx="11">
                  <c:v>12:00</c:v>
                </c:pt>
                <c:pt idx="12">
                  <c:v>13:00</c:v>
                </c:pt>
                <c:pt idx="13">
                  <c:v>14:00</c:v>
                </c:pt>
                <c:pt idx="14">
                  <c:v>15:00</c:v>
                </c:pt>
                <c:pt idx="15">
                  <c:v>16:00</c:v>
                </c:pt>
                <c:pt idx="16">
                  <c:v>17:00</c:v>
                </c:pt>
                <c:pt idx="17">
                  <c:v>18:00</c:v>
                </c:pt>
                <c:pt idx="18">
                  <c:v>19:00</c:v>
                </c:pt>
                <c:pt idx="19">
                  <c:v>20:00</c:v>
                </c:pt>
                <c:pt idx="20">
                  <c:v>21:00</c:v>
                </c:pt>
                <c:pt idx="21">
                  <c:v>22:00</c:v>
                </c:pt>
                <c:pt idx="22">
                  <c:v>23:00</c:v>
                </c:pt>
                <c:pt idx="23">
                  <c:v>24:00</c:v>
                </c:pt>
              </c:strCache>
            </c:strRef>
          </c:cat>
          <c:val>
            <c:numRef>
              <c:f>Sheet1!$D$2:$D$25</c:f>
              <c:numCache>
                <c:formatCode>0</c:formatCode>
                <c:ptCount val="24"/>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1.91</c:v>
                </c:pt>
                <c:pt idx="20">
                  <c:v>0</c:v>
                </c:pt>
                <c:pt idx="21">
                  <c:v>0</c:v>
                </c:pt>
                <c:pt idx="22">
                  <c:v>0</c:v>
                </c:pt>
                <c:pt idx="23">
                  <c:v>0</c:v>
                </c:pt>
              </c:numCache>
            </c:numRef>
          </c:val>
          <c:extLst>
            <c:ext xmlns:c16="http://schemas.microsoft.com/office/drawing/2014/chart" uri="{C3380CC4-5D6E-409C-BE32-E72D297353CC}">
              <c16:uniqueId val="{00000002-45ED-4D97-A3D4-97A67BC12153}"/>
            </c:ext>
          </c:extLst>
        </c:ser>
        <c:dLbls>
          <c:showLegendKey val="0"/>
          <c:showVal val="0"/>
          <c:showCatName val="0"/>
          <c:showSerName val="0"/>
          <c:showPercent val="0"/>
          <c:showBubbleSize val="0"/>
        </c:dLbls>
        <c:axId val="870970687"/>
        <c:axId val="870971935"/>
      </c:areaChart>
      <c:catAx>
        <c:axId val="870970687"/>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1" i="0" u="none" strike="noStrike" kern="1200" baseline="0">
                <a:solidFill>
                  <a:schemeClr val="tx1">
                    <a:lumMod val="65000"/>
                    <a:lumOff val="35000"/>
                  </a:schemeClr>
                </a:solidFill>
                <a:latin typeface="+mn-lt"/>
                <a:ea typeface="+mn-ea"/>
                <a:cs typeface="+mn-cs"/>
              </a:defRPr>
            </a:pPr>
            <a:endParaRPr lang="en-US"/>
          </a:p>
        </c:txPr>
        <c:crossAx val="870971935"/>
        <c:crosses val="autoZero"/>
        <c:auto val="1"/>
        <c:lblAlgn val="ctr"/>
        <c:lblOffset val="100"/>
        <c:noMultiLvlLbl val="0"/>
      </c:catAx>
      <c:valAx>
        <c:axId val="870971935"/>
        <c:scaling>
          <c:orientation val="minMax"/>
        </c:scaling>
        <c:delete val="1"/>
        <c:axPos val="l"/>
        <c:numFmt formatCode="0" sourceLinked="1"/>
        <c:majorTickMark val="none"/>
        <c:minorTickMark val="none"/>
        <c:tickLblPos val="nextTo"/>
        <c:crossAx val="870970687"/>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legend>
    <c:plotVisOnly val="1"/>
    <c:dispBlanksAs val="zero"/>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5309000822884372E-2"/>
          <c:y val="9.8314096111526347E-2"/>
          <c:w val="0.93649740239156742"/>
          <c:h val="0.72924522979102158"/>
        </c:manualLayout>
      </c:layout>
      <c:areaChart>
        <c:grouping val="stacked"/>
        <c:varyColors val="0"/>
        <c:ser>
          <c:idx val="0"/>
          <c:order val="0"/>
          <c:tx>
            <c:strRef>
              <c:f>Sheet1!$B$1</c:f>
              <c:strCache>
                <c:ptCount val="1"/>
                <c:pt idx="0">
                  <c:v>Base Demand Met</c:v>
                </c:pt>
              </c:strCache>
            </c:strRef>
          </c:tx>
          <c:spPr>
            <a:solidFill>
              <a:schemeClr val="tx1">
                <a:lumMod val="65000"/>
                <a:lumOff val="35000"/>
              </a:schemeClr>
            </a:solidFill>
            <a:ln>
              <a:noFill/>
            </a:ln>
            <a:effectLst/>
          </c:spPr>
          <c:dLbls>
            <c:spPr>
              <a:solidFill>
                <a:schemeClr val="tx1">
                  <a:lumMod val="65000"/>
                  <a:lumOff val="35000"/>
                </a:schemeClr>
              </a:solid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06:00</c:v>
                </c:pt>
                <c:pt idx="1">
                  <c:v>07:00</c:v>
                </c:pt>
                <c:pt idx="2">
                  <c:v>08:00</c:v>
                </c:pt>
                <c:pt idx="3">
                  <c:v>09:00</c:v>
                </c:pt>
                <c:pt idx="4">
                  <c:v>10:00</c:v>
                </c:pt>
                <c:pt idx="5">
                  <c:v>11:00</c:v>
                </c:pt>
                <c:pt idx="6">
                  <c:v>12:00</c:v>
                </c:pt>
                <c:pt idx="7">
                  <c:v>13:00</c:v>
                </c:pt>
                <c:pt idx="8">
                  <c:v>14:00</c:v>
                </c:pt>
                <c:pt idx="9">
                  <c:v>15:00</c:v>
                </c:pt>
                <c:pt idx="10">
                  <c:v>16:00</c:v>
                </c:pt>
                <c:pt idx="11">
                  <c:v>17:00</c:v>
                </c:pt>
              </c:strCache>
            </c:strRef>
          </c:cat>
          <c:val>
            <c:numRef>
              <c:f>Sheet1!$B$2:$B$13</c:f>
              <c:numCache>
                <c:formatCode>0</c:formatCode>
                <c:ptCount val="12"/>
                <c:pt idx="0">
                  <c:v>973.18362116129038</c:v>
                </c:pt>
                <c:pt idx="1">
                  <c:v>1044.8491483870969</c:v>
                </c:pt>
                <c:pt idx="2">
                  <c:v>1107.4923849193549</c:v>
                </c:pt>
                <c:pt idx="3">
                  <c:v>1099.1429693225803</c:v>
                </c:pt>
                <c:pt idx="4">
                  <c:v>1155.9632224193551</c:v>
                </c:pt>
                <c:pt idx="5">
                  <c:v>1193.2656498387096</c:v>
                </c:pt>
                <c:pt idx="6">
                  <c:v>1200.2554281209675</c:v>
                </c:pt>
                <c:pt idx="7">
                  <c:v>1205.0499645967739</c:v>
                </c:pt>
                <c:pt idx="8">
                  <c:v>1182.442152096774</c:v>
                </c:pt>
                <c:pt idx="9">
                  <c:v>1179.8527001935481</c:v>
                </c:pt>
                <c:pt idx="10">
                  <c:v>1151.3916872580644</c:v>
                </c:pt>
                <c:pt idx="11">
                  <c:v>1154.6188383225808</c:v>
                </c:pt>
              </c:numCache>
            </c:numRef>
          </c:val>
          <c:extLst>
            <c:ext xmlns:c16="http://schemas.microsoft.com/office/drawing/2014/chart" uri="{C3380CC4-5D6E-409C-BE32-E72D297353CC}">
              <c16:uniqueId val="{00000000-45ED-4D97-A3D4-97A67BC12153}"/>
            </c:ext>
          </c:extLst>
        </c:ser>
        <c:ser>
          <c:idx val="1"/>
          <c:order val="1"/>
          <c:tx>
            <c:strRef>
              <c:f>Sheet1!$C$1</c:f>
              <c:strCache>
                <c:ptCount val="1"/>
                <c:pt idx="0">
                  <c:v>Short term purchase</c:v>
                </c:pt>
              </c:strCache>
            </c:strRef>
          </c:tx>
          <c:spPr>
            <a:solidFill>
              <a:srgbClr val="009A44"/>
            </a:solidFill>
            <a:ln>
              <a:noFill/>
            </a:ln>
            <a:effectLst/>
          </c:spPr>
          <c:dLbls>
            <c:spPr>
              <a:solidFill>
                <a:srgbClr val="009A44"/>
              </a:solid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06:00</c:v>
                </c:pt>
                <c:pt idx="1">
                  <c:v>07:00</c:v>
                </c:pt>
                <c:pt idx="2">
                  <c:v>08:00</c:v>
                </c:pt>
                <c:pt idx="3">
                  <c:v>09:00</c:v>
                </c:pt>
                <c:pt idx="4">
                  <c:v>10:00</c:v>
                </c:pt>
                <c:pt idx="5">
                  <c:v>11:00</c:v>
                </c:pt>
                <c:pt idx="6">
                  <c:v>12:00</c:v>
                </c:pt>
                <c:pt idx="7">
                  <c:v>13:00</c:v>
                </c:pt>
                <c:pt idx="8">
                  <c:v>14:00</c:v>
                </c:pt>
                <c:pt idx="9">
                  <c:v>15:00</c:v>
                </c:pt>
                <c:pt idx="10">
                  <c:v>16:00</c:v>
                </c:pt>
                <c:pt idx="11">
                  <c:v>17:00</c:v>
                </c:pt>
              </c:strCache>
            </c:strRef>
          </c:cat>
          <c:val>
            <c:numRef>
              <c:f>Sheet1!$C$2:$C$13</c:f>
              <c:numCache>
                <c:formatCode>0</c:formatCode>
                <c:ptCount val="12"/>
                <c:pt idx="0">
                  <c:v>123.60983045161292</c:v>
                </c:pt>
                <c:pt idx="1">
                  <c:v>113.67617419354839</c:v>
                </c:pt>
                <c:pt idx="2">
                  <c:v>97.733711854838731</c:v>
                </c:pt>
                <c:pt idx="3">
                  <c:v>142.73590164516128</c:v>
                </c:pt>
                <c:pt idx="4">
                  <c:v>166.43142274193548</c:v>
                </c:pt>
                <c:pt idx="5">
                  <c:v>189.66760822580639</c:v>
                </c:pt>
                <c:pt idx="6">
                  <c:v>218.36350736290325</c:v>
                </c:pt>
                <c:pt idx="7">
                  <c:v>234.732616048387</c:v>
                </c:pt>
                <c:pt idx="8">
                  <c:v>250.35823499999998</c:v>
                </c:pt>
                <c:pt idx="9">
                  <c:v>285.21839658064522</c:v>
                </c:pt>
                <c:pt idx="10">
                  <c:v>289.80957080645169</c:v>
                </c:pt>
                <c:pt idx="11">
                  <c:v>265.36267780645153</c:v>
                </c:pt>
              </c:numCache>
            </c:numRef>
          </c:val>
          <c:extLst>
            <c:ext xmlns:c16="http://schemas.microsoft.com/office/drawing/2014/chart" uri="{C3380CC4-5D6E-409C-BE32-E72D297353CC}">
              <c16:uniqueId val="{00000001-45ED-4D97-A3D4-97A67BC12153}"/>
            </c:ext>
          </c:extLst>
        </c:ser>
        <c:ser>
          <c:idx val="2"/>
          <c:order val="2"/>
          <c:tx>
            <c:strRef>
              <c:f>Sheet1!$D$1</c:f>
              <c:strCache>
                <c:ptCount val="1"/>
                <c:pt idx="0">
                  <c:v>Load Shedding</c:v>
                </c:pt>
              </c:strCache>
            </c:strRef>
          </c:tx>
          <c:spPr>
            <a:solidFill>
              <a:srgbClr val="C4D600"/>
            </a:solidFill>
            <a:ln w="25400">
              <a:noFill/>
            </a:ln>
            <a:effectLst/>
          </c:spPr>
          <c:dLbls>
            <c:dLbl>
              <c:idx val="0"/>
              <c:delete val="1"/>
              <c:extLst>
                <c:ext xmlns:c15="http://schemas.microsoft.com/office/drawing/2012/chart" uri="{CE6537A1-D6FC-4f65-9D91-7224C49458BB}"/>
                <c:ext xmlns:c16="http://schemas.microsoft.com/office/drawing/2014/chart" uri="{C3380CC4-5D6E-409C-BE32-E72D297353CC}">
                  <c16:uniqueId val="{00000000-3892-4F1F-AA75-1E687CC3EDB7}"/>
                </c:ext>
              </c:extLst>
            </c:dLbl>
            <c:dLbl>
              <c:idx val="1"/>
              <c:delete val="1"/>
              <c:extLst>
                <c:ext xmlns:c15="http://schemas.microsoft.com/office/drawing/2012/chart" uri="{CE6537A1-D6FC-4f65-9D91-7224C49458BB}"/>
                <c:ext xmlns:c16="http://schemas.microsoft.com/office/drawing/2014/chart" uri="{C3380CC4-5D6E-409C-BE32-E72D297353CC}">
                  <c16:uniqueId val="{00000001-3892-4F1F-AA75-1E687CC3EDB7}"/>
                </c:ext>
              </c:extLst>
            </c:dLbl>
            <c:dLbl>
              <c:idx val="2"/>
              <c:layout>
                <c:manualLayout>
                  <c:x val="0"/>
                  <c:y val="-2.680981611575089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3892-4F1F-AA75-1E687CC3EDB7}"/>
                </c:ext>
              </c:extLst>
            </c:dLbl>
            <c:dLbl>
              <c:idx val="3"/>
              <c:delete val="1"/>
              <c:extLst>
                <c:ext xmlns:c15="http://schemas.microsoft.com/office/drawing/2012/chart" uri="{CE6537A1-D6FC-4f65-9D91-7224C49458BB}"/>
                <c:ext xmlns:c16="http://schemas.microsoft.com/office/drawing/2014/chart" uri="{C3380CC4-5D6E-409C-BE32-E72D297353CC}">
                  <c16:uniqueId val="{00000003-3892-4F1F-AA75-1E687CC3EDB7}"/>
                </c:ext>
              </c:extLst>
            </c:dLbl>
            <c:dLbl>
              <c:idx val="4"/>
              <c:delete val="1"/>
              <c:extLst>
                <c:ext xmlns:c15="http://schemas.microsoft.com/office/drawing/2012/chart" uri="{CE6537A1-D6FC-4f65-9D91-7224C49458BB}"/>
                <c:ext xmlns:c16="http://schemas.microsoft.com/office/drawing/2014/chart" uri="{C3380CC4-5D6E-409C-BE32-E72D297353CC}">
                  <c16:uniqueId val="{00000004-3892-4F1F-AA75-1E687CC3EDB7}"/>
                </c:ext>
              </c:extLst>
            </c:dLbl>
            <c:dLbl>
              <c:idx val="5"/>
              <c:delete val="1"/>
              <c:extLst>
                <c:ext xmlns:c15="http://schemas.microsoft.com/office/drawing/2012/chart" uri="{CE6537A1-D6FC-4f65-9D91-7224C49458BB}"/>
                <c:ext xmlns:c16="http://schemas.microsoft.com/office/drawing/2014/chart" uri="{C3380CC4-5D6E-409C-BE32-E72D297353CC}">
                  <c16:uniqueId val="{00000005-3892-4F1F-AA75-1E687CC3EDB7}"/>
                </c:ext>
              </c:extLst>
            </c:dLbl>
            <c:dLbl>
              <c:idx val="6"/>
              <c:delete val="1"/>
              <c:extLst>
                <c:ext xmlns:c15="http://schemas.microsoft.com/office/drawing/2012/chart" uri="{CE6537A1-D6FC-4f65-9D91-7224C49458BB}"/>
                <c:ext xmlns:c16="http://schemas.microsoft.com/office/drawing/2014/chart" uri="{C3380CC4-5D6E-409C-BE32-E72D297353CC}">
                  <c16:uniqueId val="{00000006-3892-4F1F-AA75-1E687CC3EDB7}"/>
                </c:ext>
              </c:extLst>
            </c:dLbl>
            <c:dLbl>
              <c:idx val="7"/>
              <c:delete val="1"/>
              <c:extLst>
                <c:ext xmlns:c15="http://schemas.microsoft.com/office/drawing/2012/chart" uri="{CE6537A1-D6FC-4f65-9D91-7224C49458BB}"/>
                <c:ext xmlns:c16="http://schemas.microsoft.com/office/drawing/2014/chart" uri="{C3380CC4-5D6E-409C-BE32-E72D297353CC}">
                  <c16:uniqueId val="{00000007-3892-4F1F-AA75-1E687CC3EDB7}"/>
                </c:ext>
              </c:extLst>
            </c:dLbl>
            <c:dLbl>
              <c:idx val="8"/>
              <c:delete val="1"/>
              <c:extLst>
                <c:ext xmlns:c15="http://schemas.microsoft.com/office/drawing/2012/chart" uri="{CE6537A1-D6FC-4f65-9D91-7224C49458BB}"/>
                <c:ext xmlns:c16="http://schemas.microsoft.com/office/drawing/2014/chart" uri="{C3380CC4-5D6E-409C-BE32-E72D297353CC}">
                  <c16:uniqueId val="{00000008-3892-4F1F-AA75-1E687CC3EDB7}"/>
                </c:ext>
              </c:extLst>
            </c:dLbl>
            <c:dLbl>
              <c:idx val="9"/>
              <c:delete val="1"/>
              <c:extLst>
                <c:ext xmlns:c15="http://schemas.microsoft.com/office/drawing/2012/chart" uri="{CE6537A1-D6FC-4f65-9D91-7224C49458BB}"/>
                <c:ext xmlns:c16="http://schemas.microsoft.com/office/drawing/2014/chart" uri="{C3380CC4-5D6E-409C-BE32-E72D297353CC}">
                  <c16:uniqueId val="{00000009-3892-4F1F-AA75-1E687CC3EDB7}"/>
                </c:ext>
              </c:extLst>
            </c:dLbl>
            <c:dLbl>
              <c:idx val="10"/>
              <c:delete val="1"/>
              <c:extLst>
                <c:ext xmlns:c15="http://schemas.microsoft.com/office/drawing/2012/chart" uri="{CE6537A1-D6FC-4f65-9D91-7224C49458BB}"/>
                <c:ext xmlns:c16="http://schemas.microsoft.com/office/drawing/2014/chart" uri="{C3380CC4-5D6E-409C-BE32-E72D297353CC}">
                  <c16:uniqueId val="{0000000A-3892-4F1F-AA75-1E687CC3EDB7}"/>
                </c:ext>
              </c:extLst>
            </c:dLbl>
            <c:dLbl>
              <c:idx val="11"/>
              <c:delete val="1"/>
              <c:extLst>
                <c:ext xmlns:c15="http://schemas.microsoft.com/office/drawing/2012/chart" uri="{CE6537A1-D6FC-4f65-9D91-7224C49458BB}"/>
                <c:ext xmlns:c16="http://schemas.microsoft.com/office/drawing/2014/chart" uri="{C3380CC4-5D6E-409C-BE32-E72D297353CC}">
                  <c16:uniqueId val="{0000000B-3892-4F1F-AA75-1E687CC3EDB7}"/>
                </c:ext>
              </c:extLst>
            </c:dLbl>
            <c:spPr>
              <a:solidFill>
                <a:srgbClr val="C4D600"/>
              </a:solid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06:00</c:v>
                </c:pt>
                <c:pt idx="1">
                  <c:v>07:00</c:v>
                </c:pt>
                <c:pt idx="2">
                  <c:v>08:00</c:v>
                </c:pt>
                <c:pt idx="3">
                  <c:v>09:00</c:v>
                </c:pt>
                <c:pt idx="4">
                  <c:v>10:00</c:v>
                </c:pt>
                <c:pt idx="5">
                  <c:v>11:00</c:v>
                </c:pt>
                <c:pt idx="6">
                  <c:v>12:00</c:v>
                </c:pt>
                <c:pt idx="7">
                  <c:v>13:00</c:v>
                </c:pt>
                <c:pt idx="8">
                  <c:v>14:00</c:v>
                </c:pt>
                <c:pt idx="9">
                  <c:v>15:00</c:v>
                </c:pt>
                <c:pt idx="10">
                  <c:v>16:00</c:v>
                </c:pt>
                <c:pt idx="11">
                  <c:v>17:00</c:v>
                </c:pt>
              </c:strCache>
            </c:strRef>
          </c:cat>
          <c:val>
            <c:numRef>
              <c:f>Sheet1!$D$2:$D$13</c:f>
              <c:numCache>
                <c:formatCode>0</c:formatCode>
                <c:ptCount val="12"/>
                <c:pt idx="0">
                  <c:v>0</c:v>
                </c:pt>
                <c:pt idx="1">
                  <c:v>0</c:v>
                </c:pt>
                <c:pt idx="2">
                  <c:v>6.0419354838709678</c:v>
                </c:pt>
                <c:pt idx="3">
                  <c:v>0</c:v>
                </c:pt>
                <c:pt idx="4">
                  <c:v>0</c:v>
                </c:pt>
                <c:pt idx="5">
                  <c:v>0</c:v>
                </c:pt>
                <c:pt idx="6">
                  <c:v>0</c:v>
                </c:pt>
                <c:pt idx="7">
                  <c:v>0</c:v>
                </c:pt>
                <c:pt idx="8">
                  <c:v>0</c:v>
                </c:pt>
                <c:pt idx="9">
                  <c:v>0</c:v>
                </c:pt>
                <c:pt idx="10">
                  <c:v>0</c:v>
                </c:pt>
                <c:pt idx="11">
                  <c:v>0</c:v>
                </c:pt>
              </c:numCache>
            </c:numRef>
          </c:val>
          <c:extLst>
            <c:ext xmlns:c16="http://schemas.microsoft.com/office/drawing/2014/chart" uri="{C3380CC4-5D6E-409C-BE32-E72D297353CC}">
              <c16:uniqueId val="{00000002-45ED-4D97-A3D4-97A67BC12153}"/>
            </c:ext>
          </c:extLst>
        </c:ser>
        <c:dLbls>
          <c:showLegendKey val="0"/>
          <c:showVal val="0"/>
          <c:showCatName val="0"/>
          <c:showSerName val="0"/>
          <c:showPercent val="0"/>
          <c:showBubbleSize val="0"/>
        </c:dLbls>
        <c:axId val="870970687"/>
        <c:axId val="870971935"/>
      </c:areaChart>
      <c:catAx>
        <c:axId val="870970687"/>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1" i="0" u="none" strike="noStrike" kern="1200" baseline="0">
                <a:solidFill>
                  <a:schemeClr val="tx1">
                    <a:lumMod val="65000"/>
                    <a:lumOff val="35000"/>
                  </a:schemeClr>
                </a:solidFill>
                <a:latin typeface="+mn-lt"/>
                <a:ea typeface="+mn-ea"/>
                <a:cs typeface="+mn-cs"/>
              </a:defRPr>
            </a:pPr>
            <a:endParaRPr lang="en-US"/>
          </a:p>
        </c:txPr>
        <c:crossAx val="870971935"/>
        <c:crosses val="autoZero"/>
        <c:auto val="1"/>
        <c:lblAlgn val="ctr"/>
        <c:lblOffset val="100"/>
        <c:noMultiLvlLbl val="0"/>
      </c:catAx>
      <c:valAx>
        <c:axId val="870971935"/>
        <c:scaling>
          <c:orientation val="minMax"/>
        </c:scaling>
        <c:delete val="1"/>
        <c:axPos val="l"/>
        <c:numFmt formatCode="0" sourceLinked="1"/>
        <c:majorTickMark val="none"/>
        <c:minorTickMark val="none"/>
        <c:tickLblPos val="nextTo"/>
        <c:crossAx val="870970687"/>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legend>
    <c:plotVisOnly val="1"/>
    <c:dispBlanksAs val="zero"/>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5309000822884372E-2"/>
          <c:y val="9.8314096111526347E-2"/>
          <c:w val="0.93649740239156742"/>
          <c:h val="0.72924522979102158"/>
        </c:manualLayout>
      </c:layout>
      <c:areaChart>
        <c:grouping val="stacked"/>
        <c:varyColors val="0"/>
        <c:ser>
          <c:idx val="0"/>
          <c:order val="0"/>
          <c:tx>
            <c:strRef>
              <c:f>Sheet1!$B$1</c:f>
              <c:strCache>
                <c:ptCount val="1"/>
                <c:pt idx="0">
                  <c:v>Base Demand Met</c:v>
                </c:pt>
              </c:strCache>
            </c:strRef>
          </c:tx>
          <c:spPr>
            <a:solidFill>
              <a:schemeClr val="tx1">
                <a:lumMod val="65000"/>
                <a:lumOff val="35000"/>
              </a:schemeClr>
            </a:solidFill>
            <a:ln>
              <a:noFill/>
            </a:ln>
            <a:effectLst/>
          </c:spPr>
          <c:dLbls>
            <c:spPr>
              <a:solidFill>
                <a:schemeClr val="tx1">
                  <a:lumMod val="65000"/>
                  <a:lumOff val="35000"/>
                </a:schemeClr>
              </a:solid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18:00</c:v>
                </c:pt>
                <c:pt idx="1">
                  <c:v>19:00</c:v>
                </c:pt>
                <c:pt idx="2">
                  <c:v>20:00</c:v>
                </c:pt>
                <c:pt idx="3">
                  <c:v>21:00</c:v>
                </c:pt>
                <c:pt idx="4">
                  <c:v>22:00</c:v>
                </c:pt>
                <c:pt idx="5">
                  <c:v>23:00</c:v>
                </c:pt>
                <c:pt idx="6">
                  <c:v>24:00</c:v>
                </c:pt>
                <c:pt idx="7">
                  <c:v>01:00</c:v>
                </c:pt>
                <c:pt idx="8">
                  <c:v>02:00</c:v>
                </c:pt>
                <c:pt idx="9">
                  <c:v>03:00</c:v>
                </c:pt>
                <c:pt idx="10">
                  <c:v>04:00</c:v>
                </c:pt>
                <c:pt idx="11">
                  <c:v>05:00</c:v>
                </c:pt>
              </c:strCache>
            </c:strRef>
          </c:cat>
          <c:val>
            <c:numRef>
              <c:f>Sheet1!$B$2:$B$13</c:f>
              <c:numCache>
                <c:formatCode>0</c:formatCode>
                <c:ptCount val="12"/>
                <c:pt idx="0">
                  <c:v>1284.368572814516</c:v>
                </c:pt>
                <c:pt idx="1">
                  <c:v>1413.0582766129037</c:v>
                </c:pt>
                <c:pt idx="2">
                  <c:v>1384.5650317741934</c:v>
                </c:pt>
                <c:pt idx="3">
                  <c:v>1336.8599357822577</c:v>
                </c:pt>
                <c:pt idx="4">
                  <c:v>1231.066588395161</c:v>
                </c:pt>
                <c:pt idx="5">
                  <c:v>1150.5693087741934</c:v>
                </c:pt>
                <c:pt idx="6">
                  <c:v>1100.7815638225802</c:v>
                </c:pt>
                <c:pt idx="7">
                  <c:v>1066.5703862580642</c:v>
                </c:pt>
                <c:pt idx="8">
                  <c:v>1040.7227186129032</c:v>
                </c:pt>
                <c:pt idx="9">
                  <c:v>1028.3501762741937</c:v>
                </c:pt>
                <c:pt idx="10">
                  <c:v>990.44997838709673</c:v>
                </c:pt>
                <c:pt idx="11">
                  <c:v>943.41156100000046</c:v>
                </c:pt>
              </c:numCache>
            </c:numRef>
          </c:val>
          <c:extLst>
            <c:ext xmlns:c16="http://schemas.microsoft.com/office/drawing/2014/chart" uri="{C3380CC4-5D6E-409C-BE32-E72D297353CC}">
              <c16:uniqueId val="{00000000-45ED-4D97-A3D4-97A67BC12153}"/>
            </c:ext>
          </c:extLst>
        </c:ser>
        <c:ser>
          <c:idx val="1"/>
          <c:order val="1"/>
          <c:tx>
            <c:strRef>
              <c:f>Sheet1!$C$1</c:f>
              <c:strCache>
                <c:ptCount val="1"/>
                <c:pt idx="0">
                  <c:v>Short term purchase</c:v>
                </c:pt>
              </c:strCache>
            </c:strRef>
          </c:tx>
          <c:spPr>
            <a:solidFill>
              <a:srgbClr val="009A44"/>
            </a:solidFill>
            <a:ln>
              <a:noFill/>
            </a:ln>
            <a:effectLst/>
          </c:spPr>
          <c:dLbls>
            <c:spPr>
              <a:solidFill>
                <a:srgbClr val="009A44"/>
              </a:solid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18:00</c:v>
                </c:pt>
                <c:pt idx="1">
                  <c:v>19:00</c:v>
                </c:pt>
                <c:pt idx="2">
                  <c:v>20:00</c:v>
                </c:pt>
                <c:pt idx="3">
                  <c:v>21:00</c:v>
                </c:pt>
                <c:pt idx="4">
                  <c:v>22:00</c:v>
                </c:pt>
                <c:pt idx="5">
                  <c:v>23:00</c:v>
                </c:pt>
                <c:pt idx="6">
                  <c:v>24:00</c:v>
                </c:pt>
                <c:pt idx="7">
                  <c:v>01:00</c:v>
                </c:pt>
                <c:pt idx="8">
                  <c:v>02:00</c:v>
                </c:pt>
                <c:pt idx="9">
                  <c:v>03:00</c:v>
                </c:pt>
                <c:pt idx="10">
                  <c:v>04:00</c:v>
                </c:pt>
                <c:pt idx="11">
                  <c:v>05:00</c:v>
                </c:pt>
              </c:strCache>
            </c:strRef>
          </c:cat>
          <c:val>
            <c:numRef>
              <c:f>Sheet1!$C$2:$C$13</c:f>
              <c:numCache>
                <c:formatCode>0</c:formatCode>
                <c:ptCount val="12"/>
                <c:pt idx="0">
                  <c:v>235.13894331451613</c:v>
                </c:pt>
                <c:pt idx="1">
                  <c:v>344.93456209677419</c:v>
                </c:pt>
                <c:pt idx="2">
                  <c:v>377.45229080645174</c:v>
                </c:pt>
                <c:pt idx="3">
                  <c:v>403.83683841129039</c:v>
                </c:pt>
                <c:pt idx="4">
                  <c:v>407.34599224999999</c:v>
                </c:pt>
                <c:pt idx="5">
                  <c:v>373.97914283870966</c:v>
                </c:pt>
                <c:pt idx="6">
                  <c:v>314.15421037096769</c:v>
                </c:pt>
                <c:pt idx="7">
                  <c:v>235.72583954838709</c:v>
                </c:pt>
                <c:pt idx="8">
                  <c:v>189.13073299999996</c:v>
                </c:pt>
                <c:pt idx="9">
                  <c:v>146.11221082258066</c:v>
                </c:pt>
                <c:pt idx="10">
                  <c:v>136.20060225806452</c:v>
                </c:pt>
                <c:pt idx="11">
                  <c:v>125.99860029032257</c:v>
                </c:pt>
              </c:numCache>
            </c:numRef>
          </c:val>
          <c:extLst>
            <c:ext xmlns:c16="http://schemas.microsoft.com/office/drawing/2014/chart" uri="{C3380CC4-5D6E-409C-BE32-E72D297353CC}">
              <c16:uniqueId val="{00000001-45ED-4D97-A3D4-97A67BC12153}"/>
            </c:ext>
          </c:extLst>
        </c:ser>
        <c:ser>
          <c:idx val="2"/>
          <c:order val="2"/>
          <c:tx>
            <c:strRef>
              <c:f>Sheet1!$D$1</c:f>
              <c:strCache>
                <c:ptCount val="1"/>
                <c:pt idx="0">
                  <c:v>Load Shedding</c:v>
                </c:pt>
              </c:strCache>
            </c:strRef>
          </c:tx>
          <c:spPr>
            <a:solidFill>
              <a:srgbClr val="C4D600"/>
            </a:solidFill>
            <a:ln w="25400">
              <a:noFill/>
            </a:ln>
            <a:effectLst/>
          </c:spPr>
          <c:dLbls>
            <c:dLbl>
              <c:idx val="0"/>
              <c:delete val="1"/>
              <c:extLst>
                <c:ext xmlns:c15="http://schemas.microsoft.com/office/drawing/2012/chart" uri="{CE6537A1-D6FC-4f65-9D91-7224C49458BB}"/>
                <c:ext xmlns:c16="http://schemas.microsoft.com/office/drawing/2014/chart" uri="{C3380CC4-5D6E-409C-BE32-E72D297353CC}">
                  <c16:uniqueId val="{00000000-3892-4F1F-AA75-1E687CC3EDB7}"/>
                </c:ext>
              </c:extLst>
            </c:dLbl>
            <c:dLbl>
              <c:idx val="1"/>
              <c:delete val="1"/>
              <c:extLst>
                <c:ext xmlns:c15="http://schemas.microsoft.com/office/drawing/2012/chart" uri="{CE6537A1-D6FC-4f65-9D91-7224C49458BB}"/>
                <c:ext xmlns:c16="http://schemas.microsoft.com/office/drawing/2014/chart" uri="{C3380CC4-5D6E-409C-BE32-E72D297353CC}">
                  <c16:uniqueId val="{00000001-3892-4F1F-AA75-1E687CC3EDB7}"/>
                </c:ext>
              </c:extLst>
            </c:dLbl>
            <c:dLbl>
              <c:idx val="2"/>
              <c:layout>
                <c:manualLayout>
                  <c:x val="0"/>
                  <c:y val="-2.680981611575089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3892-4F1F-AA75-1E687CC3EDB7}"/>
                </c:ext>
              </c:extLst>
            </c:dLbl>
            <c:dLbl>
              <c:idx val="3"/>
              <c:delete val="1"/>
              <c:extLst>
                <c:ext xmlns:c15="http://schemas.microsoft.com/office/drawing/2012/chart" uri="{CE6537A1-D6FC-4f65-9D91-7224C49458BB}"/>
                <c:ext xmlns:c16="http://schemas.microsoft.com/office/drawing/2014/chart" uri="{C3380CC4-5D6E-409C-BE32-E72D297353CC}">
                  <c16:uniqueId val="{00000003-3892-4F1F-AA75-1E687CC3EDB7}"/>
                </c:ext>
              </c:extLst>
            </c:dLbl>
            <c:dLbl>
              <c:idx val="4"/>
              <c:delete val="1"/>
              <c:extLst>
                <c:ext xmlns:c15="http://schemas.microsoft.com/office/drawing/2012/chart" uri="{CE6537A1-D6FC-4f65-9D91-7224C49458BB}"/>
                <c:ext xmlns:c16="http://schemas.microsoft.com/office/drawing/2014/chart" uri="{C3380CC4-5D6E-409C-BE32-E72D297353CC}">
                  <c16:uniqueId val="{00000004-3892-4F1F-AA75-1E687CC3EDB7}"/>
                </c:ext>
              </c:extLst>
            </c:dLbl>
            <c:dLbl>
              <c:idx val="5"/>
              <c:delete val="1"/>
              <c:extLst>
                <c:ext xmlns:c15="http://schemas.microsoft.com/office/drawing/2012/chart" uri="{CE6537A1-D6FC-4f65-9D91-7224C49458BB}"/>
                <c:ext xmlns:c16="http://schemas.microsoft.com/office/drawing/2014/chart" uri="{C3380CC4-5D6E-409C-BE32-E72D297353CC}">
                  <c16:uniqueId val="{00000005-3892-4F1F-AA75-1E687CC3EDB7}"/>
                </c:ext>
              </c:extLst>
            </c:dLbl>
            <c:dLbl>
              <c:idx val="6"/>
              <c:delete val="1"/>
              <c:extLst>
                <c:ext xmlns:c15="http://schemas.microsoft.com/office/drawing/2012/chart" uri="{CE6537A1-D6FC-4f65-9D91-7224C49458BB}"/>
                <c:ext xmlns:c16="http://schemas.microsoft.com/office/drawing/2014/chart" uri="{C3380CC4-5D6E-409C-BE32-E72D297353CC}">
                  <c16:uniqueId val="{00000006-3892-4F1F-AA75-1E687CC3EDB7}"/>
                </c:ext>
              </c:extLst>
            </c:dLbl>
            <c:dLbl>
              <c:idx val="7"/>
              <c:delete val="1"/>
              <c:extLst>
                <c:ext xmlns:c15="http://schemas.microsoft.com/office/drawing/2012/chart" uri="{CE6537A1-D6FC-4f65-9D91-7224C49458BB}"/>
                <c:ext xmlns:c16="http://schemas.microsoft.com/office/drawing/2014/chart" uri="{C3380CC4-5D6E-409C-BE32-E72D297353CC}">
                  <c16:uniqueId val="{00000007-3892-4F1F-AA75-1E687CC3EDB7}"/>
                </c:ext>
              </c:extLst>
            </c:dLbl>
            <c:dLbl>
              <c:idx val="8"/>
              <c:delete val="1"/>
              <c:extLst>
                <c:ext xmlns:c15="http://schemas.microsoft.com/office/drawing/2012/chart" uri="{CE6537A1-D6FC-4f65-9D91-7224C49458BB}"/>
                <c:ext xmlns:c16="http://schemas.microsoft.com/office/drawing/2014/chart" uri="{C3380CC4-5D6E-409C-BE32-E72D297353CC}">
                  <c16:uniqueId val="{00000008-3892-4F1F-AA75-1E687CC3EDB7}"/>
                </c:ext>
              </c:extLst>
            </c:dLbl>
            <c:dLbl>
              <c:idx val="9"/>
              <c:delete val="1"/>
              <c:extLst>
                <c:ext xmlns:c15="http://schemas.microsoft.com/office/drawing/2012/chart" uri="{CE6537A1-D6FC-4f65-9D91-7224C49458BB}"/>
                <c:ext xmlns:c16="http://schemas.microsoft.com/office/drawing/2014/chart" uri="{C3380CC4-5D6E-409C-BE32-E72D297353CC}">
                  <c16:uniqueId val="{00000009-3892-4F1F-AA75-1E687CC3EDB7}"/>
                </c:ext>
              </c:extLst>
            </c:dLbl>
            <c:dLbl>
              <c:idx val="10"/>
              <c:delete val="1"/>
              <c:extLst>
                <c:ext xmlns:c15="http://schemas.microsoft.com/office/drawing/2012/chart" uri="{CE6537A1-D6FC-4f65-9D91-7224C49458BB}"/>
                <c:ext xmlns:c16="http://schemas.microsoft.com/office/drawing/2014/chart" uri="{C3380CC4-5D6E-409C-BE32-E72D297353CC}">
                  <c16:uniqueId val="{0000000A-3892-4F1F-AA75-1E687CC3EDB7}"/>
                </c:ext>
              </c:extLst>
            </c:dLbl>
            <c:dLbl>
              <c:idx val="11"/>
              <c:delete val="1"/>
              <c:extLst>
                <c:ext xmlns:c15="http://schemas.microsoft.com/office/drawing/2012/chart" uri="{CE6537A1-D6FC-4f65-9D91-7224C49458BB}"/>
                <c:ext xmlns:c16="http://schemas.microsoft.com/office/drawing/2014/chart" uri="{C3380CC4-5D6E-409C-BE32-E72D297353CC}">
                  <c16:uniqueId val="{0000000B-3892-4F1F-AA75-1E687CC3EDB7}"/>
                </c:ext>
              </c:extLst>
            </c:dLbl>
            <c:spPr>
              <a:solidFill>
                <a:srgbClr val="C4D600"/>
              </a:solid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18:00</c:v>
                </c:pt>
                <c:pt idx="1">
                  <c:v>19:00</c:v>
                </c:pt>
                <c:pt idx="2">
                  <c:v>20:00</c:v>
                </c:pt>
                <c:pt idx="3">
                  <c:v>21:00</c:v>
                </c:pt>
                <c:pt idx="4">
                  <c:v>22:00</c:v>
                </c:pt>
                <c:pt idx="5">
                  <c:v>23:00</c:v>
                </c:pt>
                <c:pt idx="6">
                  <c:v>24:00</c:v>
                </c:pt>
                <c:pt idx="7">
                  <c:v>01:00</c:v>
                </c:pt>
                <c:pt idx="8">
                  <c:v>02:00</c:v>
                </c:pt>
                <c:pt idx="9">
                  <c:v>03:00</c:v>
                </c:pt>
                <c:pt idx="10">
                  <c:v>04:00</c:v>
                </c:pt>
                <c:pt idx="11">
                  <c:v>05:00</c:v>
                </c:pt>
              </c:strCache>
            </c:strRef>
          </c:cat>
          <c:val>
            <c:numRef>
              <c:f>Sheet1!$D$2:$D$13</c:f>
              <c:numCache>
                <c:formatCode>0</c:formatCode>
                <c:ptCount val="12"/>
                <c:pt idx="0">
                  <c:v>0</c:v>
                </c:pt>
                <c:pt idx="1">
                  <c:v>0</c:v>
                </c:pt>
                <c:pt idx="2">
                  <c:v>6.0419354838709678</c:v>
                </c:pt>
                <c:pt idx="3">
                  <c:v>0</c:v>
                </c:pt>
                <c:pt idx="4">
                  <c:v>0</c:v>
                </c:pt>
                <c:pt idx="5">
                  <c:v>0</c:v>
                </c:pt>
                <c:pt idx="6">
                  <c:v>0</c:v>
                </c:pt>
                <c:pt idx="7">
                  <c:v>0</c:v>
                </c:pt>
                <c:pt idx="8">
                  <c:v>0</c:v>
                </c:pt>
                <c:pt idx="9">
                  <c:v>0</c:v>
                </c:pt>
                <c:pt idx="10">
                  <c:v>0</c:v>
                </c:pt>
                <c:pt idx="11">
                  <c:v>0</c:v>
                </c:pt>
              </c:numCache>
            </c:numRef>
          </c:val>
          <c:extLst>
            <c:ext xmlns:c16="http://schemas.microsoft.com/office/drawing/2014/chart" uri="{C3380CC4-5D6E-409C-BE32-E72D297353CC}">
              <c16:uniqueId val="{00000002-45ED-4D97-A3D4-97A67BC12153}"/>
            </c:ext>
          </c:extLst>
        </c:ser>
        <c:dLbls>
          <c:showLegendKey val="0"/>
          <c:showVal val="0"/>
          <c:showCatName val="0"/>
          <c:showSerName val="0"/>
          <c:showPercent val="0"/>
          <c:showBubbleSize val="0"/>
        </c:dLbls>
        <c:axId val="870970687"/>
        <c:axId val="870971935"/>
      </c:areaChart>
      <c:catAx>
        <c:axId val="870970687"/>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1" i="0" u="none" strike="noStrike" kern="1200" baseline="0">
                <a:solidFill>
                  <a:schemeClr val="tx1">
                    <a:lumMod val="65000"/>
                    <a:lumOff val="35000"/>
                  </a:schemeClr>
                </a:solidFill>
                <a:latin typeface="+mn-lt"/>
                <a:ea typeface="+mn-ea"/>
                <a:cs typeface="+mn-cs"/>
              </a:defRPr>
            </a:pPr>
            <a:endParaRPr lang="en-US"/>
          </a:p>
        </c:txPr>
        <c:crossAx val="870971935"/>
        <c:crosses val="autoZero"/>
        <c:auto val="1"/>
        <c:lblAlgn val="ctr"/>
        <c:lblOffset val="100"/>
        <c:noMultiLvlLbl val="0"/>
      </c:catAx>
      <c:valAx>
        <c:axId val="870971935"/>
        <c:scaling>
          <c:orientation val="minMax"/>
        </c:scaling>
        <c:delete val="1"/>
        <c:axPos val="l"/>
        <c:numFmt formatCode="0" sourceLinked="1"/>
        <c:majorTickMark val="none"/>
        <c:minorTickMark val="none"/>
        <c:tickLblPos val="nextTo"/>
        <c:crossAx val="870970687"/>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legend>
    <c:plotVisOnly val="1"/>
    <c:dispBlanksAs val="zero"/>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5309000822884372E-2"/>
          <c:y val="9.8314096111526347E-2"/>
          <c:w val="0.93649740239156742"/>
          <c:h val="0.69125514598804727"/>
        </c:manualLayout>
      </c:layout>
      <c:areaChart>
        <c:grouping val="stacked"/>
        <c:varyColors val="0"/>
        <c:ser>
          <c:idx val="0"/>
          <c:order val="0"/>
          <c:tx>
            <c:strRef>
              <c:f>Sheet1!$B$1</c:f>
              <c:strCache>
                <c:ptCount val="1"/>
                <c:pt idx="0">
                  <c:v>Base Demand Met</c:v>
                </c:pt>
              </c:strCache>
            </c:strRef>
          </c:tx>
          <c:spPr>
            <a:solidFill>
              <a:schemeClr val="tx1">
                <a:lumMod val="65000"/>
                <a:lumOff val="35000"/>
              </a:schemeClr>
            </a:solidFill>
            <a:ln>
              <a:noFill/>
            </a:ln>
            <a:effectLst/>
          </c:spPr>
          <c:dLbls>
            <c:spPr>
              <a:solidFill>
                <a:schemeClr val="tx1">
                  <a:lumMod val="65000"/>
                  <a:lumOff val="35000"/>
                </a:schemeClr>
              </a:solid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Sheet1!$A$2:$A$25</c:f>
              <c:strCache>
                <c:ptCount val="24"/>
                <c:pt idx="0">
                  <c:v>01:00</c:v>
                </c:pt>
                <c:pt idx="1">
                  <c:v>02:00</c:v>
                </c:pt>
                <c:pt idx="2">
                  <c:v>03:00</c:v>
                </c:pt>
                <c:pt idx="3">
                  <c:v>04:00</c:v>
                </c:pt>
                <c:pt idx="4">
                  <c:v>05:00</c:v>
                </c:pt>
                <c:pt idx="5">
                  <c:v>06:00</c:v>
                </c:pt>
                <c:pt idx="6">
                  <c:v>07:00</c:v>
                </c:pt>
                <c:pt idx="7">
                  <c:v>08:00</c:v>
                </c:pt>
                <c:pt idx="8">
                  <c:v>09:00</c:v>
                </c:pt>
                <c:pt idx="9">
                  <c:v>10:00</c:v>
                </c:pt>
                <c:pt idx="10">
                  <c:v>11:00</c:v>
                </c:pt>
                <c:pt idx="11">
                  <c:v>12:00</c:v>
                </c:pt>
                <c:pt idx="12">
                  <c:v>13:00</c:v>
                </c:pt>
                <c:pt idx="13">
                  <c:v>14:00</c:v>
                </c:pt>
                <c:pt idx="14">
                  <c:v>15:00</c:v>
                </c:pt>
                <c:pt idx="15">
                  <c:v>16:00</c:v>
                </c:pt>
                <c:pt idx="16">
                  <c:v>17:00</c:v>
                </c:pt>
                <c:pt idx="17">
                  <c:v>18:00</c:v>
                </c:pt>
                <c:pt idx="18">
                  <c:v>19:00</c:v>
                </c:pt>
                <c:pt idx="19">
                  <c:v>20:00</c:v>
                </c:pt>
                <c:pt idx="20">
                  <c:v>21:00</c:v>
                </c:pt>
                <c:pt idx="21">
                  <c:v>22:00</c:v>
                </c:pt>
                <c:pt idx="22">
                  <c:v>23:00</c:v>
                </c:pt>
                <c:pt idx="23">
                  <c:v>24:00</c:v>
                </c:pt>
              </c:strCache>
            </c:strRef>
          </c:cat>
          <c:val>
            <c:numRef>
              <c:f>Sheet1!$B$2:$B$25</c:f>
              <c:numCache>
                <c:formatCode>0</c:formatCode>
                <c:ptCount val="24"/>
                <c:pt idx="0">
                  <c:v>1066.5703862580642</c:v>
                </c:pt>
                <c:pt idx="1">
                  <c:v>1040.7227186129032</c:v>
                </c:pt>
                <c:pt idx="2">
                  <c:v>1028.3501762741937</c:v>
                </c:pt>
                <c:pt idx="3">
                  <c:v>990.44997838709673</c:v>
                </c:pt>
                <c:pt idx="4">
                  <c:v>943.41156100000046</c:v>
                </c:pt>
                <c:pt idx="5">
                  <c:v>973.18362116129038</c:v>
                </c:pt>
                <c:pt idx="6">
                  <c:v>1044.8491483870969</c:v>
                </c:pt>
                <c:pt idx="7">
                  <c:v>1107.4923849193549</c:v>
                </c:pt>
                <c:pt idx="8">
                  <c:v>1099.1429693225803</c:v>
                </c:pt>
                <c:pt idx="9">
                  <c:v>1155.9632224193551</c:v>
                </c:pt>
                <c:pt idx="10">
                  <c:v>1193.2656498387096</c:v>
                </c:pt>
                <c:pt idx="11">
                  <c:v>1200.2554281209675</c:v>
                </c:pt>
                <c:pt idx="12">
                  <c:v>1205.0499645967739</c:v>
                </c:pt>
                <c:pt idx="13">
                  <c:v>1182.442152096774</c:v>
                </c:pt>
                <c:pt idx="14">
                  <c:v>1179.8527001935481</c:v>
                </c:pt>
                <c:pt idx="15">
                  <c:v>1151.3916872580644</c:v>
                </c:pt>
                <c:pt idx="16">
                  <c:v>1154.6188383225808</c:v>
                </c:pt>
                <c:pt idx="17">
                  <c:v>1284.368572814516</c:v>
                </c:pt>
                <c:pt idx="18">
                  <c:v>1413.0582766129037</c:v>
                </c:pt>
                <c:pt idx="19">
                  <c:v>1384.5650317741934</c:v>
                </c:pt>
                <c:pt idx="20">
                  <c:v>1336.8599357822577</c:v>
                </c:pt>
                <c:pt idx="21">
                  <c:v>1231.066588395161</c:v>
                </c:pt>
                <c:pt idx="22">
                  <c:v>1150.5693087741934</c:v>
                </c:pt>
                <c:pt idx="23">
                  <c:v>1100.7815638225802</c:v>
                </c:pt>
              </c:numCache>
            </c:numRef>
          </c:val>
          <c:extLst>
            <c:ext xmlns:c16="http://schemas.microsoft.com/office/drawing/2014/chart" uri="{C3380CC4-5D6E-409C-BE32-E72D297353CC}">
              <c16:uniqueId val="{00000000-45ED-4D97-A3D4-97A67BC12153}"/>
            </c:ext>
          </c:extLst>
        </c:ser>
        <c:ser>
          <c:idx val="1"/>
          <c:order val="1"/>
          <c:tx>
            <c:strRef>
              <c:f>Sheet1!$C$1</c:f>
              <c:strCache>
                <c:ptCount val="1"/>
                <c:pt idx="0">
                  <c:v>Short term purchase</c:v>
                </c:pt>
              </c:strCache>
            </c:strRef>
          </c:tx>
          <c:spPr>
            <a:solidFill>
              <a:srgbClr val="009A44"/>
            </a:solidFill>
            <a:ln>
              <a:noFill/>
            </a:ln>
            <a:effectLst/>
          </c:spPr>
          <c:dLbls>
            <c:spPr>
              <a:solidFill>
                <a:srgbClr val="009A44"/>
              </a:solid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Sheet1!$A$2:$A$25</c:f>
              <c:strCache>
                <c:ptCount val="24"/>
                <c:pt idx="0">
                  <c:v>01:00</c:v>
                </c:pt>
                <c:pt idx="1">
                  <c:v>02:00</c:v>
                </c:pt>
                <c:pt idx="2">
                  <c:v>03:00</c:v>
                </c:pt>
                <c:pt idx="3">
                  <c:v>04:00</c:v>
                </c:pt>
                <c:pt idx="4">
                  <c:v>05:00</c:v>
                </c:pt>
                <c:pt idx="5">
                  <c:v>06:00</c:v>
                </c:pt>
                <c:pt idx="6">
                  <c:v>07:00</c:v>
                </c:pt>
                <c:pt idx="7">
                  <c:v>08:00</c:v>
                </c:pt>
                <c:pt idx="8">
                  <c:v>09:00</c:v>
                </c:pt>
                <c:pt idx="9">
                  <c:v>10:00</c:v>
                </c:pt>
                <c:pt idx="10">
                  <c:v>11:00</c:v>
                </c:pt>
                <c:pt idx="11">
                  <c:v>12:00</c:v>
                </c:pt>
                <c:pt idx="12">
                  <c:v>13:00</c:v>
                </c:pt>
                <c:pt idx="13">
                  <c:v>14:00</c:v>
                </c:pt>
                <c:pt idx="14">
                  <c:v>15:00</c:v>
                </c:pt>
                <c:pt idx="15">
                  <c:v>16:00</c:v>
                </c:pt>
                <c:pt idx="16">
                  <c:v>17:00</c:v>
                </c:pt>
                <c:pt idx="17">
                  <c:v>18:00</c:v>
                </c:pt>
                <c:pt idx="18">
                  <c:v>19:00</c:v>
                </c:pt>
                <c:pt idx="19">
                  <c:v>20:00</c:v>
                </c:pt>
                <c:pt idx="20">
                  <c:v>21:00</c:v>
                </c:pt>
                <c:pt idx="21">
                  <c:v>22:00</c:v>
                </c:pt>
                <c:pt idx="22">
                  <c:v>23:00</c:v>
                </c:pt>
                <c:pt idx="23">
                  <c:v>24:00</c:v>
                </c:pt>
              </c:strCache>
            </c:strRef>
          </c:cat>
          <c:val>
            <c:numRef>
              <c:f>Sheet1!$C$2:$C$25</c:f>
              <c:numCache>
                <c:formatCode>0</c:formatCode>
                <c:ptCount val="24"/>
                <c:pt idx="0">
                  <c:v>235.72583954838709</c:v>
                </c:pt>
                <c:pt idx="1">
                  <c:v>189.13073299999996</c:v>
                </c:pt>
                <c:pt idx="2">
                  <c:v>146.11221082258066</c:v>
                </c:pt>
                <c:pt idx="3">
                  <c:v>136.20060225806452</c:v>
                </c:pt>
                <c:pt idx="4">
                  <c:v>125.99860029032257</c:v>
                </c:pt>
                <c:pt idx="5">
                  <c:v>123.60983045161292</c:v>
                </c:pt>
                <c:pt idx="6">
                  <c:v>113.67617419354839</c:v>
                </c:pt>
                <c:pt idx="7">
                  <c:v>97.733711854838731</c:v>
                </c:pt>
                <c:pt idx="8">
                  <c:v>142.73590164516128</c:v>
                </c:pt>
                <c:pt idx="9">
                  <c:v>166.43142274193548</c:v>
                </c:pt>
                <c:pt idx="10">
                  <c:v>189.66760822580639</c:v>
                </c:pt>
                <c:pt idx="11">
                  <c:v>218.36350736290325</c:v>
                </c:pt>
                <c:pt idx="12">
                  <c:v>234.732616048387</c:v>
                </c:pt>
                <c:pt idx="13">
                  <c:v>250.35823499999998</c:v>
                </c:pt>
                <c:pt idx="14">
                  <c:v>285.21839658064522</c:v>
                </c:pt>
                <c:pt idx="15">
                  <c:v>289.80957080645169</c:v>
                </c:pt>
                <c:pt idx="16">
                  <c:v>265.36267780645153</c:v>
                </c:pt>
                <c:pt idx="17">
                  <c:v>235.13894331451613</c:v>
                </c:pt>
                <c:pt idx="18">
                  <c:v>344.93456209677419</c:v>
                </c:pt>
                <c:pt idx="19">
                  <c:v>377.45229080645174</c:v>
                </c:pt>
                <c:pt idx="20">
                  <c:v>403.83683841129039</c:v>
                </c:pt>
                <c:pt idx="21">
                  <c:v>407.34599224999999</c:v>
                </c:pt>
                <c:pt idx="22">
                  <c:v>373.97914283870966</c:v>
                </c:pt>
                <c:pt idx="23">
                  <c:v>314.15421037096769</c:v>
                </c:pt>
              </c:numCache>
            </c:numRef>
          </c:val>
          <c:extLst>
            <c:ext xmlns:c16="http://schemas.microsoft.com/office/drawing/2014/chart" uri="{C3380CC4-5D6E-409C-BE32-E72D297353CC}">
              <c16:uniqueId val="{00000001-45ED-4D97-A3D4-97A67BC12153}"/>
            </c:ext>
          </c:extLst>
        </c:ser>
        <c:ser>
          <c:idx val="2"/>
          <c:order val="2"/>
          <c:tx>
            <c:strRef>
              <c:f>Sheet1!$D$1</c:f>
              <c:strCache>
                <c:ptCount val="1"/>
                <c:pt idx="0">
                  <c:v>Load Shedding</c:v>
                </c:pt>
              </c:strCache>
            </c:strRef>
          </c:tx>
          <c:spPr>
            <a:solidFill>
              <a:srgbClr val="C4D600"/>
            </a:solidFill>
            <a:ln w="25400">
              <a:noFill/>
            </a:ln>
            <a:effectLst/>
          </c:spPr>
          <c:dLbls>
            <c:dLbl>
              <c:idx val="0"/>
              <c:delete val="1"/>
              <c:extLst>
                <c:ext xmlns:c15="http://schemas.microsoft.com/office/drawing/2012/chart" uri="{CE6537A1-D6FC-4f65-9D91-7224C49458BB}"/>
                <c:ext xmlns:c16="http://schemas.microsoft.com/office/drawing/2014/chart" uri="{C3380CC4-5D6E-409C-BE32-E72D297353CC}">
                  <c16:uniqueId val="{00000000-3892-4F1F-AA75-1E687CC3EDB7}"/>
                </c:ext>
              </c:extLst>
            </c:dLbl>
            <c:dLbl>
              <c:idx val="1"/>
              <c:delete val="1"/>
              <c:extLst>
                <c:ext xmlns:c15="http://schemas.microsoft.com/office/drawing/2012/chart" uri="{CE6537A1-D6FC-4f65-9D91-7224C49458BB}"/>
                <c:ext xmlns:c16="http://schemas.microsoft.com/office/drawing/2014/chart" uri="{C3380CC4-5D6E-409C-BE32-E72D297353CC}">
                  <c16:uniqueId val="{00000001-3892-4F1F-AA75-1E687CC3EDB7}"/>
                </c:ext>
              </c:extLst>
            </c:dLbl>
            <c:dLbl>
              <c:idx val="2"/>
              <c:delete val="1"/>
              <c:extLst>
                <c:ext xmlns:c15="http://schemas.microsoft.com/office/drawing/2012/chart" uri="{CE6537A1-D6FC-4f65-9D91-7224C49458BB}"/>
                <c:ext xmlns:c16="http://schemas.microsoft.com/office/drawing/2014/chart" uri="{C3380CC4-5D6E-409C-BE32-E72D297353CC}">
                  <c16:uniqueId val="{00000002-3892-4F1F-AA75-1E687CC3EDB7}"/>
                </c:ext>
              </c:extLst>
            </c:dLbl>
            <c:dLbl>
              <c:idx val="3"/>
              <c:delete val="1"/>
              <c:extLst>
                <c:ext xmlns:c15="http://schemas.microsoft.com/office/drawing/2012/chart" uri="{CE6537A1-D6FC-4f65-9D91-7224C49458BB}"/>
                <c:ext xmlns:c16="http://schemas.microsoft.com/office/drawing/2014/chart" uri="{C3380CC4-5D6E-409C-BE32-E72D297353CC}">
                  <c16:uniqueId val="{00000003-3892-4F1F-AA75-1E687CC3EDB7}"/>
                </c:ext>
              </c:extLst>
            </c:dLbl>
            <c:dLbl>
              <c:idx val="4"/>
              <c:delete val="1"/>
              <c:extLst>
                <c:ext xmlns:c15="http://schemas.microsoft.com/office/drawing/2012/chart" uri="{CE6537A1-D6FC-4f65-9D91-7224C49458BB}"/>
                <c:ext xmlns:c16="http://schemas.microsoft.com/office/drawing/2014/chart" uri="{C3380CC4-5D6E-409C-BE32-E72D297353CC}">
                  <c16:uniqueId val="{00000004-3892-4F1F-AA75-1E687CC3EDB7}"/>
                </c:ext>
              </c:extLst>
            </c:dLbl>
            <c:dLbl>
              <c:idx val="5"/>
              <c:delete val="1"/>
              <c:extLst>
                <c:ext xmlns:c15="http://schemas.microsoft.com/office/drawing/2012/chart" uri="{CE6537A1-D6FC-4f65-9D91-7224C49458BB}"/>
                <c:ext xmlns:c16="http://schemas.microsoft.com/office/drawing/2014/chart" uri="{C3380CC4-5D6E-409C-BE32-E72D297353CC}">
                  <c16:uniqueId val="{00000005-3892-4F1F-AA75-1E687CC3EDB7}"/>
                </c:ext>
              </c:extLst>
            </c:dLbl>
            <c:dLbl>
              <c:idx val="6"/>
              <c:delete val="1"/>
              <c:extLst>
                <c:ext xmlns:c15="http://schemas.microsoft.com/office/drawing/2012/chart" uri="{CE6537A1-D6FC-4f65-9D91-7224C49458BB}"/>
                <c:ext xmlns:c16="http://schemas.microsoft.com/office/drawing/2014/chart" uri="{C3380CC4-5D6E-409C-BE32-E72D297353CC}">
                  <c16:uniqueId val="{00000006-3892-4F1F-AA75-1E687CC3EDB7}"/>
                </c:ext>
              </c:extLst>
            </c:dLbl>
            <c:dLbl>
              <c:idx val="7"/>
              <c:delete val="1"/>
              <c:extLst>
                <c:ext xmlns:c15="http://schemas.microsoft.com/office/drawing/2012/chart" uri="{CE6537A1-D6FC-4f65-9D91-7224C49458BB}"/>
                <c:ext xmlns:c16="http://schemas.microsoft.com/office/drawing/2014/chart" uri="{C3380CC4-5D6E-409C-BE32-E72D297353CC}">
                  <c16:uniqueId val="{00000007-3892-4F1F-AA75-1E687CC3EDB7}"/>
                </c:ext>
              </c:extLst>
            </c:dLbl>
            <c:dLbl>
              <c:idx val="8"/>
              <c:delete val="1"/>
              <c:extLst>
                <c:ext xmlns:c15="http://schemas.microsoft.com/office/drawing/2012/chart" uri="{CE6537A1-D6FC-4f65-9D91-7224C49458BB}"/>
                <c:ext xmlns:c16="http://schemas.microsoft.com/office/drawing/2014/chart" uri="{C3380CC4-5D6E-409C-BE32-E72D297353CC}">
                  <c16:uniqueId val="{00000008-3892-4F1F-AA75-1E687CC3EDB7}"/>
                </c:ext>
              </c:extLst>
            </c:dLbl>
            <c:dLbl>
              <c:idx val="9"/>
              <c:delete val="1"/>
              <c:extLst>
                <c:ext xmlns:c15="http://schemas.microsoft.com/office/drawing/2012/chart" uri="{CE6537A1-D6FC-4f65-9D91-7224C49458BB}"/>
                <c:ext xmlns:c16="http://schemas.microsoft.com/office/drawing/2014/chart" uri="{C3380CC4-5D6E-409C-BE32-E72D297353CC}">
                  <c16:uniqueId val="{00000009-3892-4F1F-AA75-1E687CC3EDB7}"/>
                </c:ext>
              </c:extLst>
            </c:dLbl>
            <c:dLbl>
              <c:idx val="10"/>
              <c:delete val="1"/>
              <c:extLst>
                <c:ext xmlns:c15="http://schemas.microsoft.com/office/drawing/2012/chart" uri="{CE6537A1-D6FC-4f65-9D91-7224C49458BB}"/>
                <c:ext xmlns:c16="http://schemas.microsoft.com/office/drawing/2014/chart" uri="{C3380CC4-5D6E-409C-BE32-E72D297353CC}">
                  <c16:uniqueId val="{0000000A-3892-4F1F-AA75-1E687CC3EDB7}"/>
                </c:ext>
              </c:extLst>
            </c:dLbl>
            <c:dLbl>
              <c:idx val="11"/>
              <c:delete val="1"/>
              <c:extLst>
                <c:ext xmlns:c15="http://schemas.microsoft.com/office/drawing/2012/chart" uri="{CE6537A1-D6FC-4f65-9D91-7224C49458BB}"/>
                <c:ext xmlns:c16="http://schemas.microsoft.com/office/drawing/2014/chart" uri="{C3380CC4-5D6E-409C-BE32-E72D297353CC}">
                  <c16:uniqueId val="{0000000B-3892-4F1F-AA75-1E687CC3EDB7}"/>
                </c:ext>
              </c:extLst>
            </c:dLbl>
            <c:dLbl>
              <c:idx val="12"/>
              <c:delete val="1"/>
              <c:extLst>
                <c:ext xmlns:c15="http://schemas.microsoft.com/office/drawing/2012/chart" uri="{CE6537A1-D6FC-4f65-9D91-7224C49458BB}"/>
                <c:ext xmlns:c16="http://schemas.microsoft.com/office/drawing/2014/chart" uri="{C3380CC4-5D6E-409C-BE32-E72D297353CC}">
                  <c16:uniqueId val="{00000000-154B-4BC6-9343-CB29E1A2841D}"/>
                </c:ext>
              </c:extLst>
            </c:dLbl>
            <c:dLbl>
              <c:idx val="13"/>
              <c:delete val="1"/>
              <c:extLst>
                <c:ext xmlns:c15="http://schemas.microsoft.com/office/drawing/2012/chart" uri="{CE6537A1-D6FC-4f65-9D91-7224C49458BB}"/>
                <c:ext xmlns:c16="http://schemas.microsoft.com/office/drawing/2014/chart" uri="{C3380CC4-5D6E-409C-BE32-E72D297353CC}">
                  <c16:uniqueId val="{00000001-154B-4BC6-9343-CB29E1A2841D}"/>
                </c:ext>
              </c:extLst>
            </c:dLbl>
            <c:dLbl>
              <c:idx val="14"/>
              <c:delete val="1"/>
              <c:extLst>
                <c:ext xmlns:c15="http://schemas.microsoft.com/office/drawing/2012/chart" uri="{CE6537A1-D6FC-4f65-9D91-7224C49458BB}"/>
                <c:ext xmlns:c16="http://schemas.microsoft.com/office/drawing/2014/chart" uri="{C3380CC4-5D6E-409C-BE32-E72D297353CC}">
                  <c16:uniqueId val="{00000002-154B-4BC6-9343-CB29E1A2841D}"/>
                </c:ext>
              </c:extLst>
            </c:dLbl>
            <c:dLbl>
              <c:idx val="15"/>
              <c:delete val="1"/>
              <c:extLst>
                <c:ext xmlns:c15="http://schemas.microsoft.com/office/drawing/2012/chart" uri="{CE6537A1-D6FC-4f65-9D91-7224C49458BB}"/>
                <c:ext xmlns:c16="http://schemas.microsoft.com/office/drawing/2014/chart" uri="{C3380CC4-5D6E-409C-BE32-E72D297353CC}">
                  <c16:uniqueId val="{00000003-154B-4BC6-9343-CB29E1A2841D}"/>
                </c:ext>
              </c:extLst>
            </c:dLbl>
            <c:dLbl>
              <c:idx val="16"/>
              <c:delete val="1"/>
              <c:extLst>
                <c:ext xmlns:c15="http://schemas.microsoft.com/office/drawing/2012/chart" uri="{CE6537A1-D6FC-4f65-9D91-7224C49458BB}"/>
                <c:ext xmlns:c16="http://schemas.microsoft.com/office/drawing/2014/chart" uri="{C3380CC4-5D6E-409C-BE32-E72D297353CC}">
                  <c16:uniqueId val="{00000004-154B-4BC6-9343-CB29E1A2841D}"/>
                </c:ext>
              </c:extLst>
            </c:dLbl>
            <c:dLbl>
              <c:idx val="17"/>
              <c:delete val="1"/>
              <c:extLst>
                <c:ext xmlns:c15="http://schemas.microsoft.com/office/drawing/2012/chart" uri="{CE6537A1-D6FC-4f65-9D91-7224C49458BB}"/>
                <c:ext xmlns:c16="http://schemas.microsoft.com/office/drawing/2014/chart" uri="{C3380CC4-5D6E-409C-BE32-E72D297353CC}">
                  <c16:uniqueId val="{00000005-154B-4BC6-9343-CB29E1A2841D}"/>
                </c:ext>
              </c:extLst>
            </c:dLbl>
            <c:dLbl>
              <c:idx val="18"/>
              <c:delete val="1"/>
              <c:extLst>
                <c:ext xmlns:c15="http://schemas.microsoft.com/office/drawing/2012/chart" uri="{CE6537A1-D6FC-4f65-9D91-7224C49458BB}"/>
                <c:ext xmlns:c16="http://schemas.microsoft.com/office/drawing/2014/chart" uri="{C3380CC4-5D6E-409C-BE32-E72D297353CC}">
                  <c16:uniqueId val="{00000006-154B-4BC6-9343-CB29E1A2841D}"/>
                </c:ext>
              </c:extLst>
            </c:dLbl>
            <c:dLbl>
              <c:idx val="20"/>
              <c:delete val="1"/>
              <c:extLst>
                <c:ext xmlns:c15="http://schemas.microsoft.com/office/drawing/2012/chart" uri="{CE6537A1-D6FC-4f65-9D91-7224C49458BB}"/>
                <c:ext xmlns:c16="http://schemas.microsoft.com/office/drawing/2014/chart" uri="{C3380CC4-5D6E-409C-BE32-E72D297353CC}">
                  <c16:uniqueId val="{00000007-154B-4BC6-9343-CB29E1A2841D}"/>
                </c:ext>
              </c:extLst>
            </c:dLbl>
            <c:dLbl>
              <c:idx val="21"/>
              <c:delete val="1"/>
              <c:extLst>
                <c:ext xmlns:c15="http://schemas.microsoft.com/office/drawing/2012/chart" uri="{CE6537A1-D6FC-4f65-9D91-7224C49458BB}"/>
                <c:ext xmlns:c16="http://schemas.microsoft.com/office/drawing/2014/chart" uri="{C3380CC4-5D6E-409C-BE32-E72D297353CC}">
                  <c16:uniqueId val="{00000008-154B-4BC6-9343-CB29E1A2841D}"/>
                </c:ext>
              </c:extLst>
            </c:dLbl>
            <c:dLbl>
              <c:idx val="22"/>
              <c:delete val="1"/>
              <c:extLst>
                <c:ext xmlns:c15="http://schemas.microsoft.com/office/drawing/2012/chart" uri="{CE6537A1-D6FC-4f65-9D91-7224C49458BB}"/>
                <c:ext xmlns:c16="http://schemas.microsoft.com/office/drawing/2014/chart" uri="{C3380CC4-5D6E-409C-BE32-E72D297353CC}">
                  <c16:uniqueId val="{00000009-154B-4BC6-9343-CB29E1A2841D}"/>
                </c:ext>
              </c:extLst>
            </c:dLbl>
            <c:dLbl>
              <c:idx val="23"/>
              <c:delete val="1"/>
              <c:extLst>
                <c:ext xmlns:c15="http://schemas.microsoft.com/office/drawing/2012/chart" uri="{CE6537A1-D6FC-4f65-9D91-7224C49458BB}"/>
                <c:ext xmlns:c16="http://schemas.microsoft.com/office/drawing/2014/chart" uri="{C3380CC4-5D6E-409C-BE32-E72D297353CC}">
                  <c16:uniqueId val="{0000000A-154B-4BC6-9343-CB29E1A2841D}"/>
                </c:ext>
              </c:extLst>
            </c:dLbl>
            <c:spPr>
              <a:solidFill>
                <a:srgbClr val="C4D600"/>
              </a:solid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Sheet1!$A$2:$A$25</c:f>
              <c:strCache>
                <c:ptCount val="24"/>
                <c:pt idx="0">
                  <c:v>01:00</c:v>
                </c:pt>
                <c:pt idx="1">
                  <c:v>02:00</c:v>
                </c:pt>
                <c:pt idx="2">
                  <c:v>03:00</c:v>
                </c:pt>
                <c:pt idx="3">
                  <c:v>04:00</c:v>
                </c:pt>
                <c:pt idx="4">
                  <c:v>05:00</c:v>
                </c:pt>
                <c:pt idx="5">
                  <c:v>06:00</c:v>
                </c:pt>
                <c:pt idx="6">
                  <c:v>07:00</c:v>
                </c:pt>
                <c:pt idx="7">
                  <c:v>08:00</c:v>
                </c:pt>
                <c:pt idx="8">
                  <c:v>09:00</c:v>
                </c:pt>
                <c:pt idx="9">
                  <c:v>10:00</c:v>
                </c:pt>
                <c:pt idx="10">
                  <c:v>11:00</c:v>
                </c:pt>
                <c:pt idx="11">
                  <c:v>12:00</c:v>
                </c:pt>
                <c:pt idx="12">
                  <c:v>13:00</c:v>
                </c:pt>
                <c:pt idx="13">
                  <c:v>14:00</c:v>
                </c:pt>
                <c:pt idx="14">
                  <c:v>15:00</c:v>
                </c:pt>
                <c:pt idx="15">
                  <c:v>16:00</c:v>
                </c:pt>
                <c:pt idx="16">
                  <c:v>17:00</c:v>
                </c:pt>
                <c:pt idx="17">
                  <c:v>18:00</c:v>
                </c:pt>
                <c:pt idx="18">
                  <c:v>19:00</c:v>
                </c:pt>
                <c:pt idx="19">
                  <c:v>20:00</c:v>
                </c:pt>
                <c:pt idx="20">
                  <c:v>21:00</c:v>
                </c:pt>
                <c:pt idx="21">
                  <c:v>22:00</c:v>
                </c:pt>
                <c:pt idx="22">
                  <c:v>23:00</c:v>
                </c:pt>
                <c:pt idx="23">
                  <c:v>24:00</c:v>
                </c:pt>
              </c:strCache>
            </c:strRef>
          </c:cat>
          <c:val>
            <c:numRef>
              <c:f>Sheet1!$D$2:$D$25</c:f>
              <c:numCache>
                <c:formatCode>0</c:formatCode>
                <c:ptCount val="24"/>
                <c:pt idx="0">
                  <c:v>0</c:v>
                </c:pt>
                <c:pt idx="1">
                  <c:v>0</c:v>
                </c:pt>
                <c:pt idx="2">
                  <c:v>0</c:v>
                </c:pt>
                <c:pt idx="3">
                  <c:v>0</c:v>
                </c:pt>
                <c:pt idx="4">
                  <c:v>0</c:v>
                </c:pt>
                <c:pt idx="5">
                  <c:v>0</c:v>
                </c:pt>
                <c:pt idx="6">
                  <c:v>0</c:v>
                </c:pt>
                <c:pt idx="7">
                  <c:v>6.0419354838709678</c:v>
                </c:pt>
                <c:pt idx="8">
                  <c:v>0</c:v>
                </c:pt>
                <c:pt idx="9">
                  <c:v>0</c:v>
                </c:pt>
                <c:pt idx="10">
                  <c:v>0</c:v>
                </c:pt>
                <c:pt idx="11">
                  <c:v>0</c:v>
                </c:pt>
                <c:pt idx="12">
                  <c:v>0</c:v>
                </c:pt>
                <c:pt idx="13">
                  <c:v>0</c:v>
                </c:pt>
                <c:pt idx="14">
                  <c:v>0</c:v>
                </c:pt>
                <c:pt idx="15">
                  <c:v>0</c:v>
                </c:pt>
                <c:pt idx="16">
                  <c:v>0</c:v>
                </c:pt>
                <c:pt idx="17">
                  <c:v>0</c:v>
                </c:pt>
                <c:pt idx="18">
                  <c:v>0</c:v>
                </c:pt>
                <c:pt idx="19">
                  <c:v>6.0419354838709678</c:v>
                </c:pt>
                <c:pt idx="20">
                  <c:v>0</c:v>
                </c:pt>
                <c:pt idx="21">
                  <c:v>0</c:v>
                </c:pt>
                <c:pt idx="22">
                  <c:v>0</c:v>
                </c:pt>
                <c:pt idx="23">
                  <c:v>0</c:v>
                </c:pt>
              </c:numCache>
            </c:numRef>
          </c:val>
          <c:extLst>
            <c:ext xmlns:c16="http://schemas.microsoft.com/office/drawing/2014/chart" uri="{C3380CC4-5D6E-409C-BE32-E72D297353CC}">
              <c16:uniqueId val="{00000002-45ED-4D97-A3D4-97A67BC12153}"/>
            </c:ext>
          </c:extLst>
        </c:ser>
        <c:dLbls>
          <c:showLegendKey val="0"/>
          <c:showVal val="0"/>
          <c:showCatName val="0"/>
          <c:showSerName val="0"/>
          <c:showPercent val="0"/>
          <c:showBubbleSize val="0"/>
        </c:dLbls>
        <c:axId val="870970687"/>
        <c:axId val="870971935"/>
      </c:areaChart>
      <c:catAx>
        <c:axId val="870970687"/>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1" i="0" u="none" strike="noStrike" kern="1200" baseline="0">
                <a:solidFill>
                  <a:schemeClr val="tx1">
                    <a:lumMod val="65000"/>
                    <a:lumOff val="35000"/>
                  </a:schemeClr>
                </a:solidFill>
                <a:latin typeface="+mn-lt"/>
                <a:ea typeface="+mn-ea"/>
                <a:cs typeface="+mn-cs"/>
              </a:defRPr>
            </a:pPr>
            <a:endParaRPr lang="en-US"/>
          </a:p>
        </c:txPr>
        <c:crossAx val="870971935"/>
        <c:crosses val="autoZero"/>
        <c:auto val="1"/>
        <c:lblAlgn val="ctr"/>
        <c:lblOffset val="100"/>
        <c:noMultiLvlLbl val="0"/>
      </c:catAx>
      <c:valAx>
        <c:axId val="870971935"/>
        <c:scaling>
          <c:orientation val="minMax"/>
        </c:scaling>
        <c:delete val="1"/>
        <c:axPos val="l"/>
        <c:numFmt formatCode="0" sourceLinked="1"/>
        <c:majorTickMark val="none"/>
        <c:minorTickMark val="none"/>
        <c:tickLblPos val="nextTo"/>
        <c:crossAx val="870970687"/>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legend>
    <c:plotVisOnly val="1"/>
    <c:dispBlanksAs val="zero"/>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5309000822884372E-2"/>
          <c:y val="9.8314096111526347E-2"/>
          <c:w val="0.93649740239156742"/>
          <c:h val="0.72924522979102158"/>
        </c:manualLayout>
      </c:layout>
      <c:areaChart>
        <c:grouping val="stacked"/>
        <c:varyColors val="0"/>
        <c:ser>
          <c:idx val="0"/>
          <c:order val="0"/>
          <c:tx>
            <c:strRef>
              <c:f>Sheet1!$B$1</c:f>
              <c:strCache>
                <c:ptCount val="1"/>
                <c:pt idx="0">
                  <c:v>Base Demand Met</c:v>
                </c:pt>
              </c:strCache>
            </c:strRef>
          </c:tx>
          <c:spPr>
            <a:solidFill>
              <a:schemeClr val="tx1">
                <a:lumMod val="65000"/>
                <a:lumOff val="35000"/>
              </a:schemeClr>
            </a:solidFill>
            <a:ln>
              <a:noFill/>
            </a:ln>
            <a:effectLst/>
          </c:spPr>
          <c:dLbls>
            <c:spPr>
              <a:solidFill>
                <a:schemeClr val="tx1">
                  <a:lumMod val="65000"/>
                  <a:lumOff val="35000"/>
                </a:schemeClr>
              </a:solid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06:00</c:v>
                </c:pt>
                <c:pt idx="1">
                  <c:v>07:00</c:v>
                </c:pt>
                <c:pt idx="2">
                  <c:v>08:00</c:v>
                </c:pt>
                <c:pt idx="3">
                  <c:v>09:00</c:v>
                </c:pt>
                <c:pt idx="4">
                  <c:v>10:00</c:v>
                </c:pt>
                <c:pt idx="5">
                  <c:v>11:00</c:v>
                </c:pt>
                <c:pt idx="6">
                  <c:v>12:00</c:v>
                </c:pt>
                <c:pt idx="7">
                  <c:v>13:00</c:v>
                </c:pt>
                <c:pt idx="8">
                  <c:v>14:00</c:v>
                </c:pt>
                <c:pt idx="9">
                  <c:v>15:00</c:v>
                </c:pt>
                <c:pt idx="10">
                  <c:v>16:00</c:v>
                </c:pt>
                <c:pt idx="11">
                  <c:v>17:00</c:v>
                </c:pt>
              </c:strCache>
            </c:strRef>
          </c:cat>
          <c:val>
            <c:numRef>
              <c:f>Sheet1!$B$2:$B$13</c:f>
              <c:numCache>
                <c:formatCode>0</c:formatCode>
                <c:ptCount val="12"/>
                <c:pt idx="0">
                  <c:v>1019.3491814333328</c:v>
                </c:pt>
                <c:pt idx="1">
                  <c:v>1081.3914670000004</c:v>
                </c:pt>
                <c:pt idx="2">
                  <c:v>1131.2628540000001</c:v>
                </c:pt>
                <c:pt idx="3">
                  <c:v>1173.4199064000006</c:v>
                </c:pt>
                <c:pt idx="4">
                  <c:v>1216.9182355</c:v>
                </c:pt>
                <c:pt idx="5">
                  <c:v>1234.5127629999997</c:v>
                </c:pt>
                <c:pt idx="6">
                  <c:v>1247.8124604999998</c:v>
                </c:pt>
                <c:pt idx="7">
                  <c:v>1239.3918065416669</c:v>
                </c:pt>
                <c:pt idx="8">
                  <c:v>1232.3997089333334</c:v>
                </c:pt>
                <c:pt idx="9">
                  <c:v>1224.2485556249999</c:v>
                </c:pt>
                <c:pt idx="10">
                  <c:v>1201.9630347499999</c:v>
                </c:pt>
                <c:pt idx="11">
                  <c:v>1190.0870871250002</c:v>
                </c:pt>
              </c:numCache>
            </c:numRef>
          </c:val>
          <c:extLst>
            <c:ext xmlns:c16="http://schemas.microsoft.com/office/drawing/2014/chart" uri="{C3380CC4-5D6E-409C-BE32-E72D297353CC}">
              <c16:uniqueId val="{00000000-45ED-4D97-A3D4-97A67BC12153}"/>
            </c:ext>
          </c:extLst>
        </c:ser>
        <c:ser>
          <c:idx val="1"/>
          <c:order val="1"/>
          <c:tx>
            <c:strRef>
              <c:f>Sheet1!$C$1</c:f>
              <c:strCache>
                <c:ptCount val="1"/>
                <c:pt idx="0">
                  <c:v>Short term purchase</c:v>
                </c:pt>
              </c:strCache>
            </c:strRef>
          </c:tx>
          <c:spPr>
            <a:solidFill>
              <a:srgbClr val="009A44"/>
            </a:solidFill>
            <a:ln>
              <a:noFill/>
            </a:ln>
            <a:effectLst/>
          </c:spPr>
          <c:dLbls>
            <c:spPr>
              <a:solidFill>
                <a:srgbClr val="009A44"/>
              </a:solid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06:00</c:v>
                </c:pt>
                <c:pt idx="1">
                  <c:v>07:00</c:v>
                </c:pt>
                <c:pt idx="2">
                  <c:v>08:00</c:v>
                </c:pt>
                <c:pt idx="3">
                  <c:v>09:00</c:v>
                </c:pt>
                <c:pt idx="4">
                  <c:v>10:00</c:v>
                </c:pt>
                <c:pt idx="5">
                  <c:v>11:00</c:v>
                </c:pt>
                <c:pt idx="6">
                  <c:v>12:00</c:v>
                </c:pt>
                <c:pt idx="7">
                  <c:v>13:00</c:v>
                </c:pt>
                <c:pt idx="8">
                  <c:v>14:00</c:v>
                </c:pt>
                <c:pt idx="9">
                  <c:v>15:00</c:v>
                </c:pt>
                <c:pt idx="10">
                  <c:v>16:00</c:v>
                </c:pt>
                <c:pt idx="11">
                  <c:v>17:00</c:v>
                </c:pt>
              </c:strCache>
            </c:strRef>
          </c:cat>
          <c:val>
            <c:numRef>
              <c:f>Sheet1!$C$2:$C$13</c:f>
              <c:numCache>
                <c:formatCode>0</c:formatCode>
                <c:ptCount val="12"/>
                <c:pt idx="0">
                  <c:v>240.28188523333336</c:v>
                </c:pt>
                <c:pt idx="1">
                  <c:v>204.35279966666673</c:v>
                </c:pt>
                <c:pt idx="2">
                  <c:v>193.99697933333334</c:v>
                </c:pt>
                <c:pt idx="3">
                  <c:v>206.99509360000002</c:v>
                </c:pt>
                <c:pt idx="4">
                  <c:v>233.74656449999992</c:v>
                </c:pt>
                <c:pt idx="5">
                  <c:v>279.47680366666657</c:v>
                </c:pt>
                <c:pt idx="6">
                  <c:v>307.39957283333331</c:v>
                </c:pt>
                <c:pt idx="7">
                  <c:v>338.85782679166664</c:v>
                </c:pt>
                <c:pt idx="8">
                  <c:v>356.41809106666665</c:v>
                </c:pt>
                <c:pt idx="9">
                  <c:v>386.16637770833341</c:v>
                </c:pt>
                <c:pt idx="10">
                  <c:v>392.7769652500001</c:v>
                </c:pt>
                <c:pt idx="11">
                  <c:v>378.1931462083333</c:v>
                </c:pt>
              </c:numCache>
            </c:numRef>
          </c:val>
          <c:extLst>
            <c:ext xmlns:c16="http://schemas.microsoft.com/office/drawing/2014/chart" uri="{C3380CC4-5D6E-409C-BE32-E72D297353CC}">
              <c16:uniqueId val="{00000001-45ED-4D97-A3D4-97A67BC12153}"/>
            </c:ext>
          </c:extLst>
        </c:ser>
        <c:ser>
          <c:idx val="2"/>
          <c:order val="2"/>
          <c:tx>
            <c:strRef>
              <c:f>Sheet1!$D$1</c:f>
              <c:strCache>
                <c:ptCount val="1"/>
                <c:pt idx="0">
                  <c:v>Load Shedding</c:v>
                </c:pt>
              </c:strCache>
            </c:strRef>
          </c:tx>
          <c:spPr>
            <a:solidFill>
              <a:srgbClr val="C4D600"/>
            </a:solidFill>
            <a:ln w="25400">
              <a:noFill/>
            </a:ln>
            <a:effectLst/>
          </c:spPr>
          <c:cat>
            <c:strRef>
              <c:f>Sheet1!$A$2:$A$13</c:f>
              <c:strCache>
                <c:ptCount val="12"/>
                <c:pt idx="0">
                  <c:v>06:00</c:v>
                </c:pt>
                <c:pt idx="1">
                  <c:v>07:00</c:v>
                </c:pt>
                <c:pt idx="2">
                  <c:v>08:00</c:v>
                </c:pt>
                <c:pt idx="3">
                  <c:v>09:00</c:v>
                </c:pt>
                <c:pt idx="4">
                  <c:v>10:00</c:v>
                </c:pt>
                <c:pt idx="5">
                  <c:v>11:00</c:v>
                </c:pt>
                <c:pt idx="6">
                  <c:v>12:00</c:v>
                </c:pt>
                <c:pt idx="7">
                  <c:v>13:00</c:v>
                </c:pt>
                <c:pt idx="8">
                  <c:v>14:00</c:v>
                </c:pt>
                <c:pt idx="9">
                  <c:v>15:00</c:v>
                </c:pt>
                <c:pt idx="10">
                  <c:v>16:00</c:v>
                </c:pt>
                <c:pt idx="11">
                  <c:v>17:00</c:v>
                </c:pt>
              </c:strCache>
            </c:strRef>
          </c:cat>
          <c:val>
            <c:numRef>
              <c:f>Sheet1!$D$2:$D$13</c:f>
              <c:numCache>
                <c:formatCode>0</c:formatCode>
                <c:ptCount val="12"/>
                <c:pt idx="0">
                  <c:v>0</c:v>
                </c:pt>
                <c:pt idx="1">
                  <c:v>0</c:v>
                </c:pt>
                <c:pt idx="2">
                  <c:v>0</c:v>
                </c:pt>
                <c:pt idx="3">
                  <c:v>0</c:v>
                </c:pt>
                <c:pt idx="4">
                  <c:v>0</c:v>
                </c:pt>
                <c:pt idx="5">
                  <c:v>0</c:v>
                </c:pt>
                <c:pt idx="6">
                  <c:v>0</c:v>
                </c:pt>
                <c:pt idx="7">
                  <c:v>0</c:v>
                </c:pt>
                <c:pt idx="8">
                  <c:v>0</c:v>
                </c:pt>
                <c:pt idx="9">
                  <c:v>0</c:v>
                </c:pt>
                <c:pt idx="10">
                  <c:v>0</c:v>
                </c:pt>
                <c:pt idx="11">
                  <c:v>0</c:v>
                </c:pt>
              </c:numCache>
            </c:numRef>
          </c:val>
          <c:extLst>
            <c:ext xmlns:c16="http://schemas.microsoft.com/office/drawing/2014/chart" uri="{C3380CC4-5D6E-409C-BE32-E72D297353CC}">
              <c16:uniqueId val="{00000002-45ED-4D97-A3D4-97A67BC12153}"/>
            </c:ext>
          </c:extLst>
        </c:ser>
        <c:dLbls>
          <c:showLegendKey val="0"/>
          <c:showVal val="0"/>
          <c:showCatName val="0"/>
          <c:showSerName val="0"/>
          <c:showPercent val="0"/>
          <c:showBubbleSize val="0"/>
        </c:dLbls>
        <c:axId val="870970687"/>
        <c:axId val="870971935"/>
      </c:areaChart>
      <c:catAx>
        <c:axId val="870970687"/>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1" i="0" u="none" strike="noStrike" kern="1200" baseline="0">
                <a:solidFill>
                  <a:schemeClr val="tx1">
                    <a:lumMod val="65000"/>
                    <a:lumOff val="35000"/>
                  </a:schemeClr>
                </a:solidFill>
                <a:latin typeface="+mn-lt"/>
                <a:ea typeface="+mn-ea"/>
                <a:cs typeface="+mn-cs"/>
              </a:defRPr>
            </a:pPr>
            <a:endParaRPr lang="en-US"/>
          </a:p>
        </c:txPr>
        <c:crossAx val="870971935"/>
        <c:crosses val="autoZero"/>
        <c:auto val="1"/>
        <c:lblAlgn val="ctr"/>
        <c:lblOffset val="100"/>
        <c:noMultiLvlLbl val="0"/>
      </c:catAx>
      <c:valAx>
        <c:axId val="870971935"/>
        <c:scaling>
          <c:orientation val="minMax"/>
        </c:scaling>
        <c:delete val="1"/>
        <c:axPos val="l"/>
        <c:numFmt formatCode="0" sourceLinked="1"/>
        <c:majorTickMark val="none"/>
        <c:minorTickMark val="none"/>
        <c:tickLblPos val="nextTo"/>
        <c:crossAx val="870970687"/>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legend>
    <c:plotVisOnly val="1"/>
    <c:dispBlanksAs val="zero"/>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5309000822884372E-2"/>
          <c:y val="9.8314096111526347E-2"/>
          <c:w val="0.93649740239156742"/>
          <c:h val="0.72924522979102158"/>
        </c:manualLayout>
      </c:layout>
      <c:areaChart>
        <c:grouping val="stacked"/>
        <c:varyColors val="0"/>
        <c:ser>
          <c:idx val="0"/>
          <c:order val="0"/>
          <c:tx>
            <c:strRef>
              <c:f>Sheet1!$B$1</c:f>
              <c:strCache>
                <c:ptCount val="1"/>
                <c:pt idx="0">
                  <c:v>Base Demand Met</c:v>
                </c:pt>
              </c:strCache>
            </c:strRef>
          </c:tx>
          <c:spPr>
            <a:solidFill>
              <a:schemeClr val="tx1">
                <a:lumMod val="65000"/>
                <a:lumOff val="35000"/>
              </a:schemeClr>
            </a:solidFill>
            <a:ln>
              <a:noFill/>
            </a:ln>
            <a:effectLst/>
          </c:spPr>
          <c:dLbls>
            <c:spPr>
              <a:solidFill>
                <a:schemeClr val="tx1">
                  <a:lumMod val="65000"/>
                  <a:lumOff val="35000"/>
                </a:schemeClr>
              </a:solid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18:00</c:v>
                </c:pt>
                <c:pt idx="1">
                  <c:v>19:00</c:v>
                </c:pt>
                <c:pt idx="2">
                  <c:v>20:00</c:v>
                </c:pt>
                <c:pt idx="3">
                  <c:v>21:00</c:v>
                </c:pt>
                <c:pt idx="4">
                  <c:v>22:00</c:v>
                </c:pt>
                <c:pt idx="5">
                  <c:v>23:00</c:v>
                </c:pt>
                <c:pt idx="6">
                  <c:v>24:00</c:v>
                </c:pt>
                <c:pt idx="7">
                  <c:v>01:00</c:v>
                </c:pt>
                <c:pt idx="8">
                  <c:v>02:00</c:v>
                </c:pt>
                <c:pt idx="9">
                  <c:v>03:00</c:v>
                </c:pt>
                <c:pt idx="10">
                  <c:v>04:00</c:v>
                </c:pt>
                <c:pt idx="11">
                  <c:v>05:00</c:v>
                </c:pt>
              </c:strCache>
            </c:strRef>
          </c:cat>
          <c:val>
            <c:numRef>
              <c:f>Sheet1!$B$2:$B$13</c:f>
              <c:numCache>
                <c:formatCode>0</c:formatCode>
                <c:ptCount val="12"/>
                <c:pt idx="0">
                  <c:v>1287.1691877249998</c:v>
                </c:pt>
                <c:pt idx="1">
                  <c:v>1486.1194477416666</c:v>
                </c:pt>
                <c:pt idx="2">
                  <c:v>1420.2407568999997</c:v>
                </c:pt>
                <c:pt idx="3">
                  <c:v>1407.613216291667</c:v>
                </c:pt>
                <c:pt idx="4">
                  <c:v>1329.8671609416665</c:v>
                </c:pt>
                <c:pt idx="5">
                  <c:v>1278.1403835083329</c:v>
                </c:pt>
                <c:pt idx="6">
                  <c:v>1206.5164616999998</c:v>
                </c:pt>
                <c:pt idx="7">
                  <c:v>1164.5743072750004</c:v>
                </c:pt>
                <c:pt idx="8">
                  <c:v>1108.3734451666664</c:v>
                </c:pt>
                <c:pt idx="9">
                  <c:v>1076.6200176916668</c:v>
                </c:pt>
                <c:pt idx="10">
                  <c:v>1032.5999095333334</c:v>
                </c:pt>
                <c:pt idx="11">
                  <c:v>974.35574554166692</c:v>
                </c:pt>
              </c:numCache>
            </c:numRef>
          </c:val>
          <c:extLst>
            <c:ext xmlns:c16="http://schemas.microsoft.com/office/drawing/2014/chart" uri="{C3380CC4-5D6E-409C-BE32-E72D297353CC}">
              <c16:uniqueId val="{00000000-45ED-4D97-A3D4-97A67BC12153}"/>
            </c:ext>
          </c:extLst>
        </c:ser>
        <c:ser>
          <c:idx val="1"/>
          <c:order val="1"/>
          <c:tx>
            <c:strRef>
              <c:f>Sheet1!$C$1</c:f>
              <c:strCache>
                <c:ptCount val="1"/>
                <c:pt idx="0">
                  <c:v>Short term purchase</c:v>
                </c:pt>
              </c:strCache>
            </c:strRef>
          </c:tx>
          <c:spPr>
            <a:solidFill>
              <a:srgbClr val="009A44"/>
            </a:solidFill>
            <a:ln>
              <a:noFill/>
            </a:ln>
            <a:effectLst/>
          </c:spPr>
          <c:dLbls>
            <c:spPr>
              <a:solidFill>
                <a:srgbClr val="009A44"/>
              </a:solid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18:00</c:v>
                </c:pt>
                <c:pt idx="1">
                  <c:v>19:00</c:v>
                </c:pt>
                <c:pt idx="2">
                  <c:v>20:00</c:v>
                </c:pt>
                <c:pt idx="3">
                  <c:v>21:00</c:v>
                </c:pt>
                <c:pt idx="4">
                  <c:v>22:00</c:v>
                </c:pt>
                <c:pt idx="5">
                  <c:v>23:00</c:v>
                </c:pt>
                <c:pt idx="6">
                  <c:v>24:00</c:v>
                </c:pt>
                <c:pt idx="7">
                  <c:v>01:00</c:v>
                </c:pt>
                <c:pt idx="8">
                  <c:v>02:00</c:v>
                </c:pt>
                <c:pt idx="9">
                  <c:v>03:00</c:v>
                </c:pt>
                <c:pt idx="10">
                  <c:v>04:00</c:v>
                </c:pt>
                <c:pt idx="11">
                  <c:v>05:00</c:v>
                </c:pt>
              </c:strCache>
            </c:strRef>
          </c:cat>
          <c:val>
            <c:numRef>
              <c:f>Sheet1!$C$2:$C$13</c:f>
              <c:numCache>
                <c:formatCode>0</c:formatCode>
                <c:ptCount val="12"/>
                <c:pt idx="0">
                  <c:v>331.54477894166666</c:v>
                </c:pt>
                <c:pt idx="1">
                  <c:v>439.24245225833329</c:v>
                </c:pt>
                <c:pt idx="2">
                  <c:v>536.11117643333341</c:v>
                </c:pt>
                <c:pt idx="3">
                  <c:v>549.62558370833335</c:v>
                </c:pt>
                <c:pt idx="4">
                  <c:v>557.36723905833321</c:v>
                </c:pt>
                <c:pt idx="5">
                  <c:v>523.97301649166673</c:v>
                </c:pt>
                <c:pt idx="6">
                  <c:v>476.92530496666677</c:v>
                </c:pt>
                <c:pt idx="7">
                  <c:v>474.53249272499994</c:v>
                </c:pt>
                <c:pt idx="8">
                  <c:v>464.92645483333337</c:v>
                </c:pt>
                <c:pt idx="9">
                  <c:v>418.15658230833338</c:v>
                </c:pt>
                <c:pt idx="10">
                  <c:v>388.58582380000007</c:v>
                </c:pt>
                <c:pt idx="11">
                  <c:v>323.81452112500006</c:v>
                </c:pt>
              </c:numCache>
            </c:numRef>
          </c:val>
          <c:extLst>
            <c:ext xmlns:c16="http://schemas.microsoft.com/office/drawing/2014/chart" uri="{C3380CC4-5D6E-409C-BE32-E72D297353CC}">
              <c16:uniqueId val="{00000001-45ED-4D97-A3D4-97A67BC12153}"/>
            </c:ext>
          </c:extLst>
        </c:ser>
        <c:ser>
          <c:idx val="2"/>
          <c:order val="2"/>
          <c:tx>
            <c:strRef>
              <c:f>Sheet1!$D$1</c:f>
              <c:strCache>
                <c:ptCount val="1"/>
                <c:pt idx="0">
                  <c:v>Load Shedding</c:v>
                </c:pt>
              </c:strCache>
            </c:strRef>
          </c:tx>
          <c:spPr>
            <a:solidFill>
              <a:srgbClr val="C4D600"/>
            </a:solidFill>
            <a:ln w="25400">
              <a:noFill/>
            </a:ln>
            <a:effectLst/>
          </c:spPr>
          <c:cat>
            <c:strRef>
              <c:f>Sheet1!$A$2:$A$13</c:f>
              <c:strCache>
                <c:ptCount val="12"/>
                <c:pt idx="0">
                  <c:v>18:00</c:v>
                </c:pt>
                <c:pt idx="1">
                  <c:v>19:00</c:v>
                </c:pt>
                <c:pt idx="2">
                  <c:v>20:00</c:v>
                </c:pt>
                <c:pt idx="3">
                  <c:v>21:00</c:v>
                </c:pt>
                <c:pt idx="4">
                  <c:v>22:00</c:v>
                </c:pt>
                <c:pt idx="5">
                  <c:v>23:00</c:v>
                </c:pt>
                <c:pt idx="6">
                  <c:v>24:00</c:v>
                </c:pt>
                <c:pt idx="7">
                  <c:v>01:00</c:v>
                </c:pt>
                <c:pt idx="8">
                  <c:v>02:00</c:v>
                </c:pt>
                <c:pt idx="9">
                  <c:v>03:00</c:v>
                </c:pt>
                <c:pt idx="10">
                  <c:v>04:00</c:v>
                </c:pt>
                <c:pt idx="11">
                  <c:v>05:00</c:v>
                </c:pt>
              </c:strCache>
            </c:strRef>
          </c:cat>
          <c:val>
            <c:numRef>
              <c:f>Sheet1!$D$2:$D$13</c:f>
              <c:numCache>
                <c:formatCode>0</c:formatCode>
                <c:ptCount val="12"/>
                <c:pt idx="0">
                  <c:v>0</c:v>
                </c:pt>
                <c:pt idx="1">
                  <c:v>0</c:v>
                </c:pt>
                <c:pt idx="2">
                  <c:v>0</c:v>
                </c:pt>
                <c:pt idx="3">
                  <c:v>0</c:v>
                </c:pt>
                <c:pt idx="4">
                  <c:v>0</c:v>
                </c:pt>
                <c:pt idx="5">
                  <c:v>0</c:v>
                </c:pt>
                <c:pt idx="6">
                  <c:v>0</c:v>
                </c:pt>
                <c:pt idx="7">
                  <c:v>0</c:v>
                </c:pt>
                <c:pt idx="8">
                  <c:v>0</c:v>
                </c:pt>
                <c:pt idx="9">
                  <c:v>0</c:v>
                </c:pt>
                <c:pt idx="10">
                  <c:v>0</c:v>
                </c:pt>
                <c:pt idx="11">
                  <c:v>0</c:v>
                </c:pt>
              </c:numCache>
            </c:numRef>
          </c:val>
          <c:extLst>
            <c:ext xmlns:c16="http://schemas.microsoft.com/office/drawing/2014/chart" uri="{C3380CC4-5D6E-409C-BE32-E72D297353CC}">
              <c16:uniqueId val="{00000002-45ED-4D97-A3D4-97A67BC12153}"/>
            </c:ext>
          </c:extLst>
        </c:ser>
        <c:dLbls>
          <c:showLegendKey val="0"/>
          <c:showVal val="0"/>
          <c:showCatName val="0"/>
          <c:showSerName val="0"/>
          <c:showPercent val="0"/>
          <c:showBubbleSize val="0"/>
        </c:dLbls>
        <c:axId val="870970687"/>
        <c:axId val="870971935"/>
      </c:areaChart>
      <c:catAx>
        <c:axId val="870970687"/>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1" i="0" u="none" strike="noStrike" kern="1200" baseline="0">
                <a:solidFill>
                  <a:schemeClr val="tx1">
                    <a:lumMod val="65000"/>
                    <a:lumOff val="35000"/>
                  </a:schemeClr>
                </a:solidFill>
                <a:latin typeface="+mn-lt"/>
                <a:ea typeface="+mn-ea"/>
                <a:cs typeface="+mn-cs"/>
              </a:defRPr>
            </a:pPr>
            <a:endParaRPr lang="en-US"/>
          </a:p>
        </c:txPr>
        <c:crossAx val="870971935"/>
        <c:crosses val="autoZero"/>
        <c:auto val="1"/>
        <c:lblAlgn val="ctr"/>
        <c:lblOffset val="100"/>
        <c:noMultiLvlLbl val="0"/>
      </c:catAx>
      <c:valAx>
        <c:axId val="870971935"/>
        <c:scaling>
          <c:orientation val="minMax"/>
        </c:scaling>
        <c:delete val="1"/>
        <c:axPos val="l"/>
        <c:numFmt formatCode="0" sourceLinked="1"/>
        <c:majorTickMark val="none"/>
        <c:minorTickMark val="none"/>
        <c:tickLblPos val="nextTo"/>
        <c:crossAx val="870970687"/>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legend>
    <c:plotVisOnly val="1"/>
    <c:dispBlanksAs val="zero"/>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5309000822884372E-2"/>
          <c:y val="9.8314096111526347E-2"/>
          <c:w val="0.93649740239156742"/>
          <c:h val="0.69125514598804727"/>
        </c:manualLayout>
      </c:layout>
      <c:areaChart>
        <c:grouping val="stacked"/>
        <c:varyColors val="0"/>
        <c:ser>
          <c:idx val="0"/>
          <c:order val="0"/>
          <c:tx>
            <c:strRef>
              <c:f>Sheet1!$B$1</c:f>
              <c:strCache>
                <c:ptCount val="1"/>
                <c:pt idx="0">
                  <c:v>Base Demand Met</c:v>
                </c:pt>
              </c:strCache>
            </c:strRef>
          </c:tx>
          <c:spPr>
            <a:solidFill>
              <a:schemeClr val="tx1">
                <a:lumMod val="65000"/>
                <a:lumOff val="35000"/>
              </a:schemeClr>
            </a:solidFill>
            <a:ln>
              <a:noFill/>
            </a:ln>
            <a:effectLst/>
          </c:spPr>
          <c:dLbls>
            <c:spPr>
              <a:solidFill>
                <a:schemeClr val="tx1">
                  <a:lumMod val="65000"/>
                  <a:lumOff val="35000"/>
                </a:schemeClr>
              </a:solid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Sheet1!$A$2:$A$25</c:f>
              <c:strCache>
                <c:ptCount val="24"/>
                <c:pt idx="0">
                  <c:v>01:00</c:v>
                </c:pt>
                <c:pt idx="1">
                  <c:v>02:00</c:v>
                </c:pt>
                <c:pt idx="2">
                  <c:v>03:00</c:v>
                </c:pt>
                <c:pt idx="3">
                  <c:v>04:00</c:v>
                </c:pt>
                <c:pt idx="4">
                  <c:v>05:00</c:v>
                </c:pt>
                <c:pt idx="5">
                  <c:v>06:00</c:v>
                </c:pt>
                <c:pt idx="6">
                  <c:v>07:00</c:v>
                </c:pt>
                <c:pt idx="7">
                  <c:v>08:00</c:v>
                </c:pt>
                <c:pt idx="8">
                  <c:v>09:00</c:v>
                </c:pt>
                <c:pt idx="9">
                  <c:v>10:00</c:v>
                </c:pt>
                <c:pt idx="10">
                  <c:v>11:00</c:v>
                </c:pt>
                <c:pt idx="11">
                  <c:v>12:00</c:v>
                </c:pt>
                <c:pt idx="12">
                  <c:v>13:00</c:v>
                </c:pt>
                <c:pt idx="13">
                  <c:v>14:00</c:v>
                </c:pt>
                <c:pt idx="14">
                  <c:v>15:00</c:v>
                </c:pt>
                <c:pt idx="15">
                  <c:v>16:00</c:v>
                </c:pt>
                <c:pt idx="16">
                  <c:v>17:00</c:v>
                </c:pt>
                <c:pt idx="17">
                  <c:v>18:00</c:v>
                </c:pt>
                <c:pt idx="18">
                  <c:v>19:00</c:v>
                </c:pt>
                <c:pt idx="19">
                  <c:v>20:00</c:v>
                </c:pt>
                <c:pt idx="20">
                  <c:v>21:00</c:v>
                </c:pt>
                <c:pt idx="21">
                  <c:v>22:00</c:v>
                </c:pt>
                <c:pt idx="22">
                  <c:v>23:00</c:v>
                </c:pt>
                <c:pt idx="23">
                  <c:v>24:00</c:v>
                </c:pt>
              </c:strCache>
            </c:strRef>
          </c:cat>
          <c:val>
            <c:numRef>
              <c:f>Sheet1!$B$2:$B$25</c:f>
              <c:numCache>
                <c:formatCode>0</c:formatCode>
                <c:ptCount val="24"/>
                <c:pt idx="0">
                  <c:v>1164.5743072750004</c:v>
                </c:pt>
                <c:pt idx="1">
                  <c:v>1108.3734451666664</c:v>
                </c:pt>
                <c:pt idx="2">
                  <c:v>1076.6200176916668</c:v>
                </c:pt>
                <c:pt idx="3">
                  <c:v>1032.5999095333334</c:v>
                </c:pt>
                <c:pt idx="4">
                  <c:v>974.35574554166692</c:v>
                </c:pt>
                <c:pt idx="5">
                  <c:v>1019.3491814333328</c:v>
                </c:pt>
                <c:pt idx="6">
                  <c:v>1081.3914670000004</c:v>
                </c:pt>
                <c:pt idx="7">
                  <c:v>1131.2628540000001</c:v>
                </c:pt>
                <c:pt idx="8">
                  <c:v>1173.4199064000006</c:v>
                </c:pt>
                <c:pt idx="9">
                  <c:v>1216.9182355</c:v>
                </c:pt>
                <c:pt idx="10">
                  <c:v>1234.5127629999997</c:v>
                </c:pt>
                <c:pt idx="11">
                  <c:v>1247.8124604999998</c:v>
                </c:pt>
                <c:pt idx="12">
                  <c:v>1239.3918065416669</c:v>
                </c:pt>
                <c:pt idx="13">
                  <c:v>1232.3997089333334</c:v>
                </c:pt>
                <c:pt idx="14">
                  <c:v>1224.2485556249999</c:v>
                </c:pt>
                <c:pt idx="15">
                  <c:v>1201.9630347499999</c:v>
                </c:pt>
                <c:pt idx="16">
                  <c:v>1190.0870871250002</c:v>
                </c:pt>
                <c:pt idx="17">
                  <c:v>1287.1691877249998</c:v>
                </c:pt>
                <c:pt idx="18">
                  <c:v>1486.1194477416666</c:v>
                </c:pt>
                <c:pt idx="19">
                  <c:v>1420.2407568999997</c:v>
                </c:pt>
                <c:pt idx="20">
                  <c:v>1407.613216291667</c:v>
                </c:pt>
                <c:pt idx="21">
                  <c:v>1329.8671609416665</c:v>
                </c:pt>
                <c:pt idx="22">
                  <c:v>1278.1403835083329</c:v>
                </c:pt>
                <c:pt idx="23">
                  <c:v>1206.5164616999998</c:v>
                </c:pt>
              </c:numCache>
            </c:numRef>
          </c:val>
          <c:extLst>
            <c:ext xmlns:c16="http://schemas.microsoft.com/office/drawing/2014/chart" uri="{C3380CC4-5D6E-409C-BE32-E72D297353CC}">
              <c16:uniqueId val="{00000000-45ED-4D97-A3D4-97A67BC12153}"/>
            </c:ext>
          </c:extLst>
        </c:ser>
        <c:ser>
          <c:idx val="1"/>
          <c:order val="1"/>
          <c:tx>
            <c:strRef>
              <c:f>Sheet1!$C$1</c:f>
              <c:strCache>
                <c:ptCount val="1"/>
                <c:pt idx="0">
                  <c:v>Short term purchase</c:v>
                </c:pt>
              </c:strCache>
            </c:strRef>
          </c:tx>
          <c:spPr>
            <a:solidFill>
              <a:srgbClr val="009A44"/>
            </a:solidFill>
            <a:ln>
              <a:noFill/>
            </a:ln>
            <a:effectLst/>
          </c:spPr>
          <c:dLbls>
            <c:spPr>
              <a:solidFill>
                <a:srgbClr val="009A44"/>
              </a:solid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Sheet1!$A$2:$A$25</c:f>
              <c:strCache>
                <c:ptCount val="24"/>
                <c:pt idx="0">
                  <c:v>01:00</c:v>
                </c:pt>
                <c:pt idx="1">
                  <c:v>02:00</c:v>
                </c:pt>
                <c:pt idx="2">
                  <c:v>03:00</c:v>
                </c:pt>
                <c:pt idx="3">
                  <c:v>04:00</c:v>
                </c:pt>
                <c:pt idx="4">
                  <c:v>05:00</c:v>
                </c:pt>
                <c:pt idx="5">
                  <c:v>06:00</c:v>
                </c:pt>
                <c:pt idx="6">
                  <c:v>07:00</c:v>
                </c:pt>
                <c:pt idx="7">
                  <c:v>08:00</c:v>
                </c:pt>
                <c:pt idx="8">
                  <c:v>09:00</c:v>
                </c:pt>
                <c:pt idx="9">
                  <c:v>10:00</c:v>
                </c:pt>
                <c:pt idx="10">
                  <c:v>11:00</c:v>
                </c:pt>
                <c:pt idx="11">
                  <c:v>12:00</c:v>
                </c:pt>
                <c:pt idx="12">
                  <c:v>13:00</c:v>
                </c:pt>
                <c:pt idx="13">
                  <c:v>14:00</c:v>
                </c:pt>
                <c:pt idx="14">
                  <c:v>15:00</c:v>
                </c:pt>
                <c:pt idx="15">
                  <c:v>16:00</c:v>
                </c:pt>
                <c:pt idx="16">
                  <c:v>17:00</c:v>
                </c:pt>
                <c:pt idx="17">
                  <c:v>18:00</c:v>
                </c:pt>
                <c:pt idx="18">
                  <c:v>19:00</c:v>
                </c:pt>
                <c:pt idx="19">
                  <c:v>20:00</c:v>
                </c:pt>
                <c:pt idx="20">
                  <c:v>21:00</c:v>
                </c:pt>
                <c:pt idx="21">
                  <c:v>22:00</c:v>
                </c:pt>
                <c:pt idx="22">
                  <c:v>23:00</c:v>
                </c:pt>
                <c:pt idx="23">
                  <c:v>24:00</c:v>
                </c:pt>
              </c:strCache>
            </c:strRef>
          </c:cat>
          <c:val>
            <c:numRef>
              <c:f>Sheet1!$C$2:$C$25</c:f>
              <c:numCache>
                <c:formatCode>0</c:formatCode>
                <c:ptCount val="24"/>
                <c:pt idx="0">
                  <c:v>474.53249272499994</c:v>
                </c:pt>
                <c:pt idx="1">
                  <c:v>464.92645483333337</c:v>
                </c:pt>
                <c:pt idx="2">
                  <c:v>418.15658230833338</c:v>
                </c:pt>
                <c:pt idx="3">
                  <c:v>388.58582380000007</c:v>
                </c:pt>
                <c:pt idx="4">
                  <c:v>323.81452112500006</c:v>
                </c:pt>
                <c:pt idx="5">
                  <c:v>240.28188523333336</c:v>
                </c:pt>
                <c:pt idx="6">
                  <c:v>204.35279966666673</c:v>
                </c:pt>
                <c:pt idx="7">
                  <c:v>193.99697933333334</c:v>
                </c:pt>
                <c:pt idx="8">
                  <c:v>206.99509360000002</c:v>
                </c:pt>
                <c:pt idx="9">
                  <c:v>233.74656449999992</c:v>
                </c:pt>
                <c:pt idx="10">
                  <c:v>279.47680366666657</c:v>
                </c:pt>
                <c:pt idx="11">
                  <c:v>307.39957283333331</c:v>
                </c:pt>
                <c:pt idx="12">
                  <c:v>338.85782679166664</c:v>
                </c:pt>
                <c:pt idx="13">
                  <c:v>356.41809106666665</c:v>
                </c:pt>
                <c:pt idx="14">
                  <c:v>386.16637770833341</c:v>
                </c:pt>
                <c:pt idx="15">
                  <c:v>392.7769652500001</c:v>
                </c:pt>
                <c:pt idx="16">
                  <c:v>378.1931462083333</c:v>
                </c:pt>
                <c:pt idx="17">
                  <c:v>331.54477894166666</c:v>
                </c:pt>
                <c:pt idx="18">
                  <c:v>439.24245225833329</c:v>
                </c:pt>
                <c:pt idx="19">
                  <c:v>536.11117643333341</c:v>
                </c:pt>
                <c:pt idx="20">
                  <c:v>549.62558370833335</c:v>
                </c:pt>
                <c:pt idx="21">
                  <c:v>557.36723905833321</c:v>
                </c:pt>
                <c:pt idx="22">
                  <c:v>523.97301649166673</c:v>
                </c:pt>
                <c:pt idx="23">
                  <c:v>476.92530496666677</c:v>
                </c:pt>
              </c:numCache>
            </c:numRef>
          </c:val>
          <c:extLst>
            <c:ext xmlns:c16="http://schemas.microsoft.com/office/drawing/2014/chart" uri="{C3380CC4-5D6E-409C-BE32-E72D297353CC}">
              <c16:uniqueId val="{00000001-45ED-4D97-A3D4-97A67BC12153}"/>
            </c:ext>
          </c:extLst>
        </c:ser>
        <c:ser>
          <c:idx val="2"/>
          <c:order val="2"/>
          <c:tx>
            <c:strRef>
              <c:f>Sheet1!$D$1</c:f>
              <c:strCache>
                <c:ptCount val="1"/>
                <c:pt idx="0">
                  <c:v>Load Shedding</c:v>
                </c:pt>
              </c:strCache>
            </c:strRef>
          </c:tx>
          <c:spPr>
            <a:solidFill>
              <a:srgbClr val="C4D600"/>
            </a:solidFill>
            <a:ln w="25400">
              <a:noFill/>
            </a:ln>
            <a:effectLst/>
          </c:spPr>
          <c:cat>
            <c:strRef>
              <c:f>Sheet1!$A$2:$A$25</c:f>
              <c:strCache>
                <c:ptCount val="24"/>
                <c:pt idx="0">
                  <c:v>01:00</c:v>
                </c:pt>
                <c:pt idx="1">
                  <c:v>02:00</c:v>
                </c:pt>
                <c:pt idx="2">
                  <c:v>03:00</c:v>
                </c:pt>
                <c:pt idx="3">
                  <c:v>04:00</c:v>
                </c:pt>
                <c:pt idx="4">
                  <c:v>05:00</c:v>
                </c:pt>
                <c:pt idx="5">
                  <c:v>06:00</c:v>
                </c:pt>
                <c:pt idx="6">
                  <c:v>07:00</c:v>
                </c:pt>
                <c:pt idx="7">
                  <c:v>08:00</c:v>
                </c:pt>
                <c:pt idx="8">
                  <c:v>09:00</c:v>
                </c:pt>
                <c:pt idx="9">
                  <c:v>10:00</c:v>
                </c:pt>
                <c:pt idx="10">
                  <c:v>11:00</c:v>
                </c:pt>
                <c:pt idx="11">
                  <c:v>12:00</c:v>
                </c:pt>
                <c:pt idx="12">
                  <c:v>13:00</c:v>
                </c:pt>
                <c:pt idx="13">
                  <c:v>14:00</c:v>
                </c:pt>
                <c:pt idx="14">
                  <c:v>15:00</c:v>
                </c:pt>
                <c:pt idx="15">
                  <c:v>16:00</c:v>
                </c:pt>
                <c:pt idx="16">
                  <c:v>17:00</c:v>
                </c:pt>
                <c:pt idx="17">
                  <c:v>18:00</c:v>
                </c:pt>
                <c:pt idx="18">
                  <c:v>19:00</c:v>
                </c:pt>
                <c:pt idx="19">
                  <c:v>20:00</c:v>
                </c:pt>
                <c:pt idx="20">
                  <c:v>21:00</c:v>
                </c:pt>
                <c:pt idx="21">
                  <c:v>22:00</c:v>
                </c:pt>
                <c:pt idx="22">
                  <c:v>23:00</c:v>
                </c:pt>
                <c:pt idx="23">
                  <c:v>24:00</c:v>
                </c:pt>
              </c:strCache>
            </c:strRef>
          </c:cat>
          <c:val>
            <c:numRef>
              <c:f>Sheet1!$D$2:$D$25</c:f>
              <c:numCache>
                <c:formatCode>0</c:formatCode>
                <c:ptCount val="24"/>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numCache>
            </c:numRef>
          </c:val>
          <c:extLst>
            <c:ext xmlns:c16="http://schemas.microsoft.com/office/drawing/2014/chart" uri="{C3380CC4-5D6E-409C-BE32-E72D297353CC}">
              <c16:uniqueId val="{00000002-45ED-4D97-A3D4-97A67BC12153}"/>
            </c:ext>
          </c:extLst>
        </c:ser>
        <c:dLbls>
          <c:showLegendKey val="0"/>
          <c:showVal val="0"/>
          <c:showCatName val="0"/>
          <c:showSerName val="0"/>
          <c:showPercent val="0"/>
          <c:showBubbleSize val="0"/>
        </c:dLbls>
        <c:axId val="870970687"/>
        <c:axId val="870971935"/>
      </c:areaChart>
      <c:catAx>
        <c:axId val="870970687"/>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1" i="0" u="none" strike="noStrike" kern="1200" baseline="0">
                <a:solidFill>
                  <a:schemeClr val="tx1">
                    <a:lumMod val="65000"/>
                    <a:lumOff val="35000"/>
                  </a:schemeClr>
                </a:solidFill>
                <a:latin typeface="+mn-lt"/>
                <a:ea typeface="+mn-ea"/>
                <a:cs typeface="+mn-cs"/>
              </a:defRPr>
            </a:pPr>
            <a:endParaRPr lang="en-US"/>
          </a:p>
        </c:txPr>
        <c:crossAx val="870971935"/>
        <c:crosses val="autoZero"/>
        <c:auto val="1"/>
        <c:lblAlgn val="ctr"/>
        <c:lblOffset val="100"/>
        <c:noMultiLvlLbl val="0"/>
      </c:catAx>
      <c:valAx>
        <c:axId val="870971935"/>
        <c:scaling>
          <c:orientation val="minMax"/>
        </c:scaling>
        <c:delete val="1"/>
        <c:axPos val="l"/>
        <c:numFmt formatCode="0" sourceLinked="1"/>
        <c:majorTickMark val="none"/>
        <c:minorTickMark val="none"/>
        <c:tickLblPos val="nextTo"/>
        <c:crossAx val="870970687"/>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legend>
    <c:plotVisOnly val="1"/>
    <c:dispBlanksAs val="zero"/>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5309000822884372E-2"/>
          <c:y val="9.8314096111526347E-2"/>
          <c:w val="0.93649740239156742"/>
          <c:h val="0.72924522979102158"/>
        </c:manualLayout>
      </c:layout>
      <c:areaChart>
        <c:grouping val="stacked"/>
        <c:varyColors val="0"/>
        <c:ser>
          <c:idx val="0"/>
          <c:order val="0"/>
          <c:tx>
            <c:strRef>
              <c:f>Sheet1!$B$1</c:f>
              <c:strCache>
                <c:ptCount val="1"/>
                <c:pt idx="0">
                  <c:v>Base Demand Met</c:v>
                </c:pt>
              </c:strCache>
            </c:strRef>
          </c:tx>
          <c:spPr>
            <a:solidFill>
              <a:schemeClr val="tx1">
                <a:lumMod val="65000"/>
                <a:lumOff val="35000"/>
              </a:schemeClr>
            </a:solidFill>
            <a:ln>
              <a:noFill/>
            </a:ln>
            <a:effectLst/>
          </c:spPr>
          <c:dLbls>
            <c:spPr>
              <a:solidFill>
                <a:schemeClr val="tx1">
                  <a:lumMod val="65000"/>
                  <a:lumOff val="35000"/>
                </a:schemeClr>
              </a:solid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06:00</c:v>
                </c:pt>
                <c:pt idx="1">
                  <c:v>07:00</c:v>
                </c:pt>
                <c:pt idx="2">
                  <c:v>08:00</c:v>
                </c:pt>
                <c:pt idx="3">
                  <c:v>09:00</c:v>
                </c:pt>
                <c:pt idx="4">
                  <c:v>10:00</c:v>
                </c:pt>
                <c:pt idx="5">
                  <c:v>11:00</c:v>
                </c:pt>
                <c:pt idx="6">
                  <c:v>12:00</c:v>
                </c:pt>
                <c:pt idx="7">
                  <c:v>13:00</c:v>
                </c:pt>
                <c:pt idx="8">
                  <c:v>14:00</c:v>
                </c:pt>
                <c:pt idx="9">
                  <c:v>15:00</c:v>
                </c:pt>
                <c:pt idx="10">
                  <c:v>16:00</c:v>
                </c:pt>
                <c:pt idx="11">
                  <c:v>17:00</c:v>
                </c:pt>
              </c:strCache>
            </c:strRef>
          </c:cat>
          <c:val>
            <c:numRef>
              <c:f>Sheet1!$B$2:$B$13</c:f>
              <c:numCache>
                <c:formatCode>0</c:formatCode>
                <c:ptCount val="12"/>
                <c:pt idx="0">
                  <c:v>1309.7765458064516</c:v>
                </c:pt>
                <c:pt idx="1">
                  <c:v>1336.1714777419356</c:v>
                </c:pt>
                <c:pt idx="2">
                  <c:v>1380.1340616129032</c:v>
                </c:pt>
                <c:pt idx="3">
                  <c:v>1435.0449809677423</c:v>
                </c:pt>
                <c:pt idx="4">
                  <c:v>1494.8231103225812</c:v>
                </c:pt>
                <c:pt idx="5">
                  <c:v>1512.8901145161294</c:v>
                </c:pt>
                <c:pt idx="6">
                  <c:v>1500.6529547258062</c:v>
                </c:pt>
                <c:pt idx="7">
                  <c:v>1496.7077880645161</c:v>
                </c:pt>
                <c:pt idx="8">
                  <c:v>1481.6953892580646</c:v>
                </c:pt>
                <c:pt idx="9">
                  <c:v>1462.7213230000002</c:v>
                </c:pt>
                <c:pt idx="10">
                  <c:v>1437.6400392903224</c:v>
                </c:pt>
                <c:pt idx="11">
                  <c:v>1397.438764629032</c:v>
                </c:pt>
              </c:numCache>
            </c:numRef>
          </c:val>
          <c:extLst>
            <c:ext xmlns:c16="http://schemas.microsoft.com/office/drawing/2014/chart" uri="{C3380CC4-5D6E-409C-BE32-E72D297353CC}">
              <c16:uniqueId val="{00000000-45ED-4D97-A3D4-97A67BC12153}"/>
            </c:ext>
          </c:extLst>
        </c:ser>
        <c:ser>
          <c:idx val="1"/>
          <c:order val="1"/>
          <c:tx>
            <c:strRef>
              <c:f>Sheet1!$C$1</c:f>
              <c:strCache>
                <c:ptCount val="1"/>
                <c:pt idx="0">
                  <c:v>Short term purchase</c:v>
                </c:pt>
              </c:strCache>
            </c:strRef>
          </c:tx>
          <c:spPr>
            <a:solidFill>
              <a:srgbClr val="009A44"/>
            </a:solidFill>
            <a:ln>
              <a:noFill/>
            </a:ln>
            <a:effectLst/>
          </c:spPr>
          <c:dLbls>
            <c:spPr>
              <a:solidFill>
                <a:srgbClr val="009A44"/>
              </a:solid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06:00</c:v>
                </c:pt>
                <c:pt idx="1">
                  <c:v>07:00</c:v>
                </c:pt>
                <c:pt idx="2">
                  <c:v>08:00</c:v>
                </c:pt>
                <c:pt idx="3">
                  <c:v>09:00</c:v>
                </c:pt>
                <c:pt idx="4">
                  <c:v>10:00</c:v>
                </c:pt>
                <c:pt idx="5">
                  <c:v>11:00</c:v>
                </c:pt>
                <c:pt idx="6">
                  <c:v>12:00</c:v>
                </c:pt>
                <c:pt idx="7">
                  <c:v>13:00</c:v>
                </c:pt>
                <c:pt idx="8">
                  <c:v>14:00</c:v>
                </c:pt>
                <c:pt idx="9">
                  <c:v>15:00</c:v>
                </c:pt>
                <c:pt idx="10">
                  <c:v>16:00</c:v>
                </c:pt>
                <c:pt idx="11">
                  <c:v>17:00</c:v>
                </c:pt>
              </c:strCache>
            </c:strRef>
          </c:cat>
          <c:val>
            <c:numRef>
              <c:f>Sheet1!$C$2:$C$13</c:f>
              <c:numCache>
                <c:formatCode>0</c:formatCode>
                <c:ptCount val="12"/>
                <c:pt idx="0">
                  <c:v>137.45948645161292</c:v>
                </c:pt>
                <c:pt idx="1">
                  <c:v>98.538522258064518</c:v>
                </c:pt>
                <c:pt idx="2">
                  <c:v>96.82977709677418</c:v>
                </c:pt>
                <c:pt idx="3">
                  <c:v>95.925535161290298</c:v>
                </c:pt>
                <c:pt idx="4">
                  <c:v>120.28127677419356</c:v>
                </c:pt>
                <c:pt idx="5">
                  <c:v>161.5737241935484</c:v>
                </c:pt>
                <c:pt idx="6">
                  <c:v>211.43891624193549</c:v>
                </c:pt>
                <c:pt idx="7">
                  <c:v>238.70737322580644</c:v>
                </c:pt>
                <c:pt idx="8">
                  <c:v>259.48148170967744</c:v>
                </c:pt>
                <c:pt idx="9">
                  <c:v>303.59522538709672</c:v>
                </c:pt>
                <c:pt idx="10">
                  <c:v>297.79183167741928</c:v>
                </c:pt>
                <c:pt idx="11">
                  <c:v>284.79042891935489</c:v>
                </c:pt>
              </c:numCache>
            </c:numRef>
          </c:val>
          <c:extLst>
            <c:ext xmlns:c16="http://schemas.microsoft.com/office/drawing/2014/chart" uri="{C3380CC4-5D6E-409C-BE32-E72D297353CC}">
              <c16:uniqueId val="{00000001-45ED-4D97-A3D4-97A67BC12153}"/>
            </c:ext>
          </c:extLst>
        </c:ser>
        <c:ser>
          <c:idx val="2"/>
          <c:order val="2"/>
          <c:tx>
            <c:strRef>
              <c:f>Sheet1!$D$1</c:f>
              <c:strCache>
                <c:ptCount val="1"/>
                <c:pt idx="0">
                  <c:v>Load Shedding</c:v>
                </c:pt>
              </c:strCache>
            </c:strRef>
          </c:tx>
          <c:spPr>
            <a:solidFill>
              <a:srgbClr val="C4D600"/>
            </a:solidFill>
            <a:ln w="25400">
              <a:noFill/>
            </a:ln>
            <a:effectLst/>
          </c:spPr>
          <c:cat>
            <c:strRef>
              <c:f>Sheet1!$A$2:$A$13</c:f>
              <c:strCache>
                <c:ptCount val="12"/>
                <c:pt idx="0">
                  <c:v>06:00</c:v>
                </c:pt>
                <c:pt idx="1">
                  <c:v>07:00</c:v>
                </c:pt>
                <c:pt idx="2">
                  <c:v>08:00</c:v>
                </c:pt>
                <c:pt idx="3">
                  <c:v>09:00</c:v>
                </c:pt>
                <c:pt idx="4">
                  <c:v>10:00</c:v>
                </c:pt>
                <c:pt idx="5">
                  <c:v>11:00</c:v>
                </c:pt>
                <c:pt idx="6">
                  <c:v>12:00</c:v>
                </c:pt>
                <c:pt idx="7">
                  <c:v>13:00</c:v>
                </c:pt>
                <c:pt idx="8">
                  <c:v>14:00</c:v>
                </c:pt>
                <c:pt idx="9">
                  <c:v>15:00</c:v>
                </c:pt>
                <c:pt idx="10">
                  <c:v>16:00</c:v>
                </c:pt>
                <c:pt idx="11">
                  <c:v>17:00</c:v>
                </c:pt>
              </c:strCache>
            </c:strRef>
          </c:cat>
          <c:val>
            <c:numRef>
              <c:f>Sheet1!$D$2:$D$13</c:f>
              <c:numCache>
                <c:formatCode>0</c:formatCode>
                <c:ptCount val="12"/>
                <c:pt idx="0">
                  <c:v>0</c:v>
                </c:pt>
                <c:pt idx="1">
                  <c:v>0</c:v>
                </c:pt>
                <c:pt idx="2">
                  <c:v>0</c:v>
                </c:pt>
                <c:pt idx="3">
                  <c:v>0</c:v>
                </c:pt>
                <c:pt idx="4">
                  <c:v>0</c:v>
                </c:pt>
                <c:pt idx="5">
                  <c:v>0</c:v>
                </c:pt>
                <c:pt idx="6">
                  <c:v>0</c:v>
                </c:pt>
                <c:pt idx="7">
                  <c:v>0</c:v>
                </c:pt>
                <c:pt idx="8">
                  <c:v>0</c:v>
                </c:pt>
                <c:pt idx="9">
                  <c:v>0</c:v>
                </c:pt>
                <c:pt idx="10">
                  <c:v>0</c:v>
                </c:pt>
                <c:pt idx="11">
                  <c:v>0</c:v>
                </c:pt>
              </c:numCache>
            </c:numRef>
          </c:val>
          <c:extLst>
            <c:ext xmlns:c16="http://schemas.microsoft.com/office/drawing/2014/chart" uri="{C3380CC4-5D6E-409C-BE32-E72D297353CC}">
              <c16:uniqueId val="{00000002-45ED-4D97-A3D4-97A67BC12153}"/>
            </c:ext>
          </c:extLst>
        </c:ser>
        <c:dLbls>
          <c:showLegendKey val="0"/>
          <c:showVal val="0"/>
          <c:showCatName val="0"/>
          <c:showSerName val="0"/>
          <c:showPercent val="0"/>
          <c:showBubbleSize val="0"/>
        </c:dLbls>
        <c:axId val="870970687"/>
        <c:axId val="870971935"/>
      </c:areaChart>
      <c:catAx>
        <c:axId val="870970687"/>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1" i="0" u="none" strike="noStrike" kern="1200" baseline="0">
                <a:solidFill>
                  <a:schemeClr val="tx1">
                    <a:lumMod val="65000"/>
                    <a:lumOff val="35000"/>
                  </a:schemeClr>
                </a:solidFill>
                <a:latin typeface="+mn-lt"/>
                <a:ea typeface="+mn-ea"/>
                <a:cs typeface="+mn-cs"/>
              </a:defRPr>
            </a:pPr>
            <a:endParaRPr lang="en-US"/>
          </a:p>
        </c:txPr>
        <c:crossAx val="870971935"/>
        <c:crosses val="autoZero"/>
        <c:auto val="1"/>
        <c:lblAlgn val="ctr"/>
        <c:lblOffset val="100"/>
        <c:noMultiLvlLbl val="0"/>
      </c:catAx>
      <c:valAx>
        <c:axId val="870971935"/>
        <c:scaling>
          <c:orientation val="minMax"/>
        </c:scaling>
        <c:delete val="1"/>
        <c:axPos val="l"/>
        <c:numFmt formatCode="0" sourceLinked="1"/>
        <c:majorTickMark val="none"/>
        <c:minorTickMark val="none"/>
        <c:tickLblPos val="nextTo"/>
        <c:crossAx val="870970687"/>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legend>
    <c:plotVisOnly val="1"/>
    <c:dispBlanksAs val="zero"/>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5309000822884372E-2"/>
          <c:y val="9.8314096111526347E-2"/>
          <c:w val="0.93649740239156742"/>
          <c:h val="0.72924522979102158"/>
        </c:manualLayout>
      </c:layout>
      <c:areaChart>
        <c:grouping val="stacked"/>
        <c:varyColors val="0"/>
        <c:ser>
          <c:idx val="0"/>
          <c:order val="0"/>
          <c:tx>
            <c:strRef>
              <c:f>Sheet1!$B$1</c:f>
              <c:strCache>
                <c:ptCount val="1"/>
                <c:pt idx="0">
                  <c:v>Base Demand Met</c:v>
                </c:pt>
              </c:strCache>
            </c:strRef>
          </c:tx>
          <c:spPr>
            <a:solidFill>
              <a:schemeClr val="tx1">
                <a:lumMod val="65000"/>
                <a:lumOff val="35000"/>
              </a:schemeClr>
            </a:solidFill>
            <a:ln>
              <a:noFill/>
            </a:ln>
            <a:effectLst/>
          </c:spPr>
          <c:dLbls>
            <c:spPr>
              <a:solidFill>
                <a:schemeClr val="tx1">
                  <a:lumMod val="65000"/>
                  <a:lumOff val="35000"/>
                </a:schemeClr>
              </a:solid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18:00</c:v>
                </c:pt>
                <c:pt idx="1">
                  <c:v>19:00</c:v>
                </c:pt>
                <c:pt idx="2">
                  <c:v>20:00</c:v>
                </c:pt>
                <c:pt idx="3">
                  <c:v>21:00</c:v>
                </c:pt>
                <c:pt idx="4">
                  <c:v>22:00</c:v>
                </c:pt>
                <c:pt idx="5">
                  <c:v>23:00</c:v>
                </c:pt>
                <c:pt idx="6">
                  <c:v>24:00</c:v>
                </c:pt>
                <c:pt idx="7">
                  <c:v>01:00</c:v>
                </c:pt>
                <c:pt idx="8">
                  <c:v>02:00</c:v>
                </c:pt>
                <c:pt idx="9">
                  <c:v>03:00</c:v>
                </c:pt>
                <c:pt idx="10">
                  <c:v>04:00</c:v>
                </c:pt>
                <c:pt idx="11">
                  <c:v>05:00</c:v>
                </c:pt>
              </c:strCache>
            </c:strRef>
          </c:cat>
          <c:val>
            <c:numRef>
              <c:f>Sheet1!$B$2:$B$13</c:f>
              <c:numCache>
                <c:formatCode>0</c:formatCode>
                <c:ptCount val="12"/>
                <c:pt idx="0">
                  <c:v>1487.5904933548386</c:v>
                </c:pt>
                <c:pt idx="1">
                  <c:v>1684.8389207903226</c:v>
                </c:pt>
                <c:pt idx="2">
                  <c:v>1588.1990466209681</c:v>
                </c:pt>
                <c:pt idx="3">
                  <c:v>1557.3947336290321</c:v>
                </c:pt>
                <c:pt idx="4">
                  <c:v>1513.7989744919355</c:v>
                </c:pt>
                <c:pt idx="5">
                  <c:v>1471.2614609516127</c:v>
                </c:pt>
                <c:pt idx="6">
                  <c:v>1402.155456564516</c:v>
                </c:pt>
                <c:pt idx="7">
                  <c:v>1364.5165239838709</c:v>
                </c:pt>
                <c:pt idx="8">
                  <c:v>1357.9000435564517</c:v>
                </c:pt>
                <c:pt idx="9">
                  <c:v>1348.4535919758066</c:v>
                </c:pt>
                <c:pt idx="10">
                  <c:v>1344.0985924274191</c:v>
                </c:pt>
                <c:pt idx="11">
                  <c:v>1296.6754920403225</c:v>
                </c:pt>
              </c:numCache>
            </c:numRef>
          </c:val>
          <c:extLst>
            <c:ext xmlns:c16="http://schemas.microsoft.com/office/drawing/2014/chart" uri="{C3380CC4-5D6E-409C-BE32-E72D297353CC}">
              <c16:uniqueId val="{00000000-45ED-4D97-A3D4-97A67BC12153}"/>
            </c:ext>
          </c:extLst>
        </c:ser>
        <c:ser>
          <c:idx val="1"/>
          <c:order val="1"/>
          <c:tx>
            <c:strRef>
              <c:f>Sheet1!$C$1</c:f>
              <c:strCache>
                <c:ptCount val="1"/>
                <c:pt idx="0">
                  <c:v>Short term purchase</c:v>
                </c:pt>
              </c:strCache>
            </c:strRef>
          </c:tx>
          <c:spPr>
            <a:solidFill>
              <a:srgbClr val="009A44"/>
            </a:solidFill>
            <a:ln>
              <a:noFill/>
            </a:ln>
            <a:effectLst/>
          </c:spPr>
          <c:dLbls>
            <c:spPr>
              <a:solidFill>
                <a:srgbClr val="009A44"/>
              </a:solid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18:00</c:v>
                </c:pt>
                <c:pt idx="1">
                  <c:v>19:00</c:v>
                </c:pt>
                <c:pt idx="2">
                  <c:v>20:00</c:v>
                </c:pt>
                <c:pt idx="3">
                  <c:v>21:00</c:v>
                </c:pt>
                <c:pt idx="4">
                  <c:v>22:00</c:v>
                </c:pt>
                <c:pt idx="5">
                  <c:v>23:00</c:v>
                </c:pt>
                <c:pt idx="6">
                  <c:v>24:00</c:v>
                </c:pt>
                <c:pt idx="7">
                  <c:v>01:00</c:v>
                </c:pt>
                <c:pt idx="8">
                  <c:v>02:00</c:v>
                </c:pt>
                <c:pt idx="9">
                  <c:v>03:00</c:v>
                </c:pt>
                <c:pt idx="10">
                  <c:v>04:00</c:v>
                </c:pt>
                <c:pt idx="11">
                  <c:v>05:00</c:v>
                </c:pt>
              </c:strCache>
            </c:strRef>
          </c:cat>
          <c:val>
            <c:numRef>
              <c:f>Sheet1!$C$2:$C$13</c:f>
              <c:numCache>
                <c:formatCode>0</c:formatCode>
                <c:ptCount val="12"/>
                <c:pt idx="0">
                  <c:v>226.30208729032265</c:v>
                </c:pt>
                <c:pt idx="1">
                  <c:v>414.05269211290329</c:v>
                </c:pt>
                <c:pt idx="2">
                  <c:v>563.33295337903212</c:v>
                </c:pt>
                <c:pt idx="3">
                  <c:v>608.95491153225805</c:v>
                </c:pt>
                <c:pt idx="4">
                  <c:v>627.46299325000007</c:v>
                </c:pt>
                <c:pt idx="5">
                  <c:v>637.02570033870973</c:v>
                </c:pt>
                <c:pt idx="6">
                  <c:v>619.50954343548415</c:v>
                </c:pt>
                <c:pt idx="7">
                  <c:v>552.60941150000008</c:v>
                </c:pt>
                <c:pt idx="8">
                  <c:v>488.35327902419363</c:v>
                </c:pt>
                <c:pt idx="9">
                  <c:v>420.13102092741929</c:v>
                </c:pt>
                <c:pt idx="10">
                  <c:v>356.85447208870977</c:v>
                </c:pt>
                <c:pt idx="11">
                  <c:v>253.0781531209677</c:v>
                </c:pt>
              </c:numCache>
            </c:numRef>
          </c:val>
          <c:extLst>
            <c:ext xmlns:c16="http://schemas.microsoft.com/office/drawing/2014/chart" uri="{C3380CC4-5D6E-409C-BE32-E72D297353CC}">
              <c16:uniqueId val="{00000001-45ED-4D97-A3D4-97A67BC12153}"/>
            </c:ext>
          </c:extLst>
        </c:ser>
        <c:ser>
          <c:idx val="2"/>
          <c:order val="2"/>
          <c:tx>
            <c:strRef>
              <c:f>Sheet1!$D$1</c:f>
              <c:strCache>
                <c:ptCount val="1"/>
                <c:pt idx="0">
                  <c:v>Load Shedding</c:v>
                </c:pt>
              </c:strCache>
            </c:strRef>
          </c:tx>
          <c:spPr>
            <a:solidFill>
              <a:srgbClr val="C4D600"/>
            </a:solidFill>
            <a:ln w="25400">
              <a:noFill/>
            </a:ln>
            <a:effectLst/>
          </c:spPr>
          <c:dLbls>
            <c:dLbl>
              <c:idx val="0"/>
              <c:delete val="1"/>
              <c:extLst>
                <c:ext xmlns:c15="http://schemas.microsoft.com/office/drawing/2012/chart" uri="{CE6537A1-D6FC-4f65-9D91-7224C49458BB}"/>
                <c:ext xmlns:c16="http://schemas.microsoft.com/office/drawing/2014/chart" uri="{C3380CC4-5D6E-409C-BE32-E72D297353CC}">
                  <c16:uniqueId val="{00000000-3D79-4644-A1FE-E3C1F36613FE}"/>
                </c:ext>
              </c:extLst>
            </c:dLbl>
            <c:dLbl>
              <c:idx val="1"/>
              <c:delete val="1"/>
              <c:extLst>
                <c:ext xmlns:c15="http://schemas.microsoft.com/office/drawing/2012/chart" uri="{CE6537A1-D6FC-4f65-9D91-7224C49458BB}"/>
                <c:ext xmlns:c16="http://schemas.microsoft.com/office/drawing/2014/chart" uri="{C3380CC4-5D6E-409C-BE32-E72D297353CC}">
                  <c16:uniqueId val="{00000001-3D79-4644-A1FE-E3C1F36613FE}"/>
                </c:ext>
              </c:extLst>
            </c:dLbl>
            <c:dLbl>
              <c:idx val="3"/>
              <c:delete val="1"/>
              <c:extLst>
                <c:ext xmlns:c15="http://schemas.microsoft.com/office/drawing/2012/chart" uri="{CE6537A1-D6FC-4f65-9D91-7224C49458BB}"/>
                <c:ext xmlns:c16="http://schemas.microsoft.com/office/drawing/2014/chart" uri="{C3380CC4-5D6E-409C-BE32-E72D297353CC}">
                  <c16:uniqueId val="{00000002-3D79-4644-A1FE-E3C1F36613FE}"/>
                </c:ext>
              </c:extLst>
            </c:dLbl>
            <c:dLbl>
              <c:idx val="4"/>
              <c:delete val="1"/>
              <c:extLst>
                <c:ext xmlns:c15="http://schemas.microsoft.com/office/drawing/2012/chart" uri="{CE6537A1-D6FC-4f65-9D91-7224C49458BB}"/>
                <c:ext xmlns:c16="http://schemas.microsoft.com/office/drawing/2014/chart" uri="{C3380CC4-5D6E-409C-BE32-E72D297353CC}">
                  <c16:uniqueId val="{00000003-3D79-4644-A1FE-E3C1F36613FE}"/>
                </c:ext>
              </c:extLst>
            </c:dLbl>
            <c:dLbl>
              <c:idx val="5"/>
              <c:delete val="1"/>
              <c:extLst>
                <c:ext xmlns:c15="http://schemas.microsoft.com/office/drawing/2012/chart" uri="{CE6537A1-D6FC-4f65-9D91-7224C49458BB}"/>
                <c:ext xmlns:c16="http://schemas.microsoft.com/office/drawing/2014/chart" uri="{C3380CC4-5D6E-409C-BE32-E72D297353CC}">
                  <c16:uniqueId val="{00000004-3D79-4644-A1FE-E3C1F36613FE}"/>
                </c:ext>
              </c:extLst>
            </c:dLbl>
            <c:dLbl>
              <c:idx val="6"/>
              <c:delete val="1"/>
              <c:extLst>
                <c:ext xmlns:c15="http://schemas.microsoft.com/office/drawing/2012/chart" uri="{CE6537A1-D6FC-4f65-9D91-7224C49458BB}"/>
                <c:ext xmlns:c16="http://schemas.microsoft.com/office/drawing/2014/chart" uri="{C3380CC4-5D6E-409C-BE32-E72D297353CC}">
                  <c16:uniqueId val="{00000005-3D79-4644-A1FE-E3C1F36613FE}"/>
                </c:ext>
              </c:extLst>
            </c:dLbl>
            <c:dLbl>
              <c:idx val="7"/>
              <c:delete val="1"/>
              <c:extLst>
                <c:ext xmlns:c15="http://schemas.microsoft.com/office/drawing/2012/chart" uri="{CE6537A1-D6FC-4f65-9D91-7224C49458BB}"/>
                <c:ext xmlns:c16="http://schemas.microsoft.com/office/drawing/2014/chart" uri="{C3380CC4-5D6E-409C-BE32-E72D297353CC}">
                  <c16:uniqueId val="{00000006-3D79-4644-A1FE-E3C1F36613FE}"/>
                </c:ext>
              </c:extLst>
            </c:dLbl>
            <c:dLbl>
              <c:idx val="8"/>
              <c:delete val="1"/>
              <c:extLst>
                <c:ext xmlns:c15="http://schemas.microsoft.com/office/drawing/2012/chart" uri="{CE6537A1-D6FC-4f65-9D91-7224C49458BB}"/>
                <c:ext xmlns:c16="http://schemas.microsoft.com/office/drawing/2014/chart" uri="{C3380CC4-5D6E-409C-BE32-E72D297353CC}">
                  <c16:uniqueId val="{00000007-3D79-4644-A1FE-E3C1F36613FE}"/>
                </c:ext>
              </c:extLst>
            </c:dLbl>
            <c:dLbl>
              <c:idx val="9"/>
              <c:delete val="1"/>
              <c:extLst>
                <c:ext xmlns:c15="http://schemas.microsoft.com/office/drawing/2012/chart" uri="{CE6537A1-D6FC-4f65-9D91-7224C49458BB}"/>
                <c:ext xmlns:c16="http://schemas.microsoft.com/office/drawing/2014/chart" uri="{C3380CC4-5D6E-409C-BE32-E72D297353CC}">
                  <c16:uniqueId val="{00000008-3D79-4644-A1FE-E3C1F36613FE}"/>
                </c:ext>
              </c:extLst>
            </c:dLbl>
            <c:dLbl>
              <c:idx val="10"/>
              <c:delete val="1"/>
              <c:extLst>
                <c:ext xmlns:c15="http://schemas.microsoft.com/office/drawing/2012/chart" uri="{CE6537A1-D6FC-4f65-9D91-7224C49458BB}"/>
                <c:ext xmlns:c16="http://schemas.microsoft.com/office/drawing/2014/chart" uri="{C3380CC4-5D6E-409C-BE32-E72D297353CC}">
                  <c16:uniqueId val="{00000009-3D79-4644-A1FE-E3C1F36613FE}"/>
                </c:ext>
              </c:extLst>
            </c:dLbl>
            <c:dLbl>
              <c:idx val="11"/>
              <c:delete val="1"/>
              <c:extLst>
                <c:ext xmlns:c15="http://schemas.microsoft.com/office/drawing/2012/chart" uri="{CE6537A1-D6FC-4f65-9D91-7224C49458BB}"/>
                <c:ext xmlns:c16="http://schemas.microsoft.com/office/drawing/2014/chart" uri="{C3380CC4-5D6E-409C-BE32-E72D297353CC}">
                  <c16:uniqueId val="{0000000A-3D79-4644-A1FE-E3C1F36613FE}"/>
                </c:ext>
              </c:extLst>
            </c:dLbl>
            <c:spPr>
              <a:solidFill>
                <a:srgbClr val="C4D600"/>
              </a:solid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18:00</c:v>
                </c:pt>
                <c:pt idx="1">
                  <c:v>19:00</c:v>
                </c:pt>
                <c:pt idx="2">
                  <c:v>20:00</c:v>
                </c:pt>
                <c:pt idx="3">
                  <c:v>21:00</c:v>
                </c:pt>
                <c:pt idx="4">
                  <c:v>22:00</c:v>
                </c:pt>
                <c:pt idx="5">
                  <c:v>23:00</c:v>
                </c:pt>
                <c:pt idx="6">
                  <c:v>24:00</c:v>
                </c:pt>
                <c:pt idx="7">
                  <c:v>01:00</c:v>
                </c:pt>
                <c:pt idx="8">
                  <c:v>02:00</c:v>
                </c:pt>
                <c:pt idx="9">
                  <c:v>03:00</c:v>
                </c:pt>
                <c:pt idx="10">
                  <c:v>04:00</c:v>
                </c:pt>
                <c:pt idx="11">
                  <c:v>05:00</c:v>
                </c:pt>
              </c:strCache>
            </c:strRef>
          </c:cat>
          <c:val>
            <c:numRef>
              <c:f>Sheet1!$D$2:$D$13</c:f>
              <c:numCache>
                <c:formatCode>0</c:formatCode>
                <c:ptCount val="12"/>
                <c:pt idx="0">
                  <c:v>0</c:v>
                </c:pt>
                <c:pt idx="1">
                  <c:v>0</c:v>
                </c:pt>
                <c:pt idx="2">
                  <c:v>7.6225806451612907</c:v>
                </c:pt>
                <c:pt idx="3">
                  <c:v>0</c:v>
                </c:pt>
                <c:pt idx="4">
                  <c:v>0</c:v>
                </c:pt>
                <c:pt idx="5">
                  <c:v>0</c:v>
                </c:pt>
                <c:pt idx="6">
                  <c:v>0</c:v>
                </c:pt>
                <c:pt idx="7">
                  <c:v>0</c:v>
                </c:pt>
                <c:pt idx="8">
                  <c:v>0</c:v>
                </c:pt>
                <c:pt idx="9">
                  <c:v>0</c:v>
                </c:pt>
                <c:pt idx="10">
                  <c:v>0</c:v>
                </c:pt>
                <c:pt idx="11">
                  <c:v>0</c:v>
                </c:pt>
              </c:numCache>
            </c:numRef>
          </c:val>
          <c:extLst>
            <c:ext xmlns:c16="http://schemas.microsoft.com/office/drawing/2014/chart" uri="{C3380CC4-5D6E-409C-BE32-E72D297353CC}">
              <c16:uniqueId val="{00000002-45ED-4D97-A3D4-97A67BC12153}"/>
            </c:ext>
          </c:extLst>
        </c:ser>
        <c:dLbls>
          <c:showLegendKey val="0"/>
          <c:showVal val="0"/>
          <c:showCatName val="0"/>
          <c:showSerName val="0"/>
          <c:showPercent val="0"/>
          <c:showBubbleSize val="0"/>
        </c:dLbls>
        <c:axId val="870970687"/>
        <c:axId val="870971935"/>
      </c:areaChart>
      <c:catAx>
        <c:axId val="870970687"/>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1" i="0" u="none" strike="noStrike" kern="1200" baseline="0">
                <a:solidFill>
                  <a:schemeClr val="tx1">
                    <a:lumMod val="65000"/>
                    <a:lumOff val="35000"/>
                  </a:schemeClr>
                </a:solidFill>
                <a:latin typeface="+mn-lt"/>
                <a:ea typeface="+mn-ea"/>
                <a:cs typeface="+mn-cs"/>
              </a:defRPr>
            </a:pPr>
            <a:endParaRPr lang="en-US"/>
          </a:p>
        </c:txPr>
        <c:crossAx val="870971935"/>
        <c:crosses val="autoZero"/>
        <c:auto val="1"/>
        <c:lblAlgn val="ctr"/>
        <c:lblOffset val="100"/>
        <c:noMultiLvlLbl val="0"/>
      </c:catAx>
      <c:valAx>
        <c:axId val="870971935"/>
        <c:scaling>
          <c:orientation val="minMax"/>
        </c:scaling>
        <c:delete val="1"/>
        <c:axPos val="l"/>
        <c:numFmt formatCode="0" sourceLinked="1"/>
        <c:majorTickMark val="none"/>
        <c:minorTickMark val="none"/>
        <c:tickLblPos val="nextTo"/>
        <c:crossAx val="870970687"/>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legend>
    <c:plotVisOnly val="1"/>
    <c:dispBlanksAs val="zero"/>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5309000822884372E-2"/>
          <c:y val="9.8314096111526347E-2"/>
          <c:w val="0.93649740239156742"/>
          <c:h val="0.69125514598804727"/>
        </c:manualLayout>
      </c:layout>
      <c:areaChart>
        <c:grouping val="stacked"/>
        <c:varyColors val="0"/>
        <c:ser>
          <c:idx val="0"/>
          <c:order val="0"/>
          <c:tx>
            <c:strRef>
              <c:f>Sheet1!$B$1</c:f>
              <c:strCache>
                <c:ptCount val="1"/>
                <c:pt idx="0">
                  <c:v>Base Demand Met</c:v>
                </c:pt>
              </c:strCache>
            </c:strRef>
          </c:tx>
          <c:spPr>
            <a:solidFill>
              <a:schemeClr val="tx1">
                <a:lumMod val="65000"/>
                <a:lumOff val="35000"/>
              </a:schemeClr>
            </a:solidFill>
            <a:ln>
              <a:noFill/>
            </a:ln>
            <a:effectLst/>
          </c:spPr>
          <c:dLbls>
            <c:spPr>
              <a:solidFill>
                <a:schemeClr val="tx1">
                  <a:lumMod val="65000"/>
                  <a:lumOff val="35000"/>
                </a:schemeClr>
              </a:solid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Sheet1!$A$2:$A$25</c:f>
              <c:strCache>
                <c:ptCount val="24"/>
                <c:pt idx="0">
                  <c:v>01:00</c:v>
                </c:pt>
                <c:pt idx="1">
                  <c:v>02:00</c:v>
                </c:pt>
                <c:pt idx="2">
                  <c:v>03:00</c:v>
                </c:pt>
                <c:pt idx="3">
                  <c:v>04:00</c:v>
                </c:pt>
                <c:pt idx="4">
                  <c:v>05:00</c:v>
                </c:pt>
                <c:pt idx="5">
                  <c:v>06:00</c:v>
                </c:pt>
                <c:pt idx="6">
                  <c:v>07:00</c:v>
                </c:pt>
                <c:pt idx="7">
                  <c:v>08:00</c:v>
                </c:pt>
                <c:pt idx="8">
                  <c:v>09:00</c:v>
                </c:pt>
                <c:pt idx="9">
                  <c:v>10:00</c:v>
                </c:pt>
                <c:pt idx="10">
                  <c:v>11:00</c:v>
                </c:pt>
                <c:pt idx="11">
                  <c:v>12:00</c:v>
                </c:pt>
                <c:pt idx="12">
                  <c:v>13:00</c:v>
                </c:pt>
                <c:pt idx="13">
                  <c:v>14:00</c:v>
                </c:pt>
                <c:pt idx="14">
                  <c:v>15:00</c:v>
                </c:pt>
                <c:pt idx="15">
                  <c:v>16:00</c:v>
                </c:pt>
                <c:pt idx="16">
                  <c:v>17:00</c:v>
                </c:pt>
                <c:pt idx="17">
                  <c:v>18:00</c:v>
                </c:pt>
                <c:pt idx="18">
                  <c:v>19:00</c:v>
                </c:pt>
                <c:pt idx="19">
                  <c:v>20:00</c:v>
                </c:pt>
                <c:pt idx="20">
                  <c:v>21:00</c:v>
                </c:pt>
                <c:pt idx="21">
                  <c:v>22:00</c:v>
                </c:pt>
                <c:pt idx="22">
                  <c:v>23:00</c:v>
                </c:pt>
                <c:pt idx="23">
                  <c:v>24:00</c:v>
                </c:pt>
              </c:strCache>
            </c:strRef>
          </c:cat>
          <c:val>
            <c:numRef>
              <c:f>Sheet1!$B$2:$B$25</c:f>
              <c:numCache>
                <c:formatCode>0</c:formatCode>
                <c:ptCount val="24"/>
                <c:pt idx="0">
                  <c:v>1364.5165239838709</c:v>
                </c:pt>
                <c:pt idx="1">
                  <c:v>1357.9000435564517</c:v>
                </c:pt>
                <c:pt idx="2">
                  <c:v>1348.4535919758066</c:v>
                </c:pt>
                <c:pt idx="3">
                  <c:v>1344.0985924274191</c:v>
                </c:pt>
                <c:pt idx="4">
                  <c:v>1296.6754920403225</c:v>
                </c:pt>
                <c:pt idx="5">
                  <c:v>1309.7765458064516</c:v>
                </c:pt>
                <c:pt idx="6">
                  <c:v>1336.1714777419356</c:v>
                </c:pt>
                <c:pt idx="7">
                  <c:v>1380.1340616129032</c:v>
                </c:pt>
                <c:pt idx="8">
                  <c:v>1435.0449809677423</c:v>
                </c:pt>
                <c:pt idx="9">
                  <c:v>1494.8231103225812</c:v>
                </c:pt>
                <c:pt idx="10">
                  <c:v>1512.8901145161294</c:v>
                </c:pt>
                <c:pt idx="11">
                  <c:v>1500.6529547258062</c:v>
                </c:pt>
                <c:pt idx="12">
                  <c:v>1496.7077880645161</c:v>
                </c:pt>
                <c:pt idx="13">
                  <c:v>1481.6953892580646</c:v>
                </c:pt>
                <c:pt idx="14">
                  <c:v>1462.7213230000002</c:v>
                </c:pt>
                <c:pt idx="15">
                  <c:v>1437.6400392903224</c:v>
                </c:pt>
                <c:pt idx="16">
                  <c:v>1397.438764629032</c:v>
                </c:pt>
                <c:pt idx="17">
                  <c:v>1487.5904933548386</c:v>
                </c:pt>
                <c:pt idx="18">
                  <c:v>1684.8389207903226</c:v>
                </c:pt>
                <c:pt idx="19">
                  <c:v>1588.1990466209681</c:v>
                </c:pt>
                <c:pt idx="20">
                  <c:v>1557.3947336290321</c:v>
                </c:pt>
                <c:pt idx="21">
                  <c:v>1513.7989744919355</c:v>
                </c:pt>
                <c:pt idx="22">
                  <c:v>1471.2614609516127</c:v>
                </c:pt>
                <c:pt idx="23">
                  <c:v>1402.155456564516</c:v>
                </c:pt>
              </c:numCache>
            </c:numRef>
          </c:val>
          <c:extLst>
            <c:ext xmlns:c16="http://schemas.microsoft.com/office/drawing/2014/chart" uri="{C3380CC4-5D6E-409C-BE32-E72D297353CC}">
              <c16:uniqueId val="{00000000-45ED-4D97-A3D4-97A67BC12153}"/>
            </c:ext>
          </c:extLst>
        </c:ser>
        <c:ser>
          <c:idx val="1"/>
          <c:order val="1"/>
          <c:tx>
            <c:strRef>
              <c:f>Sheet1!$C$1</c:f>
              <c:strCache>
                <c:ptCount val="1"/>
                <c:pt idx="0">
                  <c:v>Short term purchase</c:v>
                </c:pt>
              </c:strCache>
            </c:strRef>
          </c:tx>
          <c:spPr>
            <a:solidFill>
              <a:srgbClr val="009A44"/>
            </a:solidFill>
            <a:ln>
              <a:noFill/>
            </a:ln>
            <a:effectLst/>
          </c:spPr>
          <c:dLbls>
            <c:spPr>
              <a:solidFill>
                <a:srgbClr val="009A44"/>
              </a:solid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Sheet1!$A$2:$A$25</c:f>
              <c:strCache>
                <c:ptCount val="24"/>
                <c:pt idx="0">
                  <c:v>01:00</c:v>
                </c:pt>
                <c:pt idx="1">
                  <c:v>02:00</c:v>
                </c:pt>
                <c:pt idx="2">
                  <c:v>03:00</c:v>
                </c:pt>
                <c:pt idx="3">
                  <c:v>04:00</c:v>
                </c:pt>
                <c:pt idx="4">
                  <c:v>05:00</c:v>
                </c:pt>
                <c:pt idx="5">
                  <c:v>06:00</c:v>
                </c:pt>
                <c:pt idx="6">
                  <c:v>07:00</c:v>
                </c:pt>
                <c:pt idx="7">
                  <c:v>08:00</c:v>
                </c:pt>
                <c:pt idx="8">
                  <c:v>09:00</c:v>
                </c:pt>
                <c:pt idx="9">
                  <c:v>10:00</c:v>
                </c:pt>
                <c:pt idx="10">
                  <c:v>11:00</c:v>
                </c:pt>
                <c:pt idx="11">
                  <c:v>12:00</c:v>
                </c:pt>
                <c:pt idx="12">
                  <c:v>13:00</c:v>
                </c:pt>
                <c:pt idx="13">
                  <c:v>14:00</c:v>
                </c:pt>
                <c:pt idx="14">
                  <c:v>15:00</c:v>
                </c:pt>
                <c:pt idx="15">
                  <c:v>16:00</c:v>
                </c:pt>
                <c:pt idx="16">
                  <c:v>17:00</c:v>
                </c:pt>
                <c:pt idx="17">
                  <c:v>18:00</c:v>
                </c:pt>
                <c:pt idx="18">
                  <c:v>19:00</c:v>
                </c:pt>
                <c:pt idx="19">
                  <c:v>20:00</c:v>
                </c:pt>
                <c:pt idx="20">
                  <c:v>21:00</c:v>
                </c:pt>
                <c:pt idx="21">
                  <c:v>22:00</c:v>
                </c:pt>
                <c:pt idx="22">
                  <c:v>23:00</c:v>
                </c:pt>
                <c:pt idx="23">
                  <c:v>24:00</c:v>
                </c:pt>
              </c:strCache>
            </c:strRef>
          </c:cat>
          <c:val>
            <c:numRef>
              <c:f>Sheet1!$C$2:$C$25</c:f>
              <c:numCache>
                <c:formatCode>0</c:formatCode>
                <c:ptCount val="24"/>
                <c:pt idx="0">
                  <c:v>552.60941150000008</c:v>
                </c:pt>
                <c:pt idx="1">
                  <c:v>488.35327902419363</c:v>
                </c:pt>
                <c:pt idx="2">
                  <c:v>420.13102092741929</c:v>
                </c:pt>
                <c:pt idx="3">
                  <c:v>356.85447208870977</c:v>
                </c:pt>
                <c:pt idx="4">
                  <c:v>253.0781531209677</c:v>
                </c:pt>
                <c:pt idx="5">
                  <c:v>137.45948645161292</c:v>
                </c:pt>
                <c:pt idx="6">
                  <c:v>98.538522258064518</c:v>
                </c:pt>
                <c:pt idx="7">
                  <c:v>96.82977709677418</c:v>
                </c:pt>
                <c:pt idx="8">
                  <c:v>95.925535161290298</c:v>
                </c:pt>
                <c:pt idx="9">
                  <c:v>120.28127677419356</c:v>
                </c:pt>
                <c:pt idx="10">
                  <c:v>161.5737241935484</c:v>
                </c:pt>
                <c:pt idx="11">
                  <c:v>211.43891624193549</c:v>
                </c:pt>
                <c:pt idx="12">
                  <c:v>238.70737322580644</c:v>
                </c:pt>
                <c:pt idx="13">
                  <c:v>259.48148170967744</c:v>
                </c:pt>
                <c:pt idx="14">
                  <c:v>303.59522538709672</c:v>
                </c:pt>
                <c:pt idx="15">
                  <c:v>297.79183167741928</c:v>
                </c:pt>
                <c:pt idx="16">
                  <c:v>284.79042891935489</c:v>
                </c:pt>
                <c:pt idx="17">
                  <c:v>226.30208729032265</c:v>
                </c:pt>
                <c:pt idx="18">
                  <c:v>414.05269211290329</c:v>
                </c:pt>
                <c:pt idx="19">
                  <c:v>563.33295337903212</c:v>
                </c:pt>
                <c:pt idx="20">
                  <c:v>608.95491153225805</c:v>
                </c:pt>
                <c:pt idx="21">
                  <c:v>627.46299325000007</c:v>
                </c:pt>
                <c:pt idx="22">
                  <c:v>637.02570033870973</c:v>
                </c:pt>
                <c:pt idx="23">
                  <c:v>619.50954343548415</c:v>
                </c:pt>
              </c:numCache>
            </c:numRef>
          </c:val>
          <c:extLst>
            <c:ext xmlns:c16="http://schemas.microsoft.com/office/drawing/2014/chart" uri="{C3380CC4-5D6E-409C-BE32-E72D297353CC}">
              <c16:uniqueId val="{00000001-45ED-4D97-A3D4-97A67BC12153}"/>
            </c:ext>
          </c:extLst>
        </c:ser>
        <c:ser>
          <c:idx val="2"/>
          <c:order val="2"/>
          <c:tx>
            <c:strRef>
              <c:f>Sheet1!$D$1</c:f>
              <c:strCache>
                <c:ptCount val="1"/>
                <c:pt idx="0">
                  <c:v>Load Shedding</c:v>
                </c:pt>
              </c:strCache>
            </c:strRef>
          </c:tx>
          <c:spPr>
            <a:solidFill>
              <a:srgbClr val="C4D600"/>
            </a:solidFill>
            <a:ln w="25400">
              <a:noFill/>
            </a:ln>
            <a:effectLst/>
          </c:spPr>
          <c:dLbls>
            <c:dLbl>
              <c:idx val="0"/>
              <c:delete val="1"/>
              <c:extLst>
                <c:ext xmlns:c15="http://schemas.microsoft.com/office/drawing/2012/chart" uri="{CE6537A1-D6FC-4f65-9D91-7224C49458BB}"/>
                <c:ext xmlns:c16="http://schemas.microsoft.com/office/drawing/2014/chart" uri="{C3380CC4-5D6E-409C-BE32-E72D297353CC}">
                  <c16:uniqueId val="{00000000-3892-4F1F-AA75-1E687CC3EDB7}"/>
                </c:ext>
              </c:extLst>
            </c:dLbl>
            <c:dLbl>
              <c:idx val="1"/>
              <c:delete val="1"/>
              <c:extLst>
                <c:ext xmlns:c15="http://schemas.microsoft.com/office/drawing/2012/chart" uri="{CE6537A1-D6FC-4f65-9D91-7224C49458BB}"/>
                <c:ext xmlns:c16="http://schemas.microsoft.com/office/drawing/2014/chart" uri="{C3380CC4-5D6E-409C-BE32-E72D297353CC}">
                  <c16:uniqueId val="{00000001-3892-4F1F-AA75-1E687CC3EDB7}"/>
                </c:ext>
              </c:extLst>
            </c:dLbl>
            <c:dLbl>
              <c:idx val="2"/>
              <c:delete val="1"/>
              <c:extLst>
                <c:ext xmlns:c15="http://schemas.microsoft.com/office/drawing/2012/chart" uri="{CE6537A1-D6FC-4f65-9D91-7224C49458BB}"/>
                <c:ext xmlns:c16="http://schemas.microsoft.com/office/drawing/2014/chart" uri="{C3380CC4-5D6E-409C-BE32-E72D297353CC}">
                  <c16:uniqueId val="{00000002-3892-4F1F-AA75-1E687CC3EDB7}"/>
                </c:ext>
              </c:extLst>
            </c:dLbl>
            <c:dLbl>
              <c:idx val="3"/>
              <c:delete val="1"/>
              <c:extLst>
                <c:ext xmlns:c15="http://schemas.microsoft.com/office/drawing/2012/chart" uri="{CE6537A1-D6FC-4f65-9D91-7224C49458BB}"/>
                <c:ext xmlns:c16="http://schemas.microsoft.com/office/drawing/2014/chart" uri="{C3380CC4-5D6E-409C-BE32-E72D297353CC}">
                  <c16:uniqueId val="{00000003-3892-4F1F-AA75-1E687CC3EDB7}"/>
                </c:ext>
              </c:extLst>
            </c:dLbl>
            <c:dLbl>
              <c:idx val="4"/>
              <c:delete val="1"/>
              <c:extLst>
                <c:ext xmlns:c15="http://schemas.microsoft.com/office/drawing/2012/chart" uri="{CE6537A1-D6FC-4f65-9D91-7224C49458BB}"/>
                <c:ext xmlns:c16="http://schemas.microsoft.com/office/drawing/2014/chart" uri="{C3380CC4-5D6E-409C-BE32-E72D297353CC}">
                  <c16:uniqueId val="{00000004-3892-4F1F-AA75-1E687CC3EDB7}"/>
                </c:ext>
              </c:extLst>
            </c:dLbl>
            <c:dLbl>
              <c:idx val="5"/>
              <c:delete val="1"/>
              <c:extLst>
                <c:ext xmlns:c15="http://schemas.microsoft.com/office/drawing/2012/chart" uri="{CE6537A1-D6FC-4f65-9D91-7224C49458BB}"/>
                <c:ext xmlns:c16="http://schemas.microsoft.com/office/drawing/2014/chart" uri="{C3380CC4-5D6E-409C-BE32-E72D297353CC}">
                  <c16:uniqueId val="{00000005-3892-4F1F-AA75-1E687CC3EDB7}"/>
                </c:ext>
              </c:extLst>
            </c:dLbl>
            <c:dLbl>
              <c:idx val="6"/>
              <c:delete val="1"/>
              <c:extLst>
                <c:ext xmlns:c15="http://schemas.microsoft.com/office/drawing/2012/chart" uri="{CE6537A1-D6FC-4f65-9D91-7224C49458BB}"/>
                <c:ext xmlns:c16="http://schemas.microsoft.com/office/drawing/2014/chart" uri="{C3380CC4-5D6E-409C-BE32-E72D297353CC}">
                  <c16:uniqueId val="{00000006-3892-4F1F-AA75-1E687CC3EDB7}"/>
                </c:ext>
              </c:extLst>
            </c:dLbl>
            <c:dLbl>
              <c:idx val="7"/>
              <c:delete val="1"/>
              <c:extLst>
                <c:ext xmlns:c15="http://schemas.microsoft.com/office/drawing/2012/chart" uri="{CE6537A1-D6FC-4f65-9D91-7224C49458BB}"/>
                <c:ext xmlns:c16="http://schemas.microsoft.com/office/drawing/2014/chart" uri="{C3380CC4-5D6E-409C-BE32-E72D297353CC}">
                  <c16:uniqueId val="{00000007-3892-4F1F-AA75-1E687CC3EDB7}"/>
                </c:ext>
              </c:extLst>
            </c:dLbl>
            <c:dLbl>
              <c:idx val="8"/>
              <c:delete val="1"/>
              <c:extLst>
                <c:ext xmlns:c15="http://schemas.microsoft.com/office/drawing/2012/chart" uri="{CE6537A1-D6FC-4f65-9D91-7224C49458BB}"/>
                <c:ext xmlns:c16="http://schemas.microsoft.com/office/drawing/2014/chart" uri="{C3380CC4-5D6E-409C-BE32-E72D297353CC}">
                  <c16:uniqueId val="{00000008-3892-4F1F-AA75-1E687CC3EDB7}"/>
                </c:ext>
              </c:extLst>
            </c:dLbl>
            <c:dLbl>
              <c:idx val="9"/>
              <c:delete val="1"/>
              <c:extLst>
                <c:ext xmlns:c15="http://schemas.microsoft.com/office/drawing/2012/chart" uri="{CE6537A1-D6FC-4f65-9D91-7224C49458BB}"/>
                <c:ext xmlns:c16="http://schemas.microsoft.com/office/drawing/2014/chart" uri="{C3380CC4-5D6E-409C-BE32-E72D297353CC}">
                  <c16:uniqueId val="{00000009-3892-4F1F-AA75-1E687CC3EDB7}"/>
                </c:ext>
              </c:extLst>
            </c:dLbl>
            <c:dLbl>
              <c:idx val="10"/>
              <c:delete val="1"/>
              <c:extLst>
                <c:ext xmlns:c15="http://schemas.microsoft.com/office/drawing/2012/chart" uri="{CE6537A1-D6FC-4f65-9D91-7224C49458BB}"/>
                <c:ext xmlns:c16="http://schemas.microsoft.com/office/drawing/2014/chart" uri="{C3380CC4-5D6E-409C-BE32-E72D297353CC}">
                  <c16:uniqueId val="{0000000A-3892-4F1F-AA75-1E687CC3EDB7}"/>
                </c:ext>
              </c:extLst>
            </c:dLbl>
            <c:dLbl>
              <c:idx val="11"/>
              <c:delete val="1"/>
              <c:extLst>
                <c:ext xmlns:c15="http://schemas.microsoft.com/office/drawing/2012/chart" uri="{CE6537A1-D6FC-4f65-9D91-7224C49458BB}"/>
                <c:ext xmlns:c16="http://schemas.microsoft.com/office/drawing/2014/chart" uri="{C3380CC4-5D6E-409C-BE32-E72D297353CC}">
                  <c16:uniqueId val="{0000000B-3892-4F1F-AA75-1E687CC3EDB7}"/>
                </c:ext>
              </c:extLst>
            </c:dLbl>
            <c:dLbl>
              <c:idx val="12"/>
              <c:delete val="1"/>
              <c:extLst>
                <c:ext xmlns:c15="http://schemas.microsoft.com/office/drawing/2012/chart" uri="{CE6537A1-D6FC-4f65-9D91-7224C49458BB}"/>
                <c:ext xmlns:c16="http://schemas.microsoft.com/office/drawing/2014/chart" uri="{C3380CC4-5D6E-409C-BE32-E72D297353CC}">
                  <c16:uniqueId val="{00000000-154B-4BC6-9343-CB29E1A2841D}"/>
                </c:ext>
              </c:extLst>
            </c:dLbl>
            <c:dLbl>
              <c:idx val="13"/>
              <c:delete val="1"/>
              <c:extLst>
                <c:ext xmlns:c15="http://schemas.microsoft.com/office/drawing/2012/chart" uri="{CE6537A1-D6FC-4f65-9D91-7224C49458BB}"/>
                <c:ext xmlns:c16="http://schemas.microsoft.com/office/drawing/2014/chart" uri="{C3380CC4-5D6E-409C-BE32-E72D297353CC}">
                  <c16:uniqueId val="{00000001-154B-4BC6-9343-CB29E1A2841D}"/>
                </c:ext>
              </c:extLst>
            </c:dLbl>
            <c:dLbl>
              <c:idx val="14"/>
              <c:delete val="1"/>
              <c:extLst>
                <c:ext xmlns:c15="http://schemas.microsoft.com/office/drawing/2012/chart" uri="{CE6537A1-D6FC-4f65-9D91-7224C49458BB}"/>
                <c:ext xmlns:c16="http://schemas.microsoft.com/office/drawing/2014/chart" uri="{C3380CC4-5D6E-409C-BE32-E72D297353CC}">
                  <c16:uniqueId val="{00000002-154B-4BC6-9343-CB29E1A2841D}"/>
                </c:ext>
              </c:extLst>
            </c:dLbl>
            <c:dLbl>
              <c:idx val="15"/>
              <c:delete val="1"/>
              <c:extLst>
                <c:ext xmlns:c15="http://schemas.microsoft.com/office/drawing/2012/chart" uri="{CE6537A1-D6FC-4f65-9D91-7224C49458BB}"/>
                <c:ext xmlns:c16="http://schemas.microsoft.com/office/drawing/2014/chart" uri="{C3380CC4-5D6E-409C-BE32-E72D297353CC}">
                  <c16:uniqueId val="{00000003-154B-4BC6-9343-CB29E1A2841D}"/>
                </c:ext>
              </c:extLst>
            </c:dLbl>
            <c:dLbl>
              <c:idx val="16"/>
              <c:delete val="1"/>
              <c:extLst>
                <c:ext xmlns:c15="http://schemas.microsoft.com/office/drawing/2012/chart" uri="{CE6537A1-D6FC-4f65-9D91-7224C49458BB}"/>
                <c:ext xmlns:c16="http://schemas.microsoft.com/office/drawing/2014/chart" uri="{C3380CC4-5D6E-409C-BE32-E72D297353CC}">
                  <c16:uniqueId val="{00000004-154B-4BC6-9343-CB29E1A2841D}"/>
                </c:ext>
              </c:extLst>
            </c:dLbl>
            <c:dLbl>
              <c:idx val="17"/>
              <c:delete val="1"/>
              <c:extLst>
                <c:ext xmlns:c15="http://schemas.microsoft.com/office/drawing/2012/chart" uri="{CE6537A1-D6FC-4f65-9D91-7224C49458BB}"/>
                <c:ext xmlns:c16="http://schemas.microsoft.com/office/drawing/2014/chart" uri="{C3380CC4-5D6E-409C-BE32-E72D297353CC}">
                  <c16:uniqueId val="{00000005-154B-4BC6-9343-CB29E1A2841D}"/>
                </c:ext>
              </c:extLst>
            </c:dLbl>
            <c:dLbl>
              <c:idx val="18"/>
              <c:delete val="1"/>
              <c:extLst>
                <c:ext xmlns:c15="http://schemas.microsoft.com/office/drawing/2012/chart" uri="{CE6537A1-D6FC-4f65-9D91-7224C49458BB}"/>
                <c:ext xmlns:c16="http://schemas.microsoft.com/office/drawing/2014/chart" uri="{C3380CC4-5D6E-409C-BE32-E72D297353CC}">
                  <c16:uniqueId val="{00000006-154B-4BC6-9343-CB29E1A2841D}"/>
                </c:ext>
              </c:extLst>
            </c:dLbl>
            <c:dLbl>
              <c:idx val="20"/>
              <c:delete val="1"/>
              <c:extLst>
                <c:ext xmlns:c15="http://schemas.microsoft.com/office/drawing/2012/chart" uri="{CE6537A1-D6FC-4f65-9D91-7224C49458BB}"/>
                <c:ext xmlns:c16="http://schemas.microsoft.com/office/drawing/2014/chart" uri="{C3380CC4-5D6E-409C-BE32-E72D297353CC}">
                  <c16:uniqueId val="{00000007-154B-4BC6-9343-CB29E1A2841D}"/>
                </c:ext>
              </c:extLst>
            </c:dLbl>
            <c:dLbl>
              <c:idx val="21"/>
              <c:delete val="1"/>
              <c:extLst>
                <c:ext xmlns:c15="http://schemas.microsoft.com/office/drawing/2012/chart" uri="{CE6537A1-D6FC-4f65-9D91-7224C49458BB}"/>
                <c:ext xmlns:c16="http://schemas.microsoft.com/office/drawing/2014/chart" uri="{C3380CC4-5D6E-409C-BE32-E72D297353CC}">
                  <c16:uniqueId val="{00000008-154B-4BC6-9343-CB29E1A2841D}"/>
                </c:ext>
              </c:extLst>
            </c:dLbl>
            <c:dLbl>
              <c:idx val="22"/>
              <c:delete val="1"/>
              <c:extLst>
                <c:ext xmlns:c15="http://schemas.microsoft.com/office/drawing/2012/chart" uri="{CE6537A1-D6FC-4f65-9D91-7224C49458BB}"/>
                <c:ext xmlns:c16="http://schemas.microsoft.com/office/drawing/2014/chart" uri="{C3380CC4-5D6E-409C-BE32-E72D297353CC}">
                  <c16:uniqueId val="{00000009-154B-4BC6-9343-CB29E1A2841D}"/>
                </c:ext>
              </c:extLst>
            </c:dLbl>
            <c:dLbl>
              <c:idx val="23"/>
              <c:delete val="1"/>
              <c:extLst>
                <c:ext xmlns:c15="http://schemas.microsoft.com/office/drawing/2012/chart" uri="{CE6537A1-D6FC-4f65-9D91-7224C49458BB}"/>
                <c:ext xmlns:c16="http://schemas.microsoft.com/office/drawing/2014/chart" uri="{C3380CC4-5D6E-409C-BE32-E72D297353CC}">
                  <c16:uniqueId val="{0000000A-154B-4BC6-9343-CB29E1A2841D}"/>
                </c:ext>
              </c:extLst>
            </c:dLbl>
            <c:spPr>
              <a:solidFill>
                <a:srgbClr val="C4D600"/>
              </a:solid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Sheet1!$A$2:$A$25</c:f>
              <c:strCache>
                <c:ptCount val="24"/>
                <c:pt idx="0">
                  <c:v>01:00</c:v>
                </c:pt>
                <c:pt idx="1">
                  <c:v>02:00</c:v>
                </c:pt>
                <c:pt idx="2">
                  <c:v>03:00</c:v>
                </c:pt>
                <c:pt idx="3">
                  <c:v>04:00</c:v>
                </c:pt>
                <c:pt idx="4">
                  <c:v>05:00</c:v>
                </c:pt>
                <c:pt idx="5">
                  <c:v>06:00</c:v>
                </c:pt>
                <c:pt idx="6">
                  <c:v>07:00</c:v>
                </c:pt>
                <c:pt idx="7">
                  <c:v>08:00</c:v>
                </c:pt>
                <c:pt idx="8">
                  <c:v>09:00</c:v>
                </c:pt>
                <c:pt idx="9">
                  <c:v>10:00</c:v>
                </c:pt>
                <c:pt idx="10">
                  <c:v>11:00</c:v>
                </c:pt>
                <c:pt idx="11">
                  <c:v>12:00</c:v>
                </c:pt>
                <c:pt idx="12">
                  <c:v>13:00</c:v>
                </c:pt>
                <c:pt idx="13">
                  <c:v>14:00</c:v>
                </c:pt>
                <c:pt idx="14">
                  <c:v>15:00</c:v>
                </c:pt>
                <c:pt idx="15">
                  <c:v>16:00</c:v>
                </c:pt>
                <c:pt idx="16">
                  <c:v>17:00</c:v>
                </c:pt>
                <c:pt idx="17">
                  <c:v>18:00</c:v>
                </c:pt>
                <c:pt idx="18">
                  <c:v>19:00</c:v>
                </c:pt>
                <c:pt idx="19">
                  <c:v>20:00</c:v>
                </c:pt>
                <c:pt idx="20">
                  <c:v>21:00</c:v>
                </c:pt>
                <c:pt idx="21">
                  <c:v>22:00</c:v>
                </c:pt>
                <c:pt idx="22">
                  <c:v>23:00</c:v>
                </c:pt>
                <c:pt idx="23">
                  <c:v>24:00</c:v>
                </c:pt>
              </c:strCache>
            </c:strRef>
          </c:cat>
          <c:val>
            <c:numRef>
              <c:f>Sheet1!$D$2:$D$25</c:f>
              <c:numCache>
                <c:formatCode>0</c:formatCode>
                <c:ptCount val="24"/>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7.6225806451612907</c:v>
                </c:pt>
                <c:pt idx="20">
                  <c:v>0</c:v>
                </c:pt>
                <c:pt idx="21">
                  <c:v>0</c:v>
                </c:pt>
                <c:pt idx="22">
                  <c:v>0</c:v>
                </c:pt>
                <c:pt idx="23">
                  <c:v>0</c:v>
                </c:pt>
              </c:numCache>
            </c:numRef>
          </c:val>
          <c:extLst>
            <c:ext xmlns:c16="http://schemas.microsoft.com/office/drawing/2014/chart" uri="{C3380CC4-5D6E-409C-BE32-E72D297353CC}">
              <c16:uniqueId val="{00000002-45ED-4D97-A3D4-97A67BC12153}"/>
            </c:ext>
          </c:extLst>
        </c:ser>
        <c:dLbls>
          <c:showLegendKey val="0"/>
          <c:showVal val="0"/>
          <c:showCatName val="0"/>
          <c:showSerName val="0"/>
          <c:showPercent val="0"/>
          <c:showBubbleSize val="0"/>
        </c:dLbls>
        <c:axId val="870970687"/>
        <c:axId val="870971935"/>
      </c:areaChart>
      <c:catAx>
        <c:axId val="870970687"/>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1" i="0" u="none" strike="noStrike" kern="1200" baseline="0">
                <a:solidFill>
                  <a:schemeClr val="tx1">
                    <a:lumMod val="65000"/>
                    <a:lumOff val="35000"/>
                  </a:schemeClr>
                </a:solidFill>
                <a:latin typeface="+mn-lt"/>
                <a:ea typeface="+mn-ea"/>
                <a:cs typeface="+mn-cs"/>
              </a:defRPr>
            </a:pPr>
            <a:endParaRPr lang="en-US"/>
          </a:p>
        </c:txPr>
        <c:crossAx val="870971935"/>
        <c:crosses val="autoZero"/>
        <c:auto val="1"/>
        <c:lblAlgn val="ctr"/>
        <c:lblOffset val="100"/>
        <c:noMultiLvlLbl val="0"/>
      </c:catAx>
      <c:valAx>
        <c:axId val="870971935"/>
        <c:scaling>
          <c:orientation val="minMax"/>
        </c:scaling>
        <c:delete val="1"/>
        <c:axPos val="l"/>
        <c:numFmt formatCode="0" sourceLinked="1"/>
        <c:majorTickMark val="none"/>
        <c:minorTickMark val="none"/>
        <c:tickLblPos val="nextTo"/>
        <c:crossAx val="870970687"/>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legend>
    <c:plotVisOnly val="1"/>
    <c:dispBlanksAs val="zero"/>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5309000822884372E-2"/>
          <c:y val="9.8314096111526347E-2"/>
          <c:w val="0.93649740239156742"/>
          <c:h val="0.72924522979102158"/>
        </c:manualLayout>
      </c:layout>
      <c:areaChart>
        <c:grouping val="stacked"/>
        <c:varyColors val="0"/>
        <c:ser>
          <c:idx val="0"/>
          <c:order val="0"/>
          <c:tx>
            <c:strRef>
              <c:f>Sheet1!$B$1</c:f>
              <c:strCache>
                <c:ptCount val="1"/>
                <c:pt idx="0">
                  <c:v>Base Demand Met</c:v>
                </c:pt>
              </c:strCache>
            </c:strRef>
          </c:tx>
          <c:spPr>
            <a:solidFill>
              <a:schemeClr val="tx1">
                <a:lumMod val="65000"/>
                <a:lumOff val="35000"/>
              </a:schemeClr>
            </a:solidFill>
            <a:ln>
              <a:noFill/>
            </a:ln>
            <a:effectLst/>
          </c:spPr>
          <c:dLbls>
            <c:spPr>
              <a:solidFill>
                <a:schemeClr val="tx1">
                  <a:lumMod val="65000"/>
                  <a:lumOff val="35000"/>
                </a:schemeClr>
              </a:solid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06:00</c:v>
                </c:pt>
                <c:pt idx="1">
                  <c:v>07:00</c:v>
                </c:pt>
                <c:pt idx="2">
                  <c:v>08:00</c:v>
                </c:pt>
                <c:pt idx="3">
                  <c:v>09:00</c:v>
                </c:pt>
                <c:pt idx="4">
                  <c:v>10:00</c:v>
                </c:pt>
                <c:pt idx="5">
                  <c:v>11:00</c:v>
                </c:pt>
                <c:pt idx="6">
                  <c:v>12:00</c:v>
                </c:pt>
                <c:pt idx="7">
                  <c:v>13:00</c:v>
                </c:pt>
                <c:pt idx="8">
                  <c:v>14:00</c:v>
                </c:pt>
                <c:pt idx="9">
                  <c:v>15:00</c:v>
                </c:pt>
                <c:pt idx="10">
                  <c:v>16:00</c:v>
                </c:pt>
                <c:pt idx="11">
                  <c:v>17:00</c:v>
                </c:pt>
              </c:strCache>
            </c:strRef>
          </c:cat>
          <c:val>
            <c:numRef>
              <c:f>Sheet1!$B$2:$B$13</c:f>
              <c:numCache>
                <c:formatCode>0</c:formatCode>
                <c:ptCount val="12"/>
                <c:pt idx="0">
                  <c:v>1364.1490217661292</c:v>
                </c:pt>
                <c:pt idx="1">
                  <c:v>1377.2162831370968</c:v>
                </c:pt>
                <c:pt idx="2">
                  <c:v>1394.4597703064514</c:v>
                </c:pt>
                <c:pt idx="3">
                  <c:v>1429.1616505322579</c:v>
                </c:pt>
                <c:pt idx="4">
                  <c:v>1525.9215693548388</c:v>
                </c:pt>
                <c:pt idx="5">
                  <c:v>1543.6032463870972</c:v>
                </c:pt>
                <c:pt idx="6">
                  <c:v>1572.3926546774201</c:v>
                </c:pt>
                <c:pt idx="7">
                  <c:v>1572.8558522580647</c:v>
                </c:pt>
                <c:pt idx="8">
                  <c:v>1561.24896516129</c:v>
                </c:pt>
                <c:pt idx="9">
                  <c:v>1545.7762663064516</c:v>
                </c:pt>
                <c:pt idx="10">
                  <c:v>1513.9414555483877</c:v>
                </c:pt>
                <c:pt idx="11">
                  <c:v>1492.4456506209676</c:v>
                </c:pt>
              </c:numCache>
            </c:numRef>
          </c:val>
          <c:extLst>
            <c:ext xmlns:c16="http://schemas.microsoft.com/office/drawing/2014/chart" uri="{C3380CC4-5D6E-409C-BE32-E72D297353CC}">
              <c16:uniqueId val="{00000000-45ED-4D97-A3D4-97A67BC12153}"/>
            </c:ext>
          </c:extLst>
        </c:ser>
        <c:ser>
          <c:idx val="1"/>
          <c:order val="1"/>
          <c:tx>
            <c:strRef>
              <c:f>Sheet1!$C$1</c:f>
              <c:strCache>
                <c:ptCount val="1"/>
                <c:pt idx="0">
                  <c:v>Short term purchase</c:v>
                </c:pt>
              </c:strCache>
            </c:strRef>
          </c:tx>
          <c:spPr>
            <a:solidFill>
              <a:srgbClr val="009A44"/>
            </a:solidFill>
            <a:ln>
              <a:noFill/>
            </a:ln>
            <a:effectLst/>
          </c:spPr>
          <c:dLbls>
            <c:spPr>
              <a:solidFill>
                <a:srgbClr val="009A44"/>
              </a:solid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06:00</c:v>
                </c:pt>
                <c:pt idx="1">
                  <c:v>07:00</c:v>
                </c:pt>
                <c:pt idx="2">
                  <c:v>08:00</c:v>
                </c:pt>
                <c:pt idx="3">
                  <c:v>09:00</c:v>
                </c:pt>
                <c:pt idx="4">
                  <c:v>10:00</c:v>
                </c:pt>
                <c:pt idx="5">
                  <c:v>11:00</c:v>
                </c:pt>
                <c:pt idx="6">
                  <c:v>12:00</c:v>
                </c:pt>
                <c:pt idx="7">
                  <c:v>13:00</c:v>
                </c:pt>
                <c:pt idx="8">
                  <c:v>14:00</c:v>
                </c:pt>
                <c:pt idx="9">
                  <c:v>15:00</c:v>
                </c:pt>
                <c:pt idx="10">
                  <c:v>16:00</c:v>
                </c:pt>
                <c:pt idx="11">
                  <c:v>17:00</c:v>
                </c:pt>
              </c:strCache>
            </c:strRef>
          </c:cat>
          <c:val>
            <c:numRef>
              <c:f>Sheet1!$C$2:$C$13</c:f>
              <c:numCache>
                <c:formatCode>0</c:formatCode>
                <c:ptCount val="12"/>
                <c:pt idx="0">
                  <c:v>109.17920404032252</c:v>
                </c:pt>
                <c:pt idx="1">
                  <c:v>82.46474912096771</c:v>
                </c:pt>
                <c:pt idx="2">
                  <c:v>74.637810338709627</c:v>
                </c:pt>
                <c:pt idx="3">
                  <c:v>90.817704306451603</c:v>
                </c:pt>
                <c:pt idx="4">
                  <c:v>86.707785483870936</c:v>
                </c:pt>
                <c:pt idx="5">
                  <c:v>115.5869794193548</c:v>
                </c:pt>
                <c:pt idx="6">
                  <c:v>136.0078937096774</c:v>
                </c:pt>
                <c:pt idx="7">
                  <c:v>159.19769612903224</c:v>
                </c:pt>
                <c:pt idx="8">
                  <c:v>199.4882283870968</c:v>
                </c:pt>
                <c:pt idx="9">
                  <c:v>255.14628208064522</c:v>
                </c:pt>
                <c:pt idx="10">
                  <c:v>243.26580251612904</c:v>
                </c:pt>
                <c:pt idx="11">
                  <c:v>228.82457518548392</c:v>
                </c:pt>
              </c:numCache>
            </c:numRef>
          </c:val>
          <c:extLst>
            <c:ext xmlns:c16="http://schemas.microsoft.com/office/drawing/2014/chart" uri="{C3380CC4-5D6E-409C-BE32-E72D297353CC}">
              <c16:uniqueId val="{00000001-45ED-4D97-A3D4-97A67BC12153}"/>
            </c:ext>
          </c:extLst>
        </c:ser>
        <c:ser>
          <c:idx val="2"/>
          <c:order val="2"/>
          <c:tx>
            <c:strRef>
              <c:f>Sheet1!$D$1</c:f>
              <c:strCache>
                <c:ptCount val="1"/>
                <c:pt idx="0">
                  <c:v>Load Shedding</c:v>
                </c:pt>
              </c:strCache>
            </c:strRef>
          </c:tx>
          <c:spPr>
            <a:solidFill>
              <a:srgbClr val="C4D600"/>
            </a:solidFill>
            <a:ln w="25400">
              <a:noFill/>
            </a:ln>
            <a:effectLst/>
          </c:spPr>
          <c:dLbls>
            <c:dLbl>
              <c:idx val="0"/>
              <c:delete val="1"/>
              <c:extLst>
                <c:ext xmlns:c15="http://schemas.microsoft.com/office/drawing/2012/chart" uri="{CE6537A1-D6FC-4f65-9D91-7224C49458BB}"/>
                <c:ext xmlns:c16="http://schemas.microsoft.com/office/drawing/2014/chart" uri="{C3380CC4-5D6E-409C-BE32-E72D297353CC}">
                  <c16:uniqueId val="{00000001-C7A4-4476-884B-C8F104C16B4A}"/>
                </c:ext>
              </c:extLst>
            </c:dLbl>
            <c:dLbl>
              <c:idx val="1"/>
              <c:delete val="1"/>
              <c:extLst>
                <c:ext xmlns:c15="http://schemas.microsoft.com/office/drawing/2012/chart" uri="{CE6537A1-D6FC-4f65-9D91-7224C49458BB}"/>
                <c:ext xmlns:c16="http://schemas.microsoft.com/office/drawing/2014/chart" uri="{C3380CC4-5D6E-409C-BE32-E72D297353CC}">
                  <c16:uniqueId val="{00000002-C7A4-4476-884B-C8F104C16B4A}"/>
                </c:ext>
              </c:extLst>
            </c:dLbl>
            <c:dLbl>
              <c:idx val="2"/>
              <c:layout>
                <c:manualLayout>
                  <c:x val="-7.0668081388484977E-3"/>
                  <c:y val="-3.899609616836487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C7A4-4476-884B-C8F104C16B4A}"/>
                </c:ext>
              </c:extLst>
            </c:dLbl>
            <c:dLbl>
              <c:idx val="3"/>
              <c:delete val="1"/>
              <c:extLst>
                <c:ext xmlns:c15="http://schemas.microsoft.com/office/drawing/2012/chart" uri="{CE6537A1-D6FC-4f65-9D91-7224C49458BB}"/>
                <c:ext xmlns:c16="http://schemas.microsoft.com/office/drawing/2014/chart" uri="{C3380CC4-5D6E-409C-BE32-E72D297353CC}">
                  <c16:uniqueId val="{00000003-C7A4-4476-884B-C8F104C16B4A}"/>
                </c:ext>
              </c:extLst>
            </c:dLbl>
            <c:dLbl>
              <c:idx val="4"/>
              <c:delete val="1"/>
              <c:extLst>
                <c:ext xmlns:c15="http://schemas.microsoft.com/office/drawing/2012/chart" uri="{CE6537A1-D6FC-4f65-9D91-7224C49458BB}"/>
                <c:ext xmlns:c16="http://schemas.microsoft.com/office/drawing/2014/chart" uri="{C3380CC4-5D6E-409C-BE32-E72D297353CC}">
                  <c16:uniqueId val="{00000004-C7A4-4476-884B-C8F104C16B4A}"/>
                </c:ext>
              </c:extLst>
            </c:dLbl>
            <c:dLbl>
              <c:idx val="5"/>
              <c:delete val="1"/>
              <c:extLst>
                <c:ext xmlns:c15="http://schemas.microsoft.com/office/drawing/2012/chart" uri="{CE6537A1-D6FC-4f65-9D91-7224C49458BB}"/>
                <c:ext xmlns:c16="http://schemas.microsoft.com/office/drawing/2014/chart" uri="{C3380CC4-5D6E-409C-BE32-E72D297353CC}">
                  <c16:uniqueId val="{00000005-C7A4-4476-884B-C8F104C16B4A}"/>
                </c:ext>
              </c:extLst>
            </c:dLbl>
            <c:dLbl>
              <c:idx val="6"/>
              <c:delete val="1"/>
              <c:extLst>
                <c:ext xmlns:c15="http://schemas.microsoft.com/office/drawing/2012/chart" uri="{CE6537A1-D6FC-4f65-9D91-7224C49458BB}"/>
                <c:ext xmlns:c16="http://schemas.microsoft.com/office/drawing/2014/chart" uri="{C3380CC4-5D6E-409C-BE32-E72D297353CC}">
                  <c16:uniqueId val="{00000006-C7A4-4476-884B-C8F104C16B4A}"/>
                </c:ext>
              </c:extLst>
            </c:dLbl>
            <c:dLbl>
              <c:idx val="7"/>
              <c:delete val="1"/>
              <c:extLst>
                <c:ext xmlns:c15="http://schemas.microsoft.com/office/drawing/2012/chart" uri="{CE6537A1-D6FC-4f65-9D91-7224C49458BB}"/>
                <c:ext xmlns:c16="http://schemas.microsoft.com/office/drawing/2014/chart" uri="{C3380CC4-5D6E-409C-BE32-E72D297353CC}">
                  <c16:uniqueId val="{00000007-C7A4-4476-884B-C8F104C16B4A}"/>
                </c:ext>
              </c:extLst>
            </c:dLbl>
            <c:dLbl>
              <c:idx val="8"/>
              <c:delete val="1"/>
              <c:extLst>
                <c:ext xmlns:c15="http://schemas.microsoft.com/office/drawing/2012/chart" uri="{CE6537A1-D6FC-4f65-9D91-7224C49458BB}"/>
                <c:ext xmlns:c16="http://schemas.microsoft.com/office/drawing/2014/chart" uri="{C3380CC4-5D6E-409C-BE32-E72D297353CC}">
                  <c16:uniqueId val="{00000008-C7A4-4476-884B-C8F104C16B4A}"/>
                </c:ext>
              </c:extLst>
            </c:dLbl>
            <c:dLbl>
              <c:idx val="9"/>
              <c:delete val="1"/>
              <c:extLst>
                <c:ext xmlns:c15="http://schemas.microsoft.com/office/drawing/2012/chart" uri="{CE6537A1-D6FC-4f65-9D91-7224C49458BB}"/>
                <c:ext xmlns:c16="http://schemas.microsoft.com/office/drawing/2014/chart" uri="{C3380CC4-5D6E-409C-BE32-E72D297353CC}">
                  <c16:uniqueId val="{00000009-C7A4-4476-884B-C8F104C16B4A}"/>
                </c:ext>
              </c:extLst>
            </c:dLbl>
            <c:dLbl>
              <c:idx val="10"/>
              <c:delete val="1"/>
              <c:extLst>
                <c:ext xmlns:c15="http://schemas.microsoft.com/office/drawing/2012/chart" uri="{CE6537A1-D6FC-4f65-9D91-7224C49458BB}"/>
                <c:ext xmlns:c16="http://schemas.microsoft.com/office/drawing/2014/chart" uri="{C3380CC4-5D6E-409C-BE32-E72D297353CC}">
                  <c16:uniqueId val="{0000000A-C7A4-4476-884B-C8F104C16B4A}"/>
                </c:ext>
              </c:extLst>
            </c:dLbl>
            <c:dLbl>
              <c:idx val="11"/>
              <c:delete val="1"/>
              <c:extLst>
                <c:ext xmlns:c15="http://schemas.microsoft.com/office/drawing/2012/chart" uri="{CE6537A1-D6FC-4f65-9D91-7224C49458BB}"/>
                <c:ext xmlns:c16="http://schemas.microsoft.com/office/drawing/2014/chart" uri="{C3380CC4-5D6E-409C-BE32-E72D297353CC}">
                  <c16:uniqueId val="{0000000B-C7A4-4476-884B-C8F104C16B4A}"/>
                </c:ext>
              </c:extLst>
            </c:dLbl>
            <c:spPr>
              <a:solidFill>
                <a:srgbClr val="C4D600"/>
              </a:solid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06:00</c:v>
                </c:pt>
                <c:pt idx="1">
                  <c:v>07:00</c:v>
                </c:pt>
                <c:pt idx="2">
                  <c:v>08:00</c:v>
                </c:pt>
                <c:pt idx="3">
                  <c:v>09:00</c:v>
                </c:pt>
                <c:pt idx="4">
                  <c:v>10:00</c:v>
                </c:pt>
                <c:pt idx="5">
                  <c:v>11:00</c:v>
                </c:pt>
                <c:pt idx="6">
                  <c:v>12:00</c:v>
                </c:pt>
                <c:pt idx="7">
                  <c:v>13:00</c:v>
                </c:pt>
                <c:pt idx="8">
                  <c:v>14:00</c:v>
                </c:pt>
                <c:pt idx="9">
                  <c:v>15:00</c:v>
                </c:pt>
                <c:pt idx="10">
                  <c:v>16:00</c:v>
                </c:pt>
                <c:pt idx="11">
                  <c:v>17:00</c:v>
                </c:pt>
              </c:strCache>
            </c:strRef>
          </c:cat>
          <c:val>
            <c:numRef>
              <c:f>Sheet1!$D$2:$D$13</c:f>
              <c:numCache>
                <c:formatCode>0</c:formatCode>
                <c:ptCount val="12"/>
                <c:pt idx="0">
                  <c:v>0</c:v>
                </c:pt>
                <c:pt idx="1">
                  <c:v>0</c:v>
                </c:pt>
                <c:pt idx="2">
                  <c:v>20.770967741935483</c:v>
                </c:pt>
                <c:pt idx="3">
                  <c:v>0</c:v>
                </c:pt>
                <c:pt idx="4">
                  <c:v>0</c:v>
                </c:pt>
                <c:pt idx="5">
                  <c:v>0</c:v>
                </c:pt>
                <c:pt idx="6">
                  <c:v>0</c:v>
                </c:pt>
                <c:pt idx="7">
                  <c:v>0</c:v>
                </c:pt>
                <c:pt idx="8">
                  <c:v>0</c:v>
                </c:pt>
                <c:pt idx="9">
                  <c:v>0</c:v>
                </c:pt>
                <c:pt idx="10">
                  <c:v>0</c:v>
                </c:pt>
                <c:pt idx="11">
                  <c:v>0</c:v>
                </c:pt>
              </c:numCache>
            </c:numRef>
          </c:val>
          <c:extLst>
            <c:ext xmlns:c16="http://schemas.microsoft.com/office/drawing/2014/chart" uri="{C3380CC4-5D6E-409C-BE32-E72D297353CC}">
              <c16:uniqueId val="{00000002-45ED-4D97-A3D4-97A67BC12153}"/>
            </c:ext>
          </c:extLst>
        </c:ser>
        <c:dLbls>
          <c:showLegendKey val="0"/>
          <c:showVal val="0"/>
          <c:showCatName val="0"/>
          <c:showSerName val="0"/>
          <c:showPercent val="0"/>
          <c:showBubbleSize val="0"/>
        </c:dLbls>
        <c:axId val="870970687"/>
        <c:axId val="870971935"/>
      </c:areaChart>
      <c:catAx>
        <c:axId val="870970687"/>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1" i="0" u="none" strike="noStrike" kern="1200" baseline="0">
                <a:solidFill>
                  <a:schemeClr val="tx1">
                    <a:lumMod val="65000"/>
                    <a:lumOff val="35000"/>
                  </a:schemeClr>
                </a:solidFill>
                <a:latin typeface="+mn-lt"/>
                <a:ea typeface="+mn-ea"/>
                <a:cs typeface="+mn-cs"/>
              </a:defRPr>
            </a:pPr>
            <a:endParaRPr lang="en-US"/>
          </a:p>
        </c:txPr>
        <c:crossAx val="870971935"/>
        <c:crosses val="autoZero"/>
        <c:auto val="1"/>
        <c:lblAlgn val="ctr"/>
        <c:lblOffset val="100"/>
        <c:noMultiLvlLbl val="0"/>
      </c:catAx>
      <c:valAx>
        <c:axId val="870971935"/>
        <c:scaling>
          <c:orientation val="minMax"/>
        </c:scaling>
        <c:delete val="1"/>
        <c:axPos val="l"/>
        <c:numFmt formatCode="0" sourceLinked="1"/>
        <c:majorTickMark val="none"/>
        <c:minorTickMark val="none"/>
        <c:tickLblPos val="nextTo"/>
        <c:crossAx val="870970687"/>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legend>
    <c:plotVisOnly val="1"/>
    <c:dispBlanksAs val="zero"/>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5309000822884372E-2"/>
          <c:y val="9.8314096111526347E-2"/>
          <c:w val="0.93649740239156742"/>
          <c:h val="0.72924522979102158"/>
        </c:manualLayout>
      </c:layout>
      <c:areaChart>
        <c:grouping val="stacked"/>
        <c:varyColors val="0"/>
        <c:ser>
          <c:idx val="0"/>
          <c:order val="0"/>
          <c:tx>
            <c:strRef>
              <c:f>Sheet1!$B$1</c:f>
              <c:strCache>
                <c:ptCount val="1"/>
                <c:pt idx="0">
                  <c:v>Base Demand Met</c:v>
                </c:pt>
              </c:strCache>
            </c:strRef>
          </c:tx>
          <c:spPr>
            <a:solidFill>
              <a:schemeClr val="tx1">
                <a:lumMod val="65000"/>
                <a:lumOff val="35000"/>
              </a:schemeClr>
            </a:solidFill>
            <a:ln>
              <a:noFill/>
            </a:ln>
            <a:effectLst/>
          </c:spPr>
          <c:dLbls>
            <c:spPr>
              <a:solidFill>
                <a:schemeClr val="tx1">
                  <a:lumMod val="65000"/>
                  <a:lumOff val="35000"/>
                </a:schemeClr>
              </a:solid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18:00</c:v>
                </c:pt>
                <c:pt idx="1">
                  <c:v>19:00</c:v>
                </c:pt>
                <c:pt idx="2">
                  <c:v>20:00</c:v>
                </c:pt>
                <c:pt idx="3">
                  <c:v>21:00</c:v>
                </c:pt>
                <c:pt idx="4">
                  <c:v>22:00</c:v>
                </c:pt>
                <c:pt idx="5">
                  <c:v>23:00</c:v>
                </c:pt>
                <c:pt idx="6">
                  <c:v>24:00</c:v>
                </c:pt>
                <c:pt idx="7">
                  <c:v>01:00</c:v>
                </c:pt>
                <c:pt idx="8">
                  <c:v>02:00</c:v>
                </c:pt>
                <c:pt idx="9">
                  <c:v>03:00</c:v>
                </c:pt>
                <c:pt idx="10">
                  <c:v>04:00</c:v>
                </c:pt>
                <c:pt idx="11">
                  <c:v>05:00</c:v>
                </c:pt>
              </c:strCache>
            </c:strRef>
          </c:cat>
          <c:val>
            <c:numRef>
              <c:f>Sheet1!$B$2:$B$13</c:f>
              <c:numCache>
                <c:formatCode>0</c:formatCode>
                <c:ptCount val="12"/>
                <c:pt idx="0">
                  <c:v>1673.3697594435482</c:v>
                </c:pt>
                <c:pt idx="1">
                  <c:v>1724.330339362903</c:v>
                </c:pt>
                <c:pt idx="2">
                  <c:v>1570.213475927419</c:v>
                </c:pt>
                <c:pt idx="3">
                  <c:v>1718.6598493306453</c:v>
                </c:pt>
                <c:pt idx="4">
                  <c:v>1685.9785092016127</c:v>
                </c:pt>
                <c:pt idx="5">
                  <c:v>1633.5243270403225</c:v>
                </c:pt>
                <c:pt idx="6">
                  <c:v>1572.904215483871</c:v>
                </c:pt>
                <c:pt idx="7">
                  <c:v>1536.3443853467743</c:v>
                </c:pt>
                <c:pt idx="8">
                  <c:v>1506.6123789677422</c:v>
                </c:pt>
                <c:pt idx="9">
                  <c:v>1460.7840370887097</c:v>
                </c:pt>
                <c:pt idx="10">
                  <c:v>1432.8637010080645</c:v>
                </c:pt>
                <c:pt idx="11">
                  <c:v>1400.7531777177419</c:v>
                </c:pt>
              </c:numCache>
            </c:numRef>
          </c:val>
          <c:extLst>
            <c:ext xmlns:c16="http://schemas.microsoft.com/office/drawing/2014/chart" uri="{C3380CC4-5D6E-409C-BE32-E72D297353CC}">
              <c16:uniqueId val="{00000000-45ED-4D97-A3D4-97A67BC12153}"/>
            </c:ext>
          </c:extLst>
        </c:ser>
        <c:ser>
          <c:idx val="1"/>
          <c:order val="1"/>
          <c:tx>
            <c:strRef>
              <c:f>Sheet1!$C$1</c:f>
              <c:strCache>
                <c:ptCount val="1"/>
                <c:pt idx="0">
                  <c:v>Short term purchase</c:v>
                </c:pt>
              </c:strCache>
            </c:strRef>
          </c:tx>
          <c:spPr>
            <a:solidFill>
              <a:srgbClr val="009A44"/>
            </a:solidFill>
            <a:ln>
              <a:noFill/>
            </a:ln>
            <a:effectLst/>
          </c:spPr>
          <c:dLbls>
            <c:spPr>
              <a:solidFill>
                <a:srgbClr val="009A44"/>
              </a:solid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18:00</c:v>
                </c:pt>
                <c:pt idx="1">
                  <c:v>19:00</c:v>
                </c:pt>
                <c:pt idx="2">
                  <c:v>20:00</c:v>
                </c:pt>
                <c:pt idx="3">
                  <c:v>21:00</c:v>
                </c:pt>
                <c:pt idx="4">
                  <c:v>22:00</c:v>
                </c:pt>
                <c:pt idx="5">
                  <c:v>23:00</c:v>
                </c:pt>
                <c:pt idx="6">
                  <c:v>24:00</c:v>
                </c:pt>
                <c:pt idx="7">
                  <c:v>01:00</c:v>
                </c:pt>
                <c:pt idx="8">
                  <c:v>02:00</c:v>
                </c:pt>
                <c:pt idx="9">
                  <c:v>03:00</c:v>
                </c:pt>
                <c:pt idx="10">
                  <c:v>04:00</c:v>
                </c:pt>
                <c:pt idx="11">
                  <c:v>05:00</c:v>
                </c:pt>
              </c:strCache>
            </c:strRef>
          </c:cat>
          <c:val>
            <c:numRef>
              <c:f>Sheet1!$C$2:$C$13</c:f>
              <c:numCache>
                <c:formatCode>0</c:formatCode>
                <c:ptCount val="12"/>
                <c:pt idx="0">
                  <c:v>197.40459539516129</c:v>
                </c:pt>
                <c:pt idx="1">
                  <c:v>360.65198321774199</c:v>
                </c:pt>
                <c:pt idx="2">
                  <c:v>355.04645955645162</c:v>
                </c:pt>
                <c:pt idx="3">
                  <c:v>349.69376357258062</c:v>
                </c:pt>
                <c:pt idx="4">
                  <c:v>363.02439402419355</c:v>
                </c:pt>
                <c:pt idx="5">
                  <c:v>358.00073747580649</c:v>
                </c:pt>
                <c:pt idx="6">
                  <c:v>356.70362322580644</c:v>
                </c:pt>
                <c:pt idx="7">
                  <c:v>355.07719529838698</c:v>
                </c:pt>
                <c:pt idx="8">
                  <c:v>333.50084683870966</c:v>
                </c:pt>
                <c:pt idx="9">
                  <c:v>314.36196291129045</c:v>
                </c:pt>
                <c:pt idx="10">
                  <c:v>259.93707318548383</c:v>
                </c:pt>
                <c:pt idx="11">
                  <c:v>181.78401583064522</c:v>
                </c:pt>
              </c:numCache>
            </c:numRef>
          </c:val>
          <c:extLst>
            <c:ext xmlns:c16="http://schemas.microsoft.com/office/drawing/2014/chart" uri="{C3380CC4-5D6E-409C-BE32-E72D297353CC}">
              <c16:uniqueId val="{00000001-45ED-4D97-A3D4-97A67BC12153}"/>
            </c:ext>
          </c:extLst>
        </c:ser>
        <c:ser>
          <c:idx val="2"/>
          <c:order val="2"/>
          <c:tx>
            <c:strRef>
              <c:f>Sheet1!$D$1</c:f>
              <c:strCache>
                <c:ptCount val="1"/>
                <c:pt idx="0">
                  <c:v>Load Shedding</c:v>
                </c:pt>
              </c:strCache>
            </c:strRef>
          </c:tx>
          <c:spPr>
            <a:solidFill>
              <a:srgbClr val="C4D600"/>
            </a:solidFill>
            <a:ln w="25400">
              <a:noFill/>
            </a:ln>
            <a:effectLst/>
          </c:spPr>
          <c:dLbls>
            <c:dLbl>
              <c:idx val="0"/>
              <c:delete val="1"/>
              <c:extLst>
                <c:ext xmlns:c15="http://schemas.microsoft.com/office/drawing/2012/chart" uri="{CE6537A1-D6FC-4f65-9D91-7224C49458BB}"/>
                <c:ext xmlns:c16="http://schemas.microsoft.com/office/drawing/2014/chart" uri="{C3380CC4-5D6E-409C-BE32-E72D297353CC}">
                  <c16:uniqueId val="{00000001-C7A4-4476-884B-C8F104C16B4A}"/>
                </c:ext>
              </c:extLst>
            </c:dLbl>
            <c:dLbl>
              <c:idx val="1"/>
              <c:delete val="1"/>
              <c:extLst>
                <c:ext xmlns:c15="http://schemas.microsoft.com/office/drawing/2012/chart" uri="{CE6537A1-D6FC-4f65-9D91-7224C49458BB}"/>
                <c:ext xmlns:c16="http://schemas.microsoft.com/office/drawing/2014/chart" uri="{C3380CC4-5D6E-409C-BE32-E72D297353CC}">
                  <c16:uniqueId val="{00000002-C7A4-4476-884B-C8F104C16B4A}"/>
                </c:ext>
              </c:extLst>
            </c:dLbl>
            <c:dLbl>
              <c:idx val="2"/>
              <c:layout>
                <c:manualLayout>
                  <c:x val="-7.0668081388484977E-3"/>
                  <c:y val="-3.899609616836487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C7A4-4476-884B-C8F104C16B4A}"/>
                </c:ext>
              </c:extLst>
            </c:dLbl>
            <c:dLbl>
              <c:idx val="3"/>
              <c:delete val="1"/>
              <c:extLst>
                <c:ext xmlns:c15="http://schemas.microsoft.com/office/drawing/2012/chart" uri="{CE6537A1-D6FC-4f65-9D91-7224C49458BB}"/>
                <c:ext xmlns:c16="http://schemas.microsoft.com/office/drawing/2014/chart" uri="{C3380CC4-5D6E-409C-BE32-E72D297353CC}">
                  <c16:uniqueId val="{00000003-C7A4-4476-884B-C8F104C16B4A}"/>
                </c:ext>
              </c:extLst>
            </c:dLbl>
            <c:dLbl>
              <c:idx val="4"/>
              <c:delete val="1"/>
              <c:extLst>
                <c:ext xmlns:c15="http://schemas.microsoft.com/office/drawing/2012/chart" uri="{CE6537A1-D6FC-4f65-9D91-7224C49458BB}"/>
                <c:ext xmlns:c16="http://schemas.microsoft.com/office/drawing/2014/chart" uri="{C3380CC4-5D6E-409C-BE32-E72D297353CC}">
                  <c16:uniqueId val="{00000004-C7A4-4476-884B-C8F104C16B4A}"/>
                </c:ext>
              </c:extLst>
            </c:dLbl>
            <c:dLbl>
              <c:idx val="5"/>
              <c:delete val="1"/>
              <c:extLst>
                <c:ext xmlns:c15="http://schemas.microsoft.com/office/drawing/2012/chart" uri="{CE6537A1-D6FC-4f65-9D91-7224C49458BB}"/>
                <c:ext xmlns:c16="http://schemas.microsoft.com/office/drawing/2014/chart" uri="{C3380CC4-5D6E-409C-BE32-E72D297353CC}">
                  <c16:uniqueId val="{00000005-C7A4-4476-884B-C8F104C16B4A}"/>
                </c:ext>
              </c:extLst>
            </c:dLbl>
            <c:dLbl>
              <c:idx val="6"/>
              <c:delete val="1"/>
              <c:extLst>
                <c:ext xmlns:c15="http://schemas.microsoft.com/office/drawing/2012/chart" uri="{CE6537A1-D6FC-4f65-9D91-7224C49458BB}"/>
                <c:ext xmlns:c16="http://schemas.microsoft.com/office/drawing/2014/chart" uri="{C3380CC4-5D6E-409C-BE32-E72D297353CC}">
                  <c16:uniqueId val="{00000006-C7A4-4476-884B-C8F104C16B4A}"/>
                </c:ext>
              </c:extLst>
            </c:dLbl>
            <c:dLbl>
              <c:idx val="7"/>
              <c:delete val="1"/>
              <c:extLst>
                <c:ext xmlns:c15="http://schemas.microsoft.com/office/drawing/2012/chart" uri="{CE6537A1-D6FC-4f65-9D91-7224C49458BB}"/>
                <c:ext xmlns:c16="http://schemas.microsoft.com/office/drawing/2014/chart" uri="{C3380CC4-5D6E-409C-BE32-E72D297353CC}">
                  <c16:uniqueId val="{00000007-C7A4-4476-884B-C8F104C16B4A}"/>
                </c:ext>
              </c:extLst>
            </c:dLbl>
            <c:dLbl>
              <c:idx val="8"/>
              <c:delete val="1"/>
              <c:extLst>
                <c:ext xmlns:c15="http://schemas.microsoft.com/office/drawing/2012/chart" uri="{CE6537A1-D6FC-4f65-9D91-7224C49458BB}"/>
                <c:ext xmlns:c16="http://schemas.microsoft.com/office/drawing/2014/chart" uri="{C3380CC4-5D6E-409C-BE32-E72D297353CC}">
                  <c16:uniqueId val="{00000008-C7A4-4476-884B-C8F104C16B4A}"/>
                </c:ext>
              </c:extLst>
            </c:dLbl>
            <c:dLbl>
              <c:idx val="9"/>
              <c:delete val="1"/>
              <c:extLst>
                <c:ext xmlns:c15="http://schemas.microsoft.com/office/drawing/2012/chart" uri="{CE6537A1-D6FC-4f65-9D91-7224C49458BB}"/>
                <c:ext xmlns:c16="http://schemas.microsoft.com/office/drawing/2014/chart" uri="{C3380CC4-5D6E-409C-BE32-E72D297353CC}">
                  <c16:uniqueId val="{00000009-C7A4-4476-884B-C8F104C16B4A}"/>
                </c:ext>
              </c:extLst>
            </c:dLbl>
            <c:dLbl>
              <c:idx val="10"/>
              <c:delete val="1"/>
              <c:extLst>
                <c:ext xmlns:c15="http://schemas.microsoft.com/office/drawing/2012/chart" uri="{CE6537A1-D6FC-4f65-9D91-7224C49458BB}"/>
                <c:ext xmlns:c16="http://schemas.microsoft.com/office/drawing/2014/chart" uri="{C3380CC4-5D6E-409C-BE32-E72D297353CC}">
                  <c16:uniqueId val="{0000000A-C7A4-4476-884B-C8F104C16B4A}"/>
                </c:ext>
              </c:extLst>
            </c:dLbl>
            <c:dLbl>
              <c:idx val="11"/>
              <c:delete val="1"/>
              <c:extLst>
                <c:ext xmlns:c15="http://schemas.microsoft.com/office/drawing/2012/chart" uri="{CE6537A1-D6FC-4f65-9D91-7224C49458BB}"/>
                <c:ext xmlns:c16="http://schemas.microsoft.com/office/drawing/2014/chart" uri="{C3380CC4-5D6E-409C-BE32-E72D297353CC}">
                  <c16:uniqueId val="{0000000B-C7A4-4476-884B-C8F104C16B4A}"/>
                </c:ext>
              </c:extLst>
            </c:dLbl>
            <c:spPr>
              <a:solidFill>
                <a:srgbClr val="C4D600"/>
              </a:solid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18:00</c:v>
                </c:pt>
                <c:pt idx="1">
                  <c:v>19:00</c:v>
                </c:pt>
                <c:pt idx="2">
                  <c:v>20:00</c:v>
                </c:pt>
                <c:pt idx="3">
                  <c:v>21:00</c:v>
                </c:pt>
                <c:pt idx="4">
                  <c:v>22:00</c:v>
                </c:pt>
                <c:pt idx="5">
                  <c:v>23:00</c:v>
                </c:pt>
                <c:pt idx="6">
                  <c:v>24:00</c:v>
                </c:pt>
                <c:pt idx="7">
                  <c:v>01:00</c:v>
                </c:pt>
                <c:pt idx="8">
                  <c:v>02:00</c:v>
                </c:pt>
                <c:pt idx="9">
                  <c:v>03:00</c:v>
                </c:pt>
                <c:pt idx="10">
                  <c:v>04:00</c:v>
                </c:pt>
                <c:pt idx="11">
                  <c:v>05:00</c:v>
                </c:pt>
              </c:strCache>
            </c:strRef>
          </c:cat>
          <c:val>
            <c:numRef>
              <c:f>Sheet1!$D$2:$D$13</c:f>
              <c:numCache>
                <c:formatCode>0</c:formatCode>
                <c:ptCount val="12"/>
                <c:pt idx="0">
                  <c:v>0</c:v>
                </c:pt>
                <c:pt idx="1">
                  <c:v>0</c:v>
                </c:pt>
                <c:pt idx="2">
                  <c:v>145.88387096774193</c:v>
                </c:pt>
                <c:pt idx="3">
                  <c:v>0</c:v>
                </c:pt>
                <c:pt idx="4">
                  <c:v>0</c:v>
                </c:pt>
                <c:pt idx="5">
                  <c:v>0</c:v>
                </c:pt>
                <c:pt idx="6">
                  <c:v>0</c:v>
                </c:pt>
                <c:pt idx="7">
                  <c:v>0</c:v>
                </c:pt>
                <c:pt idx="8">
                  <c:v>0</c:v>
                </c:pt>
                <c:pt idx="9">
                  <c:v>0</c:v>
                </c:pt>
                <c:pt idx="10">
                  <c:v>0</c:v>
                </c:pt>
                <c:pt idx="11">
                  <c:v>0</c:v>
                </c:pt>
              </c:numCache>
            </c:numRef>
          </c:val>
          <c:extLst>
            <c:ext xmlns:c16="http://schemas.microsoft.com/office/drawing/2014/chart" uri="{C3380CC4-5D6E-409C-BE32-E72D297353CC}">
              <c16:uniqueId val="{00000002-45ED-4D97-A3D4-97A67BC12153}"/>
            </c:ext>
          </c:extLst>
        </c:ser>
        <c:dLbls>
          <c:showLegendKey val="0"/>
          <c:showVal val="0"/>
          <c:showCatName val="0"/>
          <c:showSerName val="0"/>
          <c:showPercent val="0"/>
          <c:showBubbleSize val="0"/>
        </c:dLbls>
        <c:axId val="870970687"/>
        <c:axId val="870971935"/>
      </c:areaChart>
      <c:catAx>
        <c:axId val="870970687"/>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1" i="0" u="none" strike="noStrike" kern="1200" baseline="0">
                <a:solidFill>
                  <a:schemeClr val="tx1">
                    <a:lumMod val="65000"/>
                    <a:lumOff val="35000"/>
                  </a:schemeClr>
                </a:solidFill>
                <a:latin typeface="+mn-lt"/>
                <a:ea typeface="+mn-ea"/>
                <a:cs typeface="+mn-cs"/>
              </a:defRPr>
            </a:pPr>
            <a:endParaRPr lang="en-US"/>
          </a:p>
        </c:txPr>
        <c:crossAx val="870971935"/>
        <c:crosses val="autoZero"/>
        <c:auto val="1"/>
        <c:lblAlgn val="ctr"/>
        <c:lblOffset val="100"/>
        <c:noMultiLvlLbl val="0"/>
      </c:catAx>
      <c:valAx>
        <c:axId val="870971935"/>
        <c:scaling>
          <c:orientation val="minMax"/>
        </c:scaling>
        <c:delete val="1"/>
        <c:axPos val="l"/>
        <c:numFmt formatCode="0" sourceLinked="1"/>
        <c:majorTickMark val="none"/>
        <c:minorTickMark val="none"/>
        <c:tickLblPos val="nextTo"/>
        <c:crossAx val="870970687"/>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legend>
    <c:plotVisOnly val="1"/>
    <c:dispBlanksAs val="zero"/>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5309000822884372E-2"/>
          <c:y val="9.8314096111526347E-2"/>
          <c:w val="0.93649740239156742"/>
          <c:h val="0.69125514598804727"/>
        </c:manualLayout>
      </c:layout>
      <c:areaChart>
        <c:grouping val="stacked"/>
        <c:varyColors val="0"/>
        <c:ser>
          <c:idx val="0"/>
          <c:order val="0"/>
          <c:tx>
            <c:strRef>
              <c:f>Sheet1!$B$1</c:f>
              <c:strCache>
                <c:ptCount val="1"/>
                <c:pt idx="0">
                  <c:v>Base Demand Met</c:v>
                </c:pt>
              </c:strCache>
            </c:strRef>
          </c:tx>
          <c:spPr>
            <a:solidFill>
              <a:schemeClr val="tx1">
                <a:lumMod val="65000"/>
                <a:lumOff val="35000"/>
              </a:schemeClr>
            </a:solidFill>
            <a:ln>
              <a:noFill/>
            </a:ln>
            <a:effectLst/>
          </c:spPr>
          <c:dLbls>
            <c:spPr>
              <a:solidFill>
                <a:schemeClr val="tx1">
                  <a:lumMod val="65000"/>
                  <a:lumOff val="35000"/>
                </a:schemeClr>
              </a:solid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Sheet1!$A$2:$A$25</c:f>
              <c:strCache>
                <c:ptCount val="24"/>
                <c:pt idx="0">
                  <c:v>01:00</c:v>
                </c:pt>
                <c:pt idx="1">
                  <c:v>02:00</c:v>
                </c:pt>
                <c:pt idx="2">
                  <c:v>03:00</c:v>
                </c:pt>
                <c:pt idx="3">
                  <c:v>04:00</c:v>
                </c:pt>
                <c:pt idx="4">
                  <c:v>05:00</c:v>
                </c:pt>
                <c:pt idx="5">
                  <c:v>06:00</c:v>
                </c:pt>
                <c:pt idx="6">
                  <c:v>07:00</c:v>
                </c:pt>
                <c:pt idx="7">
                  <c:v>08:00</c:v>
                </c:pt>
                <c:pt idx="8">
                  <c:v>09:00</c:v>
                </c:pt>
                <c:pt idx="9">
                  <c:v>10:00</c:v>
                </c:pt>
                <c:pt idx="10">
                  <c:v>11:00</c:v>
                </c:pt>
                <c:pt idx="11">
                  <c:v>12:00</c:v>
                </c:pt>
                <c:pt idx="12">
                  <c:v>13:00</c:v>
                </c:pt>
                <c:pt idx="13">
                  <c:v>14:00</c:v>
                </c:pt>
                <c:pt idx="14">
                  <c:v>15:00</c:v>
                </c:pt>
                <c:pt idx="15">
                  <c:v>16:00</c:v>
                </c:pt>
                <c:pt idx="16">
                  <c:v>17:00</c:v>
                </c:pt>
                <c:pt idx="17">
                  <c:v>18:00</c:v>
                </c:pt>
                <c:pt idx="18">
                  <c:v>19:00</c:v>
                </c:pt>
                <c:pt idx="19">
                  <c:v>20:00</c:v>
                </c:pt>
                <c:pt idx="20">
                  <c:v>21:00</c:v>
                </c:pt>
                <c:pt idx="21">
                  <c:v>22:00</c:v>
                </c:pt>
                <c:pt idx="22">
                  <c:v>23:00</c:v>
                </c:pt>
                <c:pt idx="23">
                  <c:v>24:00</c:v>
                </c:pt>
              </c:strCache>
            </c:strRef>
          </c:cat>
          <c:val>
            <c:numRef>
              <c:f>Sheet1!$B$2:$B$25</c:f>
              <c:numCache>
                <c:formatCode>0</c:formatCode>
                <c:ptCount val="24"/>
                <c:pt idx="0">
                  <c:v>1536.3443853467743</c:v>
                </c:pt>
                <c:pt idx="1">
                  <c:v>1506.6123789677422</c:v>
                </c:pt>
                <c:pt idx="2">
                  <c:v>1460.7840370887097</c:v>
                </c:pt>
                <c:pt idx="3">
                  <c:v>1432.8637010080645</c:v>
                </c:pt>
                <c:pt idx="4">
                  <c:v>1400.7531777177419</c:v>
                </c:pt>
                <c:pt idx="5">
                  <c:v>1364.1490217661292</c:v>
                </c:pt>
                <c:pt idx="6">
                  <c:v>1377.2162831370968</c:v>
                </c:pt>
                <c:pt idx="7">
                  <c:v>1394.4597703064514</c:v>
                </c:pt>
                <c:pt idx="8">
                  <c:v>1429.1616505322579</c:v>
                </c:pt>
                <c:pt idx="9">
                  <c:v>1525.9215693548388</c:v>
                </c:pt>
                <c:pt idx="10">
                  <c:v>1543.6032463870972</c:v>
                </c:pt>
                <c:pt idx="11">
                  <c:v>1572.3926546774201</c:v>
                </c:pt>
                <c:pt idx="12">
                  <c:v>1572.8558522580647</c:v>
                </c:pt>
                <c:pt idx="13">
                  <c:v>1561.24896516129</c:v>
                </c:pt>
                <c:pt idx="14">
                  <c:v>1545.7762663064516</c:v>
                </c:pt>
                <c:pt idx="15">
                  <c:v>1513.9414555483877</c:v>
                </c:pt>
                <c:pt idx="16">
                  <c:v>1492.4456506209676</c:v>
                </c:pt>
                <c:pt idx="17">
                  <c:v>1673.3697594435482</c:v>
                </c:pt>
                <c:pt idx="18">
                  <c:v>1724.330339362903</c:v>
                </c:pt>
                <c:pt idx="19">
                  <c:v>1570.213475927419</c:v>
                </c:pt>
                <c:pt idx="20">
                  <c:v>1718.6598493306453</c:v>
                </c:pt>
                <c:pt idx="21">
                  <c:v>1685.9785092016127</c:v>
                </c:pt>
                <c:pt idx="22">
                  <c:v>1633.5243270403225</c:v>
                </c:pt>
                <c:pt idx="23">
                  <c:v>1572.904215483871</c:v>
                </c:pt>
              </c:numCache>
            </c:numRef>
          </c:val>
          <c:extLst>
            <c:ext xmlns:c16="http://schemas.microsoft.com/office/drawing/2014/chart" uri="{C3380CC4-5D6E-409C-BE32-E72D297353CC}">
              <c16:uniqueId val="{00000000-45ED-4D97-A3D4-97A67BC12153}"/>
            </c:ext>
          </c:extLst>
        </c:ser>
        <c:ser>
          <c:idx val="1"/>
          <c:order val="1"/>
          <c:tx>
            <c:strRef>
              <c:f>Sheet1!$C$1</c:f>
              <c:strCache>
                <c:ptCount val="1"/>
                <c:pt idx="0">
                  <c:v>Short term purchase</c:v>
                </c:pt>
              </c:strCache>
            </c:strRef>
          </c:tx>
          <c:spPr>
            <a:solidFill>
              <a:srgbClr val="009A44"/>
            </a:solidFill>
            <a:ln>
              <a:noFill/>
            </a:ln>
            <a:effectLst/>
          </c:spPr>
          <c:dLbls>
            <c:spPr>
              <a:solidFill>
                <a:srgbClr val="009A44"/>
              </a:solid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Sheet1!$A$2:$A$25</c:f>
              <c:strCache>
                <c:ptCount val="24"/>
                <c:pt idx="0">
                  <c:v>01:00</c:v>
                </c:pt>
                <c:pt idx="1">
                  <c:v>02:00</c:v>
                </c:pt>
                <c:pt idx="2">
                  <c:v>03:00</c:v>
                </c:pt>
                <c:pt idx="3">
                  <c:v>04:00</c:v>
                </c:pt>
                <c:pt idx="4">
                  <c:v>05:00</c:v>
                </c:pt>
                <c:pt idx="5">
                  <c:v>06:00</c:v>
                </c:pt>
                <c:pt idx="6">
                  <c:v>07:00</c:v>
                </c:pt>
                <c:pt idx="7">
                  <c:v>08:00</c:v>
                </c:pt>
                <c:pt idx="8">
                  <c:v>09:00</c:v>
                </c:pt>
                <c:pt idx="9">
                  <c:v>10:00</c:v>
                </c:pt>
                <c:pt idx="10">
                  <c:v>11:00</c:v>
                </c:pt>
                <c:pt idx="11">
                  <c:v>12:00</c:v>
                </c:pt>
                <c:pt idx="12">
                  <c:v>13:00</c:v>
                </c:pt>
                <c:pt idx="13">
                  <c:v>14:00</c:v>
                </c:pt>
                <c:pt idx="14">
                  <c:v>15:00</c:v>
                </c:pt>
                <c:pt idx="15">
                  <c:v>16:00</c:v>
                </c:pt>
                <c:pt idx="16">
                  <c:v>17:00</c:v>
                </c:pt>
                <c:pt idx="17">
                  <c:v>18:00</c:v>
                </c:pt>
                <c:pt idx="18">
                  <c:v>19:00</c:v>
                </c:pt>
                <c:pt idx="19">
                  <c:v>20:00</c:v>
                </c:pt>
                <c:pt idx="20">
                  <c:v>21:00</c:v>
                </c:pt>
                <c:pt idx="21">
                  <c:v>22:00</c:v>
                </c:pt>
                <c:pt idx="22">
                  <c:v>23:00</c:v>
                </c:pt>
                <c:pt idx="23">
                  <c:v>24:00</c:v>
                </c:pt>
              </c:strCache>
            </c:strRef>
          </c:cat>
          <c:val>
            <c:numRef>
              <c:f>Sheet1!$C$2:$C$25</c:f>
              <c:numCache>
                <c:formatCode>0</c:formatCode>
                <c:ptCount val="24"/>
                <c:pt idx="0">
                  <c:v>355.07719529838698</c:v>
                </c:pt>
                <c:pt idx="1">
                  <c:v>333.50084683870966</c:v>
                </c:pt>
                <c:pt idx="2">
                  <c:v>314.36196291129045</c:v>
                </c:pt>
                <c:pt idx="3">
                  <c:v>259.93707318548383</c:v>
                </c:pt>
                <c:pt idx="4">
                  <c:v>181.78401583064522</c:v>
                </c:pt>
                <c:pt idx="5">
                  <c:v>109.17920404032252</c:v>
                </c:pt>
                <c:pt idx="6">
                  <c:v>82.46474912096771</c:v>
                </c:pt>
                <c:pt idx="7">
                  <c:v>74.637810338709627</c:v>
                </c:pt>
                <c:pt idx="8">
                  <c:v>90.817704306451603</c:v>
                </c:pt>
                <c:pt idx="9">
                  <c:v>86.707785483870936</c:v>
                </c:pt>
                <c:pt idx="10">
                  <c:v>115.5869794193548</c:v>
                </c:pt>
                <c:pt idx="11">
                  <c:v>136.0078937096774</c:v>
                </c:pt>
                <c:pt idx="12">
                  <c:v>159.19769612903224</c:v>
                </c:pt>
                <c:pt idx="13">
                  <c:v>199.4882283870968</c:v>
                </c:pt>
                <c:pt idx="14">
                  <c:v>255.14628208064522</c:v>
                </c:pt>
                <c:pt idx="15">
                  <c:v>243.26580251612904</c:v>
                </c:pt>
                <c:pt idx="16">
                  <c:v>228.82457518548392</c:v>
                </c:pt>
                <c:pt idx="17">
                  <c:v>197.40459539516129</c:v>
                </c:pt>
                <c:pt idx="18">
                  <c:v>360.65198321774199</c:v>
                </c:pt>
                <c:pt idx="19">
                  <c:v>355.04645955645162</c:v>
                </c:pt>
                <c:pt idx="20">
                  <c:v>349.69376357258062</c:v>
                </c:pt>
                <c:pt idx="21">
                  <c:v>363.02439402419355</c:v>
                </c:pt>
                <c:pt idx="22">
                  <c:v>358.00073747580649</c:v>
                </c:pt>
                <c:pt idx="23">
                  <c:v>356.70362322580644</c:v>
                </c:pt>
              </c:numCache>
            </c:numRef>
          </c:val>
          <c:extLst>
            <c:ext xmlns:c16="http://schemas.microsoft.com/office/drawing/2014/chart" uri="{C3380CC4-5D6E-409C-BE32-E72D297353CC}">
              <c16:uniqueId val="{00000001-45ED-4D97-A3D4-97A67BC12153}"/>
            </c:ext>
          </c:extLst>
        </c:ser>
        <c:ser>
          <c:idx val="2"/>
          <c:order val="2"/>
          <c:tx>
            <c:strRef>
              <c:f>Sheet1!$D$1</c:f>
              <c:strCache>
                <c:ptCount val="1"/>
                <c:pt idx="0">
                  <c:v>Load Shedding</c:v>
                </c:pt>
              </c:strCache>
            </c:strRef>
          </c:tx>
          <c:spPr>
            <a:solidFill>
              <a:srgbClr val="C4D600"/>
            </a:solidFill>
            <a:ln w="25400">
              <a:noFill/>
            </a:ln>
            <a:effectLst/>
          </c:spPr>
          <c:dLbls>
            <c:dLbl>
              <c:idx val="0"/>
              <c:delete val="1"/>
              <c:extLst>
                <c:ext xmlns:c15="http://schemas.microsoft.com/office/drawing/2012/chart" uri="{CE6537A1-D6FC-4f65-9D91-7224C49458BB}"/>
                <c:ext xmlns:c16="http://schemas.microsoft.com/office/drawing/2014/chart" uri="{C3380CC4-5D6E-409C-BE32-E72D297353CC}">
                  <c16:uniqueId val="{00000000-3892-4F1F-AA75-1E687CC3EDB7}"/>
                </c:ext>
              </c:extLst>
            </c:dLbl>
            <c:dLbl>
              <c:idx val="1"/>
              <c:delete val="1"/>
              <c:extLst>
                <c:ext xmlns:c15="http://schemas.microsoft.com/office/drawing/2012/chart" uri="{CE6537A1-D6FC-4f65-9D91-7224C49458BB}"/>
                <c:ext xmlns:c16="http://schemas.microsoft.com/office/drawing/2014/chart" uri="{C3380CC4-5D6E-409C-BE32-E72D297353CC}">
                  <c16:uniqueId val="{00000001-3892-4F1F-AA75-1E687CC3EDB7}"/>
                </c:ext>
              </c:extLst>
            </c:dLbl>
            <c:dLbl>
              <c:idx val="2"/>
              <c:delete val="1"/>
              <c:extLst>
                <c:ext xmlns:c15="http://schemas.microsoft.com/office/drawing/2012/chart" uri="{CE6537A1-D6FC-4f65-9D91-7224C49458BB}"/>
                <c:ext xmlns:c16="http://schemas.microsoft.com/office/drawing/2014/chart" uri="{C3380CC4-5D6E-409C-BE32-E72D297353CC}">
                  <c16:uniqueId val="{00000002-3892-4F1F-AA75-1E687CC3EDB7}"/>
                </c:ext>
              </c:extLst>
            </c:dLbl>
            <c:dLbl>
              <c:idx val="3"/>
              <c:delete val="1"/>
              <c:extLst>
                <c:ext xmlns:c15="http://schemas.microsoft.com/office/drawing/2012/chart" uri="{CE6537A1-D6FC-4f65-9D91-7224C49458BB}"/>
                <c:ext xmlns:c16="http://schemas.microsoft.com/office/drawing/2014/chart" uri="{C3380CC4-5D6E-409C-BE32-E72D297353CC}">
                  <c16:uniqueId val="{00000003-3892-4F1F-AA75-1E687CC3EDB7}"/>
                </c:ext>
              </c:extLst>
            </c:dLbl>
            <c:dLbl>
              <c:idx val="4"/>
              <c:delete val="1"/>
              <c:extLst>
                <c:ext xmlns:c15="http://schemas.microsoft.com/office/drawing/2012/chart" uri="{CE6537A1-D6FC-4f65-9D91-7224C49458BB}"/>
                <c:ext xmlns:c16="http://schemas.microsoft.com/office/drawing/2014/chart" uri="{C3380CC4-5D6E-409C-BE32-E72D297353CC}">
                  <c16:uniqueId val="{00000004-3892-4F1F-AA75-1E687CC3EDB7}"/>
                </c:ext>
              </c:extLst>
            </c:dLbl>
            <c:dLbl>
              <c:idx val="5"/>
              <c:delete val="1"/>
              <c:extLst>
                <c:ext xmlns:c15="http://schemas.microsoft.com/office/drawing/2012/chart" uri="{CE6537A1-D6FC-4f65-9D91-7224C49458BB}"/>
                <c:ext xmlns:c16="http://schemas.microsoft.com/office/drawing/2014/chart" uri="{C3380CC4-5D6E-409C-BE32-E72D297353CC}">
                  <c16:uniqueId val="{00000005-3892-4F1F-AA75-1E687CC3EDB7}"/>
                </c:ext>
              </c:extLst>
            </c:dLbl>
            <c:dLbl>
              <c:idx val="6"/>
              <c:delete val="1"/>
              <c:extLst>
                <c:ext xmlns:c15="http://schemas.microsoft.com/office/drawing/2012/chart" uri="{CE6537A1-D6FC-4f65-9D91-7224C49458BB}"/>
                <c:ext xmlns:c16="http://schemas.microsoft.com/office/drawing/2014/chart" uri="{C3380CC4-5D6E-409C-BE32-E72D297353CC}">
                  <c16:uniqueId val="{00000006-3892-4F1F-AA75-1E687CC3EDB7}"/>
                </c:ext>
              </c:extLst>
            </c:dLbl>
            <c:dLbl>
              <c:idx val="7"/>
              <c:layout>
                <c:manualLayout>
                  <c:x val="-1.1778013564747928E-3"/>
                  <c:y val="-3.575533497047725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3892-4F1F-AA75-1E687CC3EDB7}"/>
                </c:ext>
              </c:extLst>
            </c:dLbl>
            <c:dLbl>
              <c:idx val="8"/>
              <c:delete val="1"/>
              <c:extLst>
                <c:ext xmlns:c15="http://schemas.microsoft.com/office/drawing/2012/chart" uri="{CE6537A1-D6FC-4f65-9D91-7224C49458BB}"/>
                <c:ext xmlns:c16="http://schemas.microsoft.com/office/drawing/2014/chart" uri="{C3380CC4-5D6E-409C-BE32-E72D297353CC}">
                  <c16:uniqueId val="{00000008-3892-4F1F-AA75-1E687CC3EDB7}"/>
                </c:ext>
              </c:extLst>
            </c:dLbl>
            <c:dLbl>
              <c:idx val="9"/>
              <c:delete val="1"/>
              <c:extLst>
                <c:ext xmlns:c15="http://schemas.microsoft.com/office/drawing/2012/chart" uri="{CE6537A1-D6FC-4f65-9D91-7224C49458BB}"/>
                <c:ext xmlns:c16="http://schemas.microsoft.com/office/drawing/2014/chart" uri="{C3380CC4-5D6E-409C-BE32-E72D297353CC}">
                  <c16:uniqueId val="{00000009-3892-4F1F-AA75-1E687CC3EDB7}"/>
                </c:ext>
              </c:extLst>
            </c:dLbl>
            <c:dLbl>
              <c:idx val="10"/>
              <c:delete val="1"/>
              <c:extLst>
                <c:ext xmlns:c15="http://schemas.microsoft.com/office/drawing/2012/chart" uri="{CE6537A1-D6FC-4f65-9D91-7224C49458BB}"/>
                <c:ext xmlns:c16="http://schemas.microsoft.com/office/drawing/2014/chart" uri="{C3380CC4-5D6E-409C-BE32-E72D297353CC}">
                  <c16:uniqueId val="{0000000A-3892-4F1F-AA75-1E687CC3EDB7}"/>
                </c:ext>
              </c:extLst>
            </c:dLbl>
            <c:dLbl>
              <c:idx val="11"/>
              <c:delete val="1"/>
              <c:extLst>
                <c:ext xmlns:c15="http://schemas.microsoft.com/office/drawing/2012/chart" uri="{CE6537A1-D6FC-4f65-9D91-7224C49458BB}"/>
                <c:ext xmlns:c16="http://schemas.microsoft.com/office/drawing/2014/chart" uri="{C3380CC4-5D6E-409C-BE32-E72D297353CC}">
                  <c16:uniqueId val="{0000000B-3892-4F1F-AA75-1E687CC3EDB7}"/>
                </c:ext>
              </c:extLst>
            </c:dLbl>
            <c:dLbl>
              <c:idx val="12"/>
              <c:delete val="1"/>
              <c:extLst>
                <c:ext xmlns:c15="http://schemas.microsoft.com/office/drawing/2012/chart" uri="{CE6537A1-D6FC-4f65-9D91-7224C49458BB}"/>
                <c:ext xmlns:c16="http://schemas.microsoft.com/office/drawing/2014/chart" uri="{C3380CC4-5D6E-409C-BE32-E72D297353CC}">
                  <c16:uniqueId val="{00000000-154B-4BC6-9343-CB29E1A2841D}"/>
                </c:ext>
              </c:extLst>
            </c:dLbl>
            <c:dLbl>
              <c:idx val="13"/>
              <c:delete val="1"/>
              <c:extLst>
                <c:ext xmlns:c15="http://schemas.microsoft.com/office/drawing/2012/chart" uri="{CE6537A1-D6FC-4f65-9D91-7224C49458BB}"/>
                <c:ext xmlns:c16="http://schemas.microsoft.com/office/drawing/2014/chart" uri="{C3380CC4-5D6E-409C-BE32-E72D297353CC}">
                  <c16:uniqueId val="{00000001-154B-4BC6-9343-CB29E1A2841D}"/>
                </c:ext>
              </c:extLst>
            </c:dLbl>
            <c:dLbl>
              <c:idx val="14"/>
              <c:delete val="1"/>
              <c:extLst>
                <c:ext xmlns:c15="http://schemas.microsoft.com/office/drawing/2012/chart" uri="{CE6537A1-D6FC-4f65-9D91-7224C49458BB}"/>
                <c:ext xmlns:c16="http://schemas.microsoft.com/office/drawing/2014/chart" uri="{C3380CC4-5D6E-409C-BE32-E72D297353CC}">
                  <c16:uniqueId val="{00000002-154B-4BC6-9343-CB29E1A2841D}"/>
                </c:ext>
              </c:extLst>
            </c:dLbl>
            <c:dLbl>
              <c:idx val="15"/>
              <c:delete val="1"/>
              <c:extLst>
                <c:ext xmlns:c15="http://schemas.microsoft.com/office/drawing/2012/chart" uri="{CE6537A1-D6FC-4f65-9D91-7224C49458BB}"/>
                <c:ext xmlns:c16="http://schemas.microsoft.com/office/drawing/2014/chart" uri="{C3380CC4-5D6E-409C-BE32-E72D297353CC}">
                  <c16:uniqueId val="{00000003-154B-4BC6-9343-CB29E1A2841D}"/>
                </c:ext>
              </c:extLst>
            </c:dLbl>
            <c:dLbl>
              <c:idx val="16"/>
              <c:delete val="1"/>
              <c:extLst>
                <c:ext xmlns:c15="http://schemas.microsoft.com/office/drawing/2012/chart" uri="{CE6537A1-D6FC-4f65-9D91-7224C49458BB}"/>
                <c:ext xmlns:c16="http://schemas.microsoft.com/office/drawing/2014/chart" uri="{C3380CC4-5D6E-409C-BE32-E72D297353CC}">
                  <c16:uniqueId val="{00000004-154B-4BC6-9343-CB29E1A2841D}"/>
                </c:ext>
              </c:extLst>
            </c:dLbl>
            <c:dLbl>
              <c:idx val="17"/>
              <c:delete val="1"/>
              <c:extLst>
                <c:ext xmlns:c15="http://schemas.microsoft.com/office/drawing/2012/chart" uri="{CE6537A1-D6FC-4f65-9D91-7224C49458BB}"/>
                <c:ext xmlns:c16="http://schemas.microsoft.com/office/drawing/2014/chart" uri="{C3380CC4-5D6E-409C-BE32-E72D297353CC}">
                  <c16:uniqueId val="{00000005-154B-4BC6-9343-CB29E1A2841D}"/>
                </c:ext>
              </c:extLst>
            </c:dLbl>
            <c:dLbl>
              <c:idx val="18"/>
              <c:delete val="1"/>
              <c:extLst>
                <c:ext xmlns:c15="http://schemas.microsoft.com/office/drawing/2012/chart" uri="{CE6537A1-D6FC-4f65-9D91-7224C49458BB}"/>
                <c:ext xmlns:c16="http://schemas.microsoft.com/office/drawing/2014/chart" uri="{C3380CC4-5D6E-409C-BE32-E72D297353CC}">
                  <c16:uniqueId val="{00000006-154B-4BC6-9343-CB29E1A2841D}"/>
                </c:ext>
              </c:extLst>
            </c:dLbl>
            <c:dLbl>
              <c:idx val="19"/>
              <c:layout>
                <c:manualLayout>
                  <c:x val="0"/>
                  <c:y val="-4.46941687130965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B4BF-44D0-8187-A3F77DD0E9C1}"/>
                </c:ext>
              </c:extLst>
            </c:dLbl>
            <c:dLbl>
              <c:idx val="20"/>
              <c:delete val="1"/>
              <c:extLst>
                <c:ext xmlns:c15="http://schemas.microsoft.com/office/drawing/2012/chart" uri="{CE6537A1-D6FC-4f65-9D91-7224C49458BB}"/>
                <c:ext xmlns:c16="http://schemas.microsoft.com/office/drawing/2014/chart" uri="{C3380CC4-5D6E-409C-BE32-E72D297353CC}">
                  <c16:uniqueId val="{00000007-154B-4BC6-9343-CB29E1A2841D}"/>
                </c:ext>
              </c:extLst>
            </c:dLbl>
            <c:dLbl>
              <c:idx val="21"/>
              <c:delete val="1"/>
              <c:extLst>
                <c:ext xmlns:c15="http://schemas.microsoft.com/office/drawing/2012/chart" uri="{CE6537A1-D6FC-4f65-9D91-7224C49458BB}"/>
                <c:ext xmlns:c16="http://schemas.microsoft.com/office/drawing/2014/chart" uri="{C3380CC4-5D6E-409C-BE32-E72D297353CC}">
                  <c16:uniqueId val="{00000008-154B-4BC6-9343-CB29E1A2841D}"/>
                </c:ext>
              </c:extLst>
            </c:dLbl>
            <c:dLbl>
              <c:idx val="22"/>
              <c:delete val="1"/>
              <c:extLst>
                <c:ext xmlns:c15="http://schemas.microsoft.com/office/drawing/2012/chart" uri="{CE6537A1-D6FC-4f65-9D91-7224C49458BB}"/>
                <c:ext xmlns:c16="http://schemas.microsoft.com/office/drawing/2014/chart" uri="{C3380CC4-5D6E-409C-BE32-E72D297353CC}">
                  <c16:uniqueId val="{00000009-154B-4BC6-9343-CB29E1A2841D}"/>
                </c:ext>
              </c:extLst>
            </c:dLbl>
            <c:dLbl>
              <c:idx val="23"/>
              <c:delete val="1"/>
              <c:extLst>
                <c:ext xmlns:c15="http://schemas.microsoft.com/office/drawing/2012/chart" uri="{CE6537A1-D6FC-4f65-9D91-7224C49458BB}"/>
                <c:ext xmlns:c16="http://schemas.microsoft.com/office/drawing/2014/chart" uri="{C3380CC4-5D6E-409C-BE32-E72D297353CC}">
                  <c16:uniqueId val="{0000000A-154B-4BC6-9343-CB29E1A2841D}"/>
                </c:ext>
              </c:extLst>
            </c:dLbl>
            <c:spPr>
              <a:solidFill>
                <a:srgbClr val="C4D600"/>
              </a:solid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Sheet1!$A$2:$A$25</c:f>
              <c:strCache>
                <c:ptCount val="24"/>
                <c:pt idx="0">
                  <c:v>01:00</c:v>
                </c:pt>
                <c:pt idx="1">
                  <c:v>02:00</c:v>
                </c:pt>
                <c:pt idx="2">
                  <c:v>03:00</c:v>
                </c:pt>
                <c:pt idx="3">
                  <c:v>04:00</c:v>
                </c:pt>
                <c:pt idx="4">
                  <c:v>05:00</c:v>
                </c:pt>
                <c:pt idx="5">
                  <c:v>06:00</c:v>
                </c:pt>
                <c:pt idx="6">
                  <c:v>07:00</c:v>
                </c:pt>
                <c:pt idx="7">
                  <c:v>08:00</c:v>
                </c:pt>
                <c:pt idx="8">
                  <c:v>09:00</c:v>
                </c:pt>
                <c:pt idx="9">
                  <c:v>10:00</c:v>
                </c:pt>
                <c:pt idx="10">
                  <c:v>11:00</c:v>
                </c:pt>
                <c:pt idx="11">
                  <c:v>12:00</c:v>
                </c:pt>
                <c:pt idx="12">
                  <c:v>13:00</c:v>
                </c:pt>
                <c:pt idx="13">
                  <c:v>14:00</c:v>
                </c:pt>
                <c:pt idx="14">
                  <c:v>15:00</c:v>
                </c:pt>
                <c:pt idx="15">
                  <c:v>16:00</c:v>
                </c:pt>
                <c:pt idx="16">
                  <c:v>17:00</c:v>
                </c:pt>
                <c:pt idx="17">
                  <c:v>18:00</c:v>
                </c:pt>
                <c:pt idx="18">
                  <c:v>19:00</c:v>
                </c:pt>
                <c:pt idx="19">
                  <c:v>20:00</c:v>
                </c:pt>
                <c:pt idx="20">
                  <c:v>21:00</c:v>
                </c:pt>
                <c:pt idx="21">
                  <c:v>22:00</c:v>
                </c:pt>
                <c:pt idx="22">
                  <c:v>23:00</c:v>
                </c:pt>
                <c:pt idx="23">
                  <c:v>24:00</c:v>
                </c:pt>
              </c:strCache>
            </c:strRef>
          </c:cat>
          <c:val>
            <c:numRef>
              <c:f>Sheet1!$D$2:$D$25</c:f>
              <c:numCache>
                <c:formatCode>0</c:formatCode>
                <c:ptCount val="24"/>
                <c:pt idx="0">
                  <c:v>0</c:v>
                </c:pt>
                <c:pt idx="1">
                  <c:v>0</c:v>
                </c:pt>
                <c:pt idx="2">
                  <c:v>0</c:v>
                </c:pt>
                <c:pt idx="3">
                  <c:v>0</c:v>
                </c:pt>
                <c:pt idx="4">
                  <c:v>0</c:v>
                </c:pt>
                <c:pt idx="5">
                  <c:v>0</c:v>
                </c:pt>
                <c:pt idx="6">
                  <c:v>0</c:v>
                </c:pt>
                <c:pt idx="7">
                  <c:v>20.770967741935483</c:v>
                </c:pt>
                <c:pt idx="8">
                  <c:v>0</c:v>
                </c:pt>
                <c:pt idx="9">
                  <c:v>0</c:v>
                </c:pt>
                <c:pt idx="10">
                  <c:v>0</c:v>
                </c:pt>
                <c:pt idx="11">
                  <c:v>0</c:v>
                </c:pt>
                <c:pt idx="12">
                  <c:v>0</c:v>
                </c:pt>
                <c:pt idx="13">
                  <c:v>0</c:v>
                </c:pt>
                <c:pt idx="14">
                  <c:v>0</c:v>
                </c:pt>
                <c:pt idx="15">
                  <c:v>0</c:v>
                </c:pt>
                <c:pt idx="16">
                  <c:v>0</c:v>
                </c:pt>
                <c:pt idx="17">
                  <c:v>0</c:v>
                </c:pt>
                <c:pt idx="18">
                  <c:v>0</c:v>
                </c:pt>
                <c:pt idx="19">
                  <c:v>145.88387096774193</c:v>
                </c:pt>
                <c:pt idx="20">
                  <c:v>0</c:v>
                </c:pt>
                <c:pt idx="21">
                  <c:v>0</c:v>
                </c:pt>
                <c:pt idx="22">
                  <c:v>0</c:v>
                </c:pt>
                <c:pt idx="23">
                  <c:v>0</c:v>
                </c:pt>
              </c:numCache>
            </c:numRef>
          </c:val>
          <c:extLst>
            <c:ext xmlns:c16="http://schemas.microsoft.com/office/drawing/2014/chart" uri="{C3380CC4-5D6E-409C-BE32-E72D297353CC}">
              <c16:uniqueId val="{00000002-45ED-4D97-A3D4-97A67BC12153}"/>
            </c:ext>
          </c:extLst>
        </c:ser>
        <c:dLbls>
          <c:showLegendKey val="0"/>
          <c:showVal val="0"/>
          <c:showCatName val="0"/>
          <c:showSerName val="0"/>
          <c:showPercent val="0"/>
          <c:showBubbleSize val="0"/>
        </c:dLbls>
        <c:axId val="870970687"/>
        <c:axId val="870971935"/>
      </c:areaChart>
      <c:catAx>
        <c:axId val="870970687"/>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1" i="0" u="none" strike="noStrike" kern="1200" baseline="0">
                <a:solidFill>
                  <a:schemeClr val="tx1">
                    <a:lumMod val="65000"/>
                    <a:lumOff val="35000"/>
                  </a:schemeClr>
                </a:solidFill>
                <a:latin typeface="+mn-lt"/>
                <a:ea typeface="+mn-ea"/>
                <a:cs typeface="+mn-cs"/>
              </a:defRPr>
            </a:pPr>
            <a:endParaRPr lang="en-US"/>
          </a:p>
        </c:txPr>
        <c:crossAx val="870971935"/>
        <c:crosses val="autoZero"/>
        <c:auto val="1"/>
        <c:lblAlgn val="ctr"/>
        <c:lblOffset val="100"/>
        <c:noMultiLvlLbl val="0"/>
      </c:catAx>
      <c:valAx>
        <c:axId val="870971935"/>
        <c:scaling>
          <c:orientation val="minMax"/>
        </c:scaling>
        <c:delete val="1"/>
        <c:axPos val="l"/>
        <c:numFmt formatCode="0" sourceLinked="1"/>
        <c:majorTickMark val="none"/>
        <c:minorTickMark val="none"/>
        <c:tickLblPos val="nextTo"/>
        <c:crossAx val="870970687"/>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legend>
    <c:plotVisOnly val="1"/>
    <c:dispBlanksAs val="zero"/>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5.0236152855302703E-2"/>
          <c:y val="3.5536159600997506E-2"/>
          <c:w val="0.94232145412909685"/>
          <c:h val="0.92861596009975067"/>
        </c:manualLayout>
      </c:layout>
      <c:lineChart>
        <c:grouping val="standard"/>
        <c:varyColors val="0"/>
        <c:ser>
          <c:idx val="0"/>
          <c:order val="0"/>
          <c:spPr>
            <a:ln w="19050" cmpd="sng" algn="ctr">
              <a:solidFill>
                <a:schemeClr val="accent4"/>
              </a:solidFill>
              <a:prstDash val="solid"/>
            </a:ln>
          </c:spPr>
          <c:marker>
            <c:symbol val="none"/>
          </c:marker>
          <c:dLbls>
            <c:dLbl>
              <c:idx val="0"/>
              <c:layout>
                <c:manualLayout>
                  <c:x val="1.4455417203377702E-2"/>
                  <c:y val="-2.8990024937655859E-2"/>
                </c:manualLayout>
              </c:layout>
              <c:numFmt formatCode="0;&quot;-&quot;0" sourceLinked="0"/>
              <c:spPr>
                <a:noFill/>
                <a:ln>
                  <a:noFill/>
                </a:ln>
              </c:spPr>
              <c:txPr>
                <a:bodyPr wrap="none"/>
                <a:lstStyle/>
                <a:p>
                  <a:pPr>
                    <a:defRPr sz="12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AD31-4828-A06C-AFE28B4D7B3A}"/>
                </c:ext>
              </c:extLst>
            </c:dLbl>
            <c:dLbl>
              <c:idx val="1"/>
              <c:layout>
                <c:manualLayout>
                  <c:x val="0"/>
                  <c:y val="-2.8990024937655859E-2"/>
                </c:manualLayout>
              </c:layout>
              <c:numFmt formatCode="0;&quot;-&quot;0" sourceLinked="0"/>
              <c:spPr>
                <a:noFill/>
                <a:ln>
                  <a:noFill/>
                </a:ln>
              </c:spPr>
              <c:txPr>
                <a:bodyPr wrap="none"/>
                <a:lstStyle/>
                <a:p>
                  <a:pPr>
                    <a:defRPr sz="12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AD31-4828-A06C-AFE28B4D7B3A}"/>
                </c:ext>
              </c:extLst>
            </c:dLbl>
            <c:dLbl>
              <c:idx val="2"/>
              <c:layout>
                <c:manualLayout>
                  <c:x val="0"/>
                  <c:y val="-2.8990024937655859E-2"/>
                </c:manualLayout>
              </c:layout>
              <c:numFmt formatCode="0;&quot;-&quot;0" sourceLinked="0"/>
              <c:spPr>
                <a:noFill/>
                <a:ln>
                  <a:noFill/>
                </a:ln>
              </c:spPr>
              <c:txPr>
                <a:bodyPr wrap="none"/>
                <a:lstStyle/>
                <a:p>
                  <a:pPr>
                    <a:defRPr sz="12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AD31-4828-A06C-AFE28B4D7B3A}"/>
                </c:ext>
              </c:extLst>
            </c:dLbl>
            <c:dLbl>
              <c:idx val="3"/>
              <c:layout>
                <c:manualLayout>
                  <c:x val="0"/>
                  <c:y val="-2.8990024937655859E-2"/>
                </c:manualLayout>
              </c:layout>
              <c:numFmt formatCode="0;&quot;-&quot;0" sourceLinked="0"/>
              <c:spPr>
                <a:noFill/>
                <a:ln>
                  <a:noFill/>
                </a:ln>
              </c:spPr>
              <c:txPr>
                <a:bodyPr wrap="none"/>
                <a:lstStyle/>
                <a:p>
                  <a:pPr>
                    <a:defRPr sz="12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AD31-4828-A06C-AFE28B4D7B3A}"/>
                </c:ext>
              </c:extLst>
            </c:dLbl>
            <c:dLbl>
              <c:idx val="4"/>
              <c:layout>
                <c:manualLayout>
                  <c:x val="0"/>
                  <c:y val="-2.8990024937655859E-2"/>
                </c:manualLayout>
              </c:layout>
              <c:numFmt formatCode="0;&quot;-&quot;0" sourceLinked="0"/>
              <c:spPr>
                <a:noFill/>
                <a:ln>
                  <a:noFill/>
                </a:ln>
              </c:spPr>
              <c:txPr>
                <a:bodyPr wrap="none"/>
                <a:lstStyle/>
                <a:p>
                  <a:pPr>
                    <a:defRPr sz="12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AD31-4828-A06C-AFE28B4D7B3A}"/>
                </c:ext>
              </c:extLst>
            </c:dLbl>
            <c:dLbl>
              <c:idx val="5"/>
              <c:layout>
                <c:manualLayout>
                  <c:x val="0"/>
                  <c:y val="-2.8990024937655859E-2"/>
                </c:manualLayout>
              </c:layout>
              <c:numFmt formatCode="0;&quot;-&quot;0" sourceLinked="0"/>
              <c:spPr>
                <a:noFill/>
                <a:ln>
                  <a:noFill/>
                </a:ln>
              </c:spPr>
              <c:txPr>
                <a:bodyPr wrap="none"/>
                <a:lstStyle/>
                <a:p>
                  <a:pPr>
                    <a:defRPr sz="12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AD31-4828-A06C-AFE28B4D7B3A}"/>
                </c:ext>
              </c:extLst>
            </c:dLbl>
            <c:dLbl>
              <c:idx val="6"/>
              <c:layout>
                <c:manualLayout>
                  <c:x val="0"/>
                  <c:y val="2.8990024937655859E-2"/>
                </c:manualLayout>
              </c:layout>
              <c:numFmt formatCode="0;&quot;-&quot;0" sourceLinked="0"/>
              <c:spPr>
                <a:noFill/>
                <a:ln>
                  <a:noFill/>
                </a:ln>
              </c:spPr>
              <c:txPr>
                <a:bodyPr wrap="none"/>
                <a:lstStyle/>
                <a:p>
                  <a:pPr>
                    <a:defRPr sz="12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AD31-4828-A06C-AFE28B4D7B3A}"/>
                </c:ext>
              </c:extLst>
            </c:dLbl>
            <c:dLbl>
              <c:idx val="7"/>
              <c:layout>
                <c:manualLayout>
                  <c:x val="0"/>
                  <c:y val="2.8990024937655859E-2"/>
                </c:manualLayout>
              </c:layout>
              <c:numFmt formatCode="0;&quot;-&quot;0" sourceLinked="0"/>
              <c:spPr>
                <a:noFill/>
                <a:ln>
                  <a:noFill/>
                </a:ln>
              </c:spPr>
              <c:txPr>
                <a:bodyPr wrap="none"/>
                <a:lstStyle/>
                <a:p>
                  <a:pPr>
                    <a:defRPr sz="12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7-AD31-4828-A06C-AFE28B4D7B3A}"/>
                </c:ext>
              </c:extLst>
            </c:dLbl>
            <c:dLbl>
              <c:idx val="8"/>
              <c:layout>
                <c:manualLayout>
                  <c:x val="0"/>
                  <c:y val="2.8990024937655859E-2"/>
                </c:manualLayout>
              </c:layout>
              <c:numFmt formatCode="0;&quot;-&quot;0" sourceLinked="0"/>
              <c:spPr>
                <a:noFill/>
                <a:ln>
                  <a:noFill/>
                </a:ln>
              </c:spPr>
              <c:txPr>
                <a:bodyPr wrap="none"/>
                <a:lstStyle/>
                <a:p>
                  <a:pPr>
                    <a:defRPr sz="12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8-AD31-4828-A06C-AFE28B4D7B3A}"/>
                </c:ext>
              </c:extLst>
            </c:dLbl>
            <c:dLbl>
              <c:idx val="9"/>
              <c:layout>
                <c:manualLayout>
                  <c:x val="0"/>
                  <c:y val="2.8990024937655859E-2"/>
                </c:manualLayout>
              </c:layout>
              <c:numFmt formatCode="0;&quot;-&quot;0" sourceLinked="0"/>
              <c:spPr>
                <a:noFill/>
                <a:ln>
                  <a:noFill/>
                </a:ln>
              </c:spPr>
              <c:txPr>
                <a:bodyPr wrap="none"/>
                <a:lstStyle/>
                <a:p>
                  <a:pPr>
                    <a:defRPr sz="12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9-AD31-4828-A06C-AFE28B4D7B3A}"/>
                </c:ext>
              </c:extLst>
            </c:dLbl>
            <c:dLbl>
              <c:idx val="10"/>
              <c:layout>
                <c:manualLayout>
                  <c:x val="0"/>
                  <c:y val="2.8990024937655859E-2"/>
                </c:manualLayout>
              </c:layout>
              <c:numFmt formatCode="0;&quot;-&quot;0" sourceLinked="0"/>
              <c:spPr>
                <a:noFill/>
                <a:ln>
                  <a:noFill/>
                </a:ln>
              </c:spPr>
              <c:txPr>
                <a:bodyPr wrap="none"/>
                <a:lstStyle/>
                <a:p>
                  <a:pPr>
                    <a:defRPr sz="12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A-AD31-4828-A06C-AFE28B4D7B3A}"/>
                </c:ext>
              </c:extLst>
            </c:dLbl>
            <c:dLbl>
              <c:idx val="11"/>
              <c:layout>
                <c:manualLayout>
                  <c:x val="-9.0167453842851016E-3"/>
                  <c:y val="2.8990024937655859E-2"/>
                </c:manualLayout>
              </c:layout>
              <c:numFmt formatCode="0;&quot;-&quot;0" sourceLinked="0"/>
              <c:spPr>
                <a:noFill/>
                <a:ln>
                  <a:noFill/>
                </a:ln>
              </c:spPr>
              <c:txPr>
                <a:bodyPr wrap="none"/>
                <a:lstStyle/>
                <a:p>
                  <a:pPr>
                    <a:defRPr sz="12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B-AD31-4828-A06C-AFE28B4D7B3A}"/>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Sheet1!$A$1:$L$1</c:f>
              <c:numCache>
                <c:formatCode>General</c:formatCode>
                <c:ptCount val="12"/>
                <c:pt idx="0">
                  <c:v>46.957182508333325</c:v>
                </c:pt>
                <c:pt idx="1">
                  <c:v>47.327342950000002</c:v>
                </c:pt>
                <c:pt idx="2">
                  <c:v>29.649008658333326</c:v>
                </c:pt>
                <c:pt idx="3">
                  <c:v>47.608588999999988</c:v>
                </c:pt>
                <c:pt idx="4">
                  <c:v>51.310982091666659</c:v>
                </c:pt>
                <c:pt idx="5">
                  <c:v>67.392683999999988</c:v>
                </c:pt>
                <c:pt idx="6">
                  <c:v>98.880062333333342</c:v>
                </c:pt>
                <c:pt idx="7">
                  <c:v>138.81067650000003</c:v>
                </c:pt>
                <c:pt idx="8">
                  <c:v>166.33956900000001</c:v>
                </c:pt>
                <c:pt idx="9">
                  <c:v>202.56982400000004</c:v>
                </c:pt>
                <c:pt idx="10">
                  <c:v>228.604471975</c:v>
                </c:pt>
                <c:pt idx="11">
                  <c:v>230.77620523333329</c:v>
                </c:pt>
              </c:numCache>
            </c:numRef>
          </c:val>
          <c:smooth val="0"/>
          <c:extLst>
            <c:ext xmlns:c16="http://schemas.microsoft.com/office/drawing/2014/chart" uri="{C3380CC4-5D6E-409C-BE32-E72D297353CC}">
              <c16:uniqueId val="{0000000C-AD31-4828-A06C-AFE28B4D7B3A}"/>
            </c:ext>
          </c:extLst>
        </c:ser>
        <c:ser>
          <c:idx val="1"/>
          <c:order val="1"/>
          <c:spPr>
            <a:ln w="19050" cmpd="sng" algn="ctr">
              <a:solidFill>
                <a:schemeClr val="accent1"/>
              </a:solidFill>
              <a:prstDash val="solid"/>
            </a:ln>
          </c:spPr>
          <c:marker>
            <c:symbol val="none"/>
          </c:marker>
          <c:dLbls>
            <c:dLbl>
              <c:idx val="0"/>
              <c:layout>
                <c:manualLayout>
                  <c:x val="4.2936882782310004E-2"/>
                  <c:y val="-3.4912718204488775E-2"/>
                </c:manualLayout>
              </c:layout>
              <c:numFmt formatCode="0;&quot;-&quot;0" sourceLinked="0"/>
              <c:spPr>
                <a:noFill/>
                <a:ln>
                  <a:noFill/>
                </a:ln>
              </c:spPr>
              <c:txPr>
                <a:bodyPr wrap="none"/>
                <a:lstStyle/>
                <a:p>
                  <a:pPr>
                    <a:defRPr sz="12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D-AD31-4828-A06C-AFE28B4D7B3A}"/>
                </c:ext>
              </c:extLst>
            </c:dLbl>
            <c:dLbl>
              <c:idx val="1"/>
              <c:layout>
                <c:manualLayout>
                  <c:x val="1.8605982539001E-2"/>
                  <c:y val="-3.0860349127182045E-2"/>
                </c:manualLayout>
              </c:layout>
              <c:numFmt formatCode="0;&quot;-&quot;0" sourceLinked="0"/>
              <c:spPr>
                <a:noFill/>
                <a:ln>
                  <a:noFill/>
                </a:ln>
              </c:spPr>
              <c:txPr>
                <a:bodyPr wrap="none"/>
                <a:lstStyle/>
                <a:p>
                  <a:pPr>
                    <a:defRPr sz="12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E-AD31-4828-A06C-AFE28B4D7B3A}"/>
                </c:ext>
              </c:extLst>
            </c:dLbl>
            <c:dLbl>
              <c:idx val="2"/>
              <c:layout>
                <c:manualLayout>
                  <c:x val="0"/>
                  <c:y val="-2.8990024937655859E-2"/>
                </c:manualLayout>
              </c:layout>
              <c:numFmt formatCode="0;&quot;-&quot;0" sourceLinked="0"/>
              <c:spPr>
                <a:noFill/>
                <a:ln>
                  <a:noFill/>
                </a:ln>
              </c:spPr>
              <c:txPr>
                <a:bodyPr wrap="none"/>
                <a:lstStyle/>
                <a:p>
                  <a:pPr>
                    <a:defRPr sz="12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F-AD31-4828-A06C-AFE28B4D7B3A}"/>
                </c:ext>
              </c:extLst>
            </c:dLbl>
            <c:dLbl>
              <c:idx val="3"/>
              <c:layout>
                <c:manualLayout>
                  <c:x val="0"/>
                  <c:y val="-2.8990024937655859E-2"/>
                </c:manualLayout>
              </c:layout>
              <c:numFmt formatCode="0;&quot;-&quot;0" sourceLinked="0"/>
              <c:spPr>
                <a:noFill/>
                <a:ln>
                  <a:noFill/>
                </a:ln>
              </c:spPr>
              <c:txPr>
                <a:bodyPr wrap="none"/>
                <a:lstStyle/>
                <a:p>
                  <a:pPr>
                    <a:defRPr sz="12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0-AD31-4828-A06C-AFE28B4D7B3A}"/>
                </c:ext>
              </c:extLst>
            </c:dLbl>
            <c:dLbl>
              <c:idx val="4"/>
              <c:layout>
                <c:manualLayout>
                  <c:x val="0"/>
                  <c:y val="-2.8990024937655859E-2"/>
                </c:manualLayout>
              </c:layout>
              <c:numFmt formatCode="0;&quot;-&quot;0" sourceLinked="0"/>
              <c:spPr>
                <a:noFill/>
                <a:ln>
                  <a:noFill/>
                </a:ln>
              </c:spPr>
              <c:txPr>
                <a:bodyPr wrap="none"/>
                <a:lstStyle/>
                <a:p>
                  <a:pPr>
                    <a:defRPr sz="12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1-AD31-4828-A06C-AFE28B4D7B3A}"/>
                </c:ext>
              </c:extLst>
            </c:dLbl>
            <c:dLbl>
              <c:idx val="5"/>
              <c:layout>
                <c:manualLayout>
                  <c:x val="0"/>
                  <c:y val="-2.8990024937655859E-2"/>
                </c:manualLayout>
              </c:layout>
              <c:numFmt formatCode="0;&quot;-&quot;0" sourceLinked="0"/>
              <c:spPr>
                <a:noFill/>
                <a:ln>
                  <a:noFill/>
                </a:ln>
              </c:spPr>
              <c:txPr>
                <a:bodyPr wrap="none"/>
                <a:lstStyle/>
                <a:p>
                  <a:pPr>
                    <a:defRPr sz="12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2-AD31-4828-A06C-AFE28B4D7B3A}"/>
                </c:ext>
              </c:extLst>
            </c:dLbl>
            <c:dLbl>
              <c:idx val="6"/>
              <c:layout>
                <c:manualLayout>
                  <c:x val="0"/>
                  <c:y val="-2.8990024937655859E-2"/>
                </c:manualLayout>
              </c:layout>
              <c:numFmt formatCode="0;&quot;-&quot;0" sourceLinked="0"/>
              <c:spPr>
                <a:noFill/>
                <a:ln>
                  <a:noFill/>
                </a:ln>
              </c:spPr>
              <c:txPr>
                <a:bodyPr wrap="none"/>
                <a:lstStyle/>
                <a:p>
                  <a:pPr>
                    <a:defRPr sz="12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3-AD31-4828-A06C-AFE28B4D7B3A}"/>
                </c:ext>
              </c:extLst>
            </c:dLbl>
            <c:dLbl>
              <c:idx val="7"/>
              <c:layout>
                <c:manualLayout>
                  <c:x val="3.0914555603263203E-2"/>
                  <c:y val="2.7431421446384038E-2"/>
                </c:manualLayout>
              </c:layout>
              <c:numFmt formatCode="0;&quot;-&quot;0" sourceLinked="0"/>
              <c:spPr>
                <a:noFill/>
                <a:ln>
                  <a:noFill/>
                </a:ln>
              </c:spPr>
              <c:txPr>
                <a:bodyPr wrap="none"/>
                <a:lstStyle/>
                <a:p>
                  <a:pPr>
                    <a:defRPr sz="12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4-AD31-4828-A06C-AFE28B4D7B3A}"/>
                </c:ext>
              </c:extLst>
            </c:dLbl>
            <c:dLbl>
              <c:idx val="8"/>
              <c:layout>
                <c:manualLayout>
                  <c:x val="2.7765850865893803E-2"/>
                  <c:y val="1.8391521197007481E-2"/>
                </c:manualLayout>
              </c:layout>
              <c:numFmt formatCode="0;&quot;-&quot;0" sourceLinked="0"/>
              <c:spPr>
                <a:noFill/>
                <a:ln>
                  <a:noFill/>
                </a:ln>
              </c:spPr>
              <c:txPr>
                <a:bodyPr wrap="none"/>
                <a:lstStyle/>
                <a:p>
                  <a:pPr>
                    <a:defRPr sz="12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5-AD31-4828-A06C-AFE28B4D7B3A}"/>
                </c:ext>
              </c:extLst>
            </c:dLbl>
            <c:dLbl>
              <c:idx val="9"/>
              <c:layout>
                <c:manualLayout>
                  <c:x val="0"/>
                  <c:y val="2.8990024937655859E-2"/>
                </c:manualLayout>
              </c:layout>
              <c:numFmt formatCode="0;&quot;-&quot;0" sourceLinked="0"/>
              <c:spPr>
                <a:noFill/>
                <a:ln>
                  <a:noFill/>
                </a:ln>
              </c:spPr>
              <c:txPr>
                <a:bodyPr wrap="none"/>
                <a:lstStyle/>
                <a:p>
                  <a:pPr>
                    <a:defRPr sz="12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6-AD31-4828-A06C-AFE28B4D7B3A}"/>
                </c:ext>
              </c:extLst>
            </c:dLbl>
            <c:dLbl>
              <c:idx val="10"/>
              <c:layout>
                <c:manualLayout>
                  <c:x val="0"/>
                  <c:y val="2.8990024937655859E-2"/>
                </c:manualLayout>
              </c:layout>
              <c:numFmt formatCode="0;&quot;-&quot;0" sourceLinked="0"/>
              <c:spPr>
                <a:noFill/>
                <a:ln>
                  <a:noFill/>
                </a:ln>
              </c:spPr>
              <c:txPr>
                <a:bodyPr wrap="none"/>
                <a:lstStyle/>
                <a:p>
                  <a:pPr>
                    <a:defRPr sz="12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7-AD31-4828-A06C-AFE28B4D7B3A}"/>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Sheet1!$A$2:$L$2</c:f>
              <c:numCache>
                <c:formatCode>General</c:formatCode>
                <c:ptCount val="12"/>
                <c:pt idx="0">
                  <c:v>123.60983045161292</c:v>
                </c:pt>
                <c:pt idx="1">
                  <c:v>113.67617419354839</c:v>
                </c:pt>
                <c:pt idx="2">
                  <c:v>103.7756473387097</c:v>
                </c:pt>
                <c:pt idx="3">
                  <c:v>142.73590164516128</c:v>
                </c:pt>
                <c:pt idx="4">
                  <c:v>166.43142274193548</c:v>
                </c:pt>
                <c:pt idx="5">
                  <c:v>189.66760822580639</c:v>
                </c:pt>
                <c:pt idx="6">
                  <c:v>218.36350736290325</c:v>
                </c:pt>
                <c:pt idx="7">
                  <c:v>234.732616048387</c:v>
                </c:pt>
                <c:pt idx="8">
                  <c:v>250.35823499999998</c:v>
                </c:pt>
                <c:pt idx="9">
                  <c:v>285.21839658064522</c:v>
                </c:pt>
                <c:pt idx="10">
                  <c:v>289.80957080645169</c:v>
                </c:pt>
                <c:pt idx="11">
                  <c:v>265.36267780645153</c:v>
                </c:pt>
              </c:numCache>
            </c:numRef>
          </c:val>
          <c:smooth val="0"/>
          <c:extLst>
            <c:ext xmlns:c16="http://schemas.microsoft.com/office/drawing/2014/chart" uri="{C3380CC4-5D6E-409C-BE32-E72D297353CC}">
              <c16:uniqueId val="{00000018-AD31-4828-A06C-AFE28B4D7B3A}"/>
            </c:ext>
          </c:extLst>
        </c:ser>
        <c:ser>
          <c:idx val="2"/>
          <c:order val="2"/>
          <c:spPr>
            <a:ln w="19050" cmpd="sng" algn="ctr">
              <a:solidFill>
                <a:srgbClr val="000000"/>
              </a:solidFill>
              <a:prstDash val="solid"/>
            </a:ln>
          </c:spPr>
          <c:marker>
            <c:symbol val="none"/>
          </c:marker>
          <c:dLbls>
            <c:dLbl>
              <c:idx val="0"/>
              <c:layout>
                <c:manualLayout>
                  <c:x val="1.8749105481608703E-2"/>
                  <c:y val="-2.8990024937655859E-2"/>
                </c:manualLayout>
              </c:layout>
              <c:numFmt formatCode="0;&quot;-&quot;0" sourceLinked="0"/>
              <c:spPr>
                <a:noFill/>
                <a:ln>
                  <a:noFill/>
                </a:ln>
              </c:spPr>
              <c:txPr>
                <a:bodyPr wrap="none"/>
                <a:lstStyle/>
                <a:p>
                  <a:pPr>
                    <a:defRPr sz="12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9-AD31-4828-A06C-AFE28B4D7B3A}"/>
                </c:ext>
              </c:extLst>
            </c:dLbl>
            <c:dLbl>
              <c:idx val="1"/>
              <c:layout>
                <c:manualLayout>
                  <c:x val="0"/>
                  <c:y val="-2.8990024937655859E-2"/>
                </c:manualLayout>
              </c:layout>
              <c:numFmt formatCode="0;&quot;-&quot;0" sourceLinked="0"/>
              <c:spPr>
                <a:noFill/>
                <a:ln>
                  <a:noFill/>
                </a:ln>
              </c:spPr>
              <c:txPr>
                <a:bodyPr wrap="none"/>
                <a:lstStyle/>
                <a:p>
                  <a:pPr>
                    <a:defRPr sz="12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A-AD31-4828-A06C-AFE28B4D7B3A}"/>
                </c:ext>
              </c:extLst>
            </c:dLbl>
            <c:dLbl>
              <c:idx val="2"/>
              <c:layout>
                <c:manualLayout>
                  <c:x val="0"/>
                  <c:y val="-2.8990024937655859E-2"/>
                </c:manualLayout>
              </c:layout>
              <c:numFmt formatCode="0;&quot;-&quot;0" sourceLinked="0"/>
              <c:spPr>
                <a:noFill/>
                <a:ln>
                  <a:noFill/>
                </a:ln>
              </c:spPr>
              <c:txPr>
                <a:bodyPr wrap="none"/>
                <a:lstStyle/>
                <a:p>
                  <a:pPr>
                    <a:defRPr sz="12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B-AD31-4828-A06C-AFE28B4D7B3A}"/>
                </c:ext>
              </c:extLst>
            </c:dLbl>
            <c:dLbl>
              <c:idx val="3"/>
              <c:layout>
                <c:manualLayout>
                  <c:x val="0"/>
                  <c:y val="-2.8990024937655859E-2"/>
                </c:manualLayout>
              </c:layout>
              <c:numFmt formatCode="0;&quot;-&quot;0" sourceLinked="0"/>
              <c:spPr>
                <a:noFill/>
                <a:ln>
                  <a:noFill/>
                </a:ln>
              </c:spPr>
              <c:txPr>
                <a:bodyPr wrap="none"/>
                <a:lstStyle/>
                <a:p>
                  <a:pPr>
                    <a:defRPr sz="12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C-AD31-4828-A06C-AFE28B4D7B3A}"/>
                </c:ext>
              </c:extLst>
            </c:dLbl>
            <c:dLbl>
              <c:idx val="5"/>
              <c:layout>
                <c:manualLayout>
                  <c:x val="0"/>
                  <c:y val="-2.8990024937655859E-2"/>
                </c:manualLayout>
              </c:layout>
              <c:numFmt formatCode="0;&quot;-&quot;0" sourceLinked="0"/>
              <c:spPr>
                <a:noFill/>
                <a:ln>
                  <a:noFill/>
                </a:ln>
              </c:spPr>
              <c:txPr>
                <a:bodyPr wrap="none"/>
                <a:lstStyle/>
                <a:p>
                  <a:pPr>
                    <a:defRPr sz="12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D-AD31-4828-A06C-AFE28B4D7B3A}"/>
                </c:ext>
              </c:extLst>
            </c:dLbl>
            <c:dLbl>
              <c:idx val="6"/>
              <c:layout>
                <c:manualLayout>
                  <c:x val="0"/>
                  <c:y val="-2.8990024937655859E-2"/>
                </c:manualLayout>
              </c:layout>
              <c:numFmt formatCode="0;&quot;-&quot;0" sourceLinked="0"/>
              <c:spPr>
                <a:noFill/>
                <a:ln>
                  <a:noFill/>
                </a:ln>
              </c:spPr>
              <c:txPr>
                <a:bodyPr wrap="none"/>
                <a:lstStyle/>
                <a:p>
                  <a:pPr>
                    <a:defRPr sz="12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E-AD31-4828-A06C-AFE28B4D7B3A}"/>
                </c:ext>
              </c:extLst>
            </c:dLbl>
            <c:dLbl>
              <c:idx val="7"/>
              <c:layout>
                <c:manualLayout>
                  <c:x val="0"/>
                  <c:y val="-2.8990024937655859E-2"/>
                </c:manualLayout>
              </c:layout>
              <c:numFmt formatCode="0;&quot;-&quot;0" sourceLinked="0"/>
              <c:spPr>
                <a:noFill/>
                <a:ln>
                  <a:noFill/>
                </a:ln>
              </c:spPr>
              <c:txPr>
                <a:bodyPr wrap="none"/>
                <a:lstStyle/>
                <a:p>
                  <a:pPr>
                    <a:defRPr sz="12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F-AD31-4828-A06C-AFE28B4D7B3A}"/>
                </c:ext>
              </c:extLst>
            </c:dLbl>
            <c:dLbl>
              <c:idx val="8"/>
              <c:layout>
                <c:manualLayout>
                  <c:x val="0"/>
                  <c:y val="-2.8990024937655859E-2"/>
                </c:manualLayout>
              </c:layout>
              <c:numFmt formatCode="0;&quot;-&quot;0" sourceLinked="0"/>
              <c:spPr>
                <a:noFill/>
                <a:ln>
                  <a:noFill/>
                </a:ln>
              </c:spPr>
              <c:txPr>
                <a:bodyPr wrap="none"/>
                <a:lstStyle/>
                <a:p>
                  <a:pPr>
                    <a:defRPr sz="12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0-AD31-4828-A06C-AFE28B4D7B3A}"/>
                </c:ext>
              </c:extLst>
            </c:dLbl>
            <c:dLbl>
              <c:idx val="9"/>
              <c:layout>
                <c:manualLayout>
                  <c:x val="0"/>
                  <c:y val="2.8990024937655859E-2"/>
                </c:manualLayout>
              </c:layout>
              <c:numFmt formatCode="0;&quot;-&quot;0" sourceLinked="0"/>
              <c:spPr>
                <a:noFill/>
                <a:ln>
                  <a:noFill/>
                </a:ln>
              </c:spPr>
              <c:txPr>
                <a:bodyPr wrap="none"/>
                <a:lstStyle/>
                <a:p>
                  <a:pPr>
                    <a:defRPr sz="12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1-AD31-4828-A06C-AFE28B4D7B3A}"/>
                </c:ext>
              </c:extLst>
            </c:dLbl>
            <c:dLbl>
              <c:idx val="10"/>
              <c:layout>
                <c:manualLayout>
                  <c:x val="0"/>
                  <c:y val="2.8990024937655859E-2"/>
                </c:manualLayout>
              </c:layout>
              <c:numFmt formatCode="0;&quot;-&quot;0" sourceLinked="0"/>
              <c:spPr>
                <a:noFill/>
                <a:ln>
                  <a:noFill/>
                </a:ln>
              </c:spPr>
              <c:txPr>
                <a:bodyPr wrap="none"/>
                <a:lstStyle/>
                <a:p>
                  <a:pPr>
                    <a:defRPr sz="12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2-AD31-4828-A06C-AFE28B4D7B3A}"/>
                </c:ext>
              </c:extLst>
            </c:dLbl>
            <c:dLbl>
              <c:idx val="11"/>
              <c:layout>
                <c:manualLayout>
                  <c:x val="-9.0167453842851016E-3"/>
                  <c:y val="-2.8990024937655859E-2"/>
                </c:manualLayout>
              </c:layout>
              <c:numFmt formatCode="0;&quot;-&quot;0" sourceLinked="0"/>
              <c:spPr>
                <a:noFill/>
                <a:ln>
                  <a:noFill/>
                </a:ln>
              </c:spPr>
              <c:txPr>
                <a:bodyPr wrap="none"/>
                <a:lstStyle/>
                <a:p>
                  <a:pPr>
                    <a:defRPr sz="12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3-AD31-4828-A06C-AFE28B4D7B3A}"/>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Sheet1!$A$3:$L$3</c:f>
              <c:numCache>
                <c:formatCode>General</c:formatCode>
                <c:ptCount val="12"/>
                <c:pt idx="0">
                  <c:v>240.28188523333336</c:v>
                </c:pt>
                <c:pt idx="1">
                  <c:v>204.35279966666673</c:v>
                </c:pt>
                <c:pt idx="2">
                  <c:v>193.99697933333334</c:v>
                </c:pt>
                <c:pt idx="3">
                  <c:v>206.99509360000002</c:v>
                </c:pt>
                <c:pt idx="4">
                  <c:v>233.74656449999992</c:v>
                </c:pt>
                <c:pt idx="5">
                  <c:v>279.47680366666657</c:v>
                </c:pt>
                <c:pt idx="6">
                  <c:v>307.39957283333331</c:v>
                </c:pt>
                <c:pt idx="7">
                  <c:v>338.85782679166664</c:v>
                </c:pt>
                <c:pt idx="8">
                  <c:v>356.41809106666665</c:v>
                </c:pt>
                <c:pt idx="9">
                  <c:v>386.16637770833341</c:v>
                </c:pt>
                <c:pt idx="10">
                  <c:v>392.7769652500001</c:v>
                </c:pt>
                <c:pt idx="11">
                  <c:v>378.1931462083333</c:v>
                </c:pt>
              </c:numCache>
            </c:numRef>
          </c:val>
          <c:smooth val="0"/>
          <c:extLst>
            <c:ext xmlns:c16="http://schemas.microsoft.com/office/drawing/2014/chart" uri="{C3380CC4-5D6E-409C-BE32-E72D297353CC}">
              <c16:uniqueId val="{00000024-AD31-4828-A06C-AFE28B4D7B3A}"/>
            </c:ext>
          </c:extLst>
        </c:ser>
        <c:ser>
          <c:idx val="3"/>
          <c:order val="3"/>
          <c:spPr>
            <a:ln w="19050" cmpd="sng" algn="ctr">
              <a:solidFill>
                <a:srgbClr val="FFCD00"/>
              </a:solidFill>
              <a:prstDash val="solid"/>
            </a:ln>
          </c:spPr>
          <c:marker>
            <c:symbol val="none"/>
          </c:marker>
          <c:dLbls>
            <c:dLbl>
              <c:idx val="0"/>
              <c:layout>
                <c:manualLayout>
                  <c:x val="2.9483326177186204E-2"/>
                  <c:y val="-5.8291770573566083E-2"/>
                </c:manualLayout>
              </c:layout>
              <c:numFmt formatCode="0;&quot;-&quot;0" sourceLinked="0"/>
              <c:spPr>
                <a:noFill/>
                <a:ln>
                  <a:noFill/>
                </a:ln>
              </c:spPr>
              <c:txPr>
                <a:bodyPr wrap="none"/>
                <a:lstStyle/>
                <a:p>
                  <a:pPr>
                    <a:defRPr sz="12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5-AD31-4828-A06C-AFE28B4D7B3A}"/>
                </c:ext>
              </c:extLst>
            </c:dLbl>
            <c:dLbl>
              <c:idx val="3"/>
              <c:layout>
                <c:manualLayout>
                  <c:x val="0"/>
                  <c:y val="-2.8990024937655859E-2"/>
                </c:manualLayout>
              </c:layout>
              <c:numFmt formatCode="0;&quot;-&quot;0" sourceLinked="0"/>
              <c:spPr>
                <a:noFill/>
                <a:ln>
                  <a:noFill/>
                </a:ln>
              </c:spPr>
              <c:txPr>
                <a:bodyPr wrap="none"/>
                <a:lstStyle/>
                <a:p>
                  <a:pPr>
                    <a:defRPr sz="12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6-AD31-4828-A06C-AFE28B4D7B3A}"/>
                </c:ext>
              </c:extLst>
            </c:dLbl>
            <c:dLbl>
              <c:idx val="7"/>
              <c:layout>
                <c:manualLayout>
                  <c:x val="0"/>
                  <c:y val="-2.8990024937655859E-2"/>
                </c:manualLayout>
              </c:layout>
              <c:numFmt formatCode="0;&quot;-&quot;0" sourceLinked="0"/>
              <c:spPr>
                <a:noFill/>
                <a:ln>
                  <a:noFill/>
                </a:ln>
              </c:spPr>
              <c:txPr>
                <a:bodyPr wrap="none"/>
                <a:lstStyle/>
                <a:p>
                  <a:pPr>
                    <a:defRPr sz="12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7-AD31-4828-A06C-AFE28B4D7B3A}"/>
                </c:ext>
              </c:extLst>
            </c:dLbl>
            <c:dLbl>
              <c:idx val="9"/>
              <c:layout>
                <c:manualLayout>
                  <c:x val="0"/>
                  <c:y val="-2.8990024937655859E-2"/>
                </c:manualLayout>
              </c:layout>
              <c:numFmt formatCode="0;&quot;-&quot;0" sourceLinked="0"/>
              <c:spPr>
                <a:noFill/>
                <a:ln>
                  <a:noFill/>
                </a:ln>
              </c:spPr>
              <c:txPr>
                <a:bodyPr wrap="none"/>
                <a:lstStyle/>
                <a:p>
                  <a:pPr>
                    <a:defRPr sz="12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8-AD31-4828-A06C-AFE28B4D7B3A}"/>
                </c:ext>
              </c:extLst>
            </c:dLbl>
            <c:dLbl>
              <c:idx val="10"/>
              <c:layout>
                <c:manualLayout>
                  <c:x val="0"/>
                  <c:y val="-2.8990024937655859E-2"/>
                </c:manualLayout>
              </c:layout>
              <c:numFmt formatCode="0;&quot;-&quot;0" sourceLinked="0"/>
              <c:spPr>
                <a:noFill/>
                <a:ln>
                  <a:noFill/>
                </a:ln>
              </c:spPr>
              <c:txPr>
                <a:bodyPr wrap="none"/>
                <a:lstStyle/>
                <a:p>
                  <a:pPr>
                    <a:defRPr sz="12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9-AD31-4828-A06C-AFE28B4D7B3A}"/>
                </c:ext>
              </c:extLst>
            </c:dLbl>
            <c:dLbl>
              <c:idx val="11"/>
              <c:layout>
                <c:manualLayout>
                  <c:x val="-1.0734220695577501E-2"/>
                  <c:y val="-5.5174563591022442E-2"/>
                </c:manualLayout>
              </c:layout>
              <c:numFmt formatCode="0;&quot;-&quot;0" sourceLinked="0"/>
              <c:spPr>
                <a:noFill/>
                <a:ln>
                  <a:noFill/>
                </a:ln>
              </c:spPr>
              <c:txPr>
                <a:bodyPr wrap="none"/>
                <a:lstStyle/>
                <a:p>
                  <a:pPr>
                    <a:defRPr sz="12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A-AD31-4828-A06C-AFE28B4D7B3A}"/>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Sheet1!$A$4:$L$4</c:f>
              <c:numCache>
                <c:formatCode>General</c:formatCode>
                <c:ptCount val="12"/>
                <c:pt idx="0">
                  <c:v>137.45948645161292</c:v>
                </c:pt>
                <c:pt idx="1">
                  <c:v>98.538522258064518</c:v>
                </c:pt>
                <c:pt idx="2">
                  <c:v>96.82977709677418</c:v>
                </c:pt>
                <c:pt idx="3">
                  <c:v>95.925535161290298</c:v>
                </c:pt>
                <c:pt idx="4">
                  <c:v>120.28127677419356</c:v>
                </c:pt>
                <c:pt idx="5">
                  <c:v>161.5737241935484</c:v>
                </c:pt>
                <c:pt idx="6">
                  <c:v>211.43891624193549</c:v>
                </c:pt>
                <c:pt idx="7">
                  <c:v>238.70737322580644</c:v>
                </c:pt>
                <c:pt idx="8">
                  <c:v>259.48148170967744</c:v>
                </c:pt>
                <c:pt idx="9">
                  <c:v>303.59522538709672</c:v>
                </c:pt>
                <c:pt idx="10">
                  <c:v>297.79183167741928</c:v>
                </c:pt>
                <c:pt idx="11">
                  <c:v>284.79042891935489</c:v>
                </c:pt>
              </c:numCache>
            </c:numRef>
          </c:val>
          <c:smooth val="0"/>
          <c:extLst>
            <c:ext xmlns:c16="http://schemas.microsoft.com/office/drawing/2014/chart" uri="{C3380CC4-5D6E-409C-BE32-E72D297353CC}">
              <c16:uniqueId val="{0000002B-AD31-4828-A06C-AFE28B4D7B3A}"/>
            </c:ext>
          </c:extLst>
        </c:ser>
        <c:ser>
          <c:idx val="4"/>
          <c:order val="4"/>
          <c:spPr>
            <a:ln w="19050" cmpd="sng" algn="ctr">
              <a:solidFill>
                <a:srgbClr val="DA291C"/>
              </a:solidFill>
              <a:prstDash val="solid"/>
            </a:ln>
          </c:spPr>
          <c:marker>
            <c:symbol val="none"/>
          </c:marker>
          <c:dLbls>
            <c:dLbl>
              <c:idx val="1"/>
              <c:layout>
                <c:manualLayout>
                  <c:x val="-3.3061399742378705E-2"/>
                  <c:y val="8.1047381546134663E-3"/>
                </c:manualLayout>
              </c:layout>
              <c:numFmt formatCode="0;&quot;-&quot;0" sourceLinked="0"/>
              <c:spPr>
                <a:noFill/>
                <a:ln>
                  <a:noFill/>
                </a:ln>
              </c:spPr>
              <c:txPr>
                <a:bodyPr wrap="none"/>
                <a:lstStyle/>
                <a:p>
                  <a:pPr>
                    <a:defRPr sz="12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C-AD31-4828-A06C-AFE28B4D7B3A}"/>
                </c:ext>
              </c:extLst>
            </c:dLbl>
            <c:dLbl>
              <c:idx val="4"/>
              <c:layout>
                <c:manualLayout>
                  <c:x val="0"/>
                  <c:y val="-2.8990024937655859E-2"/>
                </c:manualLayout>
              </c:layout>
              <c:numFmt formatCode="0;&quot;-&quot;0" sourceLinked="0"/>
              <c:spPr>
                <a:noFill/>
                <a:ln>
                  <a:noFill/>
                </a:ln>
              </c:spPr>
              <c:txPr>
                <a:bodyPr wrap="none"/>
                <a:lstStyle/>
                <a:p>
                  <a:pPr>
                    <a:defRPr sz="12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D-AD31-4828-A06C-AFE28B4D7B3A}"/>
                </c:ext>
              </c:extLst>
            </c:dLbl>
            <c:dLbl>
              <c:idx val="5"/>
              <c:layout>
                <c:manualLayout>
                  <c:x val="0"/>
                  <c:y val="-2.8990024937655859E-2"/>
                </c:manualLayout>
              </c:layout>
              <c:numFmt formatCode="0;&quot;-&quot;0" sourceLinked="0"/>
              <c:spPr>
                <a:noFill/>
                <a:ln>
                  <a:noFill/>
                </a:ln>
              </c:spPr>
              <c:txPr>
                <a:bodyPr wrap="none"/>
                <a:lstStyle/>
                <a:p>
                  <a:pPr>
                    <a:defRPr sz="12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E-AD31-4828-A06C-AFE28B4D7B3A}"/>
                </c:ext>
              </c:extLst>
            </c:dLbl>
            <c:dLbl>
              <c:idx val="6"/>
              <c:layout>
                <c:manualLayout>
                  <c:x val="0"/>
                  <c:y val="-2.8990024937655859E-2"/>
                </c:manualLayout>
              </c:layout>
              <c:numFmt formatCode="0;&quot;-&quot;0" sourceLinked="0"/>
              <c:spPr>
                <a:noFill/>
                <a:ln>
                  <a:noFill/>
                </a:ln>
              </c:spPr>
              <c:txPr>
                <a:bodyPr wrap="none"/>
                <a:lstStyle/>
                <a:p>
                  <a:pPr>
                    <a:defRPr sz="12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F-AD31-4828-A06C-AFE28B4D7B3A}"/>
                </c:ext>
              </c:extLst>
            </c:dLbl>
            <c:dLbl>
              <c:idx val="7"/>
              <c:layout>
                <c:manualLayout>
                  <c:x val="0"/>
                  <c:y val="-2.8990024937655859E-2"/>
                </c:manualLayout>
              </c:layout>
              <c:numFmt formatCode="0;&quot;-&quot;0" sourceLinked="0"/>
              <c:spPr>
                <a:noFill/>
                <a:ln>
                  <a:noFill/>
                </a:ln>
              </c:spPr>
              <c:txPr>
                <a:bodyPr wrap="none"/>
                <a:lstStyle/>
                <a:p>
                  <a:pPr>
                    <a:defRPr sz="12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30-AD31-4828-A06C-AFE28B4D7B3A}"/>
                </c:ext>
              </c:extLst>
            </c:dLbl>
            <c:dLbl>
              <c:idx val="9"/>
              <c:layout>
                <c:manualLayout>
                  <c:x val="1.1449835408616001E-3"/>
                  <c:y val="4.4576059850374064E-2"/>
                </c:manualLayout>
              </c:layout>
              <c:numFmt formatCode="0;&quot;-&quot;0" sourceLinked="0"/>
              <c:spPr>
                <a:noFill/>
                <a:ln>
                  <a:noFill/>
                </a:ln>
              </c:spPr>
              <c:txPr>
                <a:bodyPr wrap="none"/>
                <a:lstStyle/>
                <a:p>
                  <a:pPr>
                    <a:defRPr sz="12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31-AD31-4828-A06C-AFE28B4D7B3A}"/>
                </c:ext>
              </c:extLst>
            </c:dLbl>
            <c:dLbl>
              <c:idx val="10"/>
              <c:layout>
                <c:manualLayout>
                  <c:x val="2.5189637898955203E-2"/>
                  <c:y val="-1.9014962593516208E-2"/>
                </c:manualLayout>
              </c:layout>
              <c:numFmt formatCode="0;&quot;-&quot;0" sourceLinked="0"/>
              <c:spPr>
                <a:noFill/>
                <a:ln>
                  <a:noFill/>
                </a:ln>
              </c:spPr>
              <c:txPr>
                <a:bodyPr wrap="none"/>
                <a:lstStyle/>
                <a:p>
                  <a:pPr>
                    <a:defRPr sz="12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32-AD31-4828-A06C-AFE28B4D7B3A}"/>
                </c:ext>
              </c:extLst>
            </c:dLbl>
            <c:dLbl>
              <c:idx val="11"/>
              <c:layout>
                <c:manualLayout>
                  <c:x val="-9.0167453842851016E-3"/>
                  <c:y val="-2.8990024937655859E-2"/>
                </c:manualLayout>
              </c:layout>
              <c:numFmt formatCode="0;&quot;-&quot;0" sourceLinked="0"/>
              <c:spPr>
                <a:noFill/>
                <a:ln>
                  <a:noFill/>
                </a:ln>
              </c:spPr>
              <c:txPr>
                <a:bodyPr wrap="none"/>
                <a:lstStyle/>
                <a:p>
                  <a:pPr>
                    <a:defRPr sz="12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33-AD31-4828-A06C-AFE28B4D7B3A}"/>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Sheet1!$A$5:$L$5</c:f>
              <c:numCache>
                <c:formatCode>General</c:formatCode>
                <c:ptCount val="12"/>
                <c:pt idx="0">
                  <c:v>109.17920404032252</c:v>
                </c:pt>
                <c:pt idx="1">
                  <c:v>82.46474912096771</c:v>
                </c:pt>
                <c:pt idx="2">
                  <c:v>95.408778080645106</c:v>
                </c:pt>
                <c:pt idx="3">
                  <c:v>90.817704306451603</c:v>
                </c:pt>
                <c:pt idx="4">
                  <c:v>86.707785483870936</c:v>
                </c:pt>
                <c:pt idx="5">
                  <c:v>115.5869794193548</c:v>
                </c:pt>
                <c:pt idx="6">
                  <c:v>136.0078937096774</c:v>
                </c:pt>
                <c:pt idx="7">
                  <c:v>159.19769612903224</c:v>
                </c:pt>
                <c:pt idx="8">
                  <c:v>199.4882283870968</c:v>
                </c:pt>
                <c:pt idx="9">
                  <c:v>255.14628208064522</c:v>
                </c:pt>
                <c:pt idx="10">
                  <c:v>243.26580251612904</c:v>
                </c:pt>
                <c:pt idx="11">
                  <c:v>228.82457518548392</c:v>
                </c:pt>
              </c:numCache>
            </c:numRef>
          </c:val>
          <c:smooth val="0"/>
          <c:extLst>
            <c:ext xmlns:c16="http://schemas.microsoft.com/office/drawing/2014/chart" uri="{C3380CC4-5D6E-409C-BE32-E72D297353CC}">
              <c16:uniqueId val="{00000034-AD31-4828-A06C-AFE28B4D7B3A}"/>
            </c:ext>
          </c:extLst>
        </c:ser>
        <c:dLbls>
          <c:showLegendKey val="0"/>
          <c:showVal val="0"/>
          <c:showCatName val="0"/>
          <c:showSerName val="0"/>
          <c:showPercent val="0"/>
          <c:showBubbleSize val="0"/>
        </c:dLbls>
        <c:smooth val="0"/>
        <c:axId val="677094319"/>
        <c:axId val="1"/>
      </c:lineChart>
      <c:catAx>
        <c:axId val="677094319"/>
        <c:scaling>
          <c:orientation val="minMax"/>
        </c:scaling>
        <c:delete val="0"/>
        <c:axPos val="b"/>
        <c:majorGridlines>
          <c:spPr>
            <a:ln>
              <a:noFill/>
            </a:ln>
          </c:spPr>
        </c:majorGridlines>
        <c:majorTickMark val="out"/>
        <c:minorTickMark val="none"/>
        <c:tickLblPos val="none"/>
        <c:spPr>
          <a:ln w="9525" cmpd="sng" algn="ctr">
            <a:solidFill>
              <a:schemeClr val="tx1"/>
            </a:solidFill>
            <a:prstDash val="solid"/>
          </a:ln>
        </c:spPr>
        <c:txPr>
          <a:bodyPr wrap="none"/>
          <a:lstStyle/>
          <a:p>
            <a:pPr>
              <a:defRPr sz="1200" kern="1200">
                <a:latin typeface="+mn-lt"/>
                <a:ea typeface="+mn-ea"/>
                <a:cs typeface="+mn-cs"/>
              </a:defRPr>
            </a:pPr>
            <a:endParaRPr lang="en-US"/>
          </a:p>
        </c:txPr>
        <c:crossAx val="1"/>
        <c:crosses val="min"/>
        <c:auto val="0"/>
        <c:lblAlgn val="ctr"/>
        <c:lblOffset val="100"/>
        <c:noMultiLvlLbl val="0"/>
      </c:catAx>
      <c:valAx>
        <c:axId val="1"/>
        <c:scaling>
          <c:orientation val="minMax"/>
          <c:max val="400"/>
          <c:min val="0"/>
        </c:scaling>
        <c:delete val="0"/>
        <c:axPos val="l"/>
        <c:majorGridlines>
          <c:spPr>
            <a:ln>
              <a:noFill/>
            </a:ln>
          </c:spPr>
        </c:majorGridlines>
        <c:numFmt formatCode="0;&quot;-&quot;0" sourceLinked="0"/>
        <c:majorTickMark val="out"/>
        <c:minorTickMark val="none"/>
        <c:tickLblPos val="nextTo"/>
        <c:spPr>
          <a:ln w="9525" cmpd="sng" algn="ctr">
            <a:solidFill>
              <a:schemeClr val="tx1"/>
            </a:solidFill>
            <a:prstDash val="solid"/>
          </a:ln>
        </c:spPr>
        <c:txPr>
          <a:bodyPr wrap="none"/>
          <a:lstStyle/>
          <a:p>
            <a:pPr>
              <a:defRPr sz="1200" kern="1200">
                <a:solidFill>
                  <a:schemeClr val="tx1"/>
                </a:solidFill>
                <a:latin typeface="+mn-lt"/>
                <a:ea typeface="+mn-ea"/>
                <a:cs typeface="+mn-cs"/>
              </a:defRPr>
            </a:pPr>
            <a:endParaRPr lang="en-US"/>
          </a:p>
        </c:txPr>
        <c:crossAx val="677094319"/>
        <c:crosses val="min"/>
        <c:crossBetween val="midCat"/>
        <c:majorUnit val="50"/>
      </c:valAx>
      <c:spPr>
        <a:noFill/>
        <a:ln w="9525" cmpd="sng" algn="ctr">
          <a:solidFill>
            <a:schemeClr val="tx1"/>
          </a:solidFill>
          <a:prstDash val="solid"/>
        </a:ln>
      </c:spPr>
    </c:plotArea>
    <c:plotVisOnly val="0"/>
    <c:dispBlanksAs val="gap"/>
    <c:showDLblsOverMax val="1"/>
  </c:chart>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5.0236152855302703E-2"/>
          <c:y val="3.5860333438188112E-2"/>
          <c:w val="0.94232145412909685"/>
          <c:h val="0.92796476879521861"/>
        </c:manualLayout>
      </c:layout>
      <c:lineChart>
        <c:grouping val="standard"/>
        <c:varyColors val="0"/>
        <c:ser>
          <c:idx val="0"/>
          <c:order val="0"/>
          <c:spPr>
            <a:ln w="19050" cmpd="sng" algn="ctr">
              <a:solidFill>
                <a:schemeClr val="accent1"/>
              </a:solidFill>
              <a:prstDash val="solid"/>
            </a:ln>
          </c:spPr>
          <c:marker>
            <c:symbol val="none"/>
          </c:marker>
          <c:val>
            <c:numRef>
              <c:f>Sheet1!$A$1:$L$1</c:f>
              <c:numCache>
                <c:formatCode>General</c:formatCode>
                <c:ptCount val="12"/>
                <c:pt idx="0">
                  <c:v>14.408999999999999</c:v>
                </c:pt>
                <c:pt idx="1">
                  <c:v>0</c:v>
                </c:pt>
                <c:pt idx="2">
                  <c:v>42.026250000000005</c:v>
                </c:pt>
                <c:pt idx="3">
                  <c:v>61.238250000000001</c:v>
                </c:pt>
                <c:pt idx="4">
                  <c:v>44.427750000000003</c:v>
                </c:pt>
                <c:pt idx="5">
                  <c:v>87.654750000000007</c:v>
                </c:pt>
                <c:pt idx="6">
                  <c:v>133.28325000000001</c:v>
                </c:pt>
                <c:pt idx="7">
                  <c:v>84.052500000000009</c:v>
                </c:pt>
                <c:pt idx="8">
                  <c:v>70.844250000000002</c:v>
                </c:pt>
                <c:pt idx="9">
                  <c:v>124.87800000000001</c:v>
                </c:pt>
                <c:pt idx="10">
                  <c:v>158.49900000000002</c:v>
                </c:pt>
                <c:pt idx="11">
                  <c:v>118.87424999999999</c:v>
                </c:pt>
              </c:numCache>
            </c:numRef>
          </c:val>
          <c:smooth val="0"/>
          <c:extLst>
            <c:ext xmlns:c16="http://schemas.microsoft.com/office/drawing/2014/chart" uri="{C3380CC4-5D6E-409C-BE32-E72D297353CC}">
              <c16:uniqueId val="{00000000-6149-44A1-8817-8791133BFCA4}"/>
            </c:ext>
          </c:extLst>
        </c:ser>
        <c:ser>
          <c:idx val="1"/>
          <c:order val="1"/>
          <c:spPr>
            <a:ln w="19050" cmpd="sng" algn="ctr">
              <a:solidFill>
                <a:schemeClr val="accent2"/>
              </a:solidFill>
              <a:prstDash val="solid"/>
            </a:ln>
          </c:spPr>
          <c:marker>
            <c:symbol val="none"/>
          </c:marker>
          <c:val>
            <c:numRef>
              <c:f>Sheet1!$A$2:$L$2</c:f>
              <c:numCache>
                <c:formatCode>General</c:formatCode>
                <c:ptCount val="12"/>
                <c:pt idx="0">
                  <c:v>0</c:v>
                </c:pt>
                <c:pt idx="1">
                  <c:v>0</c:v>
                </c:pt>
                <c:pt idx="2">
                  <c:v>0</c:v>
                </c:pt>
                <c:pt idx="3">
                  <c:v>0</c:v>
                </c:pt>
                <c:pt idx="4">
                  <c:v>0</c:v>
                </c:pt>
                <c:pt idx="5">
                  <c:v>0</c:v>
                </c:pt>
                <c:pt idx="6">
                  <c:v>0</c:v>
                </c:pt>
                <c:pt idx="7">
                  <c:v>0</c:v>
                </c:pt>
                <c:pt idx="8">
                  <c:v>0</c:v>
                </c:pt>
                <c:pt idx="9">
                  <c:v>0</c:v>
                </c:pt>
                <c:pt idx="10">
                  <c:v>0</c:v>
                </c:pt>
                <c:pt idx="11">
                  <c:v>0</c:v>
                </c:pt>
              </c:numCache>
            </c:numRef>
          </c:val>
          <c:smooth val="0"/>
          <c:extLst>
            <c:ext xmlns:c16="http://schemas.microsoft.com/office/drawing/2014/chart" uri="{C3380CC4-5D6E-409C-BE32-E72D297353CC}">
              <c16:uniqueId val="{00000001-6149-44A1-8817-8791133BFCA4}"/>
            </c:ext>
          </c:extLst>
        </c:ser>
        <c:ser>
          <c:idx val="2"/>
          <c:order val="2"/>
          <c:spPr>
            <a:ln w="19050" cmpd="sng" algn="ctr">
              <a:solidFill>
                <a:schemeClr val="accent3"/>
              </a:solidFill>
              <a:prstDash val="solid"/>
            </a:ln>
          </c:spPr>
          <c:marker>
            <c:symbol val="none"/>
          </c:marker>
          <c:val>
            <c:numRef>
              <c:f>Sheet1!$A$3:$L$3</c:f>
              <c:numCache>
                <c:formatCode>General</c:formatCode>
                <c:ptCount val="12"/>
                <c:pt idx="0">
                  <c:v>0</c:v>
                </c:pt>
                <c:pt idx="1">
                  <c:v>0</c:v>
                </c:pt>
                <c:pt idx="2">
                  <c:v>0</c:v>
                </c:pt>
                <c:pt idx="3">
                  <c:v>0</c:v>
                </c:pt>
                <c:pt idx="4">
                  <c:v>0</c:v>
                </c:pt>
                <c:pt idx="5">
                  <c:v>0</c:v>
                </c:pt>
                <c:pt idx="6">
                  <c:v>0</c:v>
                </c:pt>
                <c:pt idx="7">
                  <c:v>0</c:v>
                </c:pt>
                <c:pt idx="8">
                  <c:v>0</c:v>
                </c:pt>
                <c:pt idx="9">
                  <c:v>21.597749999999998</c:v>
                </c:pt>
                <c:pt idx="10">
                  <c:v>71.992499999999993</c:v>
                </c:pt>
                <c:pt idx="11">
                  <c:v>21.597749999999998</c:v>
                </c:pt>
              </c:numCache>
            </c:numRef>
          </c:val>
          <c:smooth val="0"/>
          <c:extLst>
            <c:ext xmlns:c16="http://schemas.microsoft.com/office/drawing/2014/chart" uri="{C3380CC4-5D6E-409C-BE32-E72D297353CC}">
              <c16:uniqueId val="{00000002-6149-44A1-8817-8791133BFCA4}"/>
            </c:ext>
          </c:extLst>
        </c:ser>
        <c:ser>
          <c:idx val="3"/>
          <c:order val="3"/>
          <c:spPr>
            <a:ln w="19050" cmpd="sng" algn="ctr">
              <a:solidFill>
                <a:schemeClr val="accent4"/>
              </a:solidFill>
              <a:prstDash val="solid"/>
            </a:ln>
          </c:spPr>
          <c:marker>
            <c:symbol val="none"/>
          </c:marker>
          <c:val>
            <c:numRef>
              <c:f>Sheet1!$A$4:$L$4</c:f>
              <c:numCache>
                <c:formatCode>General</c:formatCode>
                <c:ptCount val="12"/>
                <c:pt idx="0">
                  <c:v>14.398499999999999</c:v>
                </c:pt>
                <c:pt idx="1">
                  <c:v>0</c:v>
                </c:pt>
                <c:pt idx="2">
                  <c:v>0</c:v>
                </c:pt>
                <c:pt idx="3">
                  <c:v>0</c:v>
                </c:pt>
                <c:pt idx="4">
                  <c:v>0</c:v>
                </c:pt>
                <c:pt idx="5">
                  <c:v>0</c:v>
                </c:pt>
                <c:pt idx="6">
                  <c:v>0</c:v>
                </c:pt>
                <c:pt idx="7">
                  <c:v>0</c:v>
                </c:pt>
                <c:pt idx="8">
                  <c:v>0</c:v>
                </c:pt>
                <c:pt idx="9">
                  <c:v>5.9993749999999997</c:v>
                </c:pt>
                <c:pt idx="10">
                  <c:v>64.79325</c:v>
                </c:pt>
                <c:pt idx="11">
                  <c:v>39.595874999999999</c:v>
                </c:pt>
              </c:numCache>
            </c:numRef>
          </c:val>
          <c:smooth val="0"/>
          <c:extLst>
            <c:ext xmlns:c16="http://schemas.microsoft.com/office/drawing/2014/chart" uri="{C3380CC4-5D6E-409C-BE32-E72D297353CC}">
              <c16:uniqueId val="{00000003-6149-44A1-8817-8791133BFCA4}"/>
            </c:ext>
          </c:extLst>
        </c:ser>
        <c:ser>
          <c:idx val="4"/>
          <c:order val="4"/>
          <c:spPr>
            <a:ln w="19050" cmpd="sng" algn="ctr">
              <a:solidFill>
                <a:schemeClr val="accent5"/>
              </a:solidFill>
              <a:prstDash val="solid"/>
            </a:ln>
          </c:spPr>
          <c:marker>
            <c:symbol val="none"/>
          </c:marker>
          <c:val>
            <c:numRef>
              <c:f>Sheet1!$A$5:$L$5</c:f>
              <c:numCache>
                <c:formatCode>General</c:formatCode>
                <c:ptCount val="12"/>
                <c:pt idx="0">
                  <c:v>0</c:v>
                </c:pt>
                <c:pt idx="1">
                  <c:v>0</c:v>
                </c:pt>
                <c:pt idx="2">
                  <c:v>0</c:v>
                </c:pt>
                <c:pt idx="3">
                  <c:v>0</c:v>
                </c:pt>
                <c:pt idx="4">
                  <c:v>0</c:v>
                </c:pt>
                <c:pt idx="5">
                  <c:v>0</c:v>
                </c:pt>
                <c:pt idx="6">
                  <c:v>0</c:v>
                </c:pt>
                <c:pt idx="7">
                  <c:v>0</c:v>
                </c:pt>
                <c:pt idx="8">
                  <c:v>0</c:v>
                </c:pt>
                <c:pt idx="9">
                  <c:v>0</c:v>
                </c:pt>
                <c:pt idx="10">
                  <c:v>39.595875000000007</c:v>
                </c:pt>
                <c:pt idx="11">
                  <c:v>15.598374999999999</c:v>
                </c:pt>
              </c:numCache>
            </c:numRef>
          </c:val>
          <c:smooth val="0"/>
          <c:extLst>
            <c:ext xmlns:c16="http://schemas.microsoft.com/office/drawing/2014/chart" uri="{C3380CC4-5D6E-409C-BE32-E72D297353CC}">
              <c16:uniqueId val="{00000004-6149-44A1-8817-8791133BFCA4}"/>
            </c:ext>
          </c:extLst>
        </c:ser>
        <c:ser>
          <c:idx val="5"/>
          <c:order val="5"/>
          <c:spPr>
            <a:ln w="19050" cmpd="sng" algn="ctr">
              <a:solidFill>
                <a:schemeClr val="accent6"/>
              </a:solidFill>
              <a:prstDash val="solid"/>
            </a:ln>
          </c:spPr>
          <c:marker>
            <c:symbol val="none"/>
          </c:marker>
          <c:val>
            <c:numRef>
              <c:f>Sheet1!$A$6:$L$6</c:f>
              <c:numCache>
                <c:formatCode>General</c:formatCode>
                <c:ptCount val="12"/>
                <c:pt idx="0">
                  <c:v>0</c:v>
                </c:pt>
                <c:pt idx="1">
                  <c:v>0</c:v>
                </c:pt>
                <c:pt idx="2">
                  <c:v>0</c:v>
                </c:pt>
                <c:pt idx="3">
                  <c:v>67.192999999999998</c:v>
                </c:pt>
                <c:pt idx="4">
                  <c:v>35.996249999999996</c:v>
                </c:pt>
                <c:pt idx="5">
                  <c:v>11.998750000000001</c:v>
                </c:pt>
                <c:pt idx="6">
                  <c:v>16.798249999999999</c:v>
                </c:pt>
                <c:pt idx="7">
                  <c:v>43.195499999999996</c:v>
                </c:pt>
                <c:pt idx="8">
                  <c:v>67.192999999999998</c:v>
                </c:pt>
                <c:pt idx="9">
                  <c:v>62.393499999999996</c:v>
                </c:pt>
                <c:pt idx="10">
                  <c:v>109.188625</c:v>
                </c:pt>
                <c:pt idx="11">
                  <c:v>142.78512499999999</c:v>
                </c:pt>
              </c:numCache>
            </c:numRef>
          </c:val>
          <c:smooth val="0"/>
          <c:extLst>
            <c:ext xmlns:c16="http://schemas.microsoft.com/office/drawing/2014/chart" uri="{C3380CC4-5D6E-409C-BE32-E72D297353CC}">
              <c16:uniqueId val="{00000005-6149-44A1-8817-8791133BFCA4}"/>
            </c:ext>
          </c:extLst>
        </c:ser>
        <c:ser>
          <c:idx val="6"/>
          <c:order val="6"/>
          <c:spPr>
            <a:ln w="28575" cmpd="sng" algn="ctr">
              <a:solidFill>
                <a:schemeClr val="accent1"/>
              </a:solidFill>
              <a:prstDash val="solid"/>
            </a:ln>
          </c:spPr>
          <c:marker>
            <c:symbol val="none"/>
          </c:marker>
          <c:val>
            <c:numRef>
              <c:f>Sheet1!$A$7:$L$7</c:f>
              <c:numCache>
                <c:formatCode>General</c:formatCode>
                <c:ptCount val="12"/>
                <c:pt idx="0">
                  <c:v>95.99</c:v>
                </c:pt>
                <c:pt idx="1">
                  <c:v>31.196750000000002</c:v>
                </c:pt>
                <c:pt idx="2">
                  <c:v>22.413664999999995</c:v>
                </c:pt>
                <c:pt idx="3">
                  <c:v>7.4872199999999998</c:v>
                </c:pt>
                <c:pt idx="4">
                  <c:v>7.4872199999999998</c:v>
                </c:pt>
                <c:pt idx="5">
                  <c:v>17.086220000000001</c:v>
                </c:pt>
                <c:pt idx="6">
                  <c:v>55.482219999999998</c:v>
                </c:pt>
                <c:pt idx="7">
                  <c:v>201.86697000000001</c:v>
                </c:pt>
                <c:pt idx="8">
                  <c:v>216.26547000000002</c:v>
                </c:pt>
                <c:pt idx="9">
                  <c:v>187.46847000000002</c:v>
                </c:pt>
                <c:pt idx="10">
                  <c:v>141.87322</c:v>
                </c:pt>
                <c:pt idx="11">
                  <c:v>189.86822000000001</c:v>
                </c:pt>
              </c:numCache>
            </c:numRef>
          </c:val>
          <c:smooth val="0"/>
          <c:extLst>
            <c:ext xmlns:c16="http://schemas.microsoft.com/office/drawing/2014/chart" uri="{C3380CC4-5D6E-409C-BE32-E72D297353CC}">
              <c16:uniqueId val="{00000006-6149-44A1-8817-8791133BFCA4}"/>
            </c:ext>
          </c:extLst>
        </c:ser>
        <c:ser>
          <c:idx val="7"/>
          <c:order val="7"/>
          <c:spPr>
            <a:ln w="28575" cmpd="sng" algn="ctr">
              <a:solidFill>
                <a:schemeClr val="accent2"/>
              </a:solidFill>
              <a:prstDash val="solid"/>
            </a:ln>
          </c:spPr>
          <c:marker>
            <c:symbol val="none"/>
          </c:marker>
          <c:val>
            <c:numRef>
              <c:f>Sheet1!$A$8:$L$8</c:f>
              <c:numCache>
                <c:formatCode>General</c:formatCode>
                <c:ptCount val="12"/>
                <c:pt idx="0">
                  <c:v>86.390999999999991</c:v>
                </c:pt>
                <c:pt idx="1">
                  <c:v>7.1992500000000001</c:v>
                </c:pt>
                <c:pt idx="2">
                  <c:v>5.6154149999999996</c:v>
                </c:pt>
                <c:pt idx="3">
                  <c:v>67.480969999999999</c:v>
                </c:pt>
                <c:pt idx="4">
                  <c:v>77.079970000000003</c:v>
                </c:pt>
                <c:pt idx="5">
                  <c:v>137.07372000000001</c:v>
                </c:pt>
                <c:pt idx="6">
                  <c:v>182.66897</c:v>
                </c:pt>
                <c:pt idx="7">
                  <c:v>257.06121999999999</c:v>
                </c:pt>
                <c:pt idx="8">
                  <c:v>329.05371999999994</c:v>
                </c:pt>
                <c:pt idx="9">
                  <c:v>338.65271999999993</c:v>
                </c:pt>
                <c:pt idx="10">
                  <c:v>295.45722000000001</c:v>
                </c:pt>
                <c:pt idx="11">
                  <c:v>329.05372</c:v>
                </c:pt>
              </c:numCache>
            </c:numRef>
          </c:val>
          <c:smooth val="0"/>
          <c:extLst>
            <c:ext xmlns:c16="http://schemas.microsoft.com/office/drawing/2014/chart" uri="{C3380CC4-5D6E-409C-BE32-E72D297353CC}">
              <c16:uniqueId val="{00000007-6149-44A1-8817-8791133BFCA4}"/>
            </c:ext>
          </c:extLst>
        </c:ser>
        <c:ser>
          <c:idx val="8"/>
          <c:order val="8"/>
          <c:spPr>
            <a:ln w="28575" cmpd="sng" algn="ctr">
              <a:solidFill>
                <a:schemeClr val="accent3"/>
              </a:solidFill>
              <a:prstDash val="solid"/>
            </a:ln>
          </c:spPr>
          <c:marker>
            <c:symbol val="none"/>
          </c:marker>
          <c:val>
            <c:numRef>
              <c:f>Sheet1!$A$9:$L$9</c:f>
              <c:numCache>
                <c:formatCode>General</c:formatCode>
                <c:ptCount val="12"/>
                <c:pt idx="0">
                  <c:v>70.612643750000004</c:v>
                </c:pt>
                <c:pt idx="1">
                  <c:v>28.797000000000004</c:v>
                </c:pt>
                <c:pt idx="2">
                  <c:v>7.4872199999999998</c:v>
                </c:pt>
                <c:pt idx="3">
                  <c:v>21.885719999999999</c:v>
                </c:pt>
                <c:pt idx="4">
                  <c:v>26.685219999999997</c:v>
                </c:pt>
                <c:pt idx="5">
                  <c:v>7.4872199999999998</c:v>
                </c:pt>
                <c:pt idx="6">
                  <c:v>7.4872199999999998</c:v>
                </c:pt>
                <c:pt idx="7">
                  <c:v>7.4872199999999998</c:v>
                </c:pt>
                <c:pt idx="8">
                  <c:v>45.883219999999994</c:v>
                </c:pt>
                <c:pt idx="9">
                  <c:v>86.678969999999993</c:v>
                </c:pt>
                <c:pt idx="10">
                  <c:v>129.87447</c:v>
                </c:pt>
                <c:pt idx="11">
                  <c:v>173.06997000000001</c:v>
                </c:pt>
              </c:numCache>
            </c:numRef>
          </c:val>
          <c:smooth val="0"/>
          <c:extLst>
            <c:ext xmlns:c16="http://schemas.microsoft.com/office/drawing/2014/chart" uri="{C3380CC4-5D6E-409C-BE32-E72D297353CC}">
              <c16:uniqueId val="{00000008-6149-44A1-8817-8791133BFCA4}"/>
            </c:ext>
          </c:extLst>
        </c:ser>
        <c:ser>
          <c:idx val="9"/>
          <c:order val="9"/>
          <c:spPr>
            <a:ln w="28575" cmpd="sng" algn="ctr">
              <a:solidFill>
                <a:schemeClr val="accent4"/>
              </a:solidFill>
              <a:prstDash val="solid"/>
            </a:ln>
          </c:spPr>
          <c:marker>
            <c:symbol val="none"/>
          </c:marker>
          <c:val>
            <c:numRef>
              <c:f>Sheet1!$A$10:$L$10</c:f>
              <c:numCache>
                <c:formatCode>General</c:formatCode>
                <c:ptCount val="12"/>
                <c:pt idx="0">
                  <c:v>24.017499999999998</c:v>
                </c:pt>
                <c:pt idx="1">
                  <c:v>48.034999999999997</c:v>
                </c:pt>
                <c:pt idx="2">
                  <c:v>29.637594999999997</c:v>
                </c:pt>
                <c:pt idx="3">
                  <c:v>62.733710000000002</c:v>
                </c:pt>
                <c:pt idx="4">
                  <c:v>7.4934599999999998</c:v>
                </c:pt>
                <c:pt idx="5">
                  <c:v>32.711835000000001</c:v>
                </c:pt>
                <c:pt idx="6">
                  <c:v>97.559084999999996</c:v>
                </c:pt>
                <c:pt idx="7">
                  <c:v>129.98271000000003</c:v>
                </c:pt>
                <c:pt idx="8">
                  <c:v>127.58096</c:v>
                </c:pt>
                <c:pt idx="9">
                  <c:v>156.40196</c:v>
                </c:pt>
                <c:pt idx="10">
                  <c:v>190.02645999999999</c:v>
                </c:pt>
                <c:pt idx="11">
                  <c:v>179.21858500000002</c:v>
                </c:pt>
              </c:numCache>
            </c:numRef>
          </c:val>
          <c:smooth val="0"/>
          <c:extLst>
            <c:ext xmlns:c16="http://schemas.microsoft.com/office/drawing/2014/chart" uri="{C3380CC4-5D6E-409C-BE32-E72D297353CC}">
              <c16:uniqueId val="{00000009-6149-44A1-8817-8791133BFCA4}"/>
            </c:ext>
          </c:extLst>
        </c:ser>
        <c:ser>
          <c:idx val="10"/>
          <c:order val="10"/>
          <c:spPr>
            <a:ln w="28575" cmpd="sng" algn="ctr">
              <a:solidFill>
                <a:schemeClr val="accent5"/>
              </a:solidFill>
              <a:prstDash val="solid"/>
            </a:ln>
          </c:spPr>
          <c:marker>
            <c:symbol val="none"/>
          </c:marker>
          <c:val>
            <c:numRef>
              <c:f>Sheet1!$A$11:$L$11</c:f>
              <c:numCache>
                <c:formatCode>General</c:formatCode>
                <c:ptCount val="12"/>
                <c:pt idx="0">
                  <c:v>24.514662250000001</c:v>
                </c:pt>
                <c:pt idx="1">
                  <c:v>53.852038499999999</c:v>
                </c:pt>
                <c:pt idx="2">
                  <c:v>72.470404500000001</c:v>
                </c:pt>
                <c:pt idx="3">
                  <c:v>64.847250000000003</c:v>
                </c:pt>
                <c:pt idx="4">
                  <c:v>60.043749999999996</c:v>
                </c:pt>
                <c:pt idx="5">
                  <c:v>69.650749999999988</c:v>
                </c:pt>
                <c:pt idx="6">
                  <c:v>116.48487499999999</c:v>
                </c:pt>
                <c:pt idx="7">
                  <c:v>148.9085</c:v>
                </c:pt>
                <c:pt idx="8">
                  <c:v>156.11374999999998</c:v>
                </c:pt>
                <c:pt idx="9">
                  <c:v>204.14874999999998</c:v>
                </c:pt>
                <c:pt idx="10">
                  <c:v>258.18812500000001</c:v>
                </c:pt>
                <c:pt idx="11">
                  <c:v>294.21437499999996</c:v>
                </c:pt>
              </c:numCache>
            </c:numRef>
          </c:val>
          <c:smooth val="0"/>
          <c:extLst>
            <c:ext xmlns:c16="http://schemas.microsoft.com/office/drawing/2014/chart" uri="{C3380CC4-5D6E-409C-BE32-E72D297353CC}">
              <c16:uniqueId val="{0000000A-6149-44A1-8817-8791133BFCA4}"/>
            </c:ext>
          </c:extLst>
        </c:ser>
        <c:ser>
          <c:idx val="11"/>
          <c:order val="11"/>
          <c:spPr>
            <a:ln w="28575" cmpd="sng" algn="ctr">
              <a:solidFill>
                <a:schemeClr val="accent6"/>
              </a:solidFill>
              <a:prstDash val="solid"/>
            </a:ln>
          </c:spPr>
          <c:marker>
            <c:symbol val="none"/>
          </c:marker>
          <c:val>
            <c:numRef>
              <c:f>Sheet1!$A$12:$L$12</c:f>
              <c:numCache>
                <c:formatCode>General</c:formatCode>
                <c:ptCount val="12"/>
                <c:pt idx="0">
                  <c:v>95.354278499999992</c:v>
                </c:pt>
                <c:pt idx="1">
                  <c:v>160.68428024999997</c:v>
                </c:pt>
                <c:pt idx="2">
                  <c:v>127.29274999999998</c:v>
                </c:pt>
                <c:pt idx="3">
                  <c:v>96.07</c:v>
                </c:pt>
                <c:pt idx="4">
                  <c:v>108.07875</c:v>
                </c:pt>
                <c:pt idx="5">
                  <c:v>87.66387499999999</c:v>
                </c:pt>
                <c:pt idx="6">
                  <c:v>117.68574999999998</c:v>
                </c:pt>
                <c:pt idx="7">
                  <c:v>201.74700000000001</c:v>
                </c:pt>
                <c:pt idx="8">
                  <c:v>235.37149999999997</c:v>
                </c:pt>
                <c:pt idx="9">
                  <c:v>259.38900000000001</c:v>
                </c:pt>
                <c:pt idx="10">
                  <c:v>287.00912499999998</c:v>
                </c:pt>
                <c:pt idx="11">
                  <c:v>371.07037500000001</c:v>
                </c:pt>
              </c:numCache>
            </c:numRef>
          </c:val>
          <c:smooth val="0"/>
          <c:extLst>
            <c:ext xmlns:c16="http://schemas.microsoft.com/office/drawing/2014/chart" uri="{C3380CC4-5D6E-409C-BE32-E72D297353CC}">
              <c16:uniqueId val="{0000000B-6149-44A1-8817-8791133BFCA4}"/>
            </c:ext>
          </c:extLst>
        </c:ser>
        <c:ser>
          <c:idx val="12"/>
          <c:order val="12"/>
          <c:spPr>
            <a:ln w="19050" cmpd="sng" algn="ctr">
              <a:solidFill>
                <a:schemeClr val="accent1"/>
              </a:solidFill>
              <a:prstDash val="solid"/>
            </a:ln>
          </c:spPr>
          <c:marker>
            <c:symbol val="none"/>
          </c:marker>
          <c:val>
            <c:numRef>
              <c:f>Sheet1!$A$13:$L$13</c:f>
              <c:numCache>
                <c:formatCode>General</c:formatCode>
                <c:ptCount val="12"/>
                <c:pt idx="0">
                  <c:v>39.64088375</c:v>
                </c:pt>
                <c:pt idx="1">
                  <c:v>72.090927999999991</c:v>
                </c:pt>
                <c:pt idx="2">
                  <c:v>55.240249999999996</c:v>
                </c:pt>
                <c:pt idx="3">
                  <c:v>67.248999999999995</c:v>
                </c:pt>
                <c:pt idx="4">
                  <c:v>34.825374999999994</c:v>
                </c:pt>
                <c:pt idx="5">
                  <c:v>84.061250000000001</c:v>
                </c:pt>
                <c:pt idx="6">
                  <c:v>103.27525</c:v>
                </c:pt>
                <c:pt idx="7">
                  <c:v>170.52424999999999</c:v>
                </c:pt>
                <c:pt idx="8">
                  <c:v>243.777625</c:v>
                </c:pt>
                <c:pt idx="9">
                  <c:v>295.41525000000001</c:v>
                </c:pt>
                <c:pt idx="10">
                  <c:v>301.419625</c:v>
                </c:pt>
                <c:pt idx="11">
                  <c:v>357.86075</c:v>
                </c:pt>
              </c:numCache>
            </c:numRef>
          </c:val>
          <c:smooth val="0"/>
          <c:extLst>
            <c:ext xmlns:c16="http://schemas.microsoft.com/office/drawing/2014/chart" uri="{C3380CC4-5D6E-409C-BE32-E72D297353CC}">
              <c16:uniqueId val="{0000000C-6149-44A1-8817-8791133BFCA4}"/>
            </c:ext>
          </c:extLst>
        </c:ser>
        <c:ser>
          <c:idx val="13"/>
          <c:order val="13"/>
          <c:spPr>
            <a:ln w="19050" cmpd="sng" algn="ctr">
              <a:solidFill>
                <a:schemeClr val="accent2"/>
              </a:solidFill>
              <a:prstDash val="solid"/>
            </a:ln>
          </c:spPr>
          <c:marker>
            <c:symbol val="none"/>
          </c:marker>
          <c:val>
            <c:numRef>
              <c:f>Sheet1!$A$14:$L$14</c:f>
              <c:numCache>
                <c:formatCode>General</c:formatCode>
                <c:ptCount val="12"/>
                <c:pt idx="0">
                  <c:v>96.07</c:v>
                </c:pt>
                <c:pt idx="1">
                  <c:v>96.07</c:v>
                </c:pt>
                <c:pt idx="2">
                  <c:v>47.554649999999995</c:v>
                </c:pt>
                <c:pt idx="3">
                  <c:v>69.170400000000001</c:v>
                </c:pt>
                <c:pt idx="4">
                  <c:v>71.572149999999993</c:v>
                </c:pt>
                <c:pt idx="5">
                  <c:v>64.366899999999987</c:v>
                </c:pt>
                <c:pt idx="6">
                  <c:v>46.353774999999999</c:v>
                </c:pt>
                <c:pt idx="7">
                  <c:v>122.0089</c:v>
                </c:pt>
                <c:pt idx="8">
                  <c:v>173.646525</c:v>
                </c:pt>
                <c:pt idx="9">
                  <c:v>225.28415000000001</c:v>
                </c:pt>
                <c:pt idx="10">
                  <c:v>255.30602500000001</c:v>
                </c:pt>
                <c:pt idx="11">
                  <c:v>269.71652500000005</c:v>
                </c:pt>
              </c:numCache>
            </c:numRef>
          </c:val>
          <c:smooth val="0"/>
          <c:extLst>
            <c:ext xmlns:c16="http://schemas.microsoft.com/office/drawing/2014/chart" uri="{C3380CC4-5D6E-409C-BE32-E72D297353CC}">
              <c16:uniqueId val="{0000000D-6149-44A1-8817-8791133BFCA4}"/>
            </c:ext>
          </c:extLst>
        </c:ser>
        <c:ser>
          <c:idx val="14"/>
          <c:order val="14"/>
          <c:spPr>
            <a:ln w="19050" cmpd="sng" algn="ctr">
              <a:solidFill>
                <a:schemeClr val="accent3"/>
              </a:solidFill>
              <a:prstDash val="solid"/>
            </a:ln>
          </c:spPr>
          <c:marker>
            <c:symbol val="none"/>
          </c:marker>
          <c:val>
            <c:numRef>
              <c:f>Sheet1!$A$15:$L$15</c:f>
              <c:numCache>
                <c:formatCode>General</c:formatCode>
                <c:ptCount val="12"/>
                <c:pt idx="0">
                  <c:v>76.855999999999995</c:v>
                </c:pt>
                <c:pt idx="1">
                  <c:v>57.641999999999996</c:v>
                </c:pt>
                <c:pt idx="2">
                  <c:v>0</c:v>
                </c:pt>
                <c:pt idx="3">
                  <c:v>38.427999999999997</c:v>
                </c:pt>
                <c:pt idx="4">
                  <c:v>60.043749999999996</c:v>
                </c:pt>
                <c:pt idx="5">
                  <c:v>19.213999999999999</c:v>
                </c:pt>
                <c:pt idx="6">
                  <c:v>60.043749999999996</c:v>
                </c:pt>
                <c:pt idx="7">
                  <c:v>108.07875</c:v>
                </c:pt>
                <c:pt idx="8">
                  <c:v>139.3015</c:v>
                </c:pt>
                <c:pt idx="9">
                  <c:v>259.38900000000001</c:v>
                </c:pt>
                <c:pt idx="10">
                  <c:v>353.05725000000001</c:v>
                </c:pt>
                <c:pt idx="11">
                  <c:v>353.05724999999995</c:v>
                </c:pt>
              </c:numCache>
            </c:numRef>
          </c:val>
          <c:smooth val="0"/>
          <c:extLst>
            <c:ext xmlns:c16="http://schemas.microsoft.com/office/drawing/2014/chart" uri="{C3380CC4-5D6E-409C-BE32-E72D297353CC}">
              <c16:uniqueId val="{0000000E-6149-44A1-8817-8791133BFCA4}"/>
            </c:ext>
          </c:extLst>
        </c:ser>
        <c:ser>
          <c:idx val="15"/>
          <c:order val="15"/>
          <c:spPr>
            <a:ln w="19050" cmpd="sng" algn="ctr">
              <a:solidFill>
                <a:schemeClr val="accent4"/>
              </a:solidFill>
              <a:prstDash val="solid"/>
            </a:ln>
          </c:spPr>
          <c:marker>
            <c:symbol val="none"/>
          </c:marker>
          <c:val>
            <c:numRef>
              <c:f>Sheet1!$A$16:$L$16</c:f>
              <c:numCache>
                <c:formatCode>General</c:formatCode>
                <c:ptCount val="12"/>
                <c:pt idx="0">
                  <c:v>112.411507</c:v>
                </c:pt>
                <c:pt idx="1">
                  <c:v>98.47175</c:v>
                </c:pt>
                <c:pt idx="2">
                  <c:v>2.4017499999999998</c:v>
                </c:pt>
                <c:pt idx="3">
                  <c:v>57.161649999999995</c:v>
                </c:pt>
                <c:pt idx="4">
                  <c:v>83.580899999999986</c:v>
                </c:pt>
                <c:pt idx="5">
                  <c:v>61.965150000000001</c:v>
                </c:pt>
                <c:pt idx="6">
                  <c:v>141.22289999999998</c:v>
                </c:pt>
                <c:pt idx="7">
                  <c:v>189.25790000000001</c:v>
                </c:pt>
                <c:pt idx="8">
                  <c:v>227.68589999999998</c:v>
                </c:pt>
                <c:pt idx="9">
                  <c:v>294.93489999999997</c:v>
                </c:pt>
                <c:pt idx="10">
                  <c:v>362.18389999999999</c:v>
                </c:pt>
                <c:pt idx="11">
                  <c:v>352.57690000000002</c:v>
                </c:pt>
              </c:numCache>
            </c:numRef>
          </c:val>
          <c:smooth val="0"/>
          <c:extLst>
            <c:ext xmlns:c16="http://schemas.microsoft.com/office/drawing/2014/chart" uri="{C3380CC4-5D6E-409C-BE32-E72D297353CC}">
              <c16:uniqueId val="{0000000F-6149-44A1-8817-8791133BFCA4}"/>
            </c:ext>
          </c:extLst>
        </c:ser>
        <c:ser>
          <c:idx val="16"/>
          <c:order val="16"/>
          <c:spPr>
            <a:ln w="19050" cmpd="sng" algn="ctr">
              <a:solidFill>
                <a:schemeClr val="accent5"/>
              </a:solidFill>
              <a:prstDash val="solid"/>
            </a:ln>
          </c:spPr>
          <c:marker>
            <c:symbol val="none"/>
          </c:marker>
          <c:val>
            <c:numRef>
              <c:f>Sheet1!$A$17:$L$17</c:f>
              <c:numCache>
                <c:formatCode>General</c:formatCode>
                <c:ptCount val="12"/>
                <c:pt idx="0">
                  <c:v>115.548</c:v>
                </c:pt>
                <c:pt idx="1">
                  <c:v>113.14075000000001</c:v>
                </c:pt>
                <c:pt idx="2">
                  <c:v>30.812799999999999</c:v>
                </c:pt>
                <c:pt idx="3">
                  <c:v>47.663550000000001</c:v>
                </c:pt>
                <c:pt idx="4">
                  <c:v>76.550550000000001</c:v>
                </c:pt>
                <c:pt idx="5">
                  <c:v>121.084675</c:v>
                </c:pt>
                <c:pt idx="6">
                  <c:v>167.06315000000001</c:v>
                </c:pt>
                <c:pt idx="7">
                  <c:v>232.05889999999999</c:v>
                </c:pt>
                <c:pt idx="8">
                  <c:v>282.37042500000001</c:v>
                </c:pt>
                <c:pt idx="9">
                  <c:v>366.62417499999998</c:v>
                </c:pt>
                <c:pt idx="10">
                  <c:v>375.04955000000001</c:v>
                </c:pt>
                <c:pt idx="11">
                  <c:v>349.0512500000001</c:v>
                </c:pt>
              </c:numCache>
            </c:numRef>
          </c:val>
          <c:smooth val="0"/>
          <c:extLst>
            <c:ext xmlns:c16="http://schemas.microsoft.com/office/drawing/2014/chart" uri="{C3380CC4-5D6E-409C-BE32-E72D297353CC}">
              <c16:uniqueId val="{00000010-6149-44A1-8817-8791133BFCA4}"/>
            </c:ext>
          </c:extLst>
        </c:ser>
        <c:ser>
          <c:idx val="17"/>
          <c:order val="17"/>
          <c:spPr>
            <a:ln w="19050" cmpd="sng" algn="ctr">
              <a:solidFill>
                <a:schemeClr val="accent6"/>
              </a:solidFill>
              <a:prstDash val="solid"/>
            </a:ln>
          </c:spPr>
          <c:marker>
            <c:symbol val="none"/>
          </c:marker>
          <c:val>
            <c:numRef>
              <c:f>Sheet1!$A$18:$L$18</c:f>
              <c:numCache>
                <c:formatCode>General</c:formatCode>
                <c:ptCount val="12"/>
                <c:pt idx="0">
                  <c:v>115.548</c:v>
                </c:pt>
                <c:pt idx="1">
                  <c:v>113.14075000000001</c:v>
                </c:pt>
                <c:pt idx="2">
                  <c:v>34.905124999999998</c:v>
                </c:pt>
                <c:pt idx="3">
                  <c:v>46.700649999999996</c:v>
                </c:pt>
                <c:pt idx="4">
                  <c:v>79.679974999999999</c:v>
                </c:pt>
                <c:pt idx="5">
                  <c:v>127.82497500000001</c:v>
                </c:pt>
                <c:pt idx="6">
                  <c:v>184.39535000000001</c:v>
                </c:pt>
                <c:pt idx="7">
                  <c:v>266.72329999999999</c:v>
                </c:pt>
                <c:pt idx="8">
                  <c:v>338.94080000000002</c:v>
                </c:pt>
                <c:pt idx="9">
                  <c:v>437.63805000000002</c:v>
                </c:pt>
                <c:pt idx="10">
                  <c:v>409.23249999999996</c:v>
                </c:pt>
                <c:pt idx="11">
                  <c:v>345.70757975000004</c:v>
                </c:pt>
              </c:numCache>
            </c:numRef>
          </c:val>
          <c:smooth val="0"/>
          <c:extLst>
            <c:ext xmlns:c16="http://schemas.microsoft.com/office/drawing/2014/chart" uri="{C3380CC4-5D6E-409C-BE32-E72D297353CC}">
              <c16:uniqueId val="{00000011-6149-44A1-8817-8791133BFCA4}"/>
            </c:ext>
          </c:extLst>
        </c:ser>
        <c:ser>
          <c:idx val="18"/>
          <c:order val="18"/>
          <c:spPr>
            <a:ln w="28575" cmpd="sng" algn="ctr">
              <a:solidFill>
                <a:schemeClr val="accent1"/>
              </a:solidFill>
              <a:prstDash val="solid"/>
            </a:ln>
          </c:spPr>
          <c:marker>
            <c:symbol val="none"/>
          </c:marker>
          <c:val>
            <c:numRef>
              <c:f>Sheet1!$A$19:$L$19</c:f>
              <c:numCache>
                <c:formatCode>General</c:formatCode>
                <c:ptCount val="12"/>
                <c:pt idx="0">
                  <c:v>0</c:v>
                </c:pt>
                <c:pt idx="1">
                  <c:v>9.6843667499999988</c:v>
                </c:pt>
                <c:pt idx="2">
                  <c:v>127.17261024999999</c:v>
                </c:pt>
                <c:pt idx="3">
                  <c:v>116.27017499999999</c:v>
                </c:pt>
                <c:pt idx="4">
                  <c:v>169.22726775000001</c:v>
                </c:pt>
                <c:pt idx="5">
                  <c:v>249.87254999999999</c:v>
                </c:pt>
                <c:pt idx="6">
                  <c:v>290.79580000000004</c:v>
                </c:pt>
                <c:pt idx="7">
                  <c:v>310.05380000000002</c:v>
                </c:pt>
                <c:pt idx="8">
                  <c:v>356.99517500000002</c:v>
                </c:pt>
                <c:pt idx="9">
                  <c:v>392.38175000000001</c:v>
                </c:pt>
                <c:pt idx="10">
                  <c:v>417.45325874999997</c:v>
                </c:pt>
                <c:pt idx="11">
                  <c:v>453.97364849999997</c:v>
                </c:pt>
              </c:numCache>
            </c:numRef>
          </c:val>
          <c:smooth val="0"/>
          <c:extLst>
            <c:ext xmlns:c16="http://schemas.microsoft.com/office/drawing/2014/chart" uri="{C3380CC4-5D6E-409C-BE32-E72D297353CC}">
              <c16:uniqueId val="{00000012-6149-44A1-8817-8791133BFCA4}"/>
            </c:ext>
          </c:extLst>
        </c:ser>
        <c:ser>
          <c:idx val="19"/>
          <c:order val="19"/>
          <c:spPr>
            <a:ln w="28575" cmpd="sng" algn="ctr">
              <a:solidFill>
                <a:schemeClr val="accent2"/>
              </a:solidFill>
              <a:prstDash val="solid"/>
            </a:ln>
          </c:spPr>
          <c:marker>
            <c:symbol val="none"/>
          </c:marker>
          <c:val>
            <c:numRef>
              <c:f>Sheet1!$A$20:$L$20</c:f>
              <c:numCache>
                <c:formatCode>General</c:formatCode>
                <c:ptCount val="12"/>
                <c:pt idx="0">
                  <c:v>0</c:v>
                </c:pt>
                <c:pt idx="1">
                  <c:v>10.832625</c:v>
                </c:pt>
                <c:pt idx="2">
                  <c:v>131.19512500000002</c:v>
                </c:pt>
                <c:pt idx="3">
                  <c:v>113.86292500000002</c:v>
                </c:pt>
                <c:pt idx="4">
                  <c:v>65.717925000000008</c:v>
                </c:pt>
                <c:pt idx="5">
                  <c:v>182.46954999999997</c:v>
                </c:pt>
                <c:pt idx="6">
                  <c:v>252.27980000000002</c:v>
                </c:pt>
                <c:pt idx="7">
                  <c:v>275.14867500000003</c:v>
                </c:pt>
                <c:pt idx="8">
                  <c:v>330.51542499999994</c:v>
                </c:pt>
                <c:pt idx="9">
                  <c:v>398.39987499999995</c:v>
                </c:pt>
                <c:pt idx="10">
                  <c:v>465.1240305</c:v>
                </c:pt>
                <c:pt idx="11">
                  <c:v>296.10619350000002</c:v>
                </c:pt>
              </c:numCache>
            </c:numRef>
          </c:val>
          <c:smooth val="0"/>
          <c:extLst>
            <c:ext xmlns:c16="http://schemas.microsoft.com/office/drawing/2014/chart" uri="{C3380CC4-5D6E-409C-BE32-E72D297353CC}">
              <c16:uniqueId val="{00000013-6149-44A1-8817-8791133BFCA4}"/>
            </c:ext>
          </c:extLst>
        </c:ser>
        <c:ser>
          <c:idx val="20"/>
          <c:order val="20"/>
          <c:spPr>
            <a:ln w="28575" cmpd="sng" algn="ctr">
              <a:solidFill>
                <a:schemeClr val="accent3"/>
              </a:solidFill>
              <a:prstDash val="solid"/>
            </a:ln>
          </c:spPr>
          <c:marker>
            <c:symbol val="none"/>
          </c:marker>
          <c:val>
            <c:numRef>
              <c:f>Sheet1!$A$21:$L$21</c:f>
              <c:numCache>
                <c:formatCode>General</c:formatCode>
                <c:ptCount val="12"/>
                <c:pt idx="0">
                  <c:v>0</c:v>
                </c:pt>
                <c:pt idx="1">
                  <c:v>0</c:v>
                </c:pt>
                <c:pt idx="2">
                  <c:v>0</c:v>
                </c:pt>
                <c:pt idx="3">
                  <c:v>4.3330500000000001</c:v>
                </c:pt>
                <c:pt idx="4">
                  <c:v>4.3330500000000001</c:v>
                </c:pt>
                <c:pt idx="5">
                  <c:v>4.3330500000000001</c:v>
                </c:pt>
                <c:pt idx="6">
                  <c:v>27.201924999999999</c:v>
                </c:pt>
                <c:pt idx="7">
                  <c:v>51.274425000000008</c:v>
                </c:pt>
                <c:pt idx="8">
                  <c:v>105.43755</c:v>
                </c:pt>
                <c:pt idx="9">
                  <c:v>184.8768</c:v>
                </c:pt>
                <c:pt idx="10">
                  <c:v>296.09174999999999</c:v>
                </c:pt>
                <c:pt idx="11">
                  <c:v>267.32029799999998</c:v>
                </c:pt>
              </c:numCache>
            </c:numRef>
          </c:val>
          <c:smooth val="0"/>
          <c:extLst>
            <c:ext xmlns:c16="http://schemas.microsoft.com/office/drawing/2014/chart" uri="{C3380CC4-5D6E-409C-BE32-E72D297353CC}">
              <c16:uniqueId val="{00000014-6149-44A1-8817-8791133BFCA4}"/>
            </c:ext>
          </c:extLst>
        </c:ser>
        <c:ser>
          <c:idx val="21"/>
          <c:order val="21"/>
          <c:spPr>
            <a:ln w="28575" cmpd="sng" algn="ctr">
              <a:solidFill>
                <a:schemeClr val="accent4"/>
              </a:solidFill>
              <a:prstDash val="solid"/>
            </a:ln>
          </c:spPr>
          <c:marker>
            <c:symbol val="none"/>
          </c:marker>
          <c:val>
            <c:numRef>
              <c:f>Sheet1!$A$22:$L$22</c:f>
              <c:numCache>
                <c:formatCode>General</c:formatCode>
                <c:ptCount val="12"/>
                <c:pt idx="0">
                  <c:v>0</c:v>
                </c:pt>
                <c:pt idx="1">
                  <c:v>0</c:v>
                </c:pt>
                <c:pt idx="2">
                  <c:v>4.3330500000000001</c:v>
                </c:pt>
                <c:pt idx="3">
                  <c:v>4.3330500000000001</c:v>
                </c:pt>
                <c:pt idx="4">
                  <c:v>4.3330500000000001</c:v>
                </c:pt>
                <c:pt idx="5">
                  <c:v>4.3330500000000001</c:v>
                </c:pt>
                <c:pt idx="6">
                  <c:v>4.3330500000000001</c:v>
                </c:pt>
                <c:pt idx="7">
                  <c:v>4.3330500000000001</c:v>
                </c:pt>
                <c:pt idx="8">
                  <c:v>76.550550000000001</c:v>
                </c:pt>
                <c:pt idx="9">
                  <c:v>165.61879999999999</c:v>
                </c:pt>
                <c:pt idx="10">
                  <c:v>261.90879999999999</c:v>
                </c:pt>
                <c:pt idx="11">
                  <c:v>305.14541724999998</c:v>
                </c:pt>
              </c:numCache>
            </c:numRef>
          </c:val>
          <c:smooth val="0"/>
          <c:extLst>
            <c:ext xmlns:c16="http://schemas.microsoft.com/office/drawing/2014/chart" uri="{C3380CC4-5D6E-409C-BE32-E72D297353CC}">
              <c16:uniqueId val="{00000015-6149-44A1-8817-8791133BFCA4}"/>
            </c:ext>
          </c:extLst>
        </c:ser>
        <c:ser>
          <c:idx val="22"/>
          <c:order val="22"/>
          <c:spPr>
            <a:ln w="28575" cmpd="sng" algn="ctr">
              <a:solidFill>
                <a:schemeClr val="accent5"/>
              </a:solidFill>
              <a:prstDash val="solid"/>
            </a:ln>
          </c:spPr>
          <c:marker>
            <c:symbol val="none"/>
          </c:marker>
          <c:val>
            <c:numRef>
              <c:f>Sheet1!$A$23:$L$23</c:f>
              <c:numCache>
                <c:formatCode>General</c:formatCode>
                <c:ptCount val="12"/>
                <c:pt idx="0">
                  <c:v>192.58</c:v>
                </c:pt>
                <c:pt idx="1">
                  <c:v>182.95099999999999</c:v>
                </c:pt>
                <c:pt idx="2">
                  <c:v>4.3330500000000001</c:v>
                </c:pt>
                <c:pt idx="3">
                  <c:v>4.3330500000000001</c:v>
                </c:pt>
                <c:pt idx="4">
                  <c:v>4.3330500000000001</c:v>
                </c:pt>
                <c:pt idx="5">
                  <c:v>7.7031999999999998</c:v>
                </c:pt>
                <c:pt idx="6">
                  <c:v>2.8887</c:v>
                </c:pt>
                <c:pt idx="7">
                  <c:v>9.147549999999999</c:v>
                </c:pt>
                <c:pt idx="8">
                  <c:v>4.3330500000000001</c:v>
                </c:pt>
                <c:pt idx="9">
                  <c:v>4.3330500000000001</c:v>
                </c:pt>
                <c:pt idx="10">
                  <c:v>89.790424999999999</c:v>
                </c:pt>
                <c:pt idx="11">
                  <c:v>194.50579999999997</c:v>
                </c:pt>
              </c:numCache>
            </c:numRef>
          </c:val>
          <c:smooth val="0"/>
          <c:extLst>
            <c:ext xmlns:c16="http://schemas.microsoft.com/office/drawing/2014/chart" uri="{C3380CC4-5D6E-409C-BE32-E72D297353CC}">
              <c16:uniqueId val="{00000016-6149-44A1-8817-8791133BFCA4}"/>
            </c:ext>
          </c:extLst>
        </c:ser>
        <c:ser>
          <c:idx val="23"/>
          <c:order val="23"/>
          <c:spPr>
            <a:ln w="28575" cmpd="sng" algn="ctr">
              <a:solidFill>
                <a:schemeClr val="accent6"/>
              </a:solidFill>
              <a:prstDash val="solid"/>
            </a:ln>
          </c:spPr>
          <c:marker>
            <c:symbol val="none"/>
          </c:marker>
          <c:val>
            <c:numRef>
              <c:f>Sheet1!$A$24:$L$24</c:f>
              <c:numCache>
                <c:formatCode>General</c:formatCode>
                <c:ptCount val="12"/>
                <c:pt idx="0">
                  <c:v>0</c:v>
                </c:pt>
                <c:pt idx="1">
                  <c:v>4.7260499999999999</c:v>
                </c:pt>
                <c:pt idx="2">
                  <c:v>14.37105</c:v>
                </c:pt>
                <c:pt idx="3">
                  <c:v>72.241050000000001</c:v>
                </c:pt>
                <c:pt idx="4">
                  <c:v>50.5398</c:v>
                </c:pt>
                <c:pt idx="5">
                  <c:v>60.184800000000003</c:v>
                </c:pt>
                <c:pt idx="6">
                  <c:v>137.34479999999999</c:v>
                </c:pt>
                <c:pt idx="7">
                  <c:v>180.7473</c:v>
                </c:pt>
                <c:pt idx="8">
                  <c:v>192.80355</c:v>
                </c:pt>
                <c:pt idx="9">
                  <c:v>192.80354999999997</c:v>
                </c:pt>
                <c:pt idx="10">
                  <c:v>86.708550000000002</c:v>
                </c:pt>
                <c:pt idx="11">
                  <c:v>222.94417500000003</c:v>
                </c:pt>
              </c:numCache>
            </c:numRef>
          </c:val>
          <c:smooth val="0"/>
          <c:extLst>
            <c:ext xmlns:c16="http://schemas.microsoft.com/office/drawing/2014/chart" uri="{C3380CC4-5D6E-409C-BE32-E72D297353CC}">
              <c16:uniqueId val="{00000017-6149-44A1-8817-8791133BFCA4}"/>
            </c:ext>
          </c:extLst>
        </c:ser>
        <c:ser>
          <c:idx val="24"/>
          <c:order val="24"/>
          <c:spPr>
            <a:ln w="19050" cmpd="sng" algn="ctr">
              <a:solidFill>
                <a:schemeClr val="accent1"/>
              </a:solidFill>
              <a:prstDash val="solid"/>
            </a:ln>
          </c:spPr>
          <c:marker>
            <c:symbol val="none"/>
          </c:marker>
          <c:val>
            <c:numRef>
              <c:f>Sheet1!$A$25:$L$25</c:f>
              <c:numCache>
                <c:formatCode>General</c:formatCode>
                <c:ptCount val="12"/>
                <c:pt idx="0">
                  <c:v>62.692499999999995</c:v>
                </c:pt>
                <c:pt idx="1">
                  <c:v>71.855249999999998</c:v>
                </c:pt>
                <c:pt idx="2">
                  <c:v>33.27525</c:v>
                </c:pt>
                <c:pt idx="3">
                  <c:v>28.452750000000002</c:v>
                </c:pt>
                <c:pt idx="4">
                  <c:v>81.500249999999994</c:v>
                </c:pt>
                <c:pt idx="5">
                  <c:v>173.12774999999999</c:v>
                </c:pt>
                <c:pt idx="6">
                  <c:v>284.04525000000001</c:v>
                </c:pt>
                <c:pt idx="7">
                  <c:v>472.12275</c:v>
                </c:pt>
                <c:pt idx="8">
                  <c:v>438.36525</c:v>
                </c:pt>
                <c:pt idx="9">
                  <c:v>332.27025000000003</c:v>
                </c:pt>
                <c:pt idx="10">
                  <c:v>211.70774999999998</c:v>
                </c:pt>
                <c:pt idx="11">
                  <c:v>241.848375</c:v>
                </c:pt>
              </c:numCache>
            </c:numRef>
          </c:val>
          <c:smooth val="0"/>
          <c:extLst>
            <c:ext xmlns:c16="http://schemas.microsoft.com/office/drawing/2014/chart" uri="{C3380CC4-5D6E-409C-BE32-E72D297353CC}">
              <c16:uniqueId val="{00000018-6149-44A1-8817-8791133BFCA4}"/>
            </c:ext>
          </c:extLst>
        </c:ser>
        <c:ser>
          <c:idx val="25"/>
          <c:order val="25"/>
          <c:spPr>
            <a:ln w="19050" cmpd="sng" algn="ctr">
              <a:solidFill>
                <a:schemeClr val="accent2"/>
              </a:solidFill>
              <a:prstDash val="solid"/>
            </a:ln>
          </c:spPr>
          <c:marker>
            <c:symbol val="none"/>
          </c:marker>
          <c:val>
            <c:numRef>
              <c:f>Sheet1!$A$26:$L$26</c:f>
              <c:numCache>
                <c:formatCode>General</c:formatCode>
                <c:ptCount val="12"/>
                <c:pt idx="0">
                  <c:v>106.095</c:v>
                </c:pt>
                <c:pt idx="1">
                  <c:v>129.72524999999999</c:v>
                </c:pt>
                <c:pt idx="2">
                  <c:v>50.153999999999996</c:v>
                </c:pt>
                <c:pt idx="3">
                  <c:v>132.13650000000001</c:v>
                </c:pt>
                <c:pt idx="4">
                  <c:v>216.53025</c:v>
                </c:pt>
                <c:pt idx="5">
                  <c:v>216.53025</c:v>
                </c:pt>
                <c:pt idx="6">
                  <c:v>252.69900000000001</c:v>
                </c:pt>
                <c:pt idx="7">
                  <c:v>296.10150000000004</c:v>
                </c:pt>
                <c:pt idx="8">
                  <c:v>255.11025000000001</c:v>
                </c:pt>
                <c:pt idx="9">
                  <c:v>233.40900000000005</c:v>
                </c:pt>
                <c:pt idx="10">
                  <c:v>176.74462499999998</c:v>
                </c:pt>
                <c:pt idx="11">
                  <c:v>197.24025</c:v>
                </c:pt>
              </c:numCache>
            </c:numRef>
          </c:val>
          <c:smooth val="0"/>
          <c:extLst>
            <c:ext xmlns:c16="http://schemas.microsoft.com/office/drawing/2014/chart" uri="{C3380CC4-5D6E-409C-BE32-E72D297353CC}">
              <c16:uniqueId val="{00000019-6149-44A1-8817-8791133BFCA4}"/>
            </c:ext>
          </c:extLst>
        </c:ser>
        <c:ser>
          <c:idx val="26"/>
          <c:order val="26"/>
          <c:spPr>
            <a:ln w="19050" cmpd="sng" algn="ctr">
              <a:solidFill>
                <a:schemeClr val="accent3"/>
              </a:solidFill>
              <a:prstDash val="solid"/>
            </a:ln>
          </c:spPr>
          <c:marker>
            <c:symbol val="none"/>
          </c:marker>
          <c:val>
            <c:numRef>
              <c:f>Sheet1!$A$27:$L$27</c:f>
              <c:numCache>
                <c:formatCode>General</c:formatCode>
                <c:ptCount val="12"/>
                <c:pt idx="0">
                  <c:v>42.920249999999996</c:v>
                </c:pt>
                <c:pt idx="1">
                  <c:v>45.331500000000005</c:v>
                </c:pt>
                <c:pt idx="2">
                  <c:v>7.9571249999999996</c:v>
                </c:pt>
                <c:pt idx="3">
                  <c:v>93.5565</c:v>
                </c:pt>
                <c:pt idx="4">
                  <c:v>149.01525000000001</c:v>
                </c:pt>
                <c:pt idx="5">
                  <c:v>168.30525</c:v>
                </c:pt>
                <c:pt idx="6">
                  <c:v>182.77275000000003</c:v>
                </c:pt>
                <c:pt idx="7">
                  <c:v>197.24025</c:v>
                </c:pt>
                <c:pt idx="8">
                  <c:v>240.64274999999998</c:v>
                </c:pt>
                <c:pt idx="9">
                  <c:v>287.662125</c:v>
                </c:pt>
                <c:pt idx="10">
                  <c:v>296.10149999999999</c:v>
                </c:pt>
                <c:pt idx="11">
                  <c:v>250.28775000000002</c:v>
                </c:pt>
              </c:numCache>
            </c:numRef>
          </c:val>
          <c:smooth val="0"/>
          <c:extLst>
            <c:ext xmlns:c16="http://schemas.microsoft.com/office/drawing/2014/chart" uri="{C3380CC4-5D6E-409C-BE32-E72D297353CC}">
              <c16:uniqueId val="{0000001A-6149-44A1-8817-8791133BFCA4}"/>
            </c:ext>
          </c:extLst>
        </c:ser>
        <c:ser>
          <c:idx val="27"/>
          <c:order val="27"/>
          <c:spPr>
            <a:ln w="19050" cmpd="sng" algn="ctr">
              <a:solidFill>
                <a:schemeClr val="accent4"/>
              </a:solidFill>
              <a:prstDash val="solid"/>
            </a:ln>
          </c:spPr>
          <c:marker>
            <c:symbol val="none"/>
          </c:marker>
          <c:val>
            <c:numRef>
              <c:f>Sheet1!$A$28:$L$28</c:f>
              <c:numCache>
                <c:formatCode>General</c:formatCode>
                <c:ptCount val="12"/>
                <c:pt idx="0">
                  <c:v>19.29</c:v>
                </c:pt>
                <c:pt idx="1">
                  <c:v>77.16</c:v>
                </c:pt>
                <c:pt idx="2">
                  <c:v>3.8580000000000001</c:v>
                </c:pt>
                <c:pt idx="3">
                  <c:v>3.8580000000000001</c:v>
                </c:pt>
                <c:pt idx="4">
                  <c:v>13.503</c:v>
                </c:pt>
                <c:pt idx="5">
                  <c:v>3.8580000000000001</c:v>
                </c:pt>
                <c:pt idx="6">
                  <c:v>66.5505</c:v>
                </c:pt>
                <c:pt idx="7">
                  <c:v>152.14987500000001</c:v>
                </c:pt>
                <c:pt idx="8">
                  <c:v>193.14112500000002</c:v>
                </c:pt>
                <c:pt idx="9">
                  <c:v>300.44175000000001</c:v>
                </c:pt>
                <c:pt idx="10">
                  <c:v>335.404875</c:v>
                </c:pt>
                <c:pt idx="11">
                  <c:v>211.22549999999998</c:v>
                </c:pt>
              </c:numCache>
            </c:numRef>
          </c:val>
          <c:smooth val="0"/>
          <c:extLst>
            <c:ext xmlns:c16="http://schemas.microsoft.com/office/drawing/2014/chart" uri="{C3380CC4-5D6E-409C-BE32-E72D297353CC}">
              <c16:uniqueId val="{0000001B-6149-44A1-8817-8791133BFCA4}"/>
            </c:ext>
          </c:extLst>
        </c:ser>
        <c:ser>
          <c:idx val="28"/>
          <c:order val="28"/>
          <c:spPr>
            <a:ln w="19050" cmpd="sng" algn="ctr">
              <a:solidFill>
                <a:schemeClr val="accent5"/>
              </a:solidFill>
              <a:prstDash val="solid"/>
            </a:ln>
          </c:spPr>
          <c:marker>
            <c:symbol val="none"/>
          </c:marker>
          <c:val>
            <c:numRef>
              <c:f>Sheet1!$A$29:$L$29</c:f>
              <c:numCache>
                <c:formatCode>General</c:formatCode>
                <c:ptCount val="12"/>
                <c:pt idx="0">
                  <c:v>0</c:v>
                </c:pt>
                <c:pt idx="1">
                  <c:v>3.8580000000000001</c:v>
                </c:pt>
                <c:pt idx="2">
                  <c:v>18.325499999999998</c:v>
                </c:pt>
                <c:pt idx="3">
                  <c:v>76.19550000000001</c:v>
                </c:pt>
                <c:pt idx="4">
                  <c:v>3.37575</c:v>
                </c:pt>
                <c:pt idx="5">
                  <c:v>3.37575</c:v>
                </c:pt>
                <c:pt idx="6">
                  <c:v>27.488249999999997</c:v>
                </c:pt>
                <c:pt idx="7">
                  <c:v>49.671750000000003</c:v>
                </c:pt>
                <c:pt idx="8">
                  <c:v>109.953</c:v>
                </c:pt>
                <c:pt idx="9">
                  <c:v>167.82299999999998</c:v>
                </c:pt>
                <c:pt idx="10">
                  <c:v>251.01112500000002</c:v>
                </c:pt>
                <c:pt idx="11">
                  <c:v>283.56299999999999</c:v>
                </c:pt>
              </c:numCache>
            </c:numRef>
          </c:val>
          <c:smooth val="0"/>
          <c:extLst>
            <c:ext xmlns:c16="http://schemas.microsoft.com/office/drawing/2014/chart" uri="{C3380CC4-5D6E-409C-BE32-E72D297353CC}">
              <c16:uniqueId val="{0000001C-6149-44A1-8817-8791133BFCA4}"/>
            </c:ext>
          </c:extLst>
        </c:ser>
        <c:ser>
          <c:idx val="29"/>
          <c:order val="29"/>
          <c:spPr>
            <a:ln w="19050" cmpd="sng" algn="ctr">
              <a:solidFill>
                <a:schemeClr val="accent6"/>
              </a:solidFill>
              <a:prstDash val="solid"/>
            </a:ln>
          </c:spPr>
          <c:marker>
            <c:symbol val="none"/>
          </c:marker>
          <c:val>
            <c:numRef>
              <c:f>Sheet1!$A$30:$L$30</c:f>
              <c:numCache>
                <c:formatCode>General</c:formatCode>
                <c:ptCount val="12"/>
                <c:pt idx="0">
                  <c:v>3.37575</c:v>
                </c:pt>
                <c:pt idx="1">
                  <c:v>3.37575</c:v>
                </c:pt>
                <c:pt idx="2">
                  <c:v>16.637625</c:v>
                </c:pt>
                <c:pt idx="3">
                  <c:v>3.37575</c:v>
                </c:pt>
                <c:pt idx="4">
                  <c:v>3.37575</c:v>
                </c:pt>
                <c:pt idx="5">
                  <c:v>17.843249999999998</c:v>
                </c:pt>
                <c:pt idx="6">
                  <c:v>8.1982499999999998</c:v>
                </c:pt>
                <c:pt idx="7">
                  <c:v>3.37575</c:v>
                </c:pt>
                <c:pt idx="8">
                  <c:v>32.310749999999999</c:v>
                </c:pt>
                <c:pt idx="9">
                  <c:v>90.180750000000003</c:v>
                </c:pt>
                <c:pt idx="10">
                  <c:v>167.34075000000001</c:v>
                </c:pt>
                <c:pt idx="11">
                  <c:v>96.208875000000006</c:v>
                </c:pt>
              </c:numCache>
            </c:numRef>
          </c:val>
          <c:smooth val="0"/>
          <c:extLst>
            <c:ext xmlns:c16="http://schemas.microsoft.com/office/drawing/2014/chart" uri="{C3380CC4-5D6E-409C-BE32-E72D297353CC}">
              <c16:uniqueId val="{0000001D-6149-44A1-8817-8791133BFCA4}"/>
            </c:ext>
          </c:extLst>
        </c:ser>
        <c:dLbls>
          <c:showLegendKey val="0"/>
          <c:showVal val="0"/>
          <c:showCatName val="0"/>
          <c:showSerName val="0"/>
          <c:showPercent val="0"/>
          <c:showBubbleSize val="0"/>
        </c:dLbls>
        <c:smooth val="0"/>
        <c:axId val="214102496"/>
        <c:axId val="1"/>
      </c:lineChart>
      <c:catAx>
        <c:axId val="214102496"/>
        <c:scaling>
          <c:orientation val="minMax"/>
        </c:scaling>
        <c:delete val="0"/>
        <c:axPos val="b"/>
        <c:majorGridlines>
          <c:spPr>
            <a:ln>
              <a:noFill/>
            </a:ln>
          </c:spPr>
        </c:majorGridlines>
        <c:majorTickMark val="out"/>
        <c:minorTickMark val="none"/>
        <c:tickLblPos val="none"/>
        <c:spPr>
          <a:ln w="9525" cmpd="sng" algn="ctr">
            <a:solidFill>
              <a:schemeClr val="tx1"/>
            </a:solidFill>
            <a:prstDash val="solid"/>
          </a:ln>
        </c:spPr>
        <c:txPr>
          <a:bodyPr wrap="none"/>
          <a:lstStyle/>
          <a:p>
            <a:pPr>
              <a:defRPr sz="1200" kern="1200">
                <a:latin typeface="+mn-lt"/>
                <a:ea typeface="+mn-ea"/>
                <a:cs typeface="+mn-cs"/>
              </a:defRPr>
            </a:pPr>
            <a:endParaRPr lang="en-US"/>
          </a:p>
        </c:txPr>
        <c:crossAx val="1"/>
        <c:crosses val="min"/>
        <c:auto val="0"/>
        <c:lblAlgn val="ctr"/>
        <c:lblOffset val="100"/>
        <c:noMultiLvlLbl val="0"/>
      </c:catAx>
      <c:valAx>
        <c:axId val="1"/>
        <c:scaling>
          <c:orientation val="minMax"/>
          <c:max val="500"/>
          <c:min val="0"/>
        </c:scaling>
        <c:delete val="0"/>
        <c:axPos val="l"/>
        <c:majorGridlines>
          <c:spPr>
            <a:ln>
              <a:noFill/>
            </a:ln>
          </c:spPr>
        </c:majorGridlines>
        <c:numFmt formatCode="0;&quot;-&quot;0" sourceLinked="0"/>
        <c:majorTickMark val="out"/>
        <c:minorTickMark val="none"/>
        <c:tickLblPos val="nextTo"/>
        <c:spPr>
          <a:ln w="9525" cmpd="sng" algn="ctr">
            <a:solidFill>
              <a:schemeClr val="tx1"/>
            </a:solidFill>
            <a:prstDash val="solid"/>
          </a:ln>
        </c:spPr>
        <c:txPr>
          <a:bodyPr wrap="none"/>
          <a:lstStyle/>
          <a:p>
            <a:pPr>
              <a:defRPr sz="1200" kern="1200">
                <a:solidFill>
                  <a:schemeClr val="tx1"/>
                </a:solidFill>
                <a:latin typeface="+mn-lt"/>
                <a:ea typeface="+mn-ea"/>
                <a:cs typeface="+mn-cs"/>
              </a:defRPr>
            </a:pPr>
            <a:endParaRPr lang="en-US"/>
          </a:p>
        </c:txPr>
        <c:crossAx val="214102496"/>
        <c:crosses val="min"/>
        <c:crossBetween val="midCat"/>
        <c:majorUnit val="50"/>
      </c:valAx>
      <c:spPr>
        <a:noFill/>
        <a:ln w="9525" cmpd="sng" algn="ctr">
          <a:solidFill>
            <a:schemeClr val="tx1"/>
          </a:solidFill>
          <a:prstDash val="solid"/>
        </a:ln>
      </c:spPr>
    </c:plotArea>
    <c:plotVisOnly val="0"/>
    <c:dispBlanksAs val="gap"/>
    <c:showDLblsOverMax val="1"/>
  </c:chart>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5.0236152855302703E-2"/>
          <c:y val="3.5536159600997506E-2"/>
          <c:w val="0.94232145412909685"/>
          <c:h val="0.92861596009975067"/>
        </c:manualLayout>
      </c:layout>
      <c:lineChart>
        <c:grouping val="standard"/>
        <c:varyColors val="0"/>
        <c:ser>
          <c:idx val="0"/>
          <c:order val="0"/>
          <c:spPr>
            <a:ln w="19050" cmpd="sng" algn="ctr">
              <a:solidFill>
                <a:schemeClr val="accent1"/>
              </a:solidFill>
              <a:prstDash val="solid"/>
            </a:ln>
          </c:spPr>
          <c:marker>
            <c:symbol val="none"/>
          </c:marker>
          <c:val>
            <c:numRef>
              <c:f>Sheet1!$A$1:$L$1</c:f>
              <c:numCache>
                <c:formatCode>General</c:formatCode>
                <c:ptCount val="12"/>
                <c:pt idx="0">
                  <c:v>10.8248</c:v>
                </c:pt>
                <c:pt idx="1">
                  <c:v>5.7990000000000004</c:v>
                </c:pt>
                <c:pt idx="2">
                  <c:v>44.942250000000001</c:v>
                </c:pt>
                <c:pt idx="3">
                  <c:v>43.4925</c:v>
                </c:pt>
                <c:pt idx="4">
                  <c:v>43.4925</c:v>
                </c:pt>
                <c:pt idx="5">
                  <c:v>80.702750000000009</c:v>
                </c:pt>
                <c:pt idx="6">
                  <c:v>86.405100000000004</c:v>
                </c:pt>
                <c:pt idx="7">
                  <c:v>75.121212499999999</c:v>
                </c:pt>
                <c:pt idx="8">
                  <c:v>68.669825000000003</c:v>
                </c:pt>
                <c:pt idx="9">
                  <c:v>106.70159999999998</c:v>
                </c:pt>
                <c:pt idx="10">
                  <c:v>133.28035</c:v>
                </c:pt>
                <c:pt idx="11">
                  <c:v>123.13209999999999</c:v>
                </c:pt>
              </c:numCache>
            </c:numRef>
          </c:val>
          <c:smooth val="0"/>
          <c:extLst>
            <c:ext xmlns:c16="http://schemas.microsoft.com/office/drawing/2014/chart" uri="{C3380CC4-5D6E-409C-BE32-E72D297353CC}">
              <c16:uniqueId val="{00000000-F192-4B74-97DD-9900A551431A}"/>
            </c:ext>
          </c:extLst>
        </c:ser>
        <c:ser>
          <c:idx val="1"/>
          <c:order val="1"/>
          <c:spPr>
            <a:ln w="19050" cmpd="sng" algn="ctr">
              <a:solidFill>
                <a:schemeClr val="accent2"/>
              </a:solidFill>
              <a:prstDash val="solid"/>
            </a:ln>
          </c:spPr>
          <c:marker>
            <c:symbol val="none"/>
          </c:marker>
          <c:val>
            <c:numRef>
              <c:f>Sheet1!$A$2:$L$2</c:f>
              <c:numCache>
                <c:formatCode>General</c:formatCode>
                <c:ptCount val="12"/>
                <c:pt idx="0">
                  <c:v>3.3827500000000001</c:v>
                </c:pt>
                <c:pt idx="1">
                  <c:v>3.3827500000000001</c:v>
                </c:pt>
                <c:pt idx="2">
                  <c:v>3.3827500000000001</c:v>
                </c:pt>
                <c:pt idx="3">
                  <c:v>3.3827500000000001</c:v>
                </c:pt>
                <c:pt idx="4">
                  <c:v>3.3827500000000001</c:v>
                </c:pt>
                <c:pt idx="5">
                  <c:v>25.128999999999998</c:v>
                </c:pt>
                <c:pt idx="6">
                  <c:v>17.88025</c:v>
                </c:pt>
                <c:pt idx="7">
                  <c:v>3.3827500000000001</c:v>
                </c:pt>
                <c:pt idx="8">
                  <c:v>3.3827500000000001</c:v>
                </c:pt>
                <c:pt idx="9">
                  <c:v>15.463999999999999</c:v>
                </c:pt>
                <c:pt idx="10">
                  <c:v>100.03274999999999</c:v>
                </c:pt>
                <c:pt idx="11">
                  <c:v>28.753374999999998</c:v>
                </c:pt>
              </c:numCache>
            </c:numRef>
          </c:val>
          <c:smooth val="0"/>
          <c:extLst>
            <c:ext xmlns:c16="http://schemas.microsoft.com/office/drawing/2014/chart" uri="{C3380CC4-5D6E-409C-BE32-E72D297353CC}">
              <c16:uniqueId val="{00000001-F192-4B74-97DD-9900A551431A}"/>
            </c:ext>
          </c:extLst>
        </c:ser>
        <c:ser>
          <c:idx val="2"/>
          <c:order val="2"/>
          <c:spPr>
            <a:ln w="19050" cmpd="sng" algn="ctr">
              <a:solidFill>
                <a:schemeClr val="accent3"/>
              </a:solidFill>
              <a:prstDash val="solid"/>
            </a:ln>
          </c:spPr>
          <c:marker>
            <c:symbol val="none"/>
          </c:marker>
          <c:val>
            <c:numRef>
              <c:f>Sheet1!$A$3:$L$3</c:f>
              <c:numCache>
                <c:formatCode>General</c:formatCode>
                <c:ptCount val="12"/>
                <c:pt idx="0">
                  <c:v>3.3827500000000001</c:v>
                </c:pt>
                <c:pt idx="1">
                  <c:v>3.3827500000000001</c:v>
                </c:pt>
                <c:pt idx="2">
                  <c:v>3.3827500000000001</c:v>
                </c:pt>
                <c:pt idx="3">
                  <c:v>10.631499999999999</c:v>
                </c:pt>
                <c:pt idx="4">
                  <c:v>51.707750000000004</c:v>
                </c:pt>
                <c:pt idx="5">
                  <c:v>165.2715</c:v>
                </c:pt>
                <c:pt idx="6">
                  <c:v>184.60149999999999</c:v>
                </c:pt>
                <c:pt idx="7">
                  <c:v>194.26649999999998</c:v>
                </c:pt>
                <c:pt idx="8">
                  <c:v>83.119</c:v>
                </c:pt>
                <c:pt idx="9">
                  <c:v>96.408375000000007</c:v>
                </c:pt>
                <c:pt idx="10">
                  <c:v>63.788999999999994</c:v>
                </c:pt>
                <c:pt idx="11">
                  <c:v>3.3827500000000001</c:v>
                </c:pt>
              </c:numCache>
            </c:numRef>
          </c:val>
          <c:smooth val="0"/>
          <c:extLst>
            <c:ext xmlns:c16="http://schemas.microsoft.com/office/drawing/2014/chart" uri="{C3380CC4-5D6E-409C-BE32-E72D297353CC}">
              <c16:uniqueId val="{00000002-F192-4B74-97DD-9900A551431A}"/>
            </c:ext>
          </c:extLst>
        </c:ser>
        <c:ser>
          <c:idx val="3"/>
          <c:order val="3"/>
          <c:spPr>
            <a:ln w="19050" cmpd="sng" algn="ctr">
              <a:solidFill>
                <a:schemeClr val="accent4"/>
              </a:solidFill>
              <a:prstDash val="solid"/>
            </a:ln>
          </c:spPr>
          <c:marker>
            <c:symbol val="none"/>
          </c:marker>
          <c:val>
            <c:numRef>
              <c:f>Sheet1!$A$4:$L$4</c:f>
              <c:numCache>
                <c:formatCode>General</c:formatCode>
                <c:ptCount val="12"/>
                <c:pt idx="0">
                  <c:v>3.3827500000000001</c:v>
                </c:pt>
                <c:pt idx="1">
                  <c:v>3.8660000000000001</c:v>
                </c:pt>
                <c:pt idx="2">
                  <c:v>3.8660000000000001</c:v>
                </c:pt>
                <c:pt idx="3">
                  <c:v>90.850999999999999</c:v>
                </c:pt>
                <c:pt idx="4">
                  <c:v>139.17600000000002</c:v>
                </c:pt>
                <c:pt idx="5">
                  <c:v>148.84100000000001</c:v>
                </c:pt>
                <c:pt idx="6">
                  <c:v>199.82387499999999</c:v>
                </c:pt>
                <c:pt idx="7">
                  <c:v>221.57012500000002</c:v>
                </c:pt>
                <c:pt idx="8">
                  <c:v>183.39337499999999</c:v>
                </c:pt>
                <c:pt idx="9">
                  <c:v>202.723375</c:v>
                </c:pt>
                <c:pt idx="10">
                  <c:v>205.13962500000002</c:v>
                </c:pt>
                <c:pt idx="11">
                  <c:v>269.17025000000001</c:v>
                </c:pt>
              </c:numCache>
            </c:numRef>
          </c:val>
          <c:smooth val="0"/>
          <c:extLst>
            <c:ext xmlns:c16="http://schemas.microsoft.com/office/drawing/2014/chart" uri="{C3380CC4-5D6E-409C-BE32-E72D297353CC}">
              <c16:uniqueId val="{00000003-F192-4B74-97DD-9900A551431A}"/>
            </c:ext>
          </c:extLst>
        </c:ser>
        <c:ser>
          <c:idx val="4"/>
          <c:order val="4"/>
          <c:spPr>
            <a:ln w="19050" cmpd="sng" algn="ctr">
              <a:solidFill>
                <a:schemeClr val="accent5"/>
              </a:solidFill>
              <a:prstDash val="solid"/>
            </a:ln>
          </c:spPr>
          <c:marker>
            <c:symbol val="none"/>
          </c:marker>
          <c:val>
            <c:numRef>
              <c:f>Sheet1!$A$5:$L$5</c:f>
              <c:numCache>
                <c:formatCode>General</c:formatCode>
                <c:ptCount val="12"/>
                <c:pt idx="0">
                  <c:v>83.119</c:v>
                </c:pt>
                <c:pt idx="1">
                  <c:v>39.6265</c:v>
                </c:pt>
                <c:pt idx="2">
                  <c:v>3.3827500000000001</c:v>
                </c:pt>
                <c:pt idx="3">
                  <c:v>68.621499999999997</c:v>
                </c:pt>
                <c:pt idx="4">
                  <c:v>51.707750000000004</c:v>
                </c:pt>
                <c:pt idx="5">
                  <c:v>95.925124999999994</c:v>
                </c:pt>
                <c:pt idx="6">
                  <c:v>259.02199999999999</c:v>
                </c:pt>
                <c:pt idx="7">
                  <c:v>261.43824999999998</c:v>
                </c:pt>
                <c:pt idx="8">
                  <c:v>242.5915</c:v>
                </c:pt>
                <c:pt idx="9">
                  <c:v>277.62712499999998</c:v>
                </c:pt>
                <c:pt idx="10">
                  <c:v>278.83524999999997</c:v>
                </c:pt>
                <c:pt idx="11">
                  <c:v>278.83524999999997</c:v>
                </c:pt>
              </c:numCache>
            </c:numRef>
          </c:val>
          <c:smooth val="0"/>
          <c:extLst>
            <c:ext xmlns:c16="http://schemas.microsoft.com/office/drawing/2014/chart" uri="{C3380CC4-5D6E-409C-BE32-E72D297353CC}">
              <c16:uniqueId val="{00000004-F192-4B74-97DD-9900A551431A}"/>
            </c:ext>
          </c:extLst>
        </c:ser>
        <c:ser>
          <c:idx val="5"/>
          <c:order val="5"/>
          <c:spPr>
            <a:ln w="19050" cmpd="sng" algn="ctr">
              <a:solidFill>
                <a:schemeClr val="accent6"/>
              </a:solidFill>
              <a:prstDash val="solid"/>
            </a:ln>
          </c:spPr>
          <c:marker>
            <c:symbol val="none"/>
          </c:marker>
          <c:val>
            <c:numRef>
              <c:f>Sheet1!$A$6:$L$6</c:f>
              <c:numCache>
                <c:formatCode>General</c:formatCode>
                <c:ptCount val="12"/>
                <c:pt idx="0">
                  <c:v>225.67775</c:v>
                </c:pt>
                <c:pt idx="1">
                  <c:v>160.43899999999996</c:v>
                </c:pt>
                <c:pt idx="2">
                  <c:v>306.66275000000002</c:v>
                </c:pt>
                <c:pt idx="3">
                  <c:v>242.59149999999997</c:v>
                </c:pt>
                <c:pt idx="4">
                  <c:v>187.01774999999998</c:v>
                </c:pt>
                <c:pt idx="5">
                  <c:v>145.94149999999999</c:v>
                </c:pt>
                <c:pt idx="6">
                  <c:v>165.2715</c:v>
                </c:pt>
                <c:pt idx="7">
                  <c:v>203.93150000000003</c:v>
                </c:pt>
                <c:pt idx="8">
                  <c:v>232.92650000000003</c:v>
                </c:pt>
                <c:pt idx="9">
                  <c:v>232.92649999999998</c:v>
                </c:pt>
                <c:pt idx="10">
                  <c:v>228.09399999999999</c:v>
                </c:pt>
                <c:pt idx="11">
                  <c:v>232.9265</c:v>
                </c:pt>
              </c:numCache>
            </c:numRef>
          </c:val>
          <c:smooth val="0"/>
          <c:extLst>
            <c:ext xmlns:c16="http://schemas.microsoft.com/office/drawing/2014/chart" uri="{C3380CC4-5D6E-409C-BE32-E72D297353CC}">
              <c16:uniqueId val="{00000005-F192-4B74-97DD-9900A551431A}"/>
            </c:ext>
          </c:extLst>
        </c:ser>
        <c:ser>
          <c:idx val="6"/>
          <c:order val="6"/>
          <c:spPr>
            <a:ln w="28575" cmpd="sng" algn="ctr">
              <a:solidFill>
                <a:schemeClr val="accent1"/>
              </a:solidFill>
              <a:prstDash val="solid"/>
            </a:ln>
          </c:spPr>
          <c:marker>
            <c:symbol val="none"/>
          </c:marker>
          <c:val>
            <c:numRef>
              <c:f>Sheet1!$A$7:$L$7</c:f>
              <c:numCache>
                <c:formatCode>General</c:formatCode>
                <c:ptCount val="12"/>
                <c:pt idx="0">
                  <c:v>197.16600000000003</c:v>
                </c:pt>
                <c:pt idx="1">
                  <c:v>185.08475000000001</c:v>
                </c:pt>
                <c:pt idx="2">
                  <c:v>47.358500000000006</c:v>
                </c:pt>
                <c:pt idx="3">
                  <c:v>119.846</c:v>
                </c:pt>
                <c:pt idx="4">
                  <c:v>310.72974999999997</c:v>
                </c:pt>
                <c:pt idx="5">
                  <c:v>267.23724999999996</c:v>
                </c:pt>
                <c:pt idx="6">
                  <c:v>276.90224999999998</c:v>
                </c:pt>
                <c:pt idx="7">
                  <c:v>319.18662499999999</c:v>
                </c:pt>
                <c:pt idx="8">
                  <c:v>373.55225000000002</c:v>
                </c:pt>
                <c:pt idx="9">
                  <c:v>456.91287499999999</c:v>
                </c:pt>
                <c:pt idx="10">
                  <c:v>404.96350000000001</c:v>
                </c:pt>
                <c:pt idx="11">
                  <c:v>342.14099999999996</c:v>
                </c:pt>
              </c:numCache>
            </c:numRef>
          </c:val>
          <c:smooth val="0"/>
          <c:extLst>
            <c:ext xmlns:c16="http://schemas.microsoft.com/office/drawing/2014/chart" uri="{C3380CC4-5D6E-409C-BE32-E72D297353CC}">
              <c16:uniqueId val="{00000006-F192-4B74-97DD-9900A551431A}"/>
            </c:ext>
          </c:extLst>
        </c:ser>
        <c:ser>
          <c:idx val="7"/>
          <c:order val="7"/>
          <c:spPr>
            <a:ln w="28575" cmpd="sng" algn="ctr">
              <a:solidFill>
                <a:schemeClr val="accent2"/>
              </a:solidFill>
              <a:prstDash val="solid"/>
            </a:ln>
          </c:spPr>
          <c:marker>
            <c:symbol val="none"/>
          </c:marker>
          <c:val>
            <c:numRef>
              <c:f>Sheet1!$A$8:$L$8</c:f>
              <c:numCache>
                <c:formatCode>General</c:formatCode>
                <c:ptCount val="12"/>
                <c:pt idx="0">
                  <c:v>17.824750000000002</c:v>
                </c:pt>
                <c:pt idx="1">
                  <c:v>3.3722500000000002</c:v>
                </c:pt>
                <c:pt idx="2">
                  <c:v>3.8540000000000001</c:v>
                </c:pt>
                <c:pt idx="3">
                  <c:v>138.744</c:v>
                </c:pt>
                <c:pt idx="4">
                  <c:v>118.269625</c:v>
                </c:pt>
                <c:pt idx="5">
                  <c:v>131.51775000000001</c:v>
                </c:pt>
                <c:pt idx="6">
                  <c:v>212.21087499999999</c:v>
                </c:pt>
                <c:pt idx="7">
                  <c:v>249.54649999999998</c:v>
                </c:pt>
                <c:pt idx="8">
                  <c:v>271.22525000000002</c:v>
                </c:pt>
                <c:pt idx="9">
                  <c:v>331.44399999999996</c:v>
                </c:pt>
                <c:pt idx="10">
                  <c:v>301.33462499999996</c:v>
                </c:pt>
                <c:pt idx="11">
                  <c:v>296.51712499999996</c:v>
                </c:pt>
              </c:numCache>
            </c:numRef>
          </c:val>
          <c:smooth val="0"/>
          <c:extLst>
            <c:ext xmlns:c16="http://schemas.microsoft.com/office/drawing/2014/chart" uri="{C3380CC4-5D6E-409C-BE32-E72D297353CC}">
              <c16:uniqueId val="{00000007-F192-4B74-97DD-9900A551431A}"/>
            </c:ext>
          </c:extLst>
        </c:ser>
        <c:ser>
          <c:idx val="8"/>
          <c:order val="8"/>
          <c:spPr>
            <a:ln w="28575" cmpd="sng" algn="ctr">
              <a:solidFill>
                <a:schemeClr val="accent3"/>
              </a:solidFill>
              <a:prstDash val="solid"/>
            </a:ln>
          </c:spPr>
          <c:marker>
            <c:symbol val="none"/>
          </c:marker>
          <c:val>
            <c:numRef>
              <c:f>Sheet1!$A$9:$L$9</c:f>
              <c:numCache>
                <c:formatCode>General</c:formatCode>
                <c:ptCount val="12"/>
                <c:pt idx="0">
                  <c:v>205.70725000000002</c:v>
                </c:pt>
                <c:pt idx="1">
                  <c:v>184.51024999999998</c:v>
                </c:pt>
                <c:pt idx="2">
                  <c:v>117.06525000000001</c:v>
                </c:pt>
                <c:pt idx="3">
                  <c:v>145.97025000000002</c:v>
                </c:pt>
                <c:pt idx="4">
                  <c:v>174.87525000000002</c:v>
                </c:pt>
                <c:pt idx="5">
                  <c:v>172.4665</c:v>
                </c:pt>
                <c:pt idx="6">
                  <c:v>268.81650000000002</c:v>
                </c:pt>
                <c:pt idx="7">
                  <c:v>356.73587499999996</c:v>
                </c:pt>
                <c:pt idx="8">
                  <c:v>389.25400000000002</c:v>
                </c:pt>
                <c:pt idx="9">
                  <c:v>404.91087500000003</c:v>
                </c:pt>
                <c:pt idx="10">
                  <c:v>462.72087499999998</c:v>
                </c:pt>
                <c:pt idx="11">
                  <c:v>435.02025000000003</c:v>
                </c:pt>
              </c:numCache>
            </c:numRef>
          </c:val>
          <c:smooth val="0"/>
          <c:extLst>
            <c:ext xmlns:c16="http://schemas.microsoft.com/office/drawing/2014/chart" uri="{C3380CC4-5D6E-409C-BE32-E72D297353CC}">
              <c16:uniqueId val="{00000008-F192-4B74-97DD-9900A551431A}"/>
            </c:ext>
          </c:extLst>
        </c:ser>
        <c:ser>
          <c:idx val="9"/>
          <c:order val="9"/>
          <c:spPr>
            <a:ln w="28575" cmpd="sng" algn="ctr">
              <a:solidFill>
                <a:schemeClr val="accent4"/>
              </a:solidFill>
              <a:prstDash val="solid"/>
            </a:ln>
          </c:spPr>
          <c:marker>
            <c:symbol val="none"/>
          </c:marker>
          <c:val>
            <c:numRef>
              <c:f>Sheet1!$A$10:$L$10</c:f>
              <c:numCache>
                <c:formatCode>General</c:formatCode>
                <c:ptCount val="12"/>
                <c:pt idx="0">
                  <c:v>219.19624999999999</c:v>
                </c:pt>
                <c:pt idx="1">
                  <c:v>126.70025000000001</c:v>
                </c:pt>
                <c:pt idx="2">
                  <c:v>61.664000000000001</c:v>
                </c:pt>
                <c:pt idx="3">
                  <c:v>189.32775000000004</c:v>
                </c:pt>
                <c:pt idx="4">
                  <c:v>261.59025000000003</c:v>
                </c:pt>
                <c:pt idx="5">
                  <c:v>319.64112499999999</c:v>
                </c:pt>
                <c:pt idx="6">
                  <c:v>379.85987499999999</c:v>
                </c:pt>
                <c:pt idx="7">
                  <c:v>383.47300000000001</c:v>
                </c:pt>
                <c:pt idx="8">
                  <c:v>456.69899999999996</c:v>
                </c:pt>
                <c:pt idx="9">
                  <c:v>563.888375</c:v>
                </c:pt>
                <c:pt idx="10">
                  <c:v>469.94712499999997</c:v>
                </c:pt>
                <c:pt idx="11">
                  <c:v>335.05712500000004</c:v>
                </c:pt>
              </c:numCache>
            </c:numRef>
          </c:val>
          <c:smooth val="0"/>
          <c:extLst>
            <c:ext xmlns:c16="http://schemas.microsoft.com/office/drawing/2014/chart" uri="{C3380CC4-5D6E-409C-BE32-E72D297353CC}">
              <c16:uniqueId val="{00000009-F192-4B74-97DD-9900A551431A}"/>
            </c:ext>
          </c:extLst>
        </c:ser>
        <c:ser>
          <c:idx val="10"/>
          <c:order val="10"/>
          <c:spPr>
            <a:ln w="28575" cmpd="sng" algn="ctr">
              <a:solidFill>
                <a:schemeClr val="accent5"/>
              </a:solidFill>
              <a:prstDash val="solid"/>
            </a:ln>
          </c:spPr>
          <c:marker>
            <c:symbol val="none"/>
          </c:marker>
          <c:val>
            <c:numRef>
              <c:f>Sheet1!$A$11:$L$11</c:f>
              <c:numCache>
                <c:formatCode>General</c:formatCode>
                <c:ptCount val="12"/>
                <c:pt idx="0">
                  <c:v>79.488749999999996</c:v>
                </c:pt>
                <c:pt idx="1">
                  <c:v>37.576499999999996</c:v>
                </c:pt>
                <c:pt idx="2">
                  <c:v>136.33525</c:v>
                </c:pt>
                <c:pt idx="3">
                  <c:v>251.95524999999998</c:v>
                </c:pt>
                <c:pt idx="4">
                  <c:v>273.63400000000001</c:v>
                </c:pt>
                <c:pt idx="5">
                  <c:v>321.80899999999997</c:v>
                </c:pt>
                <c:pt idx="6">
                  <c:v>339.87462499999998</c:v>
                </c:pt>
                <c:pt idx="7">
                  <c:v>386.84524999999996</c:v>
                </c:pt>
                <c:pt idx="8">
                  <c:v>408.524</c:v>
                </c:pt>
                <c:pt idx="9">
                  <c:v>466.334</c:v>
                </c:pt>
                <c:pt idx="10">
                  <c:v>515.71337499999993</c:v>
                </c:pt>
                <c:pt idx="11">
                  <c:v>534.98337500000002</c:v>
                </c:pt>
              </c:numCache>
            </c:numRef>
          </c:val>
          <c:smooth val="0"/>
          <c:extLst>
            <c:ext xmlns:c16="http://schemas.microsoft.com/office/drawing/2014/chart" uri="{C3380CC4-5D6E-409C-BE32-E72D297353CC}">
              <c16:uniqueId val="{0000000A-F192-4B74-97DD-9900A551431A}"/>
            </c:ext>
          </c:extLst>
        </c:ser>
        <c:ser>
          <c:idx val="11"/>
          <c:order val="11"/>
          <c:spPr>
            <a:ln w="28575" cmpd="sng" algn="ctr">
              <a:solidFill>
                <a:schemeClr val="accent6"/>
              </a:solidFill>
              <a:prstDash val="solid"/>
            </a:ln>
          </c:spPr>
          <c:marker>
            <c:symbol val="none"/>
          </c:marker>
          <c:val>
            <c:numRef>
              <c:f>Sheet1!$A$12:$L$12</c:f>
              <c:numCache>
                <c:formatCode>General</c:formatCode>
                <c:ptCount val="12"/>
                <c:pt idx="0">
                  <c:v>174.63437499999998</c:v>
                </c:pt>
                <c:pt idx="1">
                  <c:v>207.39337499999999</c:v>
                </c:pt>
                <c:pt idx="2">
                  <c:v>220.64150000000001</c:v>
                </c:pt>
                <c:pt idx="3">
                  <c:v>261.59024999999997</c:v>
                </c:pt>
                <c:pt idx="4">
                  <c:v>304.94774999999998</c:v>
                </c:pt>
                <c:pt idx="5">
                  <c:v>262.794625</c:v>
                </c:pt>
                <c:pt idx="6">
                  <c:v>255.56837499999997</c:v>
                </c:pt>
                <c:pt idx="7">
                  <c:v>263.99900000000002</c:v>
                </c:pt>
                <c:pt idx="8">
                  <c:v>316.99149999999997</c:v>
                </c:pt>
                <c:pt idx="9">
                  <c:v>391.66275000000002</c:v>
                </c:pt>
                <c:pt idx="10">
                  <c:v>410.93275000000006</c:v>
                </c:pt>
                <c:pt idx="11">
                  <c:v>454.2902499999999</c:v>
                </c:pt>
              </c:numCache>
            </c:numRef>
          </c:val>
          <c:smooth val="0"/>
          <c:extLst>
            <c:ext xmlns:c16="http://schemas.microsoft.com/office/drawing/2014/chart" uri="{C3380CC4-5D6E-409C-BE32-E72D297353CC}">
              <c16:uniqueId val="{0000000B-F192-4B74-97DD-9900A551431A}"/>
            </c:ext>
          </c:extLst>
        </c:ser>
        <c:ser>
          <c:idx val="12"/>
          <c:order val="12"/>
          <c:spPr>
            <a:ln w="19050" cmpd="sng" algn="ctr">
              <a:solidFill>
                <a:schemeClr val="accent1"/>
              </a:solidFill>
              <a:prstDash val="solid"/>
            </a:ln>
          </c:spPr>
          <c:marker>
            <c:symbol val="none"/>
          </c:marker>
          <c:val>
            <c:numRef>
              <c:f>Sheet1!$A$13:$L$13</c:f>
              <c:numCache>
                <c:formatCode>General</c:formatCode>
                <c:ptCount val="12"/>
                <c:pt idx="0">
                  <c:v>118.99225</c:v>
                </c:pt>
                <c:pt idx="1">
                  <c:v>160.42275000000001</c:v>
                </c:pt>
                <c:pt idx="2">
                  <c:v>160.42275000000001</c:v>
                </c:pt>
                <c:pt idx="3">
                  <c:v>147.17462500000002</c:v>
                </c:pt>
                <c:pt idx="4">
                  <c:v>236.29837499999999</c:v>
                </c:pt>
                <c:pt idx="5">
                  <c:v>295.31274999999999</c:v>
                </c:pt>
                <c:pt idx="6">
                  <c:v>338.67024999999995</c:v>
                </c:pt>
                <c:pt idx="7">
                  <c:v>384.43650000000002</c:v>
                </c:pt>
                <c:pt idx="8">
                  <c:v>403.70650000000001</c:v>
                </c:pt>
                <c:pt idx="9">
                  <c:v>359.14462500000002</c:v>
                </c:pt>
                <c:pt idx="10">
                  <c:v>401.29775000000001</c:v>
                </c:pt>
                <c:pt idx="11">
                  <c:v>435.02024999999998</c:v>
                </c:pt>
              </c:numCache>
            </c:numRef>
          </c:val>
          <c:smooth val="0"/>
          <c:extLst>
            <c:ext xmlns:c16="http://schemas.microsoft.com/office/drawing/2014/chart" uri="{C3380CC4-5D6E-409C-BE32-E72D297353CC}">
              <c16:uniqueId val="{0000000C-F192-4B74-97DD-9900A551431A}"/>
            </c:ext>
          </c:extLst>
        </c:ser>
        <c:ser>
          <c:idx val="13"/>
          <c:order val="13"/>
          <c:spPr>
            <a:ln w="19050" cmpd="sng" algn="ctr">
              <a:solidFill>
                <a:schemeClr val="accent2"/>
              </a:solidFill>
              <a:prstDash val="solid"/>
            </a:ln>
          </c:spPr>
          <c:marker>
            <c:symbol val="none"/>
          </c:marker>
          <c:val>
            <c:numRef>
              <c:f>Sheet1!$A$14:$L$14</c:f>
              <c:numCache>
                <c:formatCode>General</c:formatCode>
                <c:ptCount val="12"/>
                <c:pt idx="0">
                  <c:v>229.79474999999996</c:v>
                </c:pt>
                <c:pt idx="1">
                  <c:v>174.87525000000002</c:v>
                </c:pt>
                <c:pt idx="2">
                  <c:v>189.0146125</c:v>
                </c:pt>
                <c:pt idx="3">
                  <c:v>164.42127500000001</c:v>
                </c:pt>
                <c:pt idx="4">
                  <c:v>199.34815</c:v>
                </c:pt>
                <c:pt idx="5">
                  <c:v>237.88815</c:v>
                </c:pt>
                <c:pt idx="6">
                  <c:v>228.25315000000001</c:v>
                </c:pt>
                <c:pt idx="7">
                  <c:v>204.16564999999997</c:v>
                </c:pt>
                <c:pt idx="8">
                  <c:v>175.26065</c:v>
                </c:pt>
                <c:pt idx="9">
                  <c:v>178.68107499999999</c:v>
                </c:pt>
                <c:pt idx="10">
                  <c:v>244.72899999999998</c:v>
                </c:pt>
                <c:pt idx="11">
                  <c:v>196.554</c:v>
                </c:pt>
              </c:numCache>
            </c:numRef>
          </c:val>
          <c:smooth val="0"/>
          <c:extLst>
            <c:ext xmlns:c16="http://schemas.microsoft.com/office/drawing/2014/chart" uri="{C3380CC4-5D6E-409C-BE32-E72D297353CC}">
              <c16:uniqueId val="{0000000D-F192-4B74-97DD-9900A551431A}"/>
            </c:ext>
          </c:extLst>
        </c:ser>
        <c:ser>
          <c:idx val="14"/>
          <c:order val="14"/>
          <c:spPr>
            <a:ln w="19050" cmpd="sng" algn="ctr">
              <a:solidFill>
                <a:schemeClr val="accent3"/>
              </a:solidFill>
              <a:prstDash val="solid"/>
            </a:ln>
          </c:spPr>
          <c:marker>
            <c:symbol val="none"/>
          </c:marker>
          <c:val>
            <c:numRef>
              <c:f>Sheet1!$A$15:$L$15</c:f>
              <c:numCache>
                <c:formatCode>General</c:formatCode>
                <c:ptCount val="12"/>
                <c:pt idx="0">
                  <c:v>3.08256</c:v>
                </c:pt>
                <c:pt idx="1">
                  <c:v>29.139825000000002</c:v>
                </c:pt>
                <c:pt idx="2">
                  <c:v>64.059449999999998</c:v>
                </c:pt>
                <c:pt idx="3">
                  <c:v>10.471071</c:v>
                </c:pt>
                <c:pt idx="4">
                  <c:v>146.42160000000001</c:v>
                </c:pt>
                <c:pt idx="5">
                  <c:v>178.69215000000003</c:v>
                </c:pt>
                <c:pt idx="6">
                  <c:v>300.30877500000003</c:v>
                </c:pt>
                <c:pt idx="7">
                  <c:v>353.29027499999995</c:v>
                </c:pt>
                <c:pt idx="8">
                  <c:v>427.70519999999999</c:v>
                </c:pt>
                <c:pt idx="9">
                  <c:v>456.60419999999999</c:v>
                </c:pt>
                <c:pt idx="10">
                  <c:v>406.03095000000002</c:v>
                </c:pt>
                <c:pt idx="11">
                  <c:v>344.62057500000003</c:v>
                </c:pt>
              </c:numCache>
            </c:numRef>
          </c:val>
          <c:smooth val="0"/>
          <c:extLst>
            <c:ext xmlns:c16="http://schemas.microsoft.com/office/drawing/2014/chart" uri="{C3380CC4-5D6E-409C-BE32-E72D297353CC}">
              <c16:uniqueId val="{0000000E-F192-4B74-97DD-9900A551431A}"/>
            </c:ext>
          </c:extLst>
        </c:ser>
        <c:ser>
          <c:idx val="15"/>
          <c:order val="15"/>
          <c:spPr>
            <a:ln w="19050" cmpd="sng" algn="ctr">
              <a:solidFill>
                <a:schemeClr val="accent4"/>
              </a:solidFill>
              <a:prstDash val="solid"/>
            </a:ln>
          </c:spPr>
          <c:marker>
            <c:symbol val="none"/>
          </c:marker>
          <c:val>
            <c:numRef>
              <c:f>Sheet1!$A$16:$L$16</c:f>
              <c:numCache>
                <c:formatCode>General</c:formatCode>
                <c:ptCount val="12"/>
                <c:pt idx="0">
                  <c:v>3.08256</c:v>
                </c:pt>
                <c:pt idx="1">
                  <c:v>23.119199999999999</c:v>
                </c:pt>
                <c:pt idx="2">
                  <c:v>81.615592499999991</c:v>
                </c:pt>
                <c:pt idx="3">
                  <c:v>194.49027000000001</c:v>
                </c:pt>
                <c:pt idx="4">
                  <c:v>160.77477000000002</c:v>
                </c:pt>
                <c:pt idx="5">
                  <c:v>204.12326999999999</c:v>
                </c:pt>
                <c:pt idx="6">
                  <c:v>225.79751999999999</c:v>
                </c:pt>
                <c:pt idx="7">
                  <c:v>163.18302</c:v>
                </c:pt>
                <c:pt idx="8">
                  <c:v>201.71502000000001</c:v>
                </c:pt>
                <c:pt idx="9">
                  <c:v>262.74007499999999</c:v>
                </c:pt>
                <c:pt idx="10">
                  <c:v>275.98545000000001</c:v>
                </c:pt>
                <c:pt idx="11">
                  <c:v>253.32381749999996</c:v>
                </c:pt>
              </c:numCache>
            </c:numRef>
          </c:val>
          <c:smooth val="0"/>
          <c:extLst>
            <c:ext xmlns:c16="http://schemas.microsoft.com/office/drawing/2014/chart" uri="{C3380CC4-5D6E-409C-BE32-E72D297353CC}">
              <c16:uniqueId val="{0000000F-F192-4B74-97DD-9900A551431A}"/>
            </c:ext>
          </c:extLst>
        </c:ser>
        <c:ser>
          <c:idx val="16"/>
          <c:order val="16"/>
          <c:spPr>
            <a:ln w="19050" cmpd="sng" algn="ctr">
              <a:solidFill>
                <a:schemeClr val="accent5"/>
              </a:solidFill>
              <a:prstDash val="solid"/>
            </a:ln>
          </c:spPr>
          <c:marker>
            <c:symbol val="none"/>
          </c:marker>
          <c:val>
            <c:numRef>
              <c:f>Sheet1!$A$17:$L$17</c:f>
              <c:numCache>
                <c:formatCode>General</c:formatCode>
                <c:ptCount val="12"/>
                <c:pt idx="0">
                  <c:v>0</c:v>
                </c:pt>
                <c:pt idx="1">
                  <c:v>3.8532000000000002</c:v>
                </c:pt>
                <c:pt idx="2">
                  <c:v>3.8532000000000002</c:v>
                </c:pt>
                <c:pt idx="3">
                  <c:v>13.4862</c:v>
                </c:pt>
                <c:pt idx="4">
                  <c:v>3.8532000000000002</c:v>
                </c:pt>
                <c:pt idx="5">
                  <c:v>3.8532000000000002</c:v>
                </c:pt>
                <c:pt idx="6">
                  <c:v>7.4655750000000003</c:v>
                </c:pt>
                <c:pt idx="7">
                  <c:v>35.160449999999997</c:v>
                </c:pt>
                <c:pt idx="8">
                  <c:v>85.733699999999999</c:v>
                </c:pt>
                <c:pt idx="9">
                  <c:v>159.18532500000001</c:v>
                </c:pt>
                <c:pt idx="10">
                  <c:v>225.41220000000001</c:v>
                </c:pt>
                <c:pt idx="11">
                  <c:v>182.06369999999998</c:v>
                </c:pt>
              </c:numCache>
            </c:numRef>
          </c:val>
          <c:smooth val="0"/>
          <c:extLst>
            <c:ext xmlns:c16="http://schemas.microsoft.com/office/drawing/2014/chart" uri="{C3380CC4-5D6E-409C-BE32-E72D297353CC}">
              <c16:uniqueId val="{00000010-F192-4B74-97DD-9900A551431A}"/>
            </c:ext>
          </c:extLst>
        </c:ser>
        <c:ser>
          <c:idx val="17"/>
          <c:order val="17"/>
          <c:spPr>
            <a:ln w="19050" cmpd="sng" algn="ctr">
              <a:solidFill>
                <a:schemeClr val="accent6"/>
              </a:solidFill>
              <a:prstDash val="solid"/>
            </a:ln>
          </c:spPr>
          <c:marker>
            <c:symbol val="none"/>
          </c:marker>
          <c:val>
            <c:numRef>
              <c:f>Sheet1!$A$18:$L$18</c:f>
              <c:numCache>
                <c:formatCode>General</c:formatCode>
                <c:ptCount val="12"/>
                <c:pt idx="0">
                  <c:v>120.41249999999999</c:v>
                </c:pt>
                <c:pt idx="1">
                  <c:v>128.60055</c:v>
                </c:pt>
                <c:pt idx="2">
                  <c:v>133.41705000000002</c:v>
                </c:pt>
                <c:pt idx="3">
                  <c:v>167.61419999999998</c:v>
                </c:pt>
                <c:pt idx="4">
                  <c:v>138.71519999999998</c:v>
                </c:pt>
                <c:pt idx="5">
                  <c:v>153.16469999999998</c:v>
                </c:pt>
                <c:pt idx="6">
                  <c:v>83.325449999999989</c:v>
                </c:pt>
                <c:pt idx="7">
                  <c:v>56.834699999999998</c:v>
                </c:pt>
                <c:pt idx="8">
                  <c:v>27.935700000000001</c:v>
                </c:pt>
                <c:pt idx="9">
                  <c:v>68.875950000000003</c:v>
                </c:pt>
                <c:pt idx="10">
                  <c:v>132.69457499999999</c:v>
                </c:pt>
                <c:pt idx="11">
                  <c:v>67.430999999999997</c:v>
                </c:pt>
              </c:numCache>
            </c:numRef>
          </c:val>
          <c:smooth val="0"/>
          <c:extLst>
            <c:ext xmlns:c16="http://schemas.microsoft.com/office/drawing/2014/chart" uri="{C3380CC4-5D6E-409C-BE32-E72D297353CC}">
              <c16:uniqueId val="{00000011-F192-4B74-97DD-9900A551431A}"/>
            </c:ext>
          </c:extLst>
        </c:ser>
        <c:ser>
          <c:idx val="18"/>
          <c:order val="18"/>
          <c:spPr>
            <a:ln w="28575" cmpd="sng" algn="ctr">
              <a:solidFill>
                <a:schemeClr val="accent1"/>
              </a:solidFill>
              <a:prstDash val="solid"/>
            </a:ln>
          </c:spPr>
          <c:marker>
            <c:symbol val="none"/>
          </c:marker>
          <c:val>
            <c:numRef>
              <c:f>Sheet1!$A$19:$L$19</c:f>
              <c:numCache>
                <c:formatCode>General</c:formatCode>
                <c:ptCount val="12"/>
                <c:pt idx="0">
                  <c:v>185.22332400000002</c:v>
                </c:pt>
                <c:pt idx="1">
                  <c:v>192.66</c:v>
                </c:pt>
                <c:pt idx="2">
                  <c:v>107.40795</c:v>
                </c:pt>
                <c:pt idx="3">
                  <c:v>157.9812</c:v>
                </c:pt>
                <c:pt idx="4">
                  <c:v>189.28845000000001</c:v>
                </c:pt>
                <c:pt idx="5">
                  <c:v>147.86655000000002</c:v>
                </c:pt>
                <c:pt idx="6">
                  <c:v>123.78405000000001</c:v>
                </c:pt>
                <c:pt idx="7">
                  <c:v>133.41705000000002</c:v>
                </c:pt>
                <c:pt idx="8">
                  <c:v>114.15105</c:v>
                </c:pt>
                <c:pt idx="9">
                  <c:v>145.45830000000001</c:v>
                </c:pt>
                <c:pt idx="10">
                  <c:v>164.7243</c:v>
                </c:pt>
                <c:pt idx="11">
                  <c:v>146.73467249999999</c:v>
                </c:pt>
              </c:numCache>
            </c:numRef>
          </c:val>
          <c:smooth val="0"/>
          <c:extLst>
            <c:ext xmlns:c16="http://schemas.microsoft.com/office/drawing/2014/chart" uri="{C3380CC4-5D6E-409C-BE32-E72D297353CC}">
              <c16:uniqueId val="{00000012-F192-4B74-97DD-9900A551431A}"/>
            </c:ext>
          </c:extLst>
        </c:ser>
        <c:ser>
          <c:idx val="19"/>
          <c:order val="19"/>
          <c:spPr>
            <a:ln w="28575" cmpd="sng" algn="ctr">
              <a:solidFill>
                <a:schemeClr val="accent2"/>
              </a:solidFill>
              <a:prstDash val="solid"/>
            </a:ln>
          </c:spPr>
          <c:marker>
            <c:symbol val="none"/>
          </c:marker>
          <c:val>
            <c:numRef>
              <c:f>Sheet1!$A$20:$L$20</c:f>
              <c:numCache>
                <c:formatCode>General</c:formatCode>
                <c:ptCount val="12"/>
                <c:pt idx="0">
                  <c:v>19.265999999999998</c:v>
                </c:pt>
                <c:pt idx="1">
                  <c:v>19.265999999999998</c:v>
                </c:pt>
                <c:pt idx="2">
                  <c:v>3.8532000000000002</c:v>
                </c:pt>
                <c:pt idx="3">
                  <c:v>54.426450000000003</c:v>
                </c:pt>
                <c:pt idx="4">
                  <c:v>54.426450000000003</c:v>
                </c:pt>
                <c:pt idx="5">
                  <c:v>61.651200000000003</c:v>
                </c:pt>
                <c:pt idx="6">
                  <c:v>111.020325</c:v>
                </c:pt>
                <c:pt idx="7">
                  <c:v>136.30695</c:v>
                </c:pt>
                <c:pt idx="8">
                  <c:v>62.855324999999993</c:v>
                </c:pt>
                <c:pt idx="9">
                  <c:v>136.30695</c:v>
                </c:pt>
                <c:pt idx="10">
                  <c:v>156.53625</c:v>
                </c:pt>
                <c:pt idx="11">
                  <c:v>176.04307499999999</c:v>
                </c:pt>
              </c:numCache>
            </c:numRef>
          </c:val>
          <c:smooth val="0"/>
          <c:extLst>
            <c:ext xmlns:c16="http://schemas.microsoft.com/office/drawing/2014/chart" uri="{C3380CC4-5D6E-409C-BE32-E72D297353CC}">
              <c16:uniqueId val="{00000013-F192-4B74-97DD-9900A551431A}"/>
            </c:ext>
          </c:extLst>
        </c:ser>
        <c:ser>
          <c:idx val="20"/>
          <c:order val="20"/>
          <c:spPr>
            <a:ln w="28575" cmpd="sng" algn="ctr">
              <a:solidFill>
                <a:schemeClr val="accent3"/>
              </a:solidFill>
              <a:prstDash val="solid"/>
            </a:ln>
          </c:spPr>
          <c:marker>
            <c:symbol val="none"/>
          </c:marker>
          <c:val>
            <c:numRef>
              <c:f>Sheet1!$A$21:$L$21</c:f>
              <c:numCache>
                <c:formatCode>General</c:formatCode>
                <c:ptCount val="12"/>
                <c:pt idx="0">
                  <c:v>0</c:v>
                </c:pt>
                <c:pt idx="1">
                  <c:v>0</c:v>
                </c:pt>
                <c:pt idx="2">
                  <c:v>4.7683350000000004</c:v>
                </c:pt>
                <c:pt idx="3">
                  <c:v>6.1651199999999999</c:v>
                </c:pt>
                <c:pt idx="4">
                  <c:v>6.1651199999999999</c:v>
                </c:pt>
                <c:pt idx="5">
                  <c:v>59.146619999999999</c:v>
                </c:pt>
                <c:pt idx="6">
                  <c:v>73.596119999999999</c:v>
                </c:pt>
                <c:pt idx="7">
                  <c:v>102.49512</c:v>
                </c:pt>
                <c:pt idx="8">
                  <c:v>102.49512</c:v>
                </c:pt>
                <c:pt idx="9">
                  <c:v>24.034335000000002</c:v>
                </c:pt>
                <c:pt idx="10">
                  <c:v>47.924174999999998</c:v>
                </c:pt>
                <c:pt idx="11">
                  <c:v>3.37155</c:v>
                </c:pt>
              </c:numCache>
            </c:numRef>
          </c:val>
          <c:smooth val="0"/>
          <c:extLst>
            <c:ext xmlns:c16="http://schemas.microsoft.com/office/drawing/2014/chart" uri="{C3380CC4-5D6E-409C-BE32-E72D297353CC}">
              <c16:uniqueId val="{00000014-F192-4B74-97DD-9900A551431A}"/>
            </c:ext>
          </c:extLst>
        </c:ser>
        <c:ser>
          <c:idx val="21"/>
          <c:order val="21"/>
          <c:spPr>
            <a:ln w="28575" cmpd="sng" algn="ctr">
              <a:solidFill>
                <a:schemeClr val="accent4"/>
              </a:solidFill>
              <a:prstDash val="solid"/>
            </a:ln>
          </c:spPr>
          <c:marker>
            <c:symbol val="none"/>
          </c:marker>
          <c:val>
            <c:numRef>
              <c:f>Sheet1!$A$22:$L$22</c:f>
              <c:numCache>
                <c:formatCode>General</c:formatCode>
                <c:ptCount val="12"/>
                <c:pt idx="0">
                  <c:v>67.675999999999988</c:v>
                </c:pt>
                <c:pt idx="1">
                  <c:v>29.004000000000005</c:v>
                </c:pt>
                <c:pt idx="2">
                  <c:v>3.3837999999999999</c:v>
                </c:pt>
                <c:pt idx="3">
                  <c:v>87.978800000000007</c:v>
                </c:pt>
                <c:pt idx="4">
                  <c:v>220.91380000000001</c:v>
                </c:pt>
                <c:pt idx="5">
                  <c:v>167.73980000000003</c:v>
                </c:pt>
                <c:pt idx="6">
                  <c:v>61.391800000000003</c:v>
                </c:pt>
                <c:pt idx="7">
                  <c:v>3.3837999999999999</c:v>
                </c:pt>
                <c:pt idx="8">
                  <c:v>107.31480000000001</c:v>
                </c:pt>
                <c:pt idx="9">
                  <c:v>201.5778</c:v>
                </c:pt>
                <c:pt idx="10">
                  <c:v>205.20330000000001</c:v>
                </c:pt>
                <c:pt idx="11">
                  <c:v>190.7013</c:v>
                </c:pt>
              </c:numCache>
            </c:numRef>
          </c:val>
          <c:smooth val="0"/>
          <c:extLst>
            <c:ext xmlns:c16="http://schemas.microsoft.com/office/drawing/2014/chart" uri="{C3380CC4-5D6E-409C-BE32-E72D297353CC}">
              <c16:uniqueId val="{00000015-F192-4B74-97DD-9900A551431A}"/>
            </c:ext>
          </c:extLst>
        </c:ser>
        <c:ser>
          <c:idx val="22"/>
          <c:order val="22"/>
          <c:spPr>
            <a:ln w="28575" cmpd="sng" algn="ctr">
              <a:solidFill>
                <a:schemeClr val="accent5"/>
              </a:solidFill>
              <a:prstDash val="solid"/>
            </a:ln>
          </c:spPr>
          <c:marker>
            <c:symbol val="none"/>
          </c:marker>
          <c:val>
            <c:numRef>
              <c:f>Sheet1!$A$23:$L$23</c:f>
              <c:numCache>
                <c:formatCode>General</c:formatCode>
                <c:ptCount val="12"/>
                <c:pt idx="0">
                  <c:v>355.29899999999998</c:v>
                </c:pt>
                <c:pt idx="1">
                  <c:v>369.80099999999999</c:v>
                </c:pt>
                <c:pt idx="2">
                  <c:v>317.59379999999999</c:v>
                </c:pt>
                <c:pt idx="3">
                  <c:v>167.73980000000003</c:v>
                </c:pt>
                <c:pt idx="4">
                  <c:v>218.49680000000001</c:v>
                </c:pt>
                <c:pt idx="5">
                  <c:v>191.90980000000002</c:v>
                </c:pt>
                <c:pt idx="6">
                  <c:v>235.41580000000002</c:v>
                </c:pt>
                <c:pt idx="7">
                  <c:v>312.75980000000004</c:v>
                </c:pt>
                <c:pt idx="8">
                  <c:v>309.1343</c:v>
                </c:pt>
                <c:pt idx="9">
                  <c:v>330.88729999999998</c:v>
                </c:pt>
                <c:pt idx="10">
                  <c:v>307.92579999999998</c:v>
                </c:pt>
                <c:pt idx="11">
                  <c:v>320.01080000000002</c:v>
                </c:pt>
              </c:numCache>
            </c:numRef>
          </c:val>
          <c:smooth val="0"/>
          <c:extLst>
            <c:ext xmlns:c16="http://schemas.microsoft.com/office/drawing/2014/chart" uri="{C3380CC4-5D6E-409C-BE32-E72D297353CC}">
              <c16:uniqueId val="{00000016-F192-4B74-97DD-9900A551431A}"/>
            </c:ext>
          </c:extLst>
        </c:ser>
        <c:ser>
          <c:idx val="23"/>
          <c:order val="23"/>
          <c:spPr>
            <a:ln w="28575" cmpd="sng" algn="ctr">
              <a:solidFill>
                <a:schemeClr val="accent6"/>
              </a:solidFill>
              <a:prstDash val="solid"/>
            </a:ln>
          </c:spPr>
          <c:marker>
            <c:symbol val="none"/>
          </c:marker>
          <c:val>
            <c:numRef>
              <c:f>Sheet1!$A$24:$L$24</c:f>
              <c:numCache>
                <c:formatCode>General</c:formatCode>
                <c:ptCount val="12"/>
                <c:pt idx="0">
                  <c:v>106.348</c:v>
                </c:pt>
                <c:pt idx="1">
                  <c:v>38.672000000000004</c:v>
                </c:pt>
                <c:pt idx="2">
                  <c:v>3.3837999999999999</c:v>
                </c:pt>
                <c:pt idx="3">
                  <c:v>90.395799999999994</c:v>
                </c:pt>
                <c:pt idx="4">
                  <c:v>80.727800000000002</c:v>
                </c:pt>
                <c:pt idx="5">
                  <c:v>193.8434</c:v>
                </c:pt>
                <c:pt idx="6">
                  <c:v>261.51940000000002</c:v>
                </c:pt>
                <c:pt idx="7">
                  <c:v>288.10640000000001</c:v>
                </c:pt>
                <c:pt idx="8">
                  <c:v>346.59780000000001</c:v>
                </c:pt>
                <c:pt idx="9">
                  <c:v>274.08780000000002</c:v>
                </c:pt>
                <c:pt idx="10">
                  <c:v>181.0333</c:v>
                </c:pt>
                <c:pt idx="11">
                  <c:v>79.519300000000001</c:v>
                </c:pt>
              </c:numCache>
            </c:numRef>
          </c:val>
          <c:smooth val="0"/>
          <c:extLst>
            <c:ext xmlns:c16="http://schemas.microsoft.com/office/drawing/2014/chart" uri="{C3380CC4-5D6E-409C-BE32-E72D297353CC}">
              <c16:uniqueId val="{00000017-F192-4B74-97DD-9900A551431A}"/>
            </c:ext>
          </c:extLst>
        </c:ser>
        <c:ser>
          <c:idx val="24"/>
          <c:order val="24"/>
          <c:spPr>
            <a:ln w="19050" cmpd="sng" algn="ctr">
              <a:solidFill>
                <a:schemeClr val="accent1"/>
              </a:solidFill>
              <a:prstDash val="solid"/>
            </a:ln>
          </c:spPr>
          <c:marker>
            <c:symbol val="none"/>
          </c:marker>
          <c:val>
            <c:numRef>
              <c:f>Sheet1!$A$25:$L$25</c:f>
              <c:numCache>
                <c:formatCode>General</c:formatCode>
                <c:ptCount val="12"/>
                <c:pt idx="0">
                  <c:v>229.61500000000001</c:v>
                </c:pt>
                <c:pt idx="1">
                  <c:v>219.947</c:v>
                </c:pt>
                <c:pt idx="2">
                  <c:v>199.16079999999999</c:v>
                </c:pt>
                <c:pt idx="3">
                  <c:v>235.41580000000002</c:v>
                </c:pt>
                <c:pt idx="4">
                  <c:v>189.49280000000005</c:v>
                </c:pt>
                <c:pt idx="5">
                  <c:v>194.32680000000002</c:v>
                </c:pt>
                <c:pt idx="6">
                  <c:v>297.04930000000002</c:v>
                </c:pt>
                <c:pt idx="7">
                  <c:v>336.9298</c:v>
                </c:pt>
                <c:pt idx="8">
                  <c:v>341.7638</c:v>
                </c:pt>
                <c:pt idx="9">
                  <c:v>353.84879999999998</c:v>
                </c:pt>
                <c:pt idx="10">
                  <c:v>281.33879999999999</c:v>
                </c:pt>
                <c:pt idx="11">
                  <c:v>324.84479999999996</c:v>
                </c:pt>
              </c:numCache>
            </c:numRef>
          </c:val>
          <c:smooth val="0"/>
          <c:extLst>
            <c:ext xmlns:c16="http://schemas.microsoft.com/office/drawing/2014/chart" uri="{C3380CC4-5D6E-409C-BE32-E72D297353CC}">
              <c16:uniqueId val="{00000018-F192-4B74-97DD-9900A551431A}"/>
            </c:ext>
          </c:extLst>
        </c:ser>
        <c:ser>
          <c:idx val="25"/>
          <c:order val="25"/>
          <c:spPr>
            <a:ln w="19050" cmpd="sng" algn="ctr">
              <a:solidFill>
                <a:schemeClr val="accent2"/>
              </a:solidFill>
              <a:prstDash val="solid"/>
            </a:ln>
          </c:spPr>
          <c:marker>
            <c:symbol val="none"/>
          </c:marker>
          <c:val>
            <c:numRef>
              <c:f>Sheet1!$A$26:$L$26</c:f>
              <c:numCache>
                <c:formatCode>General</c:formatCode>
                <c:ptCount val="12"/>
                <c:pt idx="0">
                  <c:v>0</c:v>
                </c:pt>
                <c:pt idx="1">
                  <c:v>0</c:v>
                </c:pt>
                <c:pt idx="2">
                  <c:v>6.1875200000000001</c:v>
                </c:pt>
                <c:pt idx="3">
                  <c:v>15.855519999999999</c:v>
                </c:pt>
                <c:pt idx="4">
                  <c:v>69.029520000000005</c:v>
                </c:pt>
                <c:pt idx="5">
                  <c:v>107.70151999999999</c:v>
                </c:pt>
                <c:pt idx="6">
                  <c:v>202.63161199999999</c:v>
                </c:pt>
                <c:pt idx="7">
                  <c:v>199.16079999999999</c:v>
                </c:pt>
                <c:pt idx="8">
                  <c:v>278.92180000000002</c:v>
                </c:pt>
                <c:pt idx="9">
                  <c:v>404.60579999999993</c:v>
                </c:pt>
                <c:pt idx="10">
                  <c:v>322.42780000000005</c:v>
                </c:pt>
                <c:pt idx="11">
                  <c:v>156.86330000000001</c:v>
                </c:pt>
              </c:numCache>
            </c:numRef>
          </c:val>
          <c:smooth val="0"/>
          <c:extLst>
            <c:ext xmlns:c16="http://schemas.microsoft.com/office/drawing/2014/chart" uri="{C3380CC4-5D6E-409C-BE32-E72D297353CC}">
              <c16:uniqueId val="{00000019-F192-4B74-97DD-9900A551431A}"/>
            </c:ext>
          </c:extLst>
        </c:ser>
        <c:ser>
          <c:idx val="26"/>
          <c:order val="26"/>
          <c:spPr>
            <a:ln w="19050" cmpd="sng" algn="ctr">
              <a:solidFill>
                <a:schemeClr val="accent3"/>
              </a:solidFill>
              <a:prstDash val="solid"/>
            </a:ln>
          </c:spPr>
          <c:marker>
            <c:symbol val="none"/>
          </c:marker>
          <c:val>
            <c:numRef>
              <c:f>Sheet1!$A$27:$L$27</c:f>
              <c:numCache>
                <c:formatCode>General</c:formatCode>
                <c:ptCount val="12"/>
                <c:pt idx="0">
                  <c:v>193.36</c:v>
                </c:pt>
                <c:pt idx="1">
                  <c:v>147.43700000000001</c:v>
                </c:pt>
                <c:pt idx="2">
                  <c:v>54.140799999999992</c:v>
                </c:pt>
                <c:pt idx="3">
                  <c:v>112.14880000000001</c:v>
                </c:pt>
                <c:pt idx="4">
                  <c:v>102.4808</c:v>
                </c:pt>
                <c:pt idx="5">
                  <c:v>46.889799999999994</c:v>
                </c:pt>
                <c:pt idx="6">
                  <c:v>13.0518</c:v>
                </c:pt>
                <c:pt idx="7">
                  <c:v>17.885799999999996</c:v>
                </c:pt>
                <c:pt idx="8">
                  <c:v>11.843299999999999</c:v>
                </c:pt>
                <c:pt idx="9">
                  <c:v>100.0638</c:v>
                </c:pt>
                <c:pt idx="10">
                  <c:v>100.0638</c:v>
                </c:pt>
                <c:pt idx="11">
                  <c:v>46.889800000000008</c:v>
                </c:pt>
              </c:numCache>
            </c:numRef>
          </c:val>
          <c:smooth val="0"/>
          <c:extLst>
            <c:ext xmlns:c16="http://schemas.microsoft.com/office/drawing/2014/chart" uri="{C3380CC4-5D6E-409C-BE32-E72D297353CC}">
              <c16:uniqueId val="{0000001A-F192-4B74-97DD-9900A551431A}"/>
            </c:ext>
          </c:extLst>
        </c:ser>
        <c:ser>
          <c:idx val="27"/>
          <c:order val="27"/>
          <c:spPr>
            <a:ln w="19050" cmpd="sng" algn="ctr">
              <a:solidFill>
                <a:schemeClr val="accent4"/>
              </a:solidFill>
              <a:prstDash val="solid"/>
            </a:ln>
          </c:spPr>
          <c:marker>
            <c:symbol val="none"/>
          </c:marker>
          <c:val>
            <c:numRef>
              <c:f>Sheet1!$A$28:$L$28</c:f>
              <c:numCache>
                <c:formatCode>General</c:formatCode>
                <c:ptCount val="12"/>
                <c:pt idx="0">
                  <c:v>0</c:v>
                </c:pt>
                <c:pt idx="1">
                  <c:v>4.8339999999999996</c:v>
                </c:pt>
                <c:pt idx="2">
                  <c:v>6.1875200000000001</c:v>
                </c:pt>
                <c:pt idx="3">
                  <c:v>93.199520000000007</c:v>
                </c:pt>
                <c:pt idx="4">
                  <c:v>102.86752000000001</c:v>
                </c:pt>
                <c:pt idx="5">
                  <c:v>214.04952</c:v>
                </c:pt>
                <c:pt idx="6">
                  <c:v>296.22752000000003</c:v>
                </c:pt>
                <c:pt idx="7">
                  <c:v>276.89152000000001</c:v>
                </c:pt>
                <c:pt idx="8">
                  <c:v>296.22752000000003</c:v>
                </c:pt>
                <c:pt idx="9">
                  <c:v>269.62118399999997</c:v>
                </c:pt>
                <c:pt idx="10">
                  <c:v>279.30852000000004</c:v>
                </c:pt>
                <c:pt idx="11">
                  <c:v>268.38609700000001</c:v>
                </c:pt>
              </c:numCache>
            </c:numRef>
          </c:val>
          <c:smooth val="0"/>
          <c:extLst>
            <c:ext xmlns:c16="http://schemas.microsoft.com/office/drawing/2014/chart" uri="{C3380CC4-5D6E-409C-BE32-E72D297353CC}">
              <c16:uniqueId val="{0000001B-F192-4B74-97DD-9900A551431A}"/>
            </c:ext>
          </c:extLst>
        </c:ser>
        <c:ser>
          <c:idx val="28"/>
          <c:order val="28"/>
          <c:spPr>
            <a:ln w="19050" cmpd="sng" algn="ctr">
              <a:solidFill>
                <a:schemeClr val="accent5"/>
              </a:solidFill>
              <a:prstDash val="solid"/>
            </a:ln>
          </c:spPr>
          <c:marker>
            <c:symbol val="none"/>
          </c:marker>
          <c:val>
            <c:numRef>
              <c:f>Sheet1!$A$29:$L$29</c:f>
              <c:numCache>
                <c:formatCode>General</c:formatCode>
                <c:ptCount val="12"/>
                <c:pt idx="0">
                  <c:v>266.0625</c:v>
                </c:pt>
                <c:pt idx="1">
                  <c:v>264.61125000000004</c:v>
                </c:pt>
                <c:pt idx="2">
                  <c:v>146.0925</c:v>
                </c:pt>
                <c:pt idx="3">
                  <c:v>264.61124999999998</c:v>
                </c:pt>
                <c:pt idx="4">
                  <c:v>241.63312500000001</c:v>
                </c:pt>
                <c:pt idx="5">
                  <c:v>282.655125</c:v>
                </c:pt>
                <c:pt idx="6">
                  <c:v>318.75980625</c:v>
                </c:pt>
                <c:pt idx="7">
                  <c:v>319.75875000000002</c:v>
                </c:pt>
                <c:pt idx="8">
                  <c:v>345.832875</c:v>
                </c:pt>
                <c:pt idx="9">
                  <c:v>383.13</c:v>
                </c:pt>
                <c:pt idx="10">
                  <c:v>404.89875000000001</c:v>
                </c:pt>
                <c:pt idx="11">
                  <c:v>433.92375000000004</c:v>
                </c:pt>
              </c:numCache>
            </c:numRef>
          </c:val>
          <c:smooth val="0"/>
          <c:extLst>
            <c:ext xmlns:c16="http://schemas.microsoft.com/office/drawing/2014/chart" uri="{C3380CC4-5D6E-409C-BE32-E72D297353CC}">
              <c16:uniqueId val="{0000001C-F192-4B74-97DD-9900A551431A}"/>
            </c:ext>
          </c:extLst>
        </c:ser>
        <c:ser>
          <c:idx val="29"/>
          <c:order val="29"/>
          <c:spPr>
            <a:ln w="19050" cmpd="sng" algn="ctr">
              <a:solidFill>
                <a:schemeClr val="accent6"/>
              </a:solidFill>
              <a:prstDash val="solid"/>
            </a:ln>
          </c:spPr>
          <c:marker>
            <c:symbol val="none"/>
          </c:marker>
          <c:val>
            <c:numRef>
              <c:f>Sheet1!$A$30:$L$30</c:f>
              <c:numCache>
                <c:formatCode>General</c:formatCode>
                <c:ptCount val="12"/>
                <c:pt idx="0">
                  <c:v>295.08749999999998</c:v>
                </c:pt>
                <c:pt idx="1">
                  <c:v>315.40499999999997</c:v>
                </c:pt>
                <c:pt idx="2">
                  <c:v>292.82838749999996</c:v>
                </c:pt>
                <c:pt idx="3">
                  <c:v>371.37487499999997</c:v>
                </c:pt>
                <c:pt idx="4">
                  <c:v>431.89200000000005</c:v>
                </c:pt>
                <c:pt idx="5">
                  <c:v>458.83687499999996</c:v>
                </c:pt>
                <c:pt idx="6">
                  <c:v>472.14</c:v>
                </c:pt>
                <c:pt idx="7">
                  <c:v>506.0025</c:v>
                </c:pt>
                <c:pt idx="8">
                  <c:v>542.76749999999993</c:v>
                </c:pt>
                <c:pt idx="9">
                  <c:v>627.42374999999993</c:v>
                </c:pt>
                <c:pt idx="10">
                  <c:v>629.84249999999997</c:v>
                </c:pt>
                <c:pt idx="11">
                  <c:v>587.51437499999997</c:v>
                </c:pt>
              </c:numCache>
            </c:numRef>
          </c:val>
          <c:smooth val="0"/>
          <c:extLst>
            <c:ext xmlns:c16="http://schemas.microsoft.com/office/drawing/2014/chart" uri="{C3380CC4-5D6E-409C-BE32-E72D297353CC}">
              <c16:uniqueId val="{0000001D-F192-4B74-97DD-9900A551431A}"/>
            </c:ext>
          </c:extLst>
        </c:ser>
        <c:ser>
          <c:idx val="30"/>
          <c:order val="30"/>
          <c:spPr>
            <a:ln w="28575" cmpd="sng" algn="ctr">
              <a:solidFill>
                <a:schemeClr val="accent1"/>
              </a:solidFill>
              <a:prstDash val="solid"/>
            </a:ln>
          </c:spPr>
          <c:marker>
            <c:symbol val="none"/>
          </c:marker>
          <c:val>
            <c:numRef>
              <c:f>Sheet1!$A$31:$L$31</c:f>
              <c:numCache>
                <c:formatCode>General</c:formatCode>
                <c:ptCount val="12"/>
                <c:pt idx="0">
                  <c:v>414.81562500000001</c:v>
                </c:pt>
                <c:pt idx="1">
                  <c:v>441.18000000000006</c:v>
                </c:pt>
                <c:pt idx="2">
                  <c:v>487.13624999999996</c:v>
                </c:pt>
                <c:pt idx="3">
                  <c:v>502.85812499999997</c:v>
                </c:pt>
                <c:pt idx="4">
                  <c:v>446.01749999999993</c:v>
                </c:pt>
                <c:pt idx="5">
                  <c:v>542.76750000000004</c:v>
                </c:pt>
                <c:pt idx="6">
                  <c:v>472.62374999999997</c:v>
                </c:pt>
                <c:pt idx="7">
                  <c:v>527.04562499999997</c:v>
                </c:pt>
                <c:pt idx="8">
                  <c:v>548.81437499999993</c:v>
                </c:pt>
                <c:pt idx="9">
                  <c:v>558.48937500000011</c:v>
                </c:pt>
                <c:pt idx="10">
                  <c:v>641.93624999999997</c:v>
                </c:pt>
                <c:pt idx="11">
                  <c:v>678.21749999999997</c:v>
                </c:pt>
              </c:numCache>
            </c:numRef>
          </c:val>
          <c:smooth val="0"/>
          <c:extLst>
            <c:ext xmlns:c16="http://schemas.microsoft.com/office/drawing/2014/chart" uri="{C3380CC4-5D6E-409C-BE32-E72D297353CC}">
              <c16:uniqueId val="{0000001E-F192-4B74-97DD-9900A551431A}"/>
            </c:ext>
          </c:extLst>
        </c:ser>
        <c:dLbls>
          <c:showLegendKey val="0"/>
          <c:showVal val="0"/>
          <c:showCatName val="0"/>
          <c:showSerName val="0"/>
          <c:showPercent val="0"/>
          <c:showBubbleSize val="0"/>
        </c:dLbls>
        <c:smooth val="0"/>
        <c:axId val="213998496"/>
        <c:axId val="1"/>
      </c:lineChart>
      <c:catAx>
        <c:axId val="213998496"/>
        <c:scaling>
          <c:orientation val="minMax"/>
        </c:scaling>
        <c:delete val="0"/>
        <c:axPos val="b"/>
        <c:majorGridlines>
          <c:spPr>
            <a:ln>
              <a:noFill/>
            </a:ln>
          </c:spPr>
        </c:majorGridlines>
        <c:majorTickMark val="out"/>
        <c:minorTickMark val="none"/>
        <c:tickLblPos val="none"/>
        <c:spPr>
          <a:ln w="9525" cmpd="sng" algn="ctr">
            <a:solidFill>
              <a:schemeClr val="tx1"/>
            </a:solidFill>
            <a:prstDash val="solid"/>
          </a:ln>
        </c:spPr>
        <c:txPr>
          <a:bodyPr wrap="none"/>
          <a:lstStyle/>
          <a:p>
            <a:pPr>
              <a:defRPr sz="1200" kern="1200">
                <a:latin typeface="+mn-lt"/>
                <a:ea typeface="+mn-ea"/>
                <a:cs typeface="+mn-cs"/>
              </a:defRPr>
            </a:pPr>
            <a:endParaRPr lang="en-US"/>
          </a:p>
        </c:txPr>
        <c:crossAx val="1"/>
        <c:crosses val="min"/>
        <c:auto val="0"/>
        <c:lblAlgn val="ctr"/>
        <c:lblOffset val="100"/>
        <c:noMultiLvlLbl val="0"/>
      </c:catAx>
      <c:valAx>
        <c:axId val="1"/>
        <c:scaling>
          <c:orientation val="minMax"/>
          <c:max val="700"/>
          <c:min val="0"/>
        </c:scaling>
        <c:delete val="0"/>
        <c:axPos val="l"/>
        <c:majorGridlines>
          <c:spPr>
            <a:ln>
              <a:noFill/>
            </a:ln>
          </c:spPr>
        </c:majorGridlines>
        <c:numFmt formatCode="0;&quot;-&quot;0" sourceLinked="0"/>
        <c:majorTickMark val="out"/>
        <c:minorTickMark val="none"/>
        <c:tickLblPos val="nextTo"/>
        <c:spPr>
          <a:ln w="9525" cmpd="sng" algn="ctr">
            <a:solidFill>
              <a:schemeClr val="tx1"/>
            </a:solidFill>
            <a:prstDash val="solid"/>
          </a:ln>
        </c:spPr>
        <c:txPr>
          <a:bodyPr wrap="none"/>
          <a:lstStyle/>
          <a:p>
            <a:pPr>
              <a:defRPr sz="1200" kern="1200">
                <a:solidFill>
                  <a:schemeClr val="tx1"/>
                </a:solidFill>
                <a:latin typeface="+mn-lt"/>
                <a:ea typeface="+mn-ea"/>
                <a:cs typeface="+mn-cs"/>
              </a:defRPr>
            </a:pPr>
            <a:endParaRPr lang="en-US"/>
          </a:p>
        </c:txPr>
        <c:crossAx val="213998496"/>
        <c:crosses val="min"/>
        <c:crossBetween val="midCat"/>
        <c:majorUnit val="50"/>
      </c:valAx>
      <c:spPr>
        <a:noFill/>
        <a:ln w="9525" cmpd="sng" algn="ctr">
          <a:solidFill>
            <a:schemeClr val="tx1"/>
          </a:solidFill>
          <a:prstDash val="solid"/>
        </a:ln>
      </c:spPr>
    </c:plotArea>
    <c:plotVisOnly val="0"/>
    <c:dispBlanksAs val="gap"/>
    <c:showDLblsOverMax val="1"/>
  </c:chart>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5.0236152855302703E-2"/>
          <c:y val="3.5536159600997506E-2"/>
          <c:w val="0.94232145412909685"/>
          <c:h val="0.92861596009975067"/>
        </c:manualLayout>
      </c:layout>
      <c:lineChart>
        <c:grouping val="standard"/>
        <c:varyColors val="0"/>
        <c:ser>
          <c:idx val="0"/>
          <c:order val="0"/>
          <c:spPr>
            <a:ln w="19050" cmpd="sng" algn="ctr">
              <a:solidFill>
                <a:schemeClr val="accent1"/>
              </a:solidFill>
              <a:prstDash val="solid"/>
            </a:ln>
          </c:spPr>
          <c:marker>
            <c:symbol val="none"/>
          </c:marker>
          <c:val>
            <c:numRef>
              <c:f>Sheet1!$A$1:$L$1</c:f>
              <c:numCache>
                <c:formatCode>General</c:formatCode>
                <c:ptCount val="12"/>
                <c:pt idx="0">
                  <c:v>575.66250000000002</c:v>
                </c:pt>
                <c:pt idx="1">
                  <c:v>462.94875000000002</c:v>
                </c:pt>
                <c:pt idx="2">
                  <c:v>410.94562499999995</c:v>
                </c:pt>
                <c:pt idx="3">
                  <c:v>369.82687499999997</c:v>
                </c:pt>
                <c:pt idx="4">
                  <c:v>441.17999999999995</c:v>
                </c:pt>
                <c:pt idx="5">
                  <c:v>585.09562500000004</c:v>
                </c:pt>
                <c:pt idx="6">
                  <c:v>533.09250000000009</c:v>
                </c:pt>
                <c:pt idx="7">
                  <c:v>533.09249999999997</c:v>
                </c:pt>
                <c:pt idx="8">
                  <c:v>565.74562500000002</c:v>
                </c:pt>
                <c:pt idx="9">
                  <c:v>670.96124999999995</c:v>
                </c:pt>
                <c:pt idx="10">
                  <c:v>645.56437500000004</c:v>
                </c:pt>
                <c:pt idx="11">
                  <c:v>633.46820624999998</c:v>
                </c:pt>
              </c:numCache>
            </c:numRef>
          </c:val>
          <c:smooth val="0"/>
          <c:extLst>
            <c:ext xmlns:c16="http://schemas.microsoft.com/office/drawing/2014/chart" uri="{C3380CC4-5D6E-409C-BE32-E72D297353CC}">
              <c16:uniqueId val="{00000000-C696-4689-A3BC-87BFED2C95E6}"/>
            </c:ext>
          </c:extLst>
        </c:ser>
        <c:ser>
          <c:idx val="1"/>
          <c:order val="1"/>
          <c:spPr>
            <a:ln w="19050" cmpd="sng" algn="ctr">
              <a:solidFill>
                <a:schemeClr val="accent2"/>
              </a:solidFill>
              <a:prstDash val="solid"/>
            </a:ln>
          </c:spPr>
          <c:marker>
            <c:symbol val="none"/>
          </c:marker>
          <c:val>
            <c:numRef>
              <c:f>Sheet1!$A$2:$L$2</c:f>
              <c:numCache>
                <c:formatCode>General</c:formatCode>
                <c:ptCount val="12"/>
                <c:pt idx="0">
                  <c:v>380.953125</c:v>
                </c:pt>
                <c:pt idx="1">
                  <c:v>244.051875</c:v>
                </c:pt>
                <c:pt idx="2">
                  <c:v>267.03000000000003</c:v>
                </c:pt>
                <c:pt idx="3">
                  <c:v>285.17062499999997</c:v>
                </c:pt>
                <c:pt idx="4">
                  <c:v>366.19875000000002</c:v>
                </c:pt>
                <c:pt idx="5">
                  <c:v>431.505</c:v>
                </c:pt>
                <c:pt idx="6">
                  <c:v>476.967825</c:v>
                </c:pt>
                <c:pt idx="7">
                  <c:v>497.85856875000002</c:v>
                </c:pt>
                <c:pt idx="8">
                  <c:v>501.64875000000001</c:v>
                </c:pt>
                <c:pt idx="9">
                  <c:v>587.51437499999997</c:v>
                </c:pt>
                <c:pt idx="10">
                  <c:v>644.35500000000002</c:v>
                </c:pt>
                <c:pt idx="11">
                  <c:v>598.39874999999995</c:v>
                </c:pt>
              </c:numCache>
            </c:numRef>
          </c:val>
          <c:smooth val="0"/>
          <c:extLst>
            <c:ext xmlns:c16="http://schemas.microsoft.com/office/drawing/2014/chart" uri="{C3380CC4-5D6E-409C-BE32-E72D297353CC}">
              <c16:uniqueId val="{00000001-C696-4689-A3BC-87BFED2C95E6}"/>
            </c:ext>
          </c:extLst>
        </c:ser>
        <c:ser>
          <c:idx val="2"/>
          <c:order val="2"/>
          <c:spPr>
            <a:ln w="19050" cmpd="sng" algn="ctr">
              <a:solidFill>
                <a:schemeClr val="accent3"/>
              </a:solidFill>
              <a:prstDash val="solid"/>
            </a:ln>
          </c:spPr>
          <c:marker>
            <c:symbol val="none"/>
          </c:marker>
          <c:val>
            <c:numRef>
              <c:f>Sheet1!$A$3:$L$3</c:f>
              <c:numCache>
                <c:formatCode>General</c:formatCode>
                <c:ptCount val="12"/>
                <c:pt idx="0">
                  <c:v>380.953125</c:v>
                </c:pt>
                <c:pt idx="1">
                  <c:v>339.59250000000003</c:v>
                </c:pt>
                <c:pt idx="2">
                  <c:v>268.239375</c:v>
                </c:pt>
                <c:pt idx="3">
                  <c:v>329.91750000000002</c:v>
                </c:pt>
                <c:pt idx="4">
                  <c:v>381.92062499999997</c:v>
                </c:pt>
                <c:pt idx="5">
                  <c:v>496.32749999999999</c:v>
                </c:pt>
                <c:pt idx="6">
                  <c:v>547.12125000000003</c:v>
                </c:pt>
                <c:pt idx="7">
                  <c:v>571.30875000000003</c:v>
                </c:pt>
                <c:pt idx="8">
                  <c:v>617.74874999999997</c:v>
                </c:pt>
                <c:pt idx="9">
                  <c:v>677.00812500000006</c:v>
                </c:pt>
                <c:pt idx="10">
                  <c:v>722.79989999999998</c:v>
                </c:pt>
                <c:pt idx="11">
                  <c:v>672.76080000000002</c:v>
                </c:pt>
              </c:numCache>
            </c:numRef>
          </c:val>
          <c:smooth val="0"/>
          <c:extLst>
            <c:ext xmlns:c16="http://schemas.microsoft.com/office/drawing/2014/chart" uri="{C3380CC4-5D6E-409C-BE32-E72D297353CC}">
              <c16:uniqueId val="{00000002-C696-4689-A3BC-87BFED2C95E6}"/>
            </c:ext>
          </c:extLst>
        </c:ser>
        <c:ser>
          <c:idx val="3"/>
          <c:order val="3"/>
          <c:spPr>
            <a:ln w="19050" cmpd="sng" algn="ctr">
              <a:solidFill>
                <a:schemeClr val="accent4"/>
              </a:solidFill>
              <a:prstDash val="solid"/>
            </a:ln>
          </c:spPr>
          <c:marker>
            <c:symbol val="none"/>
          </c:marker>
          <c:val>
            <c:numRef>
              <c:f>Sheet1!$A$4:$L$4</c:f>
              <c:numCache>
                <c:formatCode>General</c:formatCode>
                <c:ptCount val="12"/>
                <c:pt idx="0">
                  <c:v>380.953125</c:v>
                </c:pt>
                <c:pt idx="1">
                  <c:v>295.32937500000003</c:v>
                </c:pt>
                <c:pt idx="2">
                  <c:v>294.12</c:v>
                </c:pt>
                <c:pt idx="3">
                  <c:v>301.37625000000003</c:v>
                </c:pt>
                <c:pt idx="4">
                  <c:v>394.49812499999996</c:v>
                </c:pt>
                <c:pt idx="5">
                  <c:v>353.37937499999998</c:v>
                </c:pt>
                <c:pt idx="6">
                  <c:v>372.729375</c:v>
                </c:pt>
                <c:pt idx="7">
                  <c:v>492.45749999999998</c:v>
                </c:pt>
                <c:pt idx="8">
                  <c:v>475.52625</c:v>
                </c:pt>
                <c:pt idx="9">
                  <c:v>529.94812499999989</c:v>
                </c:pt>
                <c:pt idx="10">
                  <c:v>569.85749999999996</c:v>
                </c:pt>
                <c:pt idx="11">
                  <c:v>578.323125</c:v>
                </c:pt>
              </c:numCache>
            </c:numRef>
          </c:val>
          <c:smooth val="0"/>
          <c:extLst>
            <c:ext xmlns:c16="http://schemas.microsoft.com/office/drawing/2014/chart" uri="{C3380CC4-5D6E-409C-BE32-E72D297353CC}">
              <c16:uniqueId val="{00000003-C696-4689-A3BC-87BFED2C95E6}"/>
            </c:ext>
          </c:extLst>
        </c:ser>
        <c:ser>
          <c:idx val="4"/>
          <c:order val="4"/>
          <c:spPr>
            <a:ln w="19050" cmpd="sng" algn="ctr">
              <a:solidFill>
                <a:schemeClr val="accent5"/>
              </a:solidFill>
              <a:prstDash val="solid"/>
            </a:ln>
          </c:spPr>
          <c:marker>
            <c:symbol val="none"/>
          </c:marker>
          <c:val>
            <c:numRef>
              <c:f>Sheet1!$A$5:$L$5</c:f>
              <c:numCache>
                <c:formatCode>General</c:formatCode>
                <c:ptCount val="12"/>
                <c:pt idx="0">
                  <c:v>401.62979999999999</c:v>
                </c:pt>
                <c:pt idx="1">
                  <c:v>318.45060000000001</c:v>
                </c:pt>
                <c:pt idx="2">
                  <c:v>335.37660000000005</c:v>
                </c:pt>
                <c:pt idx="3">
                  <c:v>343.83959999999996</c:v>
                </c:pt>
                <c:pt idx="4">
                  <c:v>424.84259999999995</c:v>
                </c:pt>
                <c:pt idx="5">
                  <c:v>480.45660000000004</c:v>
                </c:pt>
                <c:pt idx="6">
                  <c:v>521.56259999999997</c:v>
                </c:pt>
                <c:pt idx="7">
                  <c:v>592.89359999999988</c:v>
                </c:pt>
                <c:pt idx="8">
                  <c:v>611.0286000000001</c:v>
                </c:pt>
                <c:pt idx="9">
                  <c:v>658.17960000000005</c:v>
                </c:pt>
                <c:pt idx="10">
                  <c:v>717.42060000000015</c:v>
                </c:pt>
                <c:pt idx="11">
                  <c:v>762.1536000000001</c:v>
                </c:pt>
              </c:numCache>
            </c:numRef>
          </c:val>
          <c:smooth val="0"/>
          <c:extLst>
            <c:ext xmlns:c16="http://schemas.microsoft.com/office/drawing/2014/chart" uri="{C3380CC4-5D6E-409C-BE32-E72D297353CC}">
              <c16:uniqueId val="{00000004-C696-4689-A3BC-87BFED2C95E6}"/>
            </c:ext>
          </c:extLst>
        </c:ser>
        <c:ser>
          <c:idx val="5"/>
          <c:order val="5"/>
          <c:spPr>
            <a:ln w="19050" cmpd="sng" algn="ctr">
              <a:solidFill>
                <a:schemeClr val="accent6"/>
              </a:solidFill>
              <a:prstDash val="solid"/>
            </a:ln>
          </c:spPr>
          <c:marker>
            <c:symbol val="none"/>
          </c:marker>
          <c:val>
            <c:numRef>
              <c:f>Sheet1!$A$6:$L$6</c:f>
              <c:numCache>
                <c:formatCode>General</c:formatCode>
                <c:ptCount val="12"/>
                <c:pt idx="0">
                  <c:v>633.75779999999997</c:v>
                </c:pt>
                <c:pt idx="1">
                  <c:v>580.80359999999996</c:v>
                </c:pt>
                <c:pt idx="2">
                  <c:v>550.57860000000005</c:v>
                </c:pt>
                <c:pt idx="3">
                  <c:v>572.34059999999999</c:v>
                </c:pt>
                <c:pt idx="4">
                  <c:v>641.25360000000001</c:v>
                </c:pt>
                <c:pt idx="5">
                  <c:v>682.60140000000001</c:v>
                </c:pt>
                <c:pt idx="6">
                  <c:v>704.36339999999996</c:v>
                </c:pt>
                <c:pt idx="7">
                  <c:v>752.72339999999997</c:v>
                </c:pt>
                <c:pt idx="8">
                  <c:v>788.75160000000005</c:v>
                </c:pt>
                <c:pt idx="9">
                  <c:v>883.05359999999996</c:v>
                </c:pt>
                <c:pt idx="10">
                  <c:v>948.33718199999998</c:v>
                </c:pt>
                <c:pt idx="11">
                  <c:v>868.54560000000004</c:v>
                </c:pt>
              </c:numCache>
            </c:numRef>
          </c:val>
          <c:smooth val="0"/>
          <c:extLst>
            <c:ext xmlns:c16="http://schemas.microsoft.com/office/drawing/2014/chart" uri="{C3380CC4-5D6E-409C-BE32-E72D297353CC}">
              <c16:uniqueId val="{00000005-C696-4689-A3BC-87BFED2C95E6}"/>
            </c:ext>
          </c:extLst>
        </c:ser>
        <c:ser>
          <c:idx val="6"/>
          <c:order val="6"/>
          <c:spPr>
            <a:ln w="28575" cmpd="sng" algn="ctr">
              <a:solidFill>
                <a:schemeClr val="accent1"/>
              </a:solidFill>
              <a:prstDash val="solid"/>
            </a:ln>
          </c:spPr>
          <c:marker>
            <c:symbol val="none"/>
          </c:marker>
          <c:val>
            <c:numRef>
              <c:f>Sheet1!$A$7:$L$7</c:f>
              <c:numCache>
                <c:formatCode>General</c:formatCode>
                <c:ptCount val="12"/>
                <c:pt idx="0">
                  <c:v>597.48779999999999</c:v>
                </c:pt>
                <c:pt idx="1">
                  <c:v>582.01260000000002</c:v>
                </c:pt>
                <c:pt idx="2">
                  <c:v>575.96759999999995</c:v>
                </c:pt>
                <c:pt idx="3">
                  <c:v>584.43059999999991</c:v>
                </c:pt>
                <c:pt idx="4">
                  <c:v>663.01560000000006</c:v>
                </c:pt>
                <c:pt idx="5">
                  <c:v>700.7364</c:v>
                </c:pt>
                <c:pt idx="6">
                  <c:v>729.75239999999997</c:v>
                </c:pt>
                <c:pt idx="7">
                  <c:v>695.90039999999999</c:v>
                </c:pt>
                <c:pt idx="8">
                  <c:v>740.39160000000004</c:v>
                </c:pt>
                <c:pt idx="9">
                  <c:v>825.02160000000003</c:v>
                </c:pt>
                <c:pt idx="10">
                  <c:v>823.57079999999996</c:v>
                </c:pt>
                <c:pt idx="11">
                  <c:v>775.21080000000006</c:v>
                </c:pt>
              </c:numCache>
            </c:numRef>
          </c:val>
          <c:smooth val="0"/>
          <c:extLst>
            <c:ext xmlns:c16="http://schemas.microsoft.com/office/drawing/2014/chart" uri="{C3380CC4-5D6E-409C-BE32-E72D297353CC}">
              <c16:uniqueId val="{00000006-C696-4689-A3BC-87BFED2C95E6}"/>
            </c:ext>
          </c:extLst>
        </c:ser>
        <c:ser>
          <c:idx val="7"/>
          <c:order val="7"/>
          <c:spPr>
            <a:ln w="28575" cmpd="sng" algn="ctr">
              <a:solidFill>
                <a:schemeClr val="accent2"/>
              </a:solidFill>
              <a:prstDash val="solid"/>
            </a:ln>
          </c:spPr>
          <c:marker>
            <c:symbol val="none"/>
          </c:marker>
          <c:val>
            <c:numRef>
              <c:f>Sheet1!$A$8:$L$8</c:f>
              <c:numCache>
                <c:formatCode>General</c:formatCode>
                <c:ptCount val="12"/>
                <c:pt idx="0">
                  <c:v>656.72879999999998</c:v>
                </c:pt>
                <c:pt idx="1">
                  <c:v>588.05759999999998</c:v>
                </c:pt>
                <c:pt idx="2">
                  <c:v>565.08659999999998</c:v>
                </c:pt>
                <c:pt idx="3">
                  <c:v>598.50577799999996</c:v>
                </c:pt>
                <c:pt idx="4">
                  <c:v>665.43360000000007</c:v>
                </c:pt>
                <c:pt idx="5">
                  <c:v>704.36339999999996</c:v>
                </c:pt>
                <c:pt idx="6">
                  <c:v>739.42439999999988</c:v>
                </c:pt>
                <c:pt idx="7">
                  <c:v>828.8904</c:v>
                </c:pt>
                <c:pt idx="8">
                  <c:v>864.91859999999997</c:v>
                </c:pt>
                <c:pt idx="9">
                  <c:v>750.06359999999995</c:v>
                </c:pt>
                <c:pt idx="10">
                  <c:v>804.22679999999991</c:v>
                </c:pt>
                <c:pt idx="11">
                  <c:v>776.41980000000001</c:v>
                </c:pt>
              </c:numCache>
            </c:numRef>
          </c:val>
          <c:smooth val="0"/>
          <c:extLst>
            <c:ext xmlns:c16="http://schemas.microsoft.com/office/drawing/2014/chart" uri="{C3380CC4-5D6E-409C-BE32-E72D297353CC}">
              <c16:uniqueId val="{00000007-C696-4689-A3BC-87BFED2C95E6}"/>
            </c:ext>
          </c:extLst>
        </c:ser>
        <c:ser>
          <c:idx val="8"/>
          <c:order val="8"/>
          <c:spPr>
            <a:ln w="28575" cmpd="sng" algn="ctr">
              <a:solidFill>
                <a:schemeClr val="accent3"/>
              </a:solidFill>
              <a:prstDash val="solid"/>
            </a:ln>
          </c:spPr>
          <c:marker>
            <c:symbol val="none"/>
          </c:marker>
          <c:val>
            <c:numRef>
              <c:f>Sheet1!$A$9:$L$9</c:f>
              <c:numCache>
                <c:formatCode>General</c:formatCode>
                <c:ptCount val="12"/>
                <c:pt idx="0">
                  <c:v>651.89280000000008</c:v>
                </c:pt>
                <c:pt idx="1">
                  <c:v>551.7876</c:v>
                </c:pt>
                <c:pt idx="2">
                  <c:v>556.6235999999999</c:v>
                </c:pt>
                <c:pt idx="3">
                  <c:v>510.6816</c:v>
                </c:pt>
                <c:pt idx="4">
                  <c:v>552.99659999999994</c:v>
                </c:pt>
                <c:pt idx="5">
                  <c:v>633.99959999999999</c:v>
                </c:pt>
                <c:pt idx="6">
                  <c:v>685.98660000000007</c:v>
                </c:pt>
                <c:pt idx="7">
                  <c:v>698.0766000000001</c:v>
                </c:pt>
                <c:pt idx="8">
                  <c:v>718.62959999999998</c:v>
                </c:pt>
                <c:pt idx="9">
                  <c:v>766.9896</c:v>
                </c:pt>
                <c:pt idx="10">
                  <c:v>768.19860000000006</c:v>
                </c:pt>
                <c:pt idx="11">
                  <c:v>752.48159999999984</c:v>
                </c:pt>
              </c:numCache>
            </c:numRef>
          </c:val>
          <c:smooth val="0"/>
          <c:extLst>
            <c:ext xmlns:c16="http://schemas.microsoft.com/office/drawing/2014/chart" uri="{C3380CC4-5D6E-409C-BE32-E72D297353CC}">
              <c16:uniqueId val="{00000008-C696-4689-A3BC-87BFED2C95E6}"/>
            </c:ext>
          </c:extLst>
        </c:ser>
        <c:ser>
          <c:idx val="9"/>
          <c:order val="9"/>
          <c:spPr>
            <a:ln w="28575" cmpd="sng" algn="ctr">
              <a:solidFill>
                <a:schemeClr val="accent4"/>
              </a:solidFill>
              <a:prstDash val="solid"/>
            </a:ln>
          </c:spPr>
          <c:marker>
            <c:symbol val="none"/>
          </c:marker>
          <c:val>
            <c:numRef>
              <c:f>Sheet1!$A$10:$L$10</c:f>
              <c:numCache>
                <c:formatCode>General</c:formatCode>
                <c:ptCount val="12"/>
                <c:pt idx="0">
                  <c:v>480.21480000000003</c:v>
                </c:pt>
                <c:pt idx="1">
                  <c:v>363.18359999999996</c:v>
                </c:pt>
                <c:pt idx="2">
                  <c:v>349.88459999999998</c:v>
                </c:pt>
                <c:pt idx="3">
                  <c:v>301.52460000000002</c:v>
                </c:pt>
                <c:pt idx="4">
                  <c:v>329.33159999999998</c:v>
                </c:pt>
                <c:pt idx="5">
                  <c:v>376.48259999999999</c:v>
                </c:pt>
                <c:pt idx="6">
                  <c:v>429.67859999999996</c:v>
                </c:pt>
                <c:pt idx="7">
                  <c:v>463.53059999999999</c:v>
                </c:pt>
                <c:pt idx="8">
                  <c:v>498.59159999999997</c:v>
                </c:pt>
                <c:pt idx="9">
                  <c:v>543.32459999999992</c:v>
                </c:pt>
                <c:pt idx="10">
                  <c:v>540.90660000000003</c:v>
                </c:pt>
                <c:pt idx="11">
                  <c:v>525.18959999999993</c:v>
                </c:pt>
              </c:numCache>
            </c:numRef>
          </c:val>
          <c:smooth val="0"/>
          <c:extLst>
            <c:ext xmlns:c16="http://schemas.microsoft.com/office/drawing/2014/chart" uri="{C3380CC4-5D6E-409C-BE32-E72D297353CC}">
              <c16:uniqueId val="{00000009-C696-4689-A3BC-87BFED2C95E6}"/>
            </c:ext>
          </c:extLst>
        </c:ser>
        <c:ser>
          <c:idx val="10"/>
          <c:order val="10"/>
          <c:spPr>
            <a:ln w="28575" cmpd="sng" algn="ctr">
              <a:solidFill>
                <a:schemeClr val="accent5"/>
              </a:solidFill>
              <a:prstDash val="solid"/>
            </a:ln>
          </c:spPr>
          <c:marker>
            <c:symbol val="none"/>
          </c:marker>
          <c:val>
            <c:numRef>
              <c:f>Sheet1!$A$11:$L$11</c:f>
              <c:numCache>
                <c:formatCode>General</c:formatCode>
                <c:ptCount val="12"/>
                <c:pt idx="0">
                  <c:v>268.637382</c:v>
                </c:pt>
                <c:pt idx="1">
                  <c:v>149.916</c:v>
                </c:pt>
                <c:pt idx="2">
                  <c:v>134.19900000000001</c:v>
                </c:pt>
                <c:pt idx="3">
                  <c:v>107.60100000000001</c:v>
                </c:pt>
                <c:pt idx="4">
                  <c:v>119.691</c:v>
                </c:pt>
                <c:pt idx="5">
                  <c:v>178.93199999999999</c:v>
                </c:pt>
                <c:pt idx="6">
                  <c:v>249.054</c:v>
                </c:pt>
                <c:pt idx="7">
                  <c:v>328.84799999999996</c:v>
                </c:pt>
                <c:pt idx="8">
                  <c:v>371.16299999999995</c:v>
                </c:pt>
                <c:pt idx="9">
                  <c:v>425.56799999999998</c:v>
                </c:pt>
                <c:pt idx="10">
                  <c:v>463.04700000000003</c:v>
                </c:pt>
                <c:pt idx="11">
                  <c:v>502.94399999999996</c:v>
                </c:pt>
              </c:numCache>
            </c:numRef>
          </c:val>
          <c:smooth val="0"/>
          <c:extLst>
            <c:ext xmlns:c16="http://schemas.microsoft.com/office/drawing/2014/chart" uri="{C3380CC4-5D6E-409C-BE32-E72D297353CC}">
              <c16:uniqueId val="{0000000A-C696-4689-A3BC-87BFED2C95E6}"/>
            </c:ext>
          </c:extLst>
        </c:ser>
        <c:ser>
          <c:idx val="11"/>
          <c:order val="11"/>
          <c:spPr>
            <a:ln w="28575" cmpd="sng" algn="ctr">
              <a:solidFill>
                <a:schemeClr val="accent6"/>
              </a:solidFill>
              <a:prstDash val="solid"/>
            </a:ln>
          </c:spPr>
          <c:marker>
            <c:symbol val="none"/>
          </c:marker>
          <c:val>
            <c:numRef>
              <c:f>Sheet1!$A$12:$L$12</c:f>
              <c:numCache>
                <c:formatCode>General</c:formatCode>
                <c:ptCount val="12"/>
                <c:pt idx="0">
                  <c:v>168.37980000000002</c:v>
                </c:pt>
                <c:pt idx="1">
                  <c:v>16.934750000000001</c:v>
                </c:pt>
                <c:pt idx="2">
                  <c:v>16.934750000000001</c:v>
                </c:pt>
                <c:pt idx="3">
                  <c:v>29.031000000000006</c:v>
                </c:pt>
                <c:pt idx="4">
                  <c:v>31.450250000000004</c:v>
                </c:pt>
                <c:pt idx="5">
                  <c:v>116.84977499999999</c:v>
                </c:pt>
                <c:pt idx="6">
                  <c:v>176.12139999999999</c:v>
                </c:pt>
                <c:pt idx="7">
                  <c:v>255.95665000000002</c:v>
                </c:pt>
                <c:pt idx="8">
                  <c:v>297.56774999999993</c:v>
                </c:pt>
                <c:pt idx="9">
                  <c:v>348.37200000000001</c:v>
                </c:pt>
                <c:pt idx="10">
                  <c:v>382.24150000000003</c:v>
                </c:pt>
                <c:pt idx="11">
                  <c:v>405.22437500000001</c:v>
                </c:pt>
              </c:numCache>
            </c:numRef>
          </c:val>
          <c:smooth val="0"/>
          <c:extLst>
            <c:ext xmlns:c16="http://schemas.microsoft.com/office/drawing/2014/chart" uri="{C3380CC4-5D6E-409C-BE32-E72D297353CC}">
              <c16:uniqueId val="{0000000B-C696-4689-A3BC-87BFED2C95E6}"/>
            </c:ext>
          </c:extLst>
        </c:ser>
        <c:ser>
          <c:idx val="12"/>
          <c:order val="12"/>
          <c:spPr>
            <a:ln w="19050" cmpd="sng" algn="ctr">
              <a:solidFill>
                <a:schemeClr val="accent1"/>
              </a:solidFill>
              <a:prstDash val="solid"/>
            </a:ln>
          </c:spPr>
          <c:marker>
            <c:symbol val="none"/>
          </c:marker>
          <c:val>
            <c:numRef>
              <c:f>Sheet1!$A$13:$L$13</c:f>
              <c:numCache>
                <c:formatCode>General</c:formatCode>
                <c:ptCount val="12"/>
                <c:pt idx="0">
                  <c:v>13.547800000000001</c:v>
                </c:pt>
                <c:pt idx="1">
                  <c:v>48.384999999999998</c:v>
                </c:pt>
                <c:pt idx="2">
                  <c:v>31.450249999999997</c:v>
                </c:pt>
                <c:pt idx="3">
                  <c:v>89.512250000000023</c:v>
                </c:pt>
                <c:pt idx="4">
                  <c:v>84.673750000000013</c:v>
                </c:pt>
                <c:pt idx="5">
                  <c:v>84.673750000000013</c:v>
                </c:pt>
                <c:pt idx="6">
                  <c:v>131.84912500000002</c:v>
                </c:pt>
                <c:pt idx="7">
                  <c:v>261.279</c:v>
                </c:pt>
                <c:pt idx="8">
                  <c:v>336.27574999999996</c:v>
                </c:pt>
                <c:pt idx="9">
                  <c:v>358.04899999999998</c:v>
                </c:pt>
                <c:pt idx="10">
                  <c:v>332.64687500000002</c:v>
                </c:pt>
                <c:pt idx="11">
                  <c:v>266.11749999999995</c:v>
                </c:pt>
              </c:numCache>
            </c:numRef>
          </c:val>
          <c:smooth val="0"/>
          <c:extLst>
            <c:ext xmlns:c16="http://schemas.microsoft.com/office/drawing/2014/chart" uri="{C3380CC4-5D6E-409C-BE32-E72D297353CC}">
              <c16:uniqueId val="{0000000C-C696-4689-A3BC-87BFED2C95E6}"/>
            </c:ext>
          </c:extLst>
        </c:ser>
        <c:ser>
          <c:idx val="13"/>
          <c:order val="13"/>
          <c:spPr>
            <a:ln w="19050" cmpd="sng" algn="ctr">
              <a:solidFill>
                <a:schemeClr val="accent2"/>
              </a:solidFill>
              <a:prstDash val="solid"/>
            </a:ln>
          </c:spPr>
          <c:marker>
            <c:symbol val="none"/>
          </c:marker>
          <c:val>
            <c:numRef>
              <c:f>Sheet1!$A$14:$L$14</c:f>
              <c:numCache>
                <c:formatCode>General</c:formatCode>
                <c:ptCount val="12"/>
                <c:pt idx="0">
                  <c:v>42.578800000000001</c:v>
                </c:pt>
                <c:pt idx="1">
                  <c:v>26.611750000000001</c:v>
                </c:pt>
                <c:pt idx="2">
                  <c:v>16.934750000000001</c:v>
                </c:pt>
                <c:pt idx="3">
                  <c:v>16.934750000000001</c:v>
                </c:pt>
                <c:pt idx="4">
                  <c:v>22.982875</c:v>
                </c:pt>
                <c:pt idx="5">
                  <c:v>84.673749999999998</c:v>
                </c:pt>
                <c:pt idx="6">
                  <c:v>193.54</c:v>
                </c:pt>
                <c:pt idx="7">
                  <c:v>214.10362500000002</c:v>
                </c:pt>
                <c:pt idx="8">
                  <c:v>234.66725</c:v>
                </c:pt>
                <c:pt idx="9">
                  <c:v>319.34100000000001</c:v>
                </c:pt>
                <c:pt idx="10">
                  <c:v>258.85974999999996</c:v>
                </c:pt>
                <c:pt idx="11">
                  <c:v>226.19987499999999</c:v>
                </c:pt>
              </c:numCache>
            </c:numRef>
          </c:val>
          <c:smooth val="0"/>
          <c:extLst>
            <c:ext xmlns:c16="http://schemas.microsoft.com/office/drawing/2014/chart" uri="{C3380CC4-5D6E-409C-BE32-E72D297353CC}">
              <c16:uniqueId val="{0000000D-C696-4689-A3BC-87BFED2C95E6}"/>
            </c:ext>
          </c:extLst>
        </c:ser>
        <c:ser>
          <c:idx val="14"/>
          <c:order val="14"/>
          <c:spPr>
            <a:ln w="19050" cmpd="sng" algn="ctr">
              <a:solidFill>
                <a:schemeClr val="accent3"/>
              </a:solidFill>
              <a:prstDash val="solid"/>
            </a:ln>
          </c:spPr>
          <c:marker>
            <c:symbol val="none"/>
          </c:marker>
          <c:val>
            <c:numRef>
              <c:f>Sheet1!$A$15:$L$15</c:f>
              <c:numCache>
                <c:formatCode>General</c:formatCode>
                <c:ptCount val="12"/>
                <c:pt idx="0">
                  <c:v>13.547800000000001</c:v>
                </c:pt>
                <c:pt idx="1">
                  <c:v>16.450900000000001</c:v>
                </c:pt>
                <c:pt idx="2">
                  <c:v>16.450900000000001</c:v>
                </c:pt>
                <c:pt idx="3">
                  <c:v>16.450900000000001</c:v>
                </c:pt>
                <c:pt idx="4">
                  <c:v>16.450900000000001</c:v>
                </c:pt>
                <c:pt idx="5">
                  <c:v>58.787774999999996</c:v>
                </c:pt>
                <c:pt idx="6">
                  <c:v>93.866899999999987</c:v>
                </c:pt>
                <c:pt idx="7">
                  <c:v>132.57489999999999</c:v>
                </c:pt>
                <c:pt idx="8">
                  <c:v>179.13094699999999</c:v>
                </c:pt>
                <c:pt idx="9">
                  <c:v>174.48840625</c:v>
                </c:pt>
                <c:pt idx="10">
                  <c:v>158.5237755</c:v>
                </c:pt>
                <c:pt idx="11">
                  <c:v>147.23555500000001</c:v>
                </c:pt>
              </c:numCache>
            </c:numRef>
          </c:val>
          <c:smooth val="0"/>
          <c:extLst>
            <c:ext xmlns:c16="http://schemas.microsoft.com/office/drawing/2014/chart" uri="{C3380CC4-5D6E-409C-BE32-E72D297353CC}">
              <c16:uniqueId val="{0000000E-C696-4689-A3BC-87BFED2C95E6}"/>
            </c:ext>
          </c:extLst>
        </c:ser>
        <c:ser>
          <c:idx val="15"/>
          <c:order val="15"/>
          <c:spPr>
            <a:ln w="19050" cmpd="sng" algn="ctr">
              <a:solidFill>
                <a:schemeClr val="accent4"/>
              </a:solidFill>
              <a:prstDash val="solid"/>
            </a:ln>
          </c:spPr>
          <c:marker>
            <c:symbol val="none"/>
          </c:marker>
          <c:val>
            <c:numRef>
              <c:f>Sheet1!$A$16:$L$16</c:f>
              <c:numCache>
                <c:formatCode>General</c:formatCode>
                <c:ptCount val="12"/>
                <c:pt idx="0">
                  <c:v>13.547800000000001</c:v>
                </c:pt>
                <c:pt idx="1">
                  <c:v>16.934750000000001</c:v>
                </c:pt>
                <c:pt idx="2">
                  <c:v>16.934750000000001</c:v>
                </c:pt>
                <c:pt idx="3">
                  <c:v>16.934750000000001</c:v>
                </c:pt>
                <c:pt idx="4">
                  <c:v>16.934750000000001</c:v>
                </c:pt>
                <c:pt idx="5">
                  <c:v>16.934750000000001</c:v>
                </c:pt>
                <c:pt idx="6">
                  <c:v>16.934750000000001</c:v>
                </c:pt>
                <c:pt idx="7">
                  <c:v>16.934750000000001</c:v>
                </c:pt>
                <c:pt idx="8">
                  <c:v>16.934750000000001</c:v>
                </c:pt>
                <c:pt idx="9">
                  <c:v>16.934750000000001</c:v>
                </c:pt>
                <c:pt idx="10">
                  <c:v>16.934750000000001</c:v>
                </c:pt>
                <c:pt idx="11">
                  <c:v>16.934750000000001</c:v>
                </c:pt>
              </c:numCache>
            </c:numRef>
          </c:val>
          <c:smooth val="0"/>
          <c:extLst>
            <c:ext xmlns:c16="http://schemas.microsoft.com/office/drawing/2014/chart" uri="{C3380CC4-5D6E-409C-BE32-E72D297353CC}">
              <c16:uniqueId val="{0000000F-C696-4689-A3BC-87BFED2C95E6}"/>
            </c:ext>
          </c:extLst>
        </c:ser>
        <c:ser>
          <c:idx val="16"/>
          <c:order val="16"/>
          <c:spPr>
            <a:ln w="19050" cmpd="sng" algn="ctr">
              <a:solidFill>
                <a:schemeClr val="accent5"/>
              </a:solidFill>
              <a:prstDash val="solid"/>
            </a:ln>
          </c:spPr>
          <c:marker>
            <c:symbol val="none"/>
          </c:marker>
          <c:val>
            <c:numRef>
              <c:f>Sheet1!$A$17:$L$17</c:f>
              <c:numCache>
                <c:formatCode>General</c:formatCode>
                <c:ptCount val="12"/>
                <c:pt idx="0">
                  <c:v>0</c:v>
                </c:pt>
                <c:pt idx="1">
                  <c:v>2.4192499999999999</c:v>
                </c:pt>
                <c:pt idx="2">
                  <c:v>2.4192499999999999</c:v>
                </c:pt>
                <c:pt idx="3">
                  <c:v>43.546499999999995</c:v>
                </c:pt>
                <c:pt idx="4">
                  <c:v>41.127249999999989</c:v>
                </c:pt>
                <c:pt idx="5">
                  <c:v>21.773250000000001</c:v>
                </c:pt>
                <c:pt idx="6">
                  <c:v>2.4192499999999999</c:v>
                </c:pt>
                <c:pt idx="7">
                  <c:v>2.4192499999999999</c:v>
                </c:pt>
                <c:pt idx="8">
                  <c:v>2.4192499999999999</c:v>
                </c:pt>
                <c:pt idx="9">
                  <c:v>2.4192499999999999</c:v>
                </c:pt>
                <c:pt idx="10">
                  <c:v>2.4192499999999999</c:v>
                </c:pt>
                <c:pt idx="11">
                  <c:v>2.4192499999999999</c:v>
                </c:pt>
              </c:numCache>
            </c:numRef>
          </c:val>
          <c:smooth val="0"/>
          <c:extLst>
            <c:ext xmlns:c16="http://schemas.microsoft.com/office/drawing/2014/chart" uri="{C3380CC4-5D6E-409C-BE32-E72D297353CC}">
              <c16:uniqueId val="{00000010-C696-4689-A3BC-87BFED2C95E6}"/>
            </c:ext>
          </c:extLst>
        </c:ser>
        <c:ser>
          <c:idx val="17"/>
          <c:order val="17"/>
          <c:spPr>
            <a:ln w="19050" cmpd="sng" algn="ctr">
              <a:solidFill>
                <a:schemeClr val="accent6"/>
              </a:solidFill>
              <a:prstDash val="solid"/>
            </a:ln>
          </c:spPr>
          <c:marker>
            <c:symbol val="none"/>
          </c:marker>
          <c:val>
            <c:numRef>
              <c:f>Sheet1!$A$18:$L$18</c:f>
              <c:numCache>
                <c:formatCode>General</c:formatCode>
                <c:ptCount val="12"/>
                <c:pt idx="0">
                  <c:v>9.6769999999999996</c:v>
                </c:pt>
                <c:pt idx="1">
                  <c:v>46.933449999999993</c:v>
                </c:pt>
                <c:pt idx="2">
                  <c:v>27.579449999999998</c:v>
                </c:pt>
                <c:pt idx="3">
                  <c:v>13.063949999999998</c:v>
                </c:pt>
                <c:pt idx="4">
                  <c:v>15.4832</c:v>
                </c:pt>
                <c:pt idx="5">
                  <c:v>68.706699999999998</c:v>
                </c:pt>
                <c:pt idx="6">
                  <c:v>13.063949999999998</c:v>
                </c:pt>
                <c:pt idx="7">
                  <c:v>3.3869500000000001</c:v>
                </c:pt>
                <c:pt idx="8">
                  <c:v>17.902449999999998</c:v>
                </c:pt>
                <c:pt idx="9">
                  <c:v>3.3869500000000001</c:v>
                </c:pt>
                <c:pt idx="10">
                  <c:v>3.3869500000000001</c:v>
                </c:pt>
                <c:pt idx="11">
                  <c:v>3.3869500000000001</c:v>
                </c:pt>
              </c:numCache>
            </c:numRef>
          </c:val>
          <c:smooth val="0"/>
          <c:extLst>
            <c:ext xmlns:c16="http://schemas.microsoft.com/office/drawing/2014/chart" uri="{C3380CC4-5D6E-409C-BE32-E72D297353CC}">
              <c16:uniqueId val="{00000011-C696-4689-A3BC-87BFED2C95E6}"/>
            </c:ext>
          </c:extLst>
        </c:ser>
        <c:ser>
          <c:idx val="18"/>
          <c:order val="18"/>
          <c:spPr>
            <a:ln w="28575" cmpd="sng" algn="ctr">
              <a:solidFill>
                <a:schemeClr val="accent1"/>
              </a:solidFill>
              <a:prstDash val="solid"/>
            </a:ln>
          </c:spPr>
          <c:marker>
            <c:symbol val="none"/>
          </c:marker>
          <c:val>
            <c:numRef>
              <c:f>Sheet1!$A$19:$L$19</c:f>
              <c:numCache>
                <c:formatCode>General</c:formatCode>
                <c:ptCount val="12"/>
                <c:pt idx="0">
                  <c:v>0</c:v>
                </c:pt>
                <c:pt idx="1">
                  <c:v>14.522999999999996</c:v>
                </c:pt>
                <c:pt idx="2">
                  <c:v>60.512500000000003</c:v>
                </c:pt>
                <c:pt idx="3">
                  <c:v>140.38900000000001</c:v>
                </c:pt>
                <c:pt idx="4">
                  <c:v>162.17349999999999</c:v>
                </c:pt>
                <c:pt idx="5">
                  <c:v>91.978999999999999</c:v>
                </c:pt>
                <c:pt idx="6">
                  <c:v>7.2614999999999998</c:v>
                </c:pt>
                <c:pt idx="7">
                  <c:v>29.045999999999999</c:v>
                </c:pt>
                <c:pt idx="8">
                  <c:v>16.9435</c:v>
                </c:pt>
                <c:pt idx="9">
                  <c:v>2.4205000000000001</c:v>
                </c:pt>
                <c:pt idx="10">
                  <c:v>2.4205000000000001</c:v>
                </c:pt>
                <c:pt idx="11">
                  <c:v>12.102499999999999</c:v>
                </c:pt>
              </c:numCache>
            </c:numRef>
          </c:val>
          <c:smooth val="0"/>
          <c:extLst>
            <c:ext xmlns:c16="http://schemas.microsoft.com/office/drawing/2014/chart" uri="{C3380CC4-5D6E-409C-BE32-E72D297353CC}">
              <c16:uniqueId val="{00000012-C696-4689-A3BC-87BFED2C95E6}"/>
            </c:ext>
          </c:extLst>
        </c:ser>
        <c:ser>
          <c:idx val="19"/>
          <c:order val="19"/>
          <c:spPr>
            <a:ln w="28575" cmpd="sng" algn="ctr">
              <a:solidFill>
                <a:schemeClr val="accent2"/>
              </a:solidFill>
              <a:prstDash val="solid"/>
            </a:ln>
          </c:spPr>
          <c:marker>
            <c:symbol val="none"/>
          </c:marker>
          <c:val>
            <c:numRef>
              <c:f>Sheet1!$A$20:$L$20</c:f>
              <c:numCache>
                <c:formatCode>General</c:formatCode>
                <c:ptCount val="12"/>
                <c:pt idx="0">
                  <c:v>77.455999999999989</c:v>
                </c:pt>
                <c:pt idx="1">
                  <c:v>152.97559999999999</c:v>
                </c:pt>
                <c:pt idx="2">
                  <c:v>131.19110000000001</c:v>
                </c:pt>
                <c:pt idx="3">
                  <c:v>174.76009999999999</c:v>
                </c:pt>
                <c:pt idx="4">
                  <c:v>12.586600000000001</c:v>
                </c:pt>
                <c:pt idx="5">
                  <c:v>75.519599999999997</c:v>
                </c:pt>
                <c:pt idx="6">
                  <c:v>138.45259999999999</c:v>
                </c:pt>
                <c:pt idx="7">
                  <c:v>80.360599999999991</c:v>
                </c:pt>
                <c:pt idx="8">
                  <c:v>60.996600000000001</c:v>
                </c:pt>
                <c:pt idx="9">
                  <c:v>34.371100000000006</c:v>
                </c:pt>
                <c:pt idx="10">
                  <c:v>2.9045999999999998</c:v>
                </c:pt>
                <c:pt idx="11">
                  <c:v>2.9045999999999998</c:v>
                </c:pt>
              </c:numCache>
            </c:numRef>
          </c:val>
          <c:smooth val="0"/>
          <c:extLst>
            <c:ext xmlns:c16="http://schemas.microsoft.com/office/drawing/2014/chart" uri="{C3380CC4-5D6E-409C-BE32-E72D297353CC}">
              <c16:uniqueId val="{00000013-C696-4689-A3BC-87BFED2C95E6}"/>
            </c:ext>
          </c:extLst>
        </c:ser>
        <c:ser>
          <c:idx val="20"/>
          <c:order val="20"/>
          <c:spPr>
            <a:ln w="28575" cmpd="sng" algn="ctr">
              <a:solidFill>
                <a:schemeClr val="accent3"/>
              </a:solidFill>
              <a:prstDash val="solid"/>
            </a:ln>
          </c:spPr>
          <c:marker>
            <c:symbol val="none"/>
          </c:marker>
          <c:val>
            <c:numRef>
              <c:f>Sheet1!$A$21:$L$21</c:f>
              <c:numCache>
                <c:formatCode>General</c:formatCode>
                <c:ptCount val="12"/>
                <c:pt idx="0">
                  <c:v>0</c:v>
                </c:pt>
                <c:pt idx="1">
                  <c:v>2.4205000000000001</c:v>
                </c:pt>
                <c:pt idx="2">
                  <c:v>2.4205000000000001</c:v>
                </c:pt>
                <c:pt idx="3">
                  <c:v>2.4205000000000001</c:v>
                </c:pt>
                <c:pt idx="4">
                  <c:v>2.4205000000000001</c:v>
                </c:pt>
                <c:pt idx="5">
                  <c:v>2.4205000000000001</c:v>
                </c:pt>
                <c:pt idx="6">
                  <c:v>2.4205000000000001</c:v>
                </c:pt>
                <c:pt idx="7">
                  <c:v>60.512499999999996</c:v>
                </c:pt>
                <c:pt idx="8">
                  <c:v>41.148499999999999</c:v>
                </c:pt>
                <c:pt idx="9">
                  <c:v>2.4205000000000001</c:v>
                </c:pt>
                <c:pt idx="10">
                  <c:v>2.4205000000000001</c:v>
                </c:pt>
                <c:pt idx="11">
                  <c:v>2.4205000000000001</c:v>
                </c:pt>
              </c:numCache>
            </c:numRef>
          </c:val>
          <c:smooth val="0"/>
          <c:extLst>
            <c:ext xmlns:c16="http://schemas.microsoft.com/office/drawing/2014/chart" uri="{C3380CC4-5D6E-409C-BE32-E72D297353CC}">
              <c16:uniqueId val="{00000014-C696-4689-A3BC-87BFED2C95E6}"/>
            </c:ext>
          </c:extLst>
        </c:ser>
        <c:ser>
          <c:idx val="21"/>
          <c:order val="21"/>
          <c:spPr>
            <a:ln w="28575" cmpd="sng" algn="ctr">
              <a:solidFill>
                <a:schemeClr val="accent4"/>
              </a:solidFill>
              <a:prstDash val="solid"/>
            </a:ln>
          </c:spPr>
          <c:marker>
            <c:symbol val="none"/>
          </c:marker>
          <c:val>
            <c:numRef>
              <c:f>Sheet1!$A$22:$L$22</c:f>
              <c:numCache>
                <c:formatCode>General</c:formatCode>
                <c:ptCount val="12"/>
                <c:pt idx="0">
                  <c:v>0</c:v>
                </c:pt>
                <c:pt idx="1">
                  <c:v>20.3322</c:v>
                </c:pt>
                <c:pt idx="2">
                  <c:v>3.3887</c:v>
                </c:pt>
                <c:pt idx="3">
                  <c:v>13.0707</c:v>
                </c:pt>
                <c:pt idx="4">
                  <c:v>17.9117</c:v>
                </c:pt>
                <c:pt idx="5">
                  <c:v>32.434699999999999</c:v>
                </c:pt>
                <c:pt idx="6">
                  <c:v>17.9117</c:v>
                </c:pt>
                <c:pt idx="7">
                  <c:v>61.480699999999999</c:v>
                </c:pt>
                <c:pt idx="8">
                  <c:v>80.844699999999989</c:v>
                </c:pt>
                <c:pt idx="9">
                  <c:v>56.639699999999998</c:v>
                </c:pt>
                <c:pt idx="10">
                  <c:v>27.593699999999998</c:v>
                </c:pt>
                <c:pt idx="11">
                  <c:v>3.3887</c:v>
                </c:pt>
              </c:numCache>
            </c:numRef>
          </c:val>
          <c:smooth val="0"/>
          <c:extLst>
            <c:ext xmlns:c16="http://schemas.microsoft.com/office/drawing/2014/chart" uri="{C3380CC4-5D6E-409C-BE32-E72D297353CC}">
              <c16:uniqueId val="{00000015-C696-4689-A3BC-87BFED2C95E6}"/>
            </c:ext>
          </c:extLst>
        </c:ser>
        <c:ser>
          <c:idx val="22"/>
          <c:order val="22"/>
          <c:spPr>
            <a:ln w="28575" cmpd="sng" algn="ctr">
              <a:solidFill>
                <a:schemeClr val="accent5"/>
              </a:solidFill>
              <a:prstDash val="solid"/>
            </a:ln>
          </c:spPr>
          <c:marker>
            <c:symbol val="none"/>
          </c:marker>
          <c:val>
            <c:numRef>
              <c:f>Sheet1!$A$23:$L$23</c:f>
              <c:numCache>
                <c:formatCode>General</c:formatCode>
                <c:ptCount val="12"/>
                <c:pt idx="0">
                  <c:v>79.876499999999993</c:v>
                </c:pt>
                <c:pt idx="1">
                  <c:v>165.75584000000001</c:v>
                </c:pt>
                <c:pt idx="2">
                  <c:v>165.94947999999999</c:v>
                </c:pt>
                <c:pt idx="3">
                  <c:v>156.26747999999998</c:v>
                </c:pt>
                <c:pt idx="4">
                  <c:v>214.26266000000001</c:v>
                </c:pt>
                <c:pt idx="5">
                  <c:v>291.71866</c:v>
                </c:pt>
                <c:pt idx="6">
                  <c:v>291.71866</c:v>
                </c:pt>
                <c:pt idx="7">
                  <c:v>306.24166000000002</c:v>
                </c:pt>
                <c:pt idx="8">
                  <c:v>257.83166</c:v>
                </c:pt>
                <c:pt idx="9">
                  <c:v>216.8768</c:v>
                </c:pt>
                <c:pt idx="10">
                  <c:v>253.18430000000001</c:v>
                </c:pt>
                <c:pt idx="11">
                  <c:v>231.39979999999997</c:v>
                </c:pt>
              </c:numCache>
            </c:numRef>
          </c:val>
          <c:smooth val="0"/>
          <c:extLst>
            <c:ext xmlns:c16="http://schemas.microsoft.com/office/drawing/2014/chart" uri="{C3380CC4-5D6E-409C-BE32-E72D297353CC}">
              <c16:uniqueId val="{00000016-C696-4689-A3BC-87BFED2C95E6}"/>
            </c:ext>
          </c:extLst>
        </c:ser>
        <c:ser>
          <c:idx val="23"/>
          <c:order val="23"/>
          <c:spPr>
            <a:ln w="28575" cmpd="sng" algn="ctr">
              <a:solidFill>
                <a:schemeClr val="accent6"/>
              </a:solidFill>
              <a:prstDash val="solid"/>
            </a:ln>
          </c:spPr>
          <c:marker>
            <c:symbol val="none"/>
          </c:marker>
          <c:val>
            <c:numRef>
              <c:f>Sheet1!$A$24:$L$24</c:f>
              <c:numCache>
                <c:formatCode>General</c:formatCode>
                <c:ptCount val="12"/>
                <c:pt idx="0">
                  <c:v>324.34699999999998</c:v>
                </c:pt>
                <c:pt idx="1">
                  <c:v>333.06079999999997</c:v>
                </c:pt>
                <c:pt idx="2">
                  <c:v>274.96879999999999</c:v>
                </c:pt>
                <c:pt idx="3">
                  <c:v>318.53779999999995</c:v>
                </c:pt>
                <c:pt idx="4">
                  <c:v>282.23029999999994</c:v>
                </c:pt>
                <c:pt idx="5">
                  <c:v>391.15279999999996</c:v>
                </c:pt>
                <c:pt idx="6">
                  <c:v>333.06079999999997</c:v>
                </c:pt>
                <c:pt idx="7">
                  <c:v>304.01479999999998</c:v>
                </c:pt>
                <c:pt idx="8">
                  <c:v>328.21979999999996</c:v>
                </c:pt>
                <c:pt idx="9">
                  <c:v>352.4248</c:v>
                </c:pt>
                <c:pt idx="10">
                  <c:v>441.98329999999999</c:v>
                </c:pt>
                <c:pt idx="11">
                  <c:v>478.29079999999999</c:v>
                </c:pt>
              </c:numCache>
            </c:numRef>
          </c:val>
          <c:smooth val="0"/>
          <c:extLst>
            <c:ext xmlns:c16="http://schemas.microsoft.com/office/drawing/2014/chart" uri="{C3380CC4-5D6E-409C-BE32-E72D297353CC}">
              <c16:uniqueId val="{00000017-C696-4689-A3BC-87BFED2C95E6}"/>
            </c:ext>
          </c:extLst>
        </c:ser>
        <c:ser>
          <c:idx val="24"/>
          <c:order val="24"/>
          <c:spPr>
            <a:ln w="19050" cmpd="sng" algn="ctr">
              <a:solidFill>
                <a:schemeClr val="accent1"/>
              </a:solidFill>
              <a:prstDash val="solid"/>
            </a:ln>
          </c:spPr>
          <c:marker>
            <c:symbol val="none"/>
          </c:marker>
          <c:val>
            <c:numRef>
              <c:f>Sheet1!$A$25:$L$25</c:f>
              <c:numCache>
                <c:formatCode>General</c:formatCode>
                <c:ptCount val="12"/>
                <c:pt idx="0">
                  <c:v>266.255</c:v>
                </c:pt>
                <c:pt idx="1">
                  <c:v>240.5977</c:v>
                </c:pt>
                <c:pt idx="2">
                  <c:v>194.60820000000001</c:v>
                </c:pt>
                <c:pt idx="3">
                  <c:v>240.59769999999997</c:v>
                </c:pt>
                <c:pt idx="4">
                  <c:v>165.56219999999999</c:v>
                </c:pt>
                <c:pt idx="5">
                  <c:v>160.72120000000001</c:v>
                </c:pt>
                <c:pt idx="6">
                  <c:v>177.66469999999998</c:v>
                </c:pt>
                <c:pt idx="7">
                  <c:v>274.48469999999998</c:v>
                </c:pt>
                <c:pt idx="8">
                  <c:v>297.47944999999999</c:v>
                </c:pt>
                <c:pt idx="9">
                  <c:v>308.37169999999998</c:v>
                </c:pt>
                <c:pt idx="10">
                  <c:v>321.68444999999997</c:v>
                </c:pt>
                <c:pt idx="11">
                  <c:v>266.01294999999999</c:v>
                </c:pt>
              </c:numCache>
            </c:numRef>
          </c:val>
          <c:smooth val="0"/>
          <c:extLst>
            <c:ext xmlns:c16="http://schemas.microsoft.com/office/drawing/2014/chart" uri="{C3380CC4-5D6E-409C-BE32-E72D297353CC}">
              <c16:uniqueId val="{00000018-C696-4689-A3BC-87BFED2C95E6}"/>
            </c:ext>
          </c:extLst>
        </c:ser>
        <c:ser>
          <c:idx val="25"/>
          <c:order val="25"/>
          <c:spPr>
            <a:ln w="19050" cmpd="sng" algn="ctr">
              <a:solidFill>
                <a:schemeClr val="accent2"/>
              </a:solidFill>
              <a:prstDash val="solid"/>
            </a:ln>
          </c:spPr>
          <c:marker>
            <c:symbol val="none"/>
          </c:marker>
          <c:val>
            <c:numRef>
              <c:f>Sheet1!$A$26:$L$26</c:f>
              <c:numCache>
                <c:formatCode>General</c:formatCode>
                <c:ptCount val="12"/>
                <c:pt idx="0">
                  <c:v>164.56</c:v>
                </c:pt>
                <c:pt idx="1">
                  <c:v>42.495199999999997</c:v>
                </c:pt>
                <c:pt idx="2">
                  <c:v>58.225200000000001</c:v>
                </c:pt>
                <c:pt idx="3">
                  <c:v>101.7852</c:v>
                </c:pt>
                <c:pt idx="4">
                  <c:v>176.90200000000002</c:v>
                </c:pt>
                <c:pt idx="5">
                  <c:v>240.25759999999997</c:v>
                </c:pt>
                <c:pt idx="6">
                  <c:v>264.45759999999996</c:v>
                </c:pt>
                <c:pt idx="7">
                  <c:v>250.95399999999998</c:v>
                </c:pt>
                <c:pt idx="8">
                  <c:v>296.69199999999995</c:v>
                </c:pt>
                <c:pt idx="9">
                  <c:v>494.59959999999995</c:v>
                </c:pt>
                <c:pt idx="10">
                  <c:v>495.56759999999997</c:v>
                </c:pt>
                <c:pt idx="11">
                  <c:v>473.7876</c:v>
                </c:pt>
              </c:numCache>
            </c:numRef>
          </c:val>
          <c:smooth val="0"/>
          <c:extLst>
            <c:ext xmlns:c16="http://schemas.microsoft.com/office/drawing/2014/chart" uri="{C3380CC4-5D6E-409C-BE32-E72D297353CC}">
              <c16:uniqueId val="{00000019-C696-4689-A3BC-87BFED2C95E6}"/>
            </c:ext>
          </c:extLst>
        </c:ser>
        <c:ser>
          <c:idx val="26"/>
          <c:order val="26"/>
          <c:spPr>
            <a:ln w="19050" cmpd="sng" algn="ctr">
              <a:solidFill>
                <a:schemeClr val="accent3"/>
              </a:solidFill>
              <a:prstDash val="solid"/>
            </a:ln>
          </c:spPr>
          <c:marker>
            <c:symbol val="none"/>
          </c:marker>
          <c:val>
            <c:numRef>
              <c:f>Sheet1!$A$27:$L$27</c:f>
              <c:numCache>
                <c:formatCode>General</c:formatCode>
                <c:ptCount val="12"/>
                <c:pt idx="0">
                  <c:v>84.699999999999989</c:v>
                </c:pt>
                <c:pt idx="1">
                  <c:v>104.15679999999999</c:v>
                </c:pt>
                <c:pt idx="2">
                  <c:v>48.496799999999993</c:v>
                </c:pt>
                <c:pt idx="3">
                  <c:v>29.136800000000001</c:v>
                </c:pt>
                <c:pt idx="4">
                  <c:v>52.223599999999998</c:v>
                </c:pt>
                <c:pt idx="5">
                  <c:v>141.9572</c:v>
                </c:pt>
                <c:pt idx="6">
                  <c:v>215.7672</c:v>
                </c:pt>
                <c:pt idx="7">
                  <c:v>266.39359999999999</c:v>
                </c:pt>
                <c:pt idx="8">
                  <c:v>351.09360000000004</c:v>
                </c:pt>
                <c:pt idx="9">
                  <c:v>387.10320000000002</c:v>
                </c:pt>
                <c:pt idx="10">
                  <c:v>345.96320000000003</c:v>
                </c:pt>
                <c:pt idx="11">
                  <c:v>309.66320000000002</c:v>
                </c:pt>
              </c:numCache>
            </c:numRef>
          </c:val>
          <c:smooth val="0"/>
          <c:extLst>
            <c:ext xmlns:c16="http://schemas.microsoft.com/office/drawing/2014/chart" uri="{C3380CC4-5D6E-409C-BE32-E72D297353CC}">
              <c16:uniqueId val="{0000001A-C696-4689-A3BC-87BFED2C95E6}"/>
            </c:ext>
          </c:extLst>
        </c:ser>
        <c:ser>
          <c:idx val="27"/>
          <c:order val="27"/>
          <c:spPr>
            <a:ln w="19050" cmpd="sng" algn="ctr">
              <a:solidFill>
                <a:schemeClr val="accent4"/>
              </a:solidFill>
              <a:prstDash val="solid"/>
            </a:ln>
          </c:spPr>
          <c:marker>
            <c:symbol val="none"/>
          </c:marker>
          <c:val>
            <c:numRef>
              <c:f>Sheet1!$A$28:$L$28</c:f>
              <c:numCache>
                <c:formatCode>General</c:formatCode>
                <c:ptCount val="12"/>
                <c:pt idx="0">
                  <c:v>144.71599999999998</c:v>
                </c:pt>
                <c:pt idx="1">
                  <c:v>43.172799999999995</c:v>
                </c:pt>
                <c:pt idx="2">
                  <c:v>96.412800000000004</c:v>
                </c:pt>
                <c:pt idx="3">
                  <c:v>158.12280000000001</c:v>
                </c:pt>
                <c:pt idx="4">
                  <c:v>201.77959999999999</c:v>
                </c:pt>
                <c:pt idx="5">
                  <c:v>222.54320000000001</c:v>
                </c:pt>
                <c:pt idx="6">
                  <c:v>459.70320000000004</c:v>
                </c:pt>
                <c:pt idx="7">
                  <c:v>432.88959999999997</c:v>
                </c:pt>
                <c:pt idx="8">
                  <c:v>338.50959999999998</c:v>
                </c:pt>
                <c:pt idx="9">
                  <c:v>422.91919999999993</c:v>
                </c:pt>
                <c:pt idx="10">
                  <c:v>410.81920000000002</c:v>
                </c:pt>
                <c:pt idx="11">
                  <c:v>403.55920000000003</c:v>
                </c:pt>
              </c:numCache>
            </c:numRef>
          </c:val>
          <c:smooth val="0"/>
          <c:extLst>
            <c:ext xmlns:c16="http://schemas.microsoft.com/office/drawing/2014/chart" uri="{C3380CC4-5D6E-409C-BE32-E72D297353CC}">
              <c16:uniqueId val="{0000001B-C696-4689-A3BC-87BFED2C95E6}"/>
            </c:ext>
          </c:extLst>
        </c:ser>
        <c:ser>
          <c:idx val="28"/>
          <c:order val="28"/>
          <c:spPr>
            <a:ln w="19050" cmpd="sng" algn="ctr">
              <a:solidFill>
                <a:schemeClr val="accent5"/>
              </a:solidFill>
              <a:prstDash val="solid"/>
            </a:ln>
          </c:spPr>
          <c:marker>
            <c:symbol val="none"/>
          </c:marker>
          <c:val>
            <c:numRef>
              <c:f>Sheet1!$A$29:$L$29</c:f>
              <c:numCache>
                <c:formatCode>General</c:formatCode>
                <c:ptCount val="12"/>
                <c:pt idx="0">
                  <c:v>186.09799999999998</c:v>
                </c:pt>
                <c:pt idx="1">
                  <c:v>218.8648</c:v>
                </c:pt>
                <c:pt idx="2">
                  <c:v>169.25479999999999</c:v>
                </c:pt>
                <c:pt idx="3">
                  <c:v>169.25479999999999</c:v>
                </c:pt>
                <c:pt idx="4">
                  <c:v>188.7116</c:v>
                </c:pt>
                <c:pt idx="5">
                  <c:v>291.7552</c:v>
                </c:pt>
                <c:pt idx="6">
                  <c:v>308.6952</c:v>
                </c:pt>
                <c:pt idx="7">
                  <c:v>354.48160000000001</c:v>
                </c:pt>
                <c:pt idx="8">
                  <c:v>384.73160000000001</c:v>
                </c:pt>
                <c:pt idx="9">
                  <c:v>366.2912</c:v>
                </c:pt>
                <c:pt idx="10">
                  <c:v>327.57120000000003</c:v>
                </c:pt>
                <c:pt idx="11">
                  <c:v>288.85120000000001</c:v>
                </c:pt>
              </c:numCache>
            </c:numRef>
          </c:val>
          <c:smooth val="0"/>
          <c:extLst>
            <c:ext xmlns:c16="http://schemas.microsoft.com/office/drawing/2014/chart" uri="{C3380CC4-5D6E-409C-BE32-E72D297353CC}">
              <c16:uniqueId val="{0000001C-C696-4689-A3BC-87BFED2C95E6}"/>
            </c:ext>
          </c:extLst>
        </c:ser>
        <c:ser>
          <c:idx val="29"/>
          <c:order val="29"/>
          <c:spPr>
            <a:ln w="19050" cmpd="sng" algn="ctr">
              <a:solidFill>
                <a:schemeClr val="accent6"/>
              </a:solidFill>
              <a:prstDash val="solid"/>
            </a:ln>
          </c:spPr>
          <c:marker>
            <c:symbol val="none"/>
          </c:marker>
          <c:val>
            <c:numRef>
              <c:f>Sheet1!$A$30:$L$30</c:f>
              <c:numCache>
                <c:formatCode>General</c:formatCode>
                <c:ptCount val="12"/>
                <c:pt idx="0">
                  <c:v>210.298</c:v>
                </c:pt>
                <c:pt idx="1">
                  <c:v>141.4248</c:v>
                </c:pt>
                <c:pt idx="2">
                  <c:v>177.72479999999999</c:v>
                </c:pt>
                <c:pt idx="3">
                  <c:v>174.82080000000002</c:v>
                </c:pt>
                <c:pt idx="4">
                  <c:v>326.16759999999999</c:v>
                </c:pt>
                <c:pt idx="5">
                  <c:v>365.5652</c:v>
                </c:pt>
                <c:pt idx="6">
                  <c:v>387.34519999999998</c:v>
                </c:pt>
                <c:pt idx="7">
                  <c:v>402.63959999999997</c:v>
                </c:pt>
                <c:pt idx="8">
                  <c:v>399.00959999999998</c:v>
                </c:pt>
                <c:pt idx="9">
                  <c:v>399.92919999999998</c:v>
                </c:pt>
                <c:pt idx="10">
                  <c:v>347.89919999999995</c:v>
                </c:pt>
                <c:pt idx="11">
                  <c:v>359.99920000000003</c:v>
                </c:pt>
              </c:numCache>
            </c:numRef>
          </c:val>
          <c:smooth val="0"/>
          <c:extLst>
            <c:ext xmlns:c16="http://schemas.microsoft.com/office/drawing/2014/chart" uri="{C3380CC4-5D6E-409C-BE32-E72D297353CC}">
              <c16:uniqueId val="{0000001D-C696-4689-A3BC-87BFED2C95E6}"/>
            </c:ext>
          </c:extLst>
        </c:ser>
        <c:dLbls>
          <c:showLegendKey val="0"/>
          <c:showVal val="0"/>
          <c:showCatName val="0"/>
          <c:showSerName val="0"/>
          <c:showPercent val="0"/>
          <c:showBubbleSize val="0"/>
        </c:dLbls>
        <c:smooth val="0"/>
        <c:axId val="213955648"/>
        <c:axId val="1"/>
      </c:lineChart>
      <c:catAx>
        <c:axId val="213955648"/>
        <c:scaling>
          <c:orientation val="minMax"/>
        </c:scaling>
        <c:delete val="0"/>
        <c:axPos val="b"/>
        <c:majorGridlines>
          <c:spPr>
            <a:ln>
              <a:noFill/>
            </a:ln>
          </c:spPr>
        </c:majorGridlines>
        <c:majorTickMark val="out"/>
        <c:minorTickMark val="none"/>
        <c:tickLblPos val="none"/>
        <c:spPr>
          <a:ln w="9525" cmpd="sng" algn="ctr">
            <a:solidFill>
              <a:schemeClr val="tx1"/>
            </a:solidFill>
            <a:prstDash val="solid"/>
          </a:ln>
        </c:spPr>
        <c:txPr>
          <a:bodyPr wrap="none"/>
          <a:lstStyle/>
          <a:p>
            <a:pPr>
              <a:defRPr sz="1200" kern="1200">
                <a:latin typeface="+mn-lt"/>
                <a:ea typeface="+mn-ea"/>
                <a:cs typeface="+mn-cs"/>
              </a:defRPr>
            </a:pPr>
            <a:endParaRPr lang="en-US"/>
          </a:p>
        </c:txPr>
        <c:crossAx val="1"/>
        <c:crosses val="min"/>
        <c:auto val="0"/>
        <c:lblAlgn val="ctr"/>
        <c:lblOffset val="100"/>
        <c:noMultiLvlLbl val="0"/>
      </c:catAx>
      <c:valAx>
        <c:axId val="1"/>
        <c:scaling>
          <c:orientation val="minMax"/>
          <c:max val="950"/>
          <c:min val="0"/>
        </c:scaling>
        <c:delete val="0"/>
        <c:axPos val="l"/>
        <c:majorGridlines>
          <c:spPr>
            <a:ln>
              <a:noFill/>
            </a:ln>
          </c:spPr>
        </c:majorGridlines>
        <c:numFmt formatCode="0;&quot;-&quot;0" sourceLinked="0"/>
        <c:majorTickMark val="out"/>
        <c:minorTickMark val="none"/>
        <c:tickLblPos val="nextTo"/>
        <c:spPr>
          <a:ln w="9525" cmpd="sng" algn="ctr">
            <a:solidFill>
              <a:schemeClr val="tx1"/>
            </a:solidFill>
            <a:prstDash val="solid"/>
          </a:ln>
        </c:spPr>
        <c:txPr>
          <a:bodyPr wrap="none"/>
          <a:lstStyle/>
          <a:p>
            <a:pPr>
              <a:defRPr sz="1200" kern="1200">
                <a:solidFill>
                  <a:schemeClr val="tx1"/>
                </a:solidFill>
                <a:latin typeface="+mn-lt"/>
                <a:ea typeface="+mn-ea"/>
                <a:cs typeface="+mn-cs"/>
              </a:defRPr>
            </a:pPr>
            <a:endParaRPr lang="en-US"/>
          </a:p>
        </c:txPr>
        <c:crossAx val="213955648"/>
        <c:crosses val="min"/>
        <c:crossBetween val="midCat"/>
        <c:majorUnit val="50"/>
      </c:valAx>
      <c:spPr>
        <a:noFill/>
        <a:ln w="9525" cmpd="sng" algn="ctr">
          <a:solidFill>
            <a:schemeClr val="tx1"/>
          </a:solidFill>
          <a:prstDash val="solid"/>
        </a:ln>
      </c:spPr>
    </c:plotArea>
    <c:plotVisOnly val="0"/>
    <c:dispBlanksAs val="gap"/>
    <c:showDLblsOverMax val="1"/>
  </c:chart>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5.0236152855302703E-2"/>
          <c:y val="3.5613870665417061E-2"/>
          <c:w val="0.94232145412909685"/>
          <c:h val="0.92845985629490779"/>
        </c:manualLayout>
      </c:layout>
      <c:lineChart>
        <c:grouping val="standard"/>
        <c:varyColors val="0"/>
        <c:ser>
          <c:idx val="0"/>
          <c:order val="0"/>
          <c:spPr>
            <a:ln w="19050" cmpd="sng" algn="ctr">
              <a:solidFill>
                <a:schemeClr val="accent1"/>
              </a:solidFill>
              <a:prstDash val="solid"/>
            </a:ln>
          </c:spPr>
          <c:marker>
            <c:symbol val="none"/>
          </c:marker>
          <c:val>
            <c:numRef>
              <c:f>Sheet1!$A$1:$Q$1</c:f>
              <c:numCache>
                <c:formatCode>General</c:formatCode>
                <c:ptCount val="17"/>
                <c:pt idx="0">
                  <c:v>523.68799999999999</c:v>
                </c:pt>
                <c:pt idx="1">
                  <c:v>452.78200000000004</c:v>
                </c:pt>
                <c:pt idx="2">
                  <c:v>459.07400000000001</c:v>
                </c:pt>
                <c:pt idx="3">
                  <c:v>417.69200000000001</c:v>
                </c:pt>
                <c:pt idx="4">
                  <c:v>323.31200000000001</c:v>
                </c:pt>
                <c:pt idx="5">
                  <c:v>255.06799999999998</c:v>
                </c:pt>
                <c:pt idx="6">
                  <c:v>229.56120000000001</c:v>
                </c:pt>
                <c:pt idx="7">
                  <c:v>222.30119999999999</c:v>
                </c:pt>
                <c:pt idx="8">
                  <c:v>129.13120000000001</c:v>
                </c:pt>
                <c:pt idx="9">
                  <c:v>79.617999999999995</c:v>
                </c:pt>
                <c:pt idx="10">
                  <c:v>125.30759999999999</c:v>
                </c:pt>
                <c:pt idx="11">
                  <c:v>183.38760000000002</c:v>
                </c:pt>
                <c:pt idx="12">
                  <c:v>267.89400000000001</c:v>
                </c:pt>
                <c:pt idx="13">
                  <c:v>298.62800000000004</c:v>
                </c:pt>
                <c:pt idx="14">
                  <c:v>296.40159999999997</c:v>
                </c:pt>
                <c:pt idx="15">
                  <c:v>291.5616</c:v>
                </c:pt>
                <c:pt idx="16">
                  <c:v>289.14159999999998</c:v>
                </c:pt>
              </c:numCache>
            </c:numRef>
          </c:val>
          <c:smooth val="0"/>
          <c:extLst>
            <c:ext xmlns:c16="http://schemas.microsoft.com/office/drawing/2014/chart" uri="{C3380CC4-5D6E-409C-BE32-E72D297353CC}">
              <c16:uniqueId val="{00000000-EA05-4A2B-8CDF-419D7484E7A5}"/>
            </c:ext>
          </c:extLst>
        </c:ser>
        <c:ser>
          <c:idx val="1"/>
          <c:order val="1"/>
          <c:spPr>
            <a:ln w="19050" cmpd="sng" algn="ctr">
              <a:solidFill>
                <a:schemeClr val="accent2"/>
              </a:solidFill>
              <a:prstDash val="solid"/>
            </a:ln>
          </c:spPr>
          <c:marker>
            <c:symbol val="none"/>
          </c:marker>
          <c:val>
            <c:numRef>
              <c:f>Sheet1!$A$2:$Q$2</c:f>
              <c:numCache>
                <c:formatCode>General</c:formatCode>
                <c:ptCount val="17"/>
                <c:pt idx="0">
                  <c:v>509.40999999999997</c:v>
                </c:pt>
                <c:pt idx="1">
                  <c:v>475.04600000000005</c:v>
                </c:pt>
                <c:pt idx="2">
                  <c:v>376.06799999999998</c:v>
                </c:pt>
                <c:pt idx="3">
                  <c:v>315.56799999999998</c:v>
                </c:pt>
                <c:pt idx="4">
                  <c:v>229.65800000000002</c:v>
                </c:pt>
                <c:pt idx="5">
                  <c:v>112.28800000000001</c:v>
                </c:pt>
                <c:pt idx="6">
                  <c:v>155.75119999999998</c:v>
                </c:pt>
                <c:pt idx="7">
                  <c:v>66.404799999999994</c:v>
                </c:pt>
                <c:pt idx="8">
                  <c:v>33.7348</c:v>
                </c:pt>
                <c:pt idx="9">
                  <c:v>153.5248</c:v>
                </c:pt>
                <c:pt idx="10">
                  <c:v>124.48480000000001</c:v>
                </c:pt>
                <c:pt idx="11">
                  <c:v>189.82479999999998</c:v>
                </c:pt>
                <c:pt idx="12">
                  <c:v>193.45480000000001</c:v>
                </c:pt>
                <c:pt idx="13">
                  <c:v>249.11479999999997</c:v>
                </c:pt>
                <c:pt idx="14">
                  <c:v>281.88159999999999</c:v>
                </c:pt>
                <c:pt idx="15">
                  <c:v>168.14159999999998</c:v>
                </c:pt>
                <c:pt idx="16">
                  <c:v>158.4616</c:v>
                </c:pt>
              </c:numCache>
            </c:numRef>
          </c:val>
          <c:smooth val="0"/>
          <c:extLst>
            <c:ext xmlns:c16="http://schemas.microsoft.com/office/drawing/2014/chart" uri="{C3380CC4-5D6E-409C-BE32-E72D297353CC}">
              <c16:uniqueId val="{00000001-EA05-4A2B-8CDF-419D7484E7A5}"/>
            </c:ext>
          </c:extLst>
        </c:ser>
        <c:ser>
          <c:idx val="2"/>
          <c:order val="2"/>
          <c:spPr>
            <a:ln w="19050" cmpd="sng" algn="ctr">
              <a:solidFill>
                <a:schemeClr val="accent3"/>
              </a:solidFill>
              <a:prstDash val="solid"/>
            </a:ln>
          </c:spPr>
          <c:marker>
            <c:symbol val="none"/>
          </c:marker>
          <c:val>
            <c:numRef>
              <c:f>Sheet1!$A$3:$Q$3</c:f>
              <c:numCache>
                <c:formatCode>General</c:formatCode>
                <c:ptCount val="17"/>
                <c:pt idx="0">
                  <c:v>537.00375000000008</c:v>
                </c:pt>
                <c:pt idx="1">
                  <c:v>492.35400000000004</c:v>
                </c:pt>
                <c:pt idx="2">
                  <c:v>436.84349999999995</c:v>
                </c:pt>
                <c:pt idx="3">
                  <c:v>379.88490000000002</c:v>
                </c:pt>
                <c:pt idx="4">
                  <c:v>285.75840000000005</c:v>
                </c:pt>
                <c:pt idx="5">
                  <c:v>140.94839999999999</c:v>
                </c:pt>
                <c:pt idx="6">
                  <c:v>58.889400000000002</c:v>
                </c:pt>
                <c:pt idx="7">
                  <c:v>57.682649999999995</c:v>
                </c:pt>
                <c:pt idx="8">
                  <c:v>54.062399999999997</c:v>
                </c:pt>
                <c:pt idx="9">
                  <c:v>119.2269</c:v>
                </c:pt>
                <c:pt idx="10">
                  <c:v>165.56609999999998</c:v>
                </c:pt>
                <c:pt idx="11">
                  <c:v>178.84035</c:v>
                </c:pt>
                <c:pt idx="12">
                  <c:v>192.1146</c:v>
                </c:pt>
                <c:pt idx="13">
                  <c:v>254.62425000000002</c:v>
                </c:pt>
                <c:pt idx="14">
                  <c:v>278.03520000000003</c:v>
                </c:pt>
                <c:pt idx="15">
                  <c:v>235.07489999999999</c:v>
                </c:pt>
                <c:pt idx="16">
                  <c:v>237.48840000000001</c:v>
                </c:pt>
              </c:numCache>
            </c:numRef>
          </c:val>
          <c:smooth val="0"/>
          <c:extLst>
            <c:ext xmlns:c16="http://schemas.microsoft.com/office/drawing/2014/chart" uri="{C3380CC4-5D6E-409C-BE32-E72D297353CC}">
              <c16:uniqueId val="{00000002-EA05-4A2B-8CDF-419D7484E7A5}"/>
            </c:ext>
          </c:extLst>
        </c:ser>
        <c:ser>
          <c:idx val="3"/>
          <c:order val="3"/>
          <c:spPr>
            <a:ln w="19050" cmpd="sng" algn="ctr">
              <a:solidFill>
                <a:schemeClr val="accent4"/>
              </a:solidFill>
              <a:prstDash val="solid"/>
            </a:ln>
          </c:spPr>
          <c:marker>
            <c:symbol val="none"/>
          </c:marker>
          <c:val>
            <c:numRef>
              <c:f>Sheet1!$A$4:$Q$4</c:f>
              <c:numCache>
                <c:formatCode>General</c:formatCode>
                <c:ptCount val="17"/>
                <c:pt idx="0">
                  <c:v>484.71044549999999</c:v>
                </c:pt>
                <c:pt idx="1">
                  <c:v>446.73884999999996</c:v>
                </c:pt>
                <c:pt idx="2">
                  <c:v>376.50599999999997</c:v>
                </c:pt>
                <c:pt idx="3">
                  <c:v>329.20139999999998</c:v>
                </c:pt>
                <c:pt idx="4">
                  <c:v>224.21414999999999</c:v>
                </c:pt>
                <c:pt idx="5">
                  <c:v>83.024400000000014</c:v>
                </c:pt>
                <c:pt idx="6">
                  <c:v>3.3788999999999998</c:v>
                </c:pt>
                <c:pt idx="7">
                  <c:v>54.062400000000004</c:v>
                </c:pt>
                <c:pt idx="8">
                  <c:v>38.374650000000003</c:v>
                </c:pt>
                <c:pt idx="9">
                  <c:v>67.578000000000003</c:v>
                </c:pt>
                <c:pt idx="10">
                  <c:v>194.52809999999999</c:v>
                </c:pt>
                <c:pt idx="11">
                  <c:v>276.34574999999995</c:v>
                </c:pt>
                <c:pt idx="12">
                  <c:v>269.34659999999997</c:v>
                </c:pt>
                <c:pt idx="13">
                  <c:v>322.4436</c:v>
                </c:pt>
                <c:pt idx="14">
                  <c:v>306.75585000000001</c:v>
                </c:pt>
                <c:pt idx="15">
                  <c:v>276.1044</c:v>
                </c:pt>
                <c:pt idx="16">
                  <c:v>197.42430000000002</c:v>
                </c:pt>
              </c:numCache>
            </c:numRef>
          </c:val>
          <c:smooth val="0"/>
          <c:extLst>
            <c:ext xmlns:c16="http://schemas.microsoft.com/office/drawing/2014/chart" uri="{C3380CC4-5D6E-409C-BE32-E72D297353CC}">
              <c16:uniqueId val="{00000003-EA05-4A2B-8CDF-419D7484E7A5}"/>
            </c:ext>
          </c:extLst>
        </c:ser>
        <c:ser>
          <c:idx val="4"/>
          <c:order val="4"/>
          <c:spPr>
            <a:ln w="19050" cmpd="sng" algn="ctr">
              <a:solidFill>
                <a:schemeClr val="accent5"/>
              </a:solidFill>
              <a:prstDash val="solid"/>
            </a:ln>
          </c:spPr>
          <c:marker>
            <c:symbol val="none"/>
          </c:marker>
          <c:val>
            <c:numRef>
              <c:f>Sheet1!$A$5:$Q$5</c:f>
              <c:numCache>
                <c:formatCode>General</c:formatCode>
                <c:ptCount val="17"/>
                <c:pt idx="0">
                  <c:v>602.73783600000002</c:v>
                </c:pt>
                <c:pt idx="1">
                  <c:v>492.59535000000005</c:v>
                </c:pt>
                <c:pt idx="2">
                  <c:v>433.22325000000001</c:v>
                </c:pt>
                <c:pt idx="3">
                  <c:v>400.39965000000001</c:v>
                </c:pt>
                <c:pt idx="4">
                  <c:v>254.38289999999998</c:v>
                </c:pt>
                <c:pt idx="5">
                  <c:v>138.53489999999999</c:v>
                </c:pt>
                <c:pt idx="6">
                  <c:v>148.18889999999999</c:v>
                </c:pt>
                <c:pt idx="7">
                  <c:v>85.67925000000001</c:v>
                </c:pt>
                <c:pt idx="8">
                  <c:v>124.0539</c:v>
                </c:pt>
                <c:pt idx="9">
                  <c:v>218.18040000000002</c:v>
                </c:pt>
                <c:pt idx="10">
                  <c:v>285.27570000000003</c:v>
                </c:pt>
                <c:pt idx="11">
                  <c:v>338.37270000000001</c:v>
                </c:pt>
                <c:pt idx="12">
                  <c:v>331.42182000000003</c:v>
                </c:pt>
                <c:pt idx="13">
                  <c:v>352.17792000000003</c:v>
                </c:pt>
                <c:pt idx="14">
                  <c:v>442.34627999999998</c:v>
                </c:pt>
                <c:pt idx="15">
                  <c:v>432.69227999999998</c:v>
                </c:pt>
                <c:pt idx="16">
                  <c:v>467.68802999999997</c:v>
                </c:pt>
              </c:numCache>
            </c:numRef>
          </c:val>
          <c:smooth val="0"/>
          <c:extLst>
            <c:ext xmlns:c16="http://schemas.microsoft.com/office/drawing/2014/chart" uri="{C3380CC4-5D6E-409C-BE32-E72D297353CC}">
              <c16:uniqueId val="{00000004-EA05-4A2B-8CDF-419D7484E7A5}"/>
            </c:ext>
          </c:extLst>
        </c:ser>
        <c:ser>
          <c:idx val="5"/>
          <c:order val="5"/>
          <c:spPr>
            <a:ln w="19050" cmpd="sng" algn="ctr">
              <a:solidFill>
                <a:schemeClr val="accent6"/>
              </a:solidFill>
              <a:prstDash val="solid"/>
            </a:ln>
          </c:spPr>
          <c:marker>
            <c:symbol val="none"/>
          </c:marker>
          <c:val>
            <c:numRef>
              <c:f>Sheet1!$A$6:$Q$6</c:f>
              <c:numCache>
                <c:formatCode>General</c:formatCode>
                <c:ptCount val="17"/>
                <c:pt idx="0">
                  <c:v>659.62885800000004</c:v>
                </c:pt>
                <c:pt idx="1">
                  <c:v>515.04089999999997</c:v>
                </c:pt>
                <c:pt idx="2">
                  <c:v>418.5009</c:v>
                </c:pt>
                <c:pt idx="3">
                  <c:v>356.71529999999996</c:v>
                </c:pt>
                <c:pt idx="4">
                  <c:v>253.17614999999998</c:v>
                </c:pt>
                <c:pt idx="5">
                  <c:v>114.64125</c:v>
                </c:pt>
                <c:pt idx="6">
                  <c:v>72.06711</c:v>
                </c:pt>
                <c:pt idx="7">
                  <c:v>120.28884000000001</c:v>
                </c:pt>
                <c:pt idx="8">
                  <c:v>127.77069</c:v>
                </c:pt>
                <c:pt idx="9">
                  <c:v>171.21368999999999</c:v>
                </c:pt>
                <c:pt idx="10">
                  <c:v>235.17144000000002</c:v>
                </c:pt>
                <c:pt idx="11">
                  <c:v>326.88444000000004</c:v>
                </c:pt>
                <c:pt idx="12">
                  <c:v>436.69868999999994</c:v>
                </c:pt>
                <c:pt idx="13">
                  <c:v>367.91394000000003</c:v>
                </c:pt>
                <c:pt idx="14">
                  <c:v>388.52522999999997</c:v>
                </c:pt>
                <c:pt idx="15">
                  <c:v>390.93872999999996</c:v>
                </c:pt>
                <c:pt idx="16">
                  <c:v>409.03998000000001</c:v>
                </c:pt>
              </c:numCache>
            </c:numRef>
          </c:val>
          <c:smooth val="0"/>
          <c:extLst>
            <c:ext xmlns:c16="http://schemas.microsoft.com/office/drawing/2014/chart" uri="{C3380CC4-5D6E-409C-BE32-E72D297353CC}">
              <c16:uniqueId val="{00000005-EA05-4A2B-8CDF-419D7484E7A5}"/>
            </c:ext>
          </c:extLst>
        </c:ser>
        <c:ser>
          <c:idx val="6"/>
          <c:order val="6"/>
          <c:spPr>
            <a:ln w="28575" cmpd="sng" algn="ctr">
              <a:solidFill>
                <a:schemeClr val="accent1"/>
              </a:solidFill>
              <a:prstDash val="solid"/>
            </a:ln>
          </c:spPr>
          <c:marker>
            <c:symbol val="none"/>
          </c:marker>
          <c:val>
            <c:numRef>
              <c:f>Sheet1!$A$7:$Q$7</c:f>
              <c:numCache>
                <c:formatCode>General</c:formatCode>
                <c:ptCount val="17"/>
                <c:pt idx="0">
                  <c:v>453.54733350000004</c:v>
                </c:pt>
                <c:pt idx="1">
                  <c:v>507.92348849999996</c:v>
                </c:pt>
                <c:pt idx="2">
                  <c:v>397.60481700000003</c:v>
                </c:pt>
                <c:pt idx="3">
                  <c:v>301.99401450000005</c:v>
                </c:pt>
                <c:pt idx="4">
                  <c:v>239.90189999999998</c:v>
                </c:pt>
                <c:pt idx="5">
                  <c:v>108.36615</c:v>
                </c:pt>
                <c:pt idx="6">
                  <c:v>116.33069999999999</c:v>
                </c:pt>
                <c:pt idx="7">
                  <c:v>124.97103000000001</c:v>
                </c:pt>
                <c:pt idx="8">
                  <c:v>147.89928</c:v>
                </c:pt>
                <c:pt idx="9">
                  <c:v>174.44778000000002</c:v>
                </c:pt>
                <c:pt idx="10">
                  <c:v>208.23678000000001</c:v>
                </c:pt>
                <c:pt idx="11">
                  <c:v>319.25778000000003</c:v>
                </c:pt>
                <c:pt idx="12">
                  <c:v>357.87378000000001</c:v>
                </c:pt>
                <c:pt idx="13">
                  <c:v>305.98352999999997</c:v>
                </c:pt>
                <c:pt idx="14">
                  <c:v>330.21506999999997</c:v>
                </c:pt>
                <c:pt idx="15">
                  <c:v>273.49782000000005</c:v>
                </c:pt>
                <c:pt idx="16">
                  <c:v>291.59906999999998</c:v>
                </c:pt>
              </c:numCache>
            </c:numRef>
          </c:val>
          <c:smooth val="0"/>
          <c:extLst>
            <c:ext xmlns:c16="http://schemas.microsoft.com/office/drawing/2014/chart" uri="{C3380CC4-5D6E-409C-BE32-E72D297353CC}">
              <c16:uniqueId val="{00000006-EA05-4A2B-8CDF-419D7484E7A5}"/>
            </c:ext>
          </c:extLst>
        </c:ser>
        <c:ser>
          <c:idx val="7"/>
          <c:order val="7"/>
          <c:spPr>
            <a:ln w="28575" cmpd="sng" algn="ctr">
              <a:solidFill>
                <a:schemeClr val="accent2"/>
              </a:solidFill>
              <a:prstDash val="solid"/>
            </a:ln>
          </c:spPr>
          <c:marker>
            <c:symbol val="none"/>
          </c:marker>
          <c:val>
            <c:numRef>
              <c:f>Sheet1!$A$8:$Q$8</c:f>
              <c:numCache>
                <c:formatCode>General</c:formatCode>
                <c:ptCount val="17"/>
                <c:pt idx="0">
                  <c:v>656.47199999999998</c:v>
                </c:pt>
                <c:pt idx="1">
                  <c:v>578.27459999999996</c:v>
                </c:pt>
                <c:pt idx="2">
                  <c:v>494.52614999999997</c:v>
                </c:pt>
                <c:pt idx="3">
                  <c:v>407.64015000000001</c:v>
                </c:pt>
                <c:pt idx="4">
                  <c:v>279.24194999999997</c:v>
                </c:pt>
                <c:pt idx="5">
                  <c:v>134.91464999999999</c:v>
                </c:pt>
                <c:pt idx="6">
                  <c:v>106.86978000000001</c:v>
                </c:pt>
                <c:pt idx="7">
                  <c:v>64.826610000000002</c:v>
                </c:pt>
                <c:pt idx="8">
                  <c:v>66.033360000000002</c:v>
                </c:pt>
                <c:pt idx="9">
                  <c:v>94.898820000000001</c:v>
                </c:pt>
                <c:pt idx="10">
                  <c:v>135.44562000000002</c:v>
                </c:pt>
                <c:pt idx="11">
                  <c:v>184.92237</c:v>
                </c:pt>
                <c:pt idx="12">
                  <c:v>246.46662000000001</c:v>
                </c:pt>
                <c:pt idx="13">
                  <c:v>289.90961999999996</c:v>
                </c:pt>
                <c:pt idx="14">
                  <c:v>400.93061999999998</c:v>
                </c:pt>
                <c:pt idx="15">
                  <c:v>350.24712</c:v>
                </c:pt>
                <c:pt idx="16">
                  <c:v>305.35602</c:v>
                </c:pt>
              </c:numCache>
            </c:numRef>
          </c:val>
          <c:smooth val="0"/>
          <c:extLst>
            <c:ext xmlns:c16="http://schemas.microsoft.com/office/drawing/2014/chart" uri="{C3380CC4-5D6E-409C-BE32-E72D297353CC}">
              <c16:uniqueId val="{00000007-EA05-4A2B-8CDF-419D7484E7A5}"/>
            </c:ext>
          </c:extLst>
        </c:ser>
        <c:ser>
          <c:idx val="8"/>
          <c:order val="8"/>
          <c:spPr>
            <a:ln w="28575" cmpd="sng" algn="ctr">
              <a:solidFill>
                <a:schemeClr val="accent3"/>
              </a:solidFill>
              <a:prstDash val="solid"/>
            </a:ln>
          </c:spPr>
          <c:marker>
            <c:symbol val="none"/>
          </c:marker>
          <c:val>
            <c:numRef>
              <c:f>Sheet1!$A$9:$Q$9</c:f>
              <c:numCache>
                <c:formatCode>General</c:formatCode>
                <c:ptCount val="17"/>
                <c:pt idx="0">
                  <c:v>596.1345</c:v>
                </c:pt>
                <c:pt idx="1">
                  <c:v>527.59109999999998</c:v>
                </c:pt>
                <c:pt idx="2">
                  <c:v>462.42660000000001</c:v>
                </c:pt>
                <c:pt idx="3">
                  <c:v>390.26294999999999</c:v>
                </c:pt>
                <c:pt idx="4">
                  <c:v>276.58710000000002</c:v>
                </c:pt>
                <c:pt idx="5">
                  <c:v>139.50029999999998</c:v>
                </c:pt>
                <c:pt idx="6">
                  <c:v>27.22428</c:v>
                </c:pt>
                <c:pt idx="7">
                  <c:v>24.810780000000001</c:v>
                </c:pt>
                <c:pt idx="8">
                  <c:v>29.637779999999999</c:v>
                </c:pt>
                <c:pt idx="9">
                  <c:v>34.561320000000002</c:v>
                </c:pt>
                <c:pt idx="10">
                  <c:v>97.119239999999991</c:v>
                </c:pt>
                <c:pt idx="11">
                  <c:v>141.76899</c:v>
                </c:pt>
                <c:pt idx="12">
                  <c:v>196.07274000000001</c:v>
                </c:pt>
                <c:pt idx="13">
                  <c:v>215.57381999999998</c:v>
                </c:pt>
                <c:pt idx="14">
                  <c:v>256.60332000000005</c:v>
                </c:pt>
                <c:pt idx="15">
                  <c:v>274.46321999999998</c:v>
                </c:pt>
                <c:pt idx="16">
                  <c:v>291.84041999999999</c:v>
                </c:pt>
              </c:numCache>
            </c:numRef>
          </c:val>
          <c:smooth val="0"/>
          <c:extLst>
            <c:ext xmlns:c16="http://schemas.microsoft.com/office/drawing/2014/chart" uri="{C3380CC4-5D6E-409C-BE32-E72D297353CC}">
              <c16:uniqueId val="{00000008-EA05-4A2B-8CDF-419D7484E7A5}"/>
            </c:ext>
          </c:extLst>
        </c:ser>
        <c:ser>
          <c:idx val="9"/>
          <c:order val="9"/>
          <c:spPr>
            <a:ln w="28575" cmpd="sng" algn="ctr">
              <a:solidFill>
                <a:schemeClr val="accent4"/>
              </a:solidFill>
              <a:prstDash val="solid"/>
            </a:ln>
          </c:spPr>
          <c:marker>
            <c:symbol val="none"/>
          </c:marker>
          <c:val>
            <c:numRef>
              <c:f>Sheet1!$A$10:$Q$10</c:f>
              <c:numCache>
                <c:formatCode>General</c:formatCode>
                <c:ptCount val="17"/>
                <c:pt idx="0">
                  <c:v>571.52549999999997</c:v>
                </c:pt>
                <c:pt idx="1">
                  <c:v>504.48580000000004</c:v>
                </c:pt>
                <c:pt idx="2">
                  <c:v>422.01249999999999</c:v>
                </c:pt>
                <c:pt idx="3">
                  <c:v>358.15598</c:v>
                </c:pt>
                <c:pt idx="4">
                  <c:v>242.40398000000002</c:v>
                </c:pt>
                <c:pt idx="5">
                  <c:v>102.53698000000001</c:v>
                </c:pt>
                <c:pt idx="6">
                  <c:v>15.433599999999998</c:v>
                </c:pt>
                <c:pt idx="7">
                  <c:v>25.079599999999999</c:v>
                </c:pt>
                <c:pt idx="8">
                  <c:v>70.898099999999999</c:v>
                </c:pt>
                <c:pt idx="9">
                  <c:v>81.846309999999988</c:v>
                </c:pt>
                <c:pt idx="10">
                  <c:v>195.13858000000002</c:v>
                </c:pt>
                <c:pt idx="11">
                  <c:v>237.1203835</c:v>
                </c:pt>
                <c:pt idx="12">
                  <c:v>238.30443</c:v>
                </c:pt>
                <c:pt idx="13">
                  <c:v>261.84549300000003</c:v>
                </c:pt>
                <c:pt idx="14">
                  <c:v>302.70353750000004</c:v>
                </c:pt>
                <c:pt idx="15">
                  <c:v>309.46297200000004</c:v>
                </c:pt>
                <c:pt idx="16">
                  <c:v>262.91378750000001</c:v>
                </c:pt>
              </c:numCache>
            </c:numRef>
          </c:val>
          <c:smooth val="0"/>
          <c:extLst>
            <c:ext xmlns:c16="http://schemas.microsoft.com/office/drawing/2014/chart" uri="{C3380CC4-5D6E-409C-BE32-E72D297353CC}">
              <c16:uniqueId val="{00000009-EA05-4A2B-8CDF-419D7484E7A5}"/>
            </c:ext>
          </c:extLst>
        </c:ser>
        <c:ser>
          <c:idx val="10"/>
          <c:order val="10"/>
          <c:spPr>
            <a:ln w="28575" cmpd="sng" algn="ctr">
              <a:solidFill>
                <a:schemeClr val="accent5"/>
              </a:solidFill>
              <a:prstDash val="solid"/>
            </a:ln>
          </c:spPr>
          <c:marker>
            <c:symbol val="none"/>
          </c:marker>
          <c:val>
            <c:numRef>
              <c:f>Sheet1!$A$11:$Q$11</c:f>
              <c:numCache>
                <c:formatCode>General</c:formatCode>
                <c:ptCount val="17"/>
                <c:pt idx="0">
                  <c:v>534.53309000000002</c:v>
                </c:pt>
                <c:pt idx="1">
                  <c:v>479.88850000000002</c:v>
                </c:pt>
                <c:pt idx="2">
                  <c:v>393.55680000000001</c:v>
                </c:pt>
                <c:pt idx="3">
                  <c:v>329.70028000000002</c:v>
                </c:pt>
                <c:pt idx="4">
                  <c:v>232.99912999999998</c:v>
                </c:pt>
                <c:pt idx="5">
                  <c:v>97.713979999999992</c:v>
                </c:pt>
                <c:pt idx="6">
                  <c:v>111.70068000000001</c:v>
                </c:pt>
                <c:pt idx="7">
                  <c:v>94.04849999999999</c:v>
                </c:pt>
                <c:pt idx="8">
                  <c:v>120.575</c:v>
                </c:pt>
                <c:pt idx="9">
                  <c:v>191.90717000000001</c:v>
                </c:pt>
                <c:pt idx="10">
                  <c:v>226.82568999999998</c:v>
                </c:pt>
                <c:pt idx="11">
                  <c:v>237.19513999999998</c:v>
                </c:pt>
                <c:pt idx="12">
                  <c:v>263.72163999999998</c:v>
                </c:pt>
                <c:pt idx="13">
                  <c:v>249.05972000000003</c:v>
                </c:pt>
                <c:pt idx="14">
                  <c:v>280.40922</c:v>
                </c:pt>
                <c:pt idx="15">
                  <c:v>281.61497000000003</c:v>
                </c:pt>
                <c:pt idx="16">
                  <c:v>247.13051999999999</c:v>
                </c:pt>
              </c:numCache>
            </c:numRef>
          </c:val>
          <c:smooth val="0"/>
          <c:extLst>
            <c:ext xmlns:c16="http://schemas.microsoft.com/office/drawing/2014/chart" uri="{C3380CC4-5D6E-409C-BE32-E72D297353CC}">
              <c16:uniqueId val="{0000000A-EA05-4A2B-8CDF-419D7484E7A5}"/>
            </c:ext>
          </c:extLst>
        </c:ser>
        <c:ser>
          <c:idx val="11"/>
          <c:order val="11"/>
          <c:spPr>
            <a:ln w="28575" cmpd="sng" algn="ctr">
              <a:solidFill>
                <a:schemeClr val="accent6"/>
              </a:solidFill>
              <a:prstDash val="solid"/>
            </a:ln>
          </c:spPr>
          <c:marker>
            <c:symbol val="none"/>
          </c:marker>
          <c:val>
            <c:numRef>
              <c:f>Sheet1!$A$12:$Q$12</c:f>
              <c:numCache>
                <c:formatCode>General</c:formatCode>
                <c:ptCount val="17"/>
                <c:pt idx="0">
                  <c:v>578.51884999999993</c:v>
                </c:pt>
                <c:pt idx="1">
                  <c:v>531.49459999999999</c:v>
                </c:pt>
                <c:pt idx="2">
                  <c:v>501.59199999999998</c:v>
                </c:pt>
                <c:pt idx="3">
                  <c:v>391.91698000000008</c:v>
                </c:pt>
                <c:pt idx="4">
                  <c:v>267.72473000000002</c:v>
                </c:pt>
                <c:pt idx="5">
                  <c:v>118.21172999999999</c:v>
                </c:pt>
                <c:pt idx="6">
                  <c:v>22.95748</c:v>
                </c:pt>
                <c:pt idx="7">
                  <c:v>49.194599999999994</c:v>
                </c:pt>
                <c:pt idx="8">
                  <c:v>46.783099999999997</c:v>
                </c:pt>
                <c:pt idx="9">
                  <c:v>40.850810000000003</c:v>
                </c:pt>
                <c:pt idx="10">
                  <c:v>121.82898</c:v>
                </c:pt>
                <c:pt idx="11">
                  <c:v>162.82447999999999</c:v>
                </c:pt>
                <c:pt idx="12">
                  <c:v>190.55673000000002</c:v>
                </c:pt>
                <c:pt idx="13">
                  <c:v>243.65796</c:v>
                </c:pt>
                <c:pt idx="14">
                  <c:v>289.23531000000003</c:v>
                </c:pt>
                <c:pt idx="15">
                  <c:v>292.85255999999998</c:v>
                </c:pt>
                <c:pt idx="16">
                  <c:v>268.73756000000003</c:v>
                </c:pt>
              </c:numCache>
            </c:numRef>
          </c:val>
          <c:smooth val="0"/>
          <c:extLst>
            <c:ext xmlns:c16="http://schemas.microsoft.com/office/drawing/2014/chart" uri="{C3380CC4-5D6E-409C-BE32-E72D297353CC}">
              <c16:uniqueId val="{0000000B-EA05-4A2B-8CDF-419D7484E7A5}"/>
            </c:ext>
          </c:extLst>
        </c:ser>
        <c:ser>
          <c:idx val="12"/>
          <c:order val="12"/>
          <c:spPr>
            <a:ln w="19050" cmpd="sng" algn="ctr">
              <a:solidFill>
                <a:schemeClr val="accent1"/>
              </a:solidFill>
              <a:prstDash val="solid"/>
            </a:ln>
          </c:spPr>
          <c:marker>
            <c:symbol val="none"/>
          </c:marker>
          <c:val>
            <c:numRef>
              <c:f>Sheet1!$A$13:$Q$13</c:f>
              <c:numCache>
                <c:formatCode>General</c:formatCode>
                <c:ptCount val="17"/>
                <c:pt idx="0">
                  <c:v>525.70699999999999</c:v>
                </c:pt>
                <c:pt idx="1">
                  <c:v>450.95050000000003</c:v>
                </c:pt>
                <c:pt idx="2">
                  <c:v>365.34225000000004</c:v>
                </c:pt>
                <c:pt idx="3">
                  <c:v>223.54605000000001</c:v>
                </c:pt>
                <c:pt idx="4">
                  <c:v>103.74272999999999</c:v>
                </c:pt>
                <c:pt idx="5">
                  <c:v>65.110500000000002</c:v>
                </c:pt>
                <c:pt idx="6">
                  <c:v>9.7424599999999995</c:v>
                </c:pt>
                <c:pt idx="7">
                  <c:v>9.9353800000000003</c:v>
                </c:pt>
                <c:pt idx="8">
                  <c:v>19.581379999999999</c:v>
                </c:pt>
                <c:pt idx="9">
                  <c:v>18.375630000000001</c:v>
                </c:pt>
                <c:pt idx="10">
                  <c:v>19.7743</c:v>
                </c:pt>
                <c:pt idx="11">
                  <c:v>43.165849999999999</c:v>
                </c:pt>
                <c:pt idx="12">
                  <c:v>87.778599999999997</c:v>
                </c:pt>
                <c:pt idx="13">
                  <c:v>134.60993000000002</c:v>
                </c:pt>
                <c:pt idx="14">
                  <c:v>172.57417450000003</c:v>
                </c:pt>
                <c:pt idx="15">
                  <c:v>192.53415999999999</c:v>
                </c:pt>
                <c:pt idx="16">
                  <c:v>192.717434</c:v>
                </c:pt>
              </c:numCache>
            </c:numRef>
          </c:val>
          <c:smooth val="0"/>
          <c:extLst>
            <c:ext xmlns:c16="http://schemas.microsoft.com/office/drawing/2014/chart" uri="{C3380CC4-5D6E-409C-BE32-E72D297353CC}">
              <c16:uniqueId val="{0000000C-EA05-4A2B-8CDF-419D7484E7A5}"/>
            </c:ext>
          </c:extLst>
        </c:ser>
        <c:ser>
          <c:idx val="13"/>
          <c:order val="13"/>
          <c:spPr>
            <a:ln w="19050" cmpd="sng" algn="ctr">
              <a:solidFill>
                <a:schemeClr val="accent2"/>
              </a:solidFill>
              <a:prstDash val="solid"/>
            </a:ln>
          </c:spPr>
          <c:marker>
            <c:symbol val="none"/>
          </c:marker>
          <c:val>
            <c:numRef>
              <c:f>Sheet1!$A$14:$Q$14</c:f>
              <c:numCache>
                <c:formatCode>General</c:formatCode>
                <c:ptCount val="17"/>
                <c:pt idx="0">
                  <c:v>501.59200000000004</c:v>
                </c:pt>
                <c:pt idx="1">
                  <c:v>414.77799999999996</c:v>
                </c:pt>
                <c:pt idx="2">
                  <c:v>349.66749999999996</c:v>
                </c:pt>
                <c:pt idx="3">
                  <c:v>283.64062999999999</c:v>
                </c:pt>
                <c:pt idx="4">
                  <c:v>170.30013</c:v>
                </c:pt>
                <c:pt idx="5">
                  <c:v>70.222880000000004</c:v>
                </c:pt>
                <c:pt idx="6">
                  <c:v>70.222880000000004</c:v>
                </c:pt>
                <c:pt idx="7">
                  <c:v>78.229060000000004</c:v>
                </c:pt>
                <c:pt idx="8">
                  <c:v>78.229060000000004</c:v>
                </c:pt>
                <c:pt idx="9">
                  <c:v>110.78431</c:v>
                </c:pt>
                <c:pt idx="10">
                  <c:v>95.302480000000003</c:v>
                </c:pt>
                <c:pt idx="11">
                  <c:v>191.76247999999998</c:v>
                </c:pt>
                <c:pt idx="12">
                  <c:v>260.49023</c:v>
                </c:pt>
                <c:pt idx="13">
                  <c:v>275.97205999999994</c:v>
                </c:pt>
                <c:pt idx="14">
                  <c:v>279.58931000000001</c:v>
                </c:pt>
                <c:pt idx="15">
                  <c:v>254.26856000000004</c:v>
                </c:pt>
                <c:pt idx="16">
                  <c:v>243.41681</c:v>
                </c:pt>
              </c:numCache>
            </c:numRef>
          </c:val>
          <c:smooth val="0"/>
          <c:extLst>
            <c:ext xmlns:c16="http://schemas.microsoft.com/office/drawing/2014/chart" uri="{C3380CC4-5D6E-409C-BE32-E72D297353CC}">
              <c16:uniqueId val="{0000000D-EA05-4A2B-8CDF-419D7484E7A5}"/>
            </c:ext>
          </c:extLst>
        </c:ser>
        <c:ser>
          <c:idx val="14"/>
          <c:order val="14"/>
          <c:spPr>
            <a:ln w="19050" cmpd="sng" algn="ctr">
              <a:solidFill>
                <a:schemeClr val="accent3"/>
              </a:solidFill>
              <a:prstDash val="solid"/>
            </a:ln>
          </c:spPr>
          <c:marker>
            <c:symbol val="none"/>
          </c:marker>
          <c:val>
            <c:numRef>
              <c:f>Sheet1!$A$15:$Q$15</c:f>
              <c:numCache>
                <c:formatCode>General</c:formatCode>
                <c:ptCount val="17"/>
                <c:pt idx="0">
                  <c:v>549.30593900000008</c:v>
                </c:pt>
                <c:pt idx="1">
                  <c:v>427.91585199999997</c:v>
                </c:pt>
                <c:pt idx="2">
                  <c:v>373.78250000000008</c:v>
                </c:pt>
                <c:pt idx="3">
                  <c:v>302.69148000000001</c:v>
                </c:pt>
                <c:pt idx="4">
                  <c:v>213.46598</c:v>
                </c:pt>
                <c:pt idx="5">
                  <c:v>166.39350000000002</c:v>
                </c:pt>
                <c:pt idx="6">
                  <c:v>249.63847999999999</c:v>
                </c:pt>
                <c:pt idx="7">
                  <c:v>329.02506</c:v>
                </c:pt>
                <c:pt idx="8">
                  <c:v>295.26405999999997</c:v>
                </c:pt>
                <c:pt idx="9">
                  <c:v>304.91005999999999</c:v>
                </c:pt>
                <c:pt idx="10">
                  <c:v>271.34197999999998</c:v>
                </c:pt>
                <c:pt idx="11">
                  <c:v>276.16497999999996</c:v>
                </c:pt>
                <c:pt idx="12">
                  <c:v>273.75348000000002</c:v>
                </c:pt>
                <c:pt idx="13">
                  <c:v>227.74206000000001</c:v>
                </c:pt>
                <c:pt idx="14">
                  <c:v>280.79505999999998</c:v>
                </c:pt>
                <c:pt idx="15">
                  <c:v>262.70880999999997</c:v>
                </c:pt>
                <c:pt idx="16">
                  <c:v>200.00981000000002</c:v>
                </c:pt>
              </c:numCache>
            </c:numRef>
          </c:val>
          <c:smooth val="0"/>
          <c:extLst>
            <c:ext xmlns:c16="http://schemas.microsoft.com/office/drawing/2014/chart" uri="{C3380CC4-5D6E-409C-BE32-E72D297353CC}">
              <c16:uniqueId val="{0000000E-EA05-4A2B-8CDF-419D7484E7A5}"/>
            </c:ext>
          </c:extLst>
        </c:ser>
        <c:ser>
          <c:idx val="15"/>
          <c:order val="15"/>
          <c:spPr>
            <a:ln w="19050" cmpd="sng" algn="ctr">
              <a:solidFill>
                <a:schemeClr val="accent4"/>
              </a:solidFill>
              <a:prstDash val="solid"/>
            </a:ln>
          </c:spPr>
          <c:marker>
            <c:symbol val="none"/>
          </c:marker>
          <c:val>
            <c:numRef>
              <c:f>Sheet1!$A$16:$Q$16</c:f>
              <c:numCache>
                <c:formatCode>General</c:formatCode>
                <c:ptCount val="17"/>
                <c:pt idx="0">
                  <c:v>585.13359449999996</c:v>
                </c:pt>
                <c:pt idx="1">
                  <c:v>525.84686699999997</c:v>
                </c:pt>
                <c:pt idx="2">
                  <c:v>450.95049999999998</c:v>
                </c:pt>
                <c:pt idx="3">
                  <c:v>372.86613</c:v>
                </c:pt>
                <c:pt idx="4">
                  <c:v>264.34862999999996</c:v>
                </c:pt>
                <c:pt idx="5">
                  <c:v>130.221</c:v>
                </c:pt>
                <c:pt idx="6">
                  <c:v>125.49446</c:v>
                </c:pt>
                <c:pt idx="7">
                  <c:v>20.353059999999999</c:v>
                </c:pt>
                <c:pt idx="8">
                  <c:v>10.70706</c:v>
                </c:pt>
                <c:pt idx="9">
                  <c:v>38.439310000000006</c:v>
                </c:pt>
                <c:pt idx="10">
                  <c:v>103.74272999999999</c:v>
                </c:pt>
                <c:pt idx="11">
                  <c:v>119.41748</c:v>
                </c:pt>
                <c:pt idx="12">
                  <c:v>145.94398000000001</c:v>
                </c:pt>
                <c:pt idx="13">
                  <c:v>162.63155999999998</c:v>
                </c:pt>
                <c:pt idx="14">
                  <c:v>203.62706</c:v>
                </c:pt>
                <c:pt idx="15">
                  <c:v>234.97656000000001</c:v>
                </c:pt>
                <c:pt idx="16">
                  <c:v>208.45006000000001</c:v>
                </c:pt>
              </c:numCache>
            </c:numRef>
          </c:val>
          <c:smooth val="0"/>
          <c:extLst>
            <c:ext xmlns:c16="http://schemas.microsoft.com/office/drawing/2014/chart" uri="{C3380CC4-5D6E-409C-BE32-E72D297353CC}">
              <c16:uniqueId val="{0000000F-EA05-4A2B-8CDF-419D7484E7A5}"/>
            </c:ext>
          </c:extLst>
        </c:ser>
        <c:ser>
          <c:idx val="16"/>
          <c:order val="16"/>
          <c:spPr>
            <a:ln w="19050" cmpd="sng" algn="ctr">
              <a:solidFill>
                <a:schemeClr val="accent5"/>
              </a:solidFill>
              <a:prstDash val="solid"/>
            </a:ln>
          </c:spPr>
          <c:marker>
            <c:symbol val="none"/>
          </c:marker>
          <c:val>
            <c:numRef>
              <c:f>Sheet1!$A$17:$Q$17</c:f>
              <c:numCache>
                <c:formatCode>General</c:formatCode>
                <c:ptCount val="17"/>
                <c:pt idx="0">
                  <c:v>556.73169899999994</c:v>
                </c:pt>
                <c:pt idx="1">
                  <c:v>497.18100000000004</c:v>
                </c:pt>
                <c:pt idx="2">
                  <c:v>432.01650000000001</c:v>
                </c:pt>
                <c:pt idx="3">
                  <c:v>377.76102000000003</c:v>
                </c:pt>
                <c:pt idx="4">
                  <c:v>260.70627000000002</c:v>
                </c:pt>
                <c:pt idx="5">
                  <c:v>88.575449999999989</c:v>
                </c:pt>
                <c:pt idx="6">
                  <c:v>10.71594</c:v>
                </c:pt>
                <c:pt idx="7">
                  <c:v>10.71594</c:v>
                </c:pt>
                <c:pt idx="8">
                  <c:v>15.542939999999998</c:v>
                </c:pt>
                <c:pt idx="9">
                  <c:v>85.534440000000004</c:v>
                </c:pt>
                <c:pt idx="10">
                  <c:v>164.60070000000002</c:v>
                </c:pt>
                <c:pt idx="11">
                  <c:v>176.66820000000001</c:v>
                </c:pt>
                <c:pt idx="12">
                  <c:v>154.94670000000002</c:v>
                </c:pt>
                <c:pt idx="13">
                  <c:v>184.48793999999998</c:v>
                </c:pt>
                <c:pt idx="14">
                  <c:v>237.34359000000001</c:v>
                </c:pt>
                <c:pt idx="15">
                  <c:v>241.20519000000002</c:v>
                </c:pt>
                <c:pt idx="16">
                  <c:v>209.82969</c:v>
                </c:pt>
              </c:numCache>
            </c:numRef>
          </c:val>
          <c:smooth val="0"/>
          <c:extLst>
            <c:ext xmlns:c16="http://schemas.microsoft.com/office/drawing/2014/chart" uri="{C3380CC4-5D6E-409C-BE32-E72D297353CC}">
              <c16:uniqueId val="{00000010-EA05-4A2B-8CDF-419D7484E7A5}"/>
            </c:ext>
          </c:extLst>
        </c:ser>
        <c:ser>
          <c:idx val="17"/>
          <c:order val="17"/>
          <c:spPr>
            <a:ln w="19050" cmpd="sng" algn="ctr">
              <a:solidFill>
                <a:schemeClr val="accent6"/>
              </a:solidFill>
              <a:prstDash val="solid"/>
            </a:ln>
          </c:spPr>
          <c:marker>
            <c:symbol val="none"/>
          </c:marker>
          <c:val>
            <c:numRef>
              <c:f>Sheet1!$A$18:$Q$18</c:f>
              <c:numCache>
                <c:formatCode>General</c:formatCode>
                <c:ptCount val="17"/>
                <c:pt idx="0">
                  <c:v>325.82249999999999</c:v>
                </c:pt>
                <c:pt idx="1">
                  <c:v>241.35000000000002</c:v>
                </c:pt>
                <c:pt idx="2">
                  <c:v>182.21924999999999</c:v>
                </c:pt>
                <c:pt idx="3">
                  <c:v>125.79161999999999</c:v>
                </c:pt>
                <c:pt idx="4">
                  <c:v>30.458369999999999</c:v>
                </c:pt>
                <c:pt idx="5">
                  <c:v>2.7031200000000002</c:v>
                </c:pt>
                <c:pt idx="6">
                  <c:v>2.8961999999999999</c:v>
                </c:pt>
                <c:pt idx="7">
                  <c:v>31.472040000000003</c:v>
                </c:pt>
                <c:pt idx="8">
                  <c:v>70.088040000000007</c:v>
                </c:pt>
                <c:pt idx="9">
                  <c:v>86.98254</c:v>
                </c:pt>
                <c:pt idx="10">
                  <c:v>87.175619999999995</c:v>
                </c:pt>
                <c:pt idx="11">
                  <c:v>111.31062</c:v>
                </c:pt>
                <c:pt idx="12">
                  <c:v>140.27262000000002</c:v>
                </c:pt>
                <c:pt idx="13">
                  <c:v>125.59854000000001</c:v>
                </c:pt>
                <c:pt idx="14">
                  <c:v>84.569040000000001</c:v>
                </c:pt>
                <c:pt idx="15">
                  <c:v>113.53104</c:v>
                </c:pt>
                <c:pt idx="16">
                  <c:v>178.69553999999999</c:v>
                </c:pt>
              </c:numCache>
            </c:numRef>
          </c:val>
          <c:smooth val="0"/>
          <c:extLst>
            <c:ext xmlns:c16="http://schemas.microsoft.com/office/drawing/2014/chart" uri="{C3380CC4-5D6E-409C-BE32-E72D297353CC}">
              <c16:uniqueId val="{00000011-EA05-4A2B-8CDF-419D7484E7A5}"/>
            </c:ext>
          </c:extLst>
        </c:ser>
        <c:ser>
          <c:idx val="18"/>
          <c:order val="18"/>
          <c:spPr>
            <a:ln w="28575" cmpd="sng" algn="ctr">
              <a:solidFill>
                <a:schemeClr val="accent1"/>
              </a:solidFill>
              <a:prstDash val="solid"/>
            </a:ln>
          </c:spPr>
          <c:marker>
            <c:symbol val="none"/>
          </c:marker>
          <c:val>
            <c:numRef>
              <c:f>Sheet1!$A$19:$Q$19</c:f>
              <c:numCache>
                <c:formatCode>General</c:formatCode>
                <c:ptCount val="17"/>
                <c:pt idx="0">
                  <c:v>528.55650000000003</c:v>
                </c:pt>
                <c:pt idx="1">
                  <c:v>453.73799999999994</c:v>
                </c:pt>
                <c:pt idx="2">
                  <c:v>354.78449999999998</c:v>
                </c:pt>
                <c:pt idx="3">
                  <c:v>300.96345000000002</c:v>
                </c:pt>
                <c:pt idx="4">
                  <c:v>206.83694999999997</c:v>
                </c:pt>
                <c:pt idx="5">
                  <c:v>154.94669999999999</c:v>
                </c:pt>
                <c:pt idx="6">
                  <c:v>203.02362000000002</c:v>
                </c:pt>
                <c:pt idx="7">
                  <c:v>198.19662000000002</c:v>
                </c:pt>
                <c:pt idx="8">
                  <c:v>188.54262</c:v>
                </c:pt>
                <c:pt idx="9">
                  <c:v>188.54262</c:v>
                </c:pt>
                <c:pt idx="10">
                  <c:v>169.42770000000002</c:v>
                </c:pt>
                <c:pt idx="11">
                  <c:v>239.41920000000002</c:v>
                </c:pt>
                <c:pt idx="12">
                  <c:v>237.00570000000002</c:v>
                </c:pt>
                <c:pt idx="13">
                  <c:v>273.01512000000002</c:v>
                </c:pt>
                <c:pt idx="14">
                  <c:v>316.45812000000001</c:v>
                </c:pt>
                <c:pt idx="15">
                  <c:v>375.58886999999993</c:v>
                </c:pt>
                <c:pt idx="16">
                  <c:v>323.69862000000001</c:v>
                </c:pt>
              </c:numCache>
            </c:numRef>
          </c:val>
          <c:smooth val="0"/>
          <c:extLst>
            <c:ext xmlns:c16="http://schemas.microsoft.com/office/drawing/2014/chart" uri="{C3380CC4-5D6E-409C-BE32-E72D297353CC}">
              <c16:uniqueId val="{00000012-EA05-4A2B-8CDF-419D7484E7A5}"/>
            </c:ext>
          </c:extLst>
        </c:ser>
        <c:ser>
          <c:idx val="19"/>
          <c:order val="19"/>
          <c:spPr>
            <a:ln w="28575" cmpd="sng" algn="ctr">
              <a:solidFill>
                <a:schemeClr val="accent2"/>
              </a:solidFill>
              <a:prstDash val="solid"/>
            </a:ln>
          </c:spPr>
          <c:marker>
            <c:symbol val="none"/>
          </c:marker>
          <c:val>
            <c:numRef>
              <c:f>Sheet1!$A$20:$Q$20</c:f>
              <c:numCache>
                <c:formatCode>General</c:formatCode>
                <c:ptCount val="17"/>
                <c:pt idx="0">
                  <c:v>623.64840000000004</c:v>
                </c:pt>
                <c:pt idx="1">
                  <c:v>628.23405000000002</c:v>
                </c:pt>
                <c:pt idx="2">
                  <c:v>583.58429999999998</c:v>
                </c:pt>
                <c:pt idx="3">
                  <c:v>523.72950000000003</c:v>
                </c:pt>
                <c:pt idx="4">
                  <c:v>415.60469999999998</c:v>
                </c:pt>
                <c:pt idx="5">
                  <c:v>304.58370000000002</c:v>
                </c:pt>
                <c:pt idx="6">
                  <c:v>241.63962000000001</c:v>
                </c:pt>
                <c:pt idx="7">
                  <c:v>212.67761999999999</c:v>
                </c:pt>
                <c:pt idx="8">
                  <c:v>212.67762000000002</c:v>
                </c:pt>
                <c:pt idx="9">
                  <c:v>309.21762000000001</c:v>
                </c:pt>
                <c:pt idx="10">
                  <c:v>293.72294999999997</c:v>
                </c:pt>
                <c:pt idx="11">
                  <c:v>369.7482</c:v>
                </c:pt>
                <c:pt idx="12">
                  <c:v>375.78195000000005</c:v>
                </c:pt>
                <c:pt idx="13">
                  <c:v>397.31037000000003</c:v>
                </c:pt>
                <c:pt idx="14">
                  <c:v>390.06986999999992</c:v>
                </c:pt>
                <c:pt idx="15">
                  <c:v>437.13312000000002</c:v>
                </c:pt>
                <c:pt idx="16">
                  <c:v>467.30187000000001</c:v>
                </c:pt>
              </c:numCache>
            </c:numRef>
          </c:val>
          <c:smooth val="0"/>
          <c:extLst>
            <c:ext xmlns:c16="http://schemas.microsoft.com/office/drawing/2014/chart" uri="{C3380CC4-5D6E-409C-BE32-E72D297353CC}">
              <c16:uniqueId val="{00000013-EA05-4A2B-8CDF-419D7484E7A5}"/>
            </c:ext>
          </c:extLst>
        </c:ser>
        <c:ser>
          <c:idx val="20"/>
          <c:order val="20"/>
          <c:spPr>
            <a:ln w="28575" cmpd="sng" algn="ctr">
              <a:solidFill>
                <a:schemeClr val="accent3"/>
              </a:solidFill>
              <a:prstDash val="solid"/>
            </a:ln>
          </c:spPr>
          <c:marker>
            <c:symbol val="none"/>
          </c:marker>
          <c:val>
            <c:numRef>
              <c:f>Sheet1!$A$21:$Q$21</c:f>
              <c:numCache>
                <c:formatCode>General</c:formatCode>
                <c:ptCount val="17"/>
                <c:pt idx="0">
                  <c:v>667.56685949999996</c:v>
                </c:pt>
                <c:pt idx="1">
                  <c:v>611.33955000000003</c:v>
                </c:pt>
                <c:pt idx="2">
                  <c:v>575.13704999999993</c:v>
                </c:pt>
                <c:pt idx="3">
                  <c:v>524.21220000000005</c:v>
                </c:pt>
                <c:pt idx="4">
                  <c:v>426.46545000000003</c:v>
                </c:pt>
                <c:pt idx="5">
                  <c:v>268.38120000000004</c:v>
                </c:pt>
                <c:pt idx="6">
                  <c:v>164.40762000000001</c:v>
                </c:pt>
                <c:pt idx="7">
                  <c:v>154.75362000000001</c:v>
                </c:pt>
                <c:pt idx="8">
                  <c:v>152.34012000000001</c:v>
                </c:pt>
                <c:pt idx="9">
                  <c:v>178.88862</c:v>
                </c:pt>
                <c:pt idx="10">
                  <c:v>204.23037000000002</c:v>
                </c:pt>
                <c:pt idx="11">
                  <c:v>224.74512000000001</c:v>
                </c:pt>
                <c:pt idx="12">
                  <c:v>239.22612000000001</c:v>
                </c:pt>
                <c:pt idx="13">
                  <c:v>301.97712000000001</c:v>
                </c:pt>
                <c:pt idx="14">
                  <c:v>378.00236999999993</c:v>
                </c:pt>
                <c:pt idx="15">
                  <c:v>356.28087000000005</c:v>
                </c:pt>
                <c:pt idx="16">
                  <c:v>314.04462000000001</c:v>
                </c:pt>
              </c:numCache>
            </c:numRef>
          </c:val>
          <c:smooth val="0"/>
          <c:extLst>
            <c:ext xmlns:c16="http://schemas.microsoft.com/office/drawing/2014/chart" uri="{C3380CC4-5D6E-409C-BE32-E72D297353CC}">
              <c16:uniqueId val="{00000014-EA05-4A2B-8CDF-419D7484E7A5}"/>
            </c:ext>
          </c:extLst>
        </c:ser>
        <c:ser>
          <c:idx val="21"/>
          <c:order val="21"/>
          <c:spPr>
            <a:ln w="28575" cmpd="sng" algn="ctr">
              <a:solidFill>
                <a:schemeClr val="accent4"/>
              </a:solidFill>
              <a:prstDash val="solid"/>
            </a:ln>
          </c:spPr>
          <c:marker>
            <c:symbol val="none"/>
          </c:marker>
          <c:val>
            <c:numRef>
              <c:f>Sheet1!$A$22:$Q$22</c:f>
              <c:numCache>
                <c:formatCode>General</c:formatCode>
                <c:ptCount val="17"/>
                <c:pt idx="0">
                  <c:v>674.40189149999992</c:v>
                </c:pt>
                <c:pt idx="1">
                  <c:v>613.029</c:v>
                </c:pt>
                <c:pt idx="2">
                  <c:v>549.07124999999996</c:v>
                </c:pt>
                <c:pt idx="3">
                  <c:v>502.00800000000004</c:v>
                </c:pt>
                <c:pt idx="4">
                  <c:v>403.34411999999998</c:v>
                </c:pt>
                <c:pt idx="5">
                  <c:v>270.60162000000003</c:v>
                </c:pt>
                <c:pt idx="6">
                  <c:v>234.20604</c:v>
                </c:pt>
                <c:pt idx="7">
                  <c:v>226.96554</c:v>
                </c:pt>
                <c:pt idx="8">
                  <c:v>135.25253999999998</c:v>
                </c:pt>
                <c:pt idx="9">
                  <c:v>72.501539999999991</c:v>
                </c:pt>
                <c:pt idx="10">
                  <c:v>154.75362000000001</c:v>
                </c:pt>
                <c:pt idx="11">
                  <c:v>275.42861999999997</c:v>
                </c:pt>
                <c:pt idx="12">
                  <c:v>282.66912000000002</c:v>
                </c:pt>
                <c:pt idx="13">
                  <c:v>294.54354000000001</c:v>
                </c:pt>
                <c:pt idx="14">
                  <c:v>380.22279000000003</c:v>
                </c:pt>
                <c:pt idx="15">
                  <c:v>321.09204</c:v>
                </c:pt>
                <c:pt idx="16">
                  <c:v>284.88954000000001</c:v>
                </c:pt>
              </c:numCache>
            </c:numRef>
          </c:val>
          <c:smooth val="0"/>
          <c:extLst>
            <c:ext xmlns:c16="http://schemas.microsoft.com/office/drawing/2014/chart" uri="{C3380CC4-5D6E-409C-BE32-E72D297353CC}">
              <c16:uniqueId val="{00000015-EA05-4A2B-8CDF-419D7484E7A5}"/>
            </c:ext>
          </c:extLst>
        </c:ser>
        <c:ser>
          <c:idx val="22"/>
          <c:order val="22"/>
          <c:spPr>
            <a:ln w="28575" cmpd="sng" algn="ctr">
              <a:solidFill>
                <a:schemeClr val="accent5"/>
              </a:solidFill>
              <a:prstDash val="solid"/>
            </a:ln>
          </c:spPr>
          <c:marker>
            <c:symbol val="none"/>
          </c:marker>
          <c:val>
            <c:numRef>
              <c:f>Sheet1!$A$23:$Q$23</c:f>
              <c:numCache>
                <c:formatCode>General</c:formatCode>
                <c:ptCount val="17"/>
                <c:pt idx="0">
                  <c:v>627.26864999999998</c:v>
                </c:pt>
                <c:pt idx="1">
                  <c:v>567.17250000000001</c:v>
                </c:pt>
                <c:pt idx="2">
                  <c:v>502.00800000000004</c:v>
                </c:pt>
                <c:pt idx="3">
                  <c:v>464.88837000000001</c:v>
                </c:pt>
                <c:pt idx="4">
                  <c:v>357.48761999999999</c:v>
                </c:pt>
                <c:pt idx="5">
                  <c:v>193.36962</c:v>
                </c:pt>
                <c:pt idx="6">
                  <c:v>70.088040000000007</c:v>
                </c:pt>
                <c:pt idx="7">
                  <c:v>66.467790000000008</c:v>
                </c:pt>
                <c:pt idx="8">
                  <c:v>67.674540000000007</c:v>
                </c:pt>
                <c:pt idx="9">
                  <c:v>96.636540000000011</c:v>
                </c:pt>
                <c:pt idx="10">
                  <c:v>114.93087</c:v>
                </c:pt>
                <c:pt idx="11">
                  <c:v>130.61861999999999</c:v>
                </c:pt>
                <c:pt idx="12">
                  <c:v>104.07011999999999</c:v>
                </c:pt>
                <c:pt idx="13">
                  <c:v>188.34954000000002</c:v>
                </c:pt>
                <c:pt idx="14">
                  <c:v>296.95703999999995</c:v>
                </c:pt>
                <c:pt idx="15">
                  <c:v>313.85154</c:v>
                </c:pt>
                <c:pt idx="16">
                  <c:v>294.54354000000001</c:v>
                </c:pt>
              </c:numCache>
            </c:numRef>
          </c:val>
          <c:smooth val="0"/>
          <c:extLst>
            <c:ext xmlns:c16="http://schemas.microsoft.com/office/drawing/2014/chart" uri="{C3380CC4-5D6E-409C-BE32-E72D297353CC}">
              <c16:uniqueId val="{00000016-EA05-4A2B-8CDF-419D7484E7A5}"/>
            </c:ext>
          </c:extLst>
        </c:ser>
        <c:ser>
          <c:idx val="23"/>
          <c:order val="23"/>
          <c:spPr>
            <a:ln w="28575" cmpd="sng" algn="ctr">
              <a:solidFill>
                <a:schemeClr val="accent6"/>
              </a:solidFill>
              <a:prstDash val="solid"/>
            </a:ln>
          </c:spPr>
          <c:marker>
            <c:symbol val="none"/>
          </c:marker>
          <c:val>
            <c:numRef>
              <c:f>Sheet1!$A$24:$Q$24</c:f>
              <c:numCache>
                <c:formatCode>General</c:formatCode>
                <c:ptCount val="17"/>
                <c:pt idx="0">
                  <c:v>586.60349999999994</c:v>
                </c:pt>
                <c:pt idx="1">
                  <c:v>537.096</c:v>
                </c:pt>
                <c:pt idx="2">
                  <c:v>465.85349999999994</c:v>
                </c:pt>
                <c:pt idx="3">
                  <c:v>409.58400000000006</c:v>
                </c:pt>
                <c:pt idx="4">
                  <c:v>300.90900000000005</c:v>
                </c:pt>
                <c:pt idx="5">
                  <c:v>130.6515</c:v>
                </c:pt>
                <c:pt idx="6">
                  <c:v>9.9497999999999998</c:v>
                </c:pt>
                <c:pt idx="7">
                  <c:v>10.4328</c:v>
                </c:pt>
                <c:pt idx="8">
                  <c:v>15.2628</c:v>
                </c:pt>
                <c:pt idx="9">
                  <c:v>70.8078</c:v>
                </c:pt>
                <c:pt idx="10">
                  <c:v>133.791</c:v>
                </c:pt>
                <c:pt idx="11">
                  <c:v>153.11099999999999</c:v>
                </c:pt>
                <c:pt idx="12">
                  <c:v>179.67599999999999</c:v>
                </c:pt>
                <c:pt idx="13">
                  <c:v>262.80029999999999</c:v>
                </c:pt>
                <c:pt idx="14">
                  <c:v>363.02279999999996</c:v>
                </c:pt>
                <c:pt idx="15">
                  <c:v>329.21280000000002</c:v>
                </c:pt>
                <c:pt idx="16">
                  <c:v>312.30779999999999</c:v>
                </c:pt>
              </c:numCache>
            </c:numRef>
          </c:val>
          <c:smooth val="0"/>
          <c:extLst>
            <c:ext xmlns:c16="http://schemas.microsoft.com/office/drawing/2014/chart" uri="{C3380CC4-5D6E-409C-BE32-E72D297353CC}">
              <c16:uniqueId val="{00000017-EA05-4A2B-8CDF-419D7484E7A5}"/>
            </c:ext>
          </c:extLst>
        </c:ser>
        <c:ser>
          <c:idx val="24"/>
          <c:order val="24"/>
          <c:spPr>
            <a:ln w="19050" cmpd="sng" algn="ctr">
              <a:solidFill>
                <a:schemeClr val="accent1"/>
              </a:solidFill>
              <a:prstDash val="solid"/>
            </a:ln>
          </c:spPr>
          <c:marker>
            <c:symbol val="none"/>
          </c:marker>
          <c:val>
            <c:numRef>
              <c:f>Sheet1!$A$25:$Q$25</c:f>
              <c:numCache>
                <c:formatCode>General</c:formatCode>
                <c:ptCount val="17"/>
                <c:pt idx="0">
                  <c:v>599.64449999999988</c:v>
                </c:pt>
                <c:pt idx="1">
                  <c:v>489.762</c:v>
                </c:pt>
                <c:pt idx="2">
                  <c:v>419.72700000000003</c:v>
                </c:pt>
                <c:pt idx="3">
                  <c:v>361.81530000000004</c:v>
                </c:pt>
                <c:pt idx="4">
                  <c:v>281.39580000000001</c:v>
                </c:pt>
                <c:pt idx="5">
                  <c:v>117.1758</c:v>
                </c:pt>
                <c:pt idx="6">
                  <c:v>10.7226</c:v>
                </c:pt>
                <c:pt idx="7">
                  <c:v>92.832599999999985</c:v>
                </c:pt>
                <c:pt idx="8">
                  <c:v>59.022599999999997</c:v>
                </c:pt>
                <c:pt idx="9">
                  <c:v>44.532600000000002</c:v>
                </c:pt>
                <c:pt idx="10">
                  <c:v>139.34549999999999</c:v>
                </c:pt>
                <c:pt idx="11">
                  <c:v>162.28800000000001</c:v>
                </c:pt>
                <c:pt idx="12">
                  <c:v>203.34299999999999</c:v>
                </c:pt>
                <c:pt idx="13">
                  <c:v>208.7526</c:v>
                </c:pt>
                <c:pt idx="14">
                  <c:v>269.12760000000003</c:v>
                </c:pt>
                <c:pt idx="15">
                  <c:v>271.54259999999999</c:v>
                </c:pt>
                <c:pt idx="16">
                  <c:v>290.86260000000004</c:v>
                </c:pt>
              </c:numCache>
            </c:numRef>
          </c:val>
          <c:smooth val="0"/>
          <c:extLst>
            <c:ext xmlns:c16="http://schemas.microsoft.com/office/drawing/2014/chart" uri="{C3380CC4-5D6E-409C-BE32-E72D297353CC}">
              <c16:uniqueId val="{00000018-EA05-4A2B-8CDF-419D7484E7A5}"/>
            </c:ext>
          </c:extLst>
        </c:ser>
        <c:ser>
          <c:idx val="25"/>
          <c:order val="25"/>
          <c:spPr>
            <a:ln w="19050" cmpd="sng" algn="ctr">
              <a:solidFill>
                <a:schemeClr val="accent2"/>
              </a:solidFill>
              <a:prstDash val="solid"/>
            </a:ln>
          </c:spPr>
          <c:marker>
            <c:symbol val="none"/>
          </c:marker>
          <c:val>
            <c:numRef>
              <c:f>Sheet1!$A$26:$Q$26</c:f>
              <c:numCache>
                <c:formatCode>General</c:formatCode>
                <c:ptCount val="17"/>
                <c:pt idx="0">
                  <c:v>613.89299999999992</c:v>
                </c:pt>
                <c:pt idx="1">
                  <c:v>556.17449999999997</c:v>
                </c:pt>
                <c:pt idx="2">
                  <c:v>521.15700000000004</c:v>
                </c:pt>
                <c:pt idx="3">
                  <c:v>434.7</c:v>
                </c:pt>
                <c:pt idx="4">
                  <c:v>319.26300000000003</c:v>
                </c:pt>
                <c:pt idx="5">
                  <c:v>200.928</c:v>
                </c:pt>
                <c:pt idx="6">
                  <c:v>166.92480000000003</c:v>
                </c:pt>
                <c:pt idx="7">
                  <c:v>133.1148</c:v>
                </c:pt>
                <c:pt idx="8">
                  <c:v>140.35980000000001</c:v>
                </c:pt>
                <c:pt idx="9">
                  <c:v>108.9648</c:v>
                </c:pt>
                <c:pt idx="10">
                  <c:v>174.363</c:v>
                </c:pt>
                <c:pt idx="11">
                  <c:v>233.53049999999999</c:v>
                </c:pt>
                <c:pt idx="12">
                  <c:v>251.64299999999997</c:v>
                </c:pt>
                <c:pt idx="13">
                  <c:v>247.82729999999998</c:v>
                </c:pt>
                <c:pt idx="14">
                  <c:v>290.08980000000003</c:v>
                </c:pt>
                <c:pt idx="15">
                  <c:v>245.41230000000002</c:v>
                </c:pt>
                <c:pt idx="16">
                  <c:v>230.92230000000001</c:v>
                </c:pt>
              </c:numCache>
            </c:numRef>
          </c:val>
          <c:smooth val="0"/>
          <c:extLst>
            <c:ext xmlns:c16="http://schemas.microsoft.com/office/drawing/2014/chart" uri="{C3380CC4-5D6E-409C-BE32-E72D297353CC}">
              <c16:uniqueId val="{00000019-EA05-4A2B-8CDF-419D7484E7A5}"/>
            </c:ext>
          </c:extLst>
        </c:ser>
        <c:ser>
          <c:idx val="26"/>
          <c:order val="26"/>
          <c:spPr>
            <a:ln w="19050" cmpd="sng" algn="ctr">
              <a:solidFill>
                <a:schemeClr val="accent3"/>
              </a:solidFill>
              <a:prstDash val="solid"/>
            </a:ln>
          </c:spPr>
          <c:marker>
            <c:symbol val="none"/>
          </c:marker>
          <c:val>
            <c:numRef>
              <c:f>Sheet1!$A$27:$Q$27</c:f>
              <c:numCache>
                <c:formatCode>General</c:formatCode>
                <c:ptCount val="17"/>
                <c:pt idx="0">
                  <c:v>618.24</c:v>
                </c:pt>
                <c:pt idx="1">
                  <c:v>571.14750000000004</c:v>
                </c:pt>
                <c:pt idx="2">
                  <c:v>569.94000000000005</c:v>
                </c:pt>
                <c:pt idx="3">
                  <c:v>552.31050000000005</c:v>
                </c:pt>
                <c:pt idx="4">
                  <c:v>456.91800000000001</c:v>
                </c:pt>
                <c:pt idx="5">
                  <c:v>312.01799999999997</c:v>
                </c:pt>
                <c:pt idx="6">
                  <c:v>129.4923</c:v>
                </c:pt>
                <c:pt idx="7">
                  <c:v>125.8698</c:v>
                </c:pt>
                <c:pt idx="8">
                  <c:v>128.28479999999999</c:v>
                </c:pt>
                <c:pt idx="9">
                  <c:v>169.33980000000003</c:v>
                </c:pt>
                <c:pt idx="10">
                  <c:v>181.608</c:v>
                </c:pt>
                <c:pt idx="11">
                  <c:v>213.00299999999999</c:v>
                </c:pt>
                <c:pt idx="12">
                  <c:v>220.24799999999999</c:v>
                </c:pt>
                <c:pt idx="13">
                  <c:v>297.33479999999997</c:v>
                </c:pt>
                <c:pt idx="14">
                  <c:v>402.38729999999998</c:v>
                </c:pt>
                <c:pt idx="15">
                  <c:v>325.10730000000001</c:v>
                </c:pt>
                <c:pt idx="16">
                  <c:v>292.50479999999999</c:v>
                </c:pt>
              </c:numCache>
            </c:numRef>
          </c:val>
          <c:smooth val="0"/>
          <c:extLst>
            <c:ext xmlns:c16="http://schemas.microsoft.com/office/drawing/2014/chart" uri="{C3380CC4-5D6E-409C-BE32-E72D297353CC}">
              <c16:uniqueId val="{0000001A-EA05-4A2B-8CDF-419D7484E7A5}"/>
            </c:ext>
          </c:extLst>
        </c:ser>
        <c:ser>
          <c:idx val="27"/>
          <c:order val="27"/>
          <c:spPr>
            <a:ln w="19050" cmpd="sng" algn="ctr">
              <a:solidFill>
                <a:schemeClr val="accent4"/>
              </a:solidFill>
              <a:prstDash val="solid"/>
            </a:ln>
          </c:spPr>
          <c:marker>
            <c:symbol val="none"/>
          </c:marker>
          <c:val>
            <c:numRef>
              <c:f>Sheet1!$A$28:$Q$28</c:f>
              <c:numCache>
                <c:formatCode>General</c:formatCode>
                <c:ptCount val="17"/>
                <c:pt idx="0">
                  <c:v>603.99149999999997</c:v>
                </c:pt>
                <c:pt idx="1">
                  <c:v>535.40550000000007</c:v>
                </c:pt>
                <c:pt idx="2">
                  <c:v>468.99300000000005</c:v>
                </c:pt>
                <c:pt idx="3">
                  <c:v>416.58749999999998</c:v>
                </c:pt>
                <c:pt idx="4">
                  <c:v>311.05200000000002</c:v>
                </c:pt>
                <c:pt idx="5">
                  <c:v>140.7945</c:v>
                </c:pt>
                <c:pt idx="6">
                  <c:v>30.718799999999998</c:v>
                </c:pt>
                <c:pt idx="7">
                  <c:v>21.058799999999998</c:v>
                </c:pt>
                <c:pt idx="8">
                  <c:v>13.813800000000001</c:v>
                </c:pt>
                <c:pt idx="9">
                  <c:v>63.321299999999994</c:v>
                </c:pt>
                <c:pt idx="10">
                  <c:v>172.18949999999998</c:v>
                </c:pt>
                <c:pt idx="11">
                  <c:v>202.37700000000001</c:v>
                </c:pt>
                <c:pt idx="12">
                  <c:v>225.31950000000003</c:v>
                </c:pt>
                <c:pt idx="13">
                  <c:v>269.80380000000002</c:v>
                </c:pt>
                <c:pt idx="14">
                  <c:v>389.34630000000004</c:v>
                </c:pt>
                <c:pt idx="15">
                  <c:v>482.32380000000001</c:v>
                </c:pt>
                <c:pt idx="16">
                  <c:v>467.8338</c:v>
                </c:pt>
              </c:numCache>
            </c:numRef>
          </c:val>
          <c:smooth val="0"/>
          <c:extLst>
            <c:ext xmlns:c16="http://schemas.microsoft.com/office/drawing/2014/chart" uri="{C3380CC4-5D6E-409C-BE32-E72D297353CC}">
              <c16:uniqueId val="{0000001B-EA05-4A2B-8CDF-419D7484E7A5}"/>
            </c:ext>
          </c:extLst>
        </c:ser>
        <c:ser>
          <c:idx val="28"/>
          <c:order val="28"/>
          <c:spPr>
            <a:ln w="19050" cmpd="sng" algn="ctr">
              <a:solidFill>
                <a:schemeClr val="accent5"/>
              </a:solidFill>
              <a:prstDash val="solid"/>
            </a:ln>
          </c:spPr>
          <c:marker>
            <c:symbol val="none"/>
          </c:marker>
          <c:val>
            <c:numRef>
              <c:f>Sheet1!$A$29:$Q$29</c:f>
              <c:numCache>
                <c:formatCode>General</c:formatCode>
                <c:ptCount val="17"/>
                <c:pt idx="0">
                  <c:v>495.07500000000005</c:v>
                </c:pt>
                <c:pt idx="1">
                  <c:v>429.87000000000006</c:v>
                </c:pt>
                <c:pt idx="2">
                  <c:v>277.72500000000002</c:v>
                </c:pt>
                <c:pt idx="3">
                  <c:v>278.9325</c:v>
                </c:pt>
                <c:pt idx="4">
                  <c:v>145.14150000000001</c:v>
                </c:pt>
                <c:pt idx="5">
                  <c:v>7.9695000000000009</c:v>
                </c:pt>
                <c:pt idx="6">
                  <c:v>11.3988</c:v>
                </c:pt>
                <c:pt idx="7">
                  <c:v>11.3988</c:v>
                </c:pt>
                <c:pt idx="8">
                  <c:v>11.3988</c:v>
                </c:pt>
                <c:pt idx="9">
                  <c:v>21.058799999999998</c:v>
                </c:pt>
                <c:pt idx="10">
                  <c:v>58.442999999999998</c:v>
                </c:pt>
                <c:pt idx="11">
                  <c:v>126.06299999999999</c:v>
                </c:pt>
                <c:pt idx="12">
                  <c:v>203.34299999999999</c:v>
                </c:pt>
                <c:pt idx="13">
                  <c:v>250.14570000000001</c:v>
                </c:pt>
                <c:pt idx="14">
                  <c:v>344.66879999999998</c:v>
                </c:pt>
                <c:pt idx="15">
                  <c:v>314.48130000000003</c:v>
                </c:pt>
                <c:pt idx="16">
                  <c:v>287.91630000000004</c:v>
                </c:pt>
              </c:numCache>
            </c:numRef>
          </c:val>
          <c:smooth val="0"/>
          <c:extLst>
            <c:ext xmlns:c16="http://schemas.microsoft.com/office/drawing/2014/chart" uri="{C3380CC4-5D6E-409C-BE32-E72D297353CC}">
              <c16:uniqueId val="{0000001C-EA05-4A2B-8CDF-419D7484E7A5}"/>
            </c:ext>
          </c:extLst>
        </c:ser>
        <c:ser>
          <c:idx val="29"/>
          <c:order val="29"/>
          <c:spPr>
            <a:ln w="19050" cmpd="sng" algn="ctr">
              <a:solidFill>
                <a:schemeClr val="accent6"/>
              </a:solidFill>
              <a:prstDash val="solid"/>
            </a:ln>
          </c:spPr>
          <c:marker>
            <c:symbol val="none"/>
          </c:marker>
          <c:val>
            <c:numRef>
              <c:f>Sheet1!$A$30:$Q$30</c:f>
              <c:numCache>
                <c:formatCode>General</c:formatCode>
                <c:ptCount val="17"/>
                <c:pt idx="0">
                  <c:v>388.47631000000001</c:v>
                </c:pt>
                <c:pt idx="1">
                  <c:v>312.15914225</c:v>
                </c:pt>
                <c:pt idx="2">
                  <c:v>209.61928175</c:v>
                </c:pt>
                <c:pt idx="3">
                  <c:v>104.58328025</c:v>
                </c:pt>
                <c:pt idx="4">
                  <c:v>23.196606749999997</c:v>
                </c:pt>
                <c:pt idx="5">
                  <c:v>4.3470000000000004</c:v>
                </c:pt>
                <c:pt idx="6">
                  <c:v>88.678799999999995</c:v>
                </c:pt>
                <c:pt idx="7">
                  <c:v>112.82879999999999</c:v>
                </c:pt>
                <c:pt idx="8">
                  <c:v>105.5838</c:v>
                </c:pt>
                <c:pt idx="9">
                  <c:v>120.07380000000001</c:v>
                </c:pt>
                <c:pt idx="10">
                  <c:v>145.38300000000001</c:v>
                </c:pt>
                <c:pt idx="11">
                  <c:v>229.90800000000002</c:v>
                </c:pt>
                <c:pt idx="12">
                  <c:v>290.28300000000002</c:v>
                </c:pt>
                <c:pt idx="13">
                  <c:v>252.89879999999999</c:v>
                </c:pt>
                <c:pt idx="14">
                  <c:v>195.13200000000001</c:v>
                </c:pt>
                <c:pt idx="15">
                  <c:v>236.18700000000001</c:v>
                </c:pt>
                <c:pt idx="16">
                  <c:v>291.73199999999997</c:v>
                </c:pt>
              </c:numCache>
            </c:numRef>
          </c:val>
          <c:smooth val="0"/>
          <c:extLst>
            <c:ext xmlns:c16="http://schemas.microsoft.com/office/drawing/2014/chart" uri="{C3380CC4-5D6E-409C-BE32-E72D297353CC}">
              <c16:uniqueId val="{0000001D-EA05-4A2B-8CDF-419D7484E7A5}"/>
            </c:ext>
          </c:extLst>
        </c:ser>
        <c:ser>
          <c:idx val="30"/>
          <c:order val="30"/>
          <c:spPr>
            <a:ln w="28575" cmpd="sng" algn="ctr">
              <a:solidFill>
                <a:schemeClr val="accent1"/>
              </a:solidFill>
              <a:prstDash val="solid"/>
            </a:ln>
          </c:spPr>
          <c:marker>
            <c:symbol val="none"/>
          </c:marker>
          <c:val>
            <c:numRef>
              <c:f>Sheet1!$A$31:$Q$31</c:f>
              <c:numCache>
                <c:formatCode>General</c:formatCode>
                <c:ptCount val="17"/>
                <c:pt idx="0">
                  <c:v>351.32274999999998</c:v>
                </c:pt>
                <c:pt idx="1">
                  <c:v>271.5865</c:v>
                </c:pt>
                <c:pt idx="2">
                  <c:v>200.54875000000001</c:v>
                </c:pt>
                <c:pt idx="3">
                  <c:v>122.74549999999999</c:v>
                </c:pt>
                <c:pt idx="4">
                  <c:v>45.4255</c:v>
                </c:pt>
                <c:pt idx="5">
                  <c:v>86.501749999999987</c:v>
                </c:pt>
                <c:pt idx="6">
                  <c:v>156.37969999999999</c:v>
                </c:pt>
                <c:pt idx="7">
                  <c:v>166.04469999999998</c:v>
                </c:pt>
                <c:pt idx="8">
                  <c:v>265.11095</c:v>
                </c:pt>
                <c:pt idx="9">
                  <c:v>211.95344999999998</c:v>
                </c:pt>
                <c:pt idx="10">
                  <c:v>209.73050000000001</c:v>
                </c:pt>
                <c:pt idx="11">
                  <c:v>299.13175000000001</c:v>
                </c:pt>
                <c:pt idx="12">
                  <c:v>340.20799999999997</c:v>
                </c:pt>
                <c:pt idx="13">
                  <c:v>277.19220000000001</c:v>
                </c:pt>
                <c:pt idx="14">
                  <c:v>283.42612499999996</c:v>
                </c:pt>
                <c:pt idx="15">
                  <c:v>347.45675000000006</c:v>
                </c:pt>
                <c:pt idx="16">
                  <c:v>310.00487499999997</c:v>
                </c:pt>
              </c:numCache>
            </c:numRef>
          </c:val>
          <c:smooth val="0"/>
          <c:extLst>
            <c:ext xmlns:c16="http://schemas.microsoft.com/office/drawing/2014/chart" uri="{C3380CC4-5D6E-409C-BE32-E72D297353CC}">
              <c16:uniqueId val="{0000001E-EA05-4A2B-8CDF-419D7484E7A5}"/>
            </c:ext>
          </c:extLst>
        </c:ser>
        <c:dLbls>
          <c:showLegendKey val="0"/>
          <c:showVal val="0"/>
          <c:showCatName val="0"/>
          <c:showSerName val="0"/>
          <c:showPercent val="0"/>
          <c:showBubbleSize val="0"/>
        </c:dLbls>
        <c:smooth val="0"/>
        <c:axId val="602435855"/>
        <c:axId val="1"/>
      </c:lineChart>
      <c:catAx>
        <c:axId val="602435855"/>
        <c:scaling>
          <c:orientation val="minMax"/>
        </c:scaling>
        <c:delete val="0"/>
        <c:axPos val="b"/>
        <c:majorGridlines>
          <c:spPr>
            <a:ln>
              <a:noFill/>
            </a:ln>
          </c:spPr>
        </c:majorGridlines>
        <c:majorTickMark val="out"/>
        <c:minorTickMark val="none"/>
        <c:tickLblPos val="none"/>
        <c:spPr>
          <a:ln w="9525" cmpd="sng" algn="ctr">
            <a:solidFill>
              <a:schemeClr val="tx1"/>
            </a:solidFill>
            <a:prstDash val="solid"/>
          </a:ln>
        </c:spPr>
        <c:txPr>
          <a:bodyPr wrap="none"/>
          <a:lstStyle/>
          <a:p>
            <a:pPr>
              <a:defRPr sz="1200" kern="1200">
                <a:latin typeface="+mn-lt"/>
                <a:ea typeface="+mn-ea"/>
                <a:cs typeface="+mn-cs"/>
              </a:defRPr>
            </a:pPr>
            <a:endParaRPr lang="en-US"/>
          </a:p>
        </c:txPr>
        <c:crossAx val="1"/>
        <c:crosses val="min"/>
        <c:auto val="0"/>
        <c:lblAlgn val="ctr"/>
        <c:lblOffset val="100"/>
        <c:noMultiLvlLbl val="0"/>
      </c:catAx>
      <c:valAx>
        <c:axId val="1"/>
        <c:scaling>
          <c:orientation val="minMax"/>
          <c:max val="700"/>
          <c:min val="0"/>
        </c:scaling>
        <c:delete val="0"/>
        <c:axPos val="l"/>
        <c:majorGridlines>
          <c:spPr>
            <a:ln>
              <a:noFill/>
            </a:ln>
          </c:spPr>
        </c:majorGridlines>
        <c:numFmt formatCode="0;&quot;-&quot;0" sourceLinked="0"/>
        <c:majorTickMark val="out"/>
        <c:minorTickMark val="none"/>
        <c:tickLblPos val="nextTo"/>
        <c:spPr>
          <a:ln w="9525" cmpd="sng" algn="ctr">
            <a:solidFill>
              <a:schemeClr val="tx1"/>
            </a:solidFill>
            <a:prstDash val="solid"/>
          </a:ln>
        </c:spPr>
        <c:txPr>
          <a:bodyPr wrap="none"/>
          <a:lstStyle/>
          <a:p>
            <a:pPr>
              <a:defRPr sz="1200" kern="1200">
                <a:solidFill>
                  <a:schemeClr val="tx1"/>
                </a:solidFill>
                <a:latin typeface="+mn-lt"/>
                <a:ea typeface="+mn-ea"/>
                <a:cs typeface="+mn-cs"/>
              </a:defRPr>
            </a:pPr>
            <a:endParaRPr lang="en-US"/>
          </a:p>
        </c:txPr>
        <c:crossAx val="602435855"/>
        <c:crosses val="min"/>
        <c:crossBetween val="midCat"/>
        <c:majorUnit val="50"/>
      </c:valAx>
      <c:spPr>
        <a:noFill/>
        <a:ln w="9525" cmpd="sng" algn="ctr">
          <a:solidFill>
            <a:schemeClr val="tx1"/>
          </a:solidFill>
          <a:prstDash val="solid"/>
        </a:ln>
      </c:spPr>
    </c:plotArea>
    <c:plotVisOnly val="0"/>
    <c:dispBlanksAs val="gap"/>
    <c:showDLblsOverMax val="1"/>
  </c:chart>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5.0236152855302703E-2"/>
          <c:y val="3.5294117647058823E-2"/>
          <c:w val="0.94232145412909685"/>
          <c:h val="0.92910216718266259"/>
        </c:manualLayout>
      </c:layout>
      <c:lineChart>
        <c:grouping val="standard"/>
        <c:varyColors val="0"/>
        <c:ser>
          <c:idx val="0"/>
          <c:order val="0"/>
          <c:spPr>
            <a:ln w="19050" cmpd="sng" algn="ctr">
              <a:solidFill>
                <a:schemeClr val="accent1"/>
              </a:solidFill>
              <a:prstDash val="solid"/>
            </a:ln>
          </c:spPr>
          <c:marker>
            <c:symbol val="none"/>
          </c:marker>
          <c:val>
            <c:numRef>
              <c:f>Sheet1!$A$1:$Q$1</c:f>
              <c:numCache>
                <c:formatCode>General</c:formatCode>
                <c:ptCount val="17"/>
                <c:pt idx="0">
                  <c:v>693.93733500000008</c:v>
                </c:pt>
                <c:pt idx="1">
                  <c:v>601.64625000000001</c:v>
                </c:pt>
                <c:pt idx="2">
                  <c:v>538.82375000000002</c:v>
                </c:pt>
                <c:pt idx="3">
                  <c:v>504.07807500000001</c:v>
                </c:pt>
                <c:pt idx="4">
                  <c:v>462.22862499999997</c:v>
                </c:pt>
                <c:pt idx="5">
                  <c:v>359.53800000000001</c:v>
                </c:pt>
                <c:pt idx="6">
                  <c:v>403.03050000000002</c:v>
                </c:pt>
                <c:pt idx="7">
                  <c:v>303.96424999999999</c:v>
                </c:pt>
                <c:pt idx="8">
                  <c:v>236.30924999999999</c:v>
                </c:pt>
                <c:pt idx="9">
                  <c:v>192.81675000000001</c:v>
                </c:pt>
                <c:pt idx="10">
                  <c:v>173.48675</c:v>
                </c:pt>
                <c:pt idx="11">
                  <c:v>174.69487500000002</c:v>
                </c:pt>
                <c:pt idx="12">
                  <c:v>142.07550000000001</c:v>
                </c:pt>
                <c:pt idx="13">
                  <c:v>229.06050000000002</c:v>
                </c:pt>
                <c:pt idx="14">
                  <c:v>357.12175000000002</c:v>
                </c:pt>
                <c:pt idx="15">
                  <c:v>313.62925000000001</c:v>
                </c:pt>
                <c:pt idx="16">
                  <c:v>347.45675</c:v>
                </c:pt>
              </c:numCache>
            </c:numRef>
          </c:val>
          <c:smooth val="0"/>
          <c:extLst>
            <c:ext xmlns:c16="http://schemas.microsoft.com/office/drawing/2014/chart" uri="{C3380CC4-5D6E-409C-BE32-E72D297353CC}">
              <c16:uniqueId val="{00000000-6152-4566-A13D-DB451B76F724}"/>
            </c:ext>
          </c:extLst>
        </c:ser>
        <c:ser>
          <c:idx val="1"/>
          <c:order val="1"/>
          <c:spPr>
            <a:ln w="19050" cmpd="sng" algn="ctr">
              <a:solidFill>
                <a:schemeClr val="accent2"/>
              </a:solidFill>
              <a:prstDash val="solid"/>
            </a:ln>
          </c:spPr>
          <c:marker>
            <c:symbol val="none"/>
          </c:marker>
          <c:val>
            <c:numRef>
              <c:f>Sheet1!$A$2:$Q$2</c:f>
              <c:numCache>
                <c:formatCode>General</c:formatCode>
                <c:ptCount val="17"/>
                <c:pt idx="0">
                  <c:v>723.42525000000001</c:v>
                </c:pt>
                <c:pt idx="1">
                  <c:v>660.36112500000002</c:v>
                </c:pt>
                <c:pt idx="2">
                  <c:v>624.60062499999992</c:v>
                </c:pt>
                <c:pt idx="3">
                  <c:v>586.66549999999995</c:v>
                </c:pt>
                <c:pt idx="4">
                  <c:v>450.14737500000001</c:v>
                </c:pt>
                <c:pt idx="5">
                  <c:v>254.43112499999998</c:v>
                </c:pt>
                <c:pt idx="6">
                  <c:v>134.82675</c:v>
                </c:pt>
                <c:pt idx="7">
                  <c:v>55.090500000000006</c:v>
                </c:pt>
                <c:pt idx="8">
                  <c:v>156.57300000000004</c:v>
                </c:pt>
                <c:pt idx="9">
                  <c:v>131.20237499999999</c:v>
                </c:pt>
                <c:pt idx="10">
                  <c:v>345.04050000000001</c:v>
                </c:pt>
                <c:pt idx="11">
                  <c:v>441.69049999999999</c:v>
                </c:pt>
                <c:pt idx="12">
                  <c:v>479.14237500000002</c:v>
                </c:pt>
                <c:pt idx="13">
                  <c:v>434.44175000000001</c:v>
                </c:pt>
                <c:pt idx="14">
                  <c:v>403.03049999999996</c:v>
                </c:pt>
                <c:pt idx="15">
                  <c:v>447.73112500000002</c:v>
                </c:pt>
                <c:pt idx="16">
                  <c:v>445.31487500000003</c:v>
                </c:pt>
              </c:numCache>
            </c:numRef>
          </c:val>
          <c:smooth val="0"/>
          <c:extLst>
            <c:ext xmlns:c16="http://schemas.microsoft.com/office/drawing/2014/chart" uri="{C3380CC4-5D6E-409C-BE32-E72D297353CC}">
              <c16:uniqueId val="{00000001-6152-4566-A13D-DB451B76F724}"/>
            </c:ext>
          </c:extLst>
        </c:ser>
        <c:ser>
          <c:idx val="2"/>
          <c:order val="2"/>
          <c:spPr>
            <a:ln w="19050" cmpd="sng" algn="ctr">
              <a:solidFill>
                <a:schemeClr val="accent3"/>
              </a:solidFill>
              <a:prstDash val="solid"/>
            </a:ln>
          </c:spPr>
          <c:marker>
            <c:symbol val="none"/>
          </c:marker>
          <c:val>
            <c:numRef>
              <c:f>Sheet1!$A$3:$Q$3</c:f>
              <c:numCache>
                <c:formatCode>General</c:formatCode>
                <c:ptCount val="17"/>
                <c:pt idx="0">
                  <c:v>625.56712500000003</c:v>
                </c:pt>
                <c:pt idx="1">
                  <c:v>514.419625</c:v>
                </c:pt>
                <c:pt idx="2">
                  <c:v>445.55649999999997</c:v>
                </c:pt>
                <c:pt idx="3">
                  <c:v>372.82737499999996</c:v>
                </c:pt>
                <c:pt idx="4">
                  <c:v>279.80175000000003</c:v>
                </c:pt>
                <c:pt idx="5">
                  <c:v>194.02487500000001</c:v>
                </c:pt>
                <c:pt idx="6">
                  <c:v>79.059700000000007</c:v>
                </c:pt>
                <c:pt idx="7">
                  <c:v>41.849450000000004</c:v>
                </c:pt>
                <c:pt idx="8">
                  <c:v>28.560074999999998</c:v>
                </c:pt>
                <c:pt idx="9">
                  <c:v>87.468249999999998</c:v>
                </c:pt>
                <c:pt idx="10">
                  <c:v>147.92282500000002</c:v>
                </c:pt>
                <c:pt idx="11">
                  <c:v>204.7047</c:v>
                </c:pt>
                <c:pt idx="12">
                  <c:v>243.36469999999997</c:v>
                </c:pt>
                <c:pt idx="13">
                  <c:v>292.84950000000003</c:v>
                </c:pt>
                <c:pt idx="14">
                  <c:v>360.50450000000001</c:v>
                </c:pt>
                <c:pt idx="15">
                  <c:v>337.79174999999998</c:v>
                </c:pt>
                <c:pt idx="16">
                  <c:v>364.85375000000005</c:v>
                </c:pt>
              </c:numCache>
            </c:numRef>
          </c:val>
          <c:smooth val="0"/>
          <c:extLst>
            <c:ext xmlns:c16="http://schemas.microsoft.com/office/drawing/2014/chart" uri="{C3380CC4-5D6E-409C-BE32-E72D297353CC}">
              <c16:uniqueId val="{00000002-6152-4566-A13D-DB451B76F724}"/>
            </c:ext>
          </c:extLst>
        </c:ser>
        <c:ser>
          <c:idx val="3"/>
          <c:order val="3"/>
          <c:spPr>
            <a:ln w="19050" cmpd="sng" algn="ctr">
              <a:solidFill>
                <a:schemeClr val="accent4"/>
              </a:solidFill>
              <a:prstDash val="solid"/>
            </a:ln>
          </c:spPr>
          <c:marker>
            <c:symbol val="none"/>
          </c:marker>
          <c:val>
            <c:numRef>
              <c:f>Sheet1!$A$4:$Q$4</c:f>
              <c:numCache>
                <c:formatCode>General</c:formatCode>
                <c:ptCount val="17"/>
                <c:pt idx="0">
                  <c:v>460.05399999999997</c:v>
                </c:pt>
                <c:pt idx="1">
                  <c:v>336.82524999999998</c:v>
                </c:pt>
                <c:pt idx="2">
                  <c:v>244.04124999999999</c:v>
                </c:pt>
                <c:pt idx="3">
                  <c:v>164.30500000000001</c:v>
                </c:pt>
                <c:pt idx="4">
                  <c:v>76.111874999999998</c:v>
                </c:pt>
                <c:pt idx="5">
                  <c:v>21.74625</c:v>
                </c:pt>
                <c:pt idx="6">
                  <c:v>10.92145</c:v>
                </c:pt>
                <c:pt idx="7">
                  <c:v>47.165199999999999</c:v>
                </c:pt>
                <c:pt idx="8">
                  <c:v>53.930700000000002</c:v>
                </c:pt>
                <c:pt idx="9">
                  <c:v>37.935124999999999</c:v>
                </c:pt>
                <c:pt idx="10">
                  <c:v>95.006950000000003</c:v>
                </c:pt>
                <c:pt idx="11">
                  <c:v>138.98269999999999</c:v>
                </c:pt>
                <c:pt idx="12">
                  <c:v>163.14520000000002</c:v>
                </c:pt>
                <c:pt idx="13">
                  <c:v>193.05837499999998</c:v>
                </c:pt>
                <c:pt idx="14">
                  <c:v>300.58150000000001</c:v>
                </c:pt>
                <c:pt idx="15">
                  <c:v>292.12462499999998</c:v>
                </c:pt>
                <c:pt idx="16">
                  <c:v>254.67275000000001</c:v>
                </c:pt>
              </c:numCache>
            </c:numRef>
          </c:val>
          <c:smooth val="0"/>
          <c:extLst>
            <c:ext xmlns:c16="http://schemas.microsoft.com/office/drawing/2014/chart" uri="{C3380CC4-5D6E-409C-BE32-E72D297353CC}">
              <c16:uniqueId val="{00000003-6152-4566-A13D-DB451B76F724}"/>
            </c:ext>
          </c:extLst>
        </c:ser>
        <c:ser>
          <c:idx val="4"/>
          <c:order val="4"/>
          <c:spPr>
            <a:ln w="19050" cmpd="sng" algn="ctr">
              <a:solidFill>
                <a:schemeClr val="accent5"/>
              </a:solidFill>
              <a:prstDash val="solid"/>
            </a:ln>
          </c:spPr>
          <c:marker>
            <c:symbol val="none"/>
          </c:marker>
          <c:val>
            <c:numRef>
              <c:f>Sheet1!$A$5:$Q$5</c:f>
              <c:numCache>
                <c:formatCode>General</c:formatCode>
                <c:ptCount val="17"/>
                <c:pt idx="0">
                  <c:v>382.73400000000004</c:v>
                </c:pt>
                <c:pt idx="1">
                  <c:v>327.16025000000002</c:v>
                </c:pt>
                <c:pt idx="2">
                  <c:v>248.87375</c:v>
                </c:pt>
                <c:pt idx="3">
                  <c:v>134.10187500000001</c:v>
                </c:pt>
                <c:pt idx="4">
                  <c:v>48.325000000000003</c:v>
                </c:pt>
                <c:pt idx="5">
                  <c:v>0</c:v>
                </c:pt>
                <c:pt idx="6">
                  <c:v>47.358500000000006</c:v>
                </c:pt>
                <c:pt idx="7">
                  <c:v>8.6984999999999992</c:v>
                </c:pt>
                <c:pt idx="8">
                  <c:v>3.8660000000000001</c:v>
                </c:pt>
                <c:pt idx="9">
                  <c:v>18.363500000000002</c:v>
                </c:pt>
                <c:pt idx="10">
                  <c:v>96.891625000000005</c:v>
                </c:pt>
                <c:pt idx="11">
                  <c:v>211.6635</c:v>
                </c:pt>
                <c:pt idx="12">
                  <c:v>324.01912500000003</c:v>
                </c:pt>
                <c:pt idx="13">
                  <c:v>344.55725000000001</c:v>
                </c:pt>
                <c:pt idx="14">
                  <c:v>450.87225000000001</c:v>
                </c:pt>
                <c:pt idx="15">
                  <c:v>494.36475000000002</c:v>
                </c:pt>
                <c:pt idx="16">
                  <c:v>346.97350000000006</c:v>
                </c:pt>
              </c:numCache>
            </c:numRef>
          </c:val>
          <c:smooth val="0"/>
          <c:extLst>
            <c:ext xmlns:c16="http://schemas.microsoft.com/office/drawing/2014/chart" uri="{C3380CC4-5D6E-409C-BE32-E72D297353CC}">
              <c16:uniqueId val="{00000004-6152-4566-A13D-DB451B76F724}"/>
            </c:ext>
          </c:extLst>
        </c:ser>
        <c:ser>
          <c:idx val="5"/>
          <c:order val="5"/>
          <c:spPr>
            <a:ln w="19050" cmpd="sng" algn="ctr">
              <a:solidFill>
                <a:schemeClr val="accent6"/>
              </a:solidFill>
              <a:prstDash val="solid"/>
            </a:ln>
          </c:spPr>
          <c:marker>
            <c:symbol val="none"/>
          </c:marker>
          <c:val>
            <c:numRef>
              <c:f>Sheet1!$A$6:$Q$6</c:f>
              <c:numCache>
                <c:formatCode>General</c:formatCode>
                <c:ptCount val="17"/>
                <c:pt idx="0">
                  <c:v>449.18087500000001</c:v>
                </c:pt>
                <c:pt idx="1">
                  <c:v>341.17450000000002</c:v>
                </c:pt>
                <c:pt idx="2">
                  <c:v>350.35625000000005</c:v>
                </c:pt>
                <c:pt idx="3">
                  <c:v>357.60500000000002</c:v>
                </c:pt>
                <c:pt idx="4">
                  <c:v>228.33562499999999</c:v>
                </c:pt>
                <c:pt idx="5">
                  <c:v>115.98</c:v>
                </c:pt>
                <c:pt idx="6">
                  <c:v>159.4725</c:v>
                </c:pt>
                <c:pt idx="7">
                  <c:v>140.14249999999998</c:v>
                </c:pt>
                <c:pt idx="8">
                  <c:v>99.066249999999997</c:v>
                </c:pt>
                <c:pt idx="9">
                  <c:v>86.984999999999999</c:v>
                </c:pt>
                <c:pt idx="10">
                  <c:v>205.38125000000002</c:v>
                </c:pt>
                <c:pt idx="11">
                  <c:v>154.63999999999999</c:v>
                </c:pt>
                <c:pt idx="12">
                  <c:v>181.21875</c:v>
                </c:pt>
                <c:pt idx="13">
                  <c:v>204.173125</c:v>
                </c:pt>
                <c:pt idx="14">
                  <c:v>186.05124999999998</c:v>
                </c:pt>
                <c:pt idx="15">
                  <c:v>182.426875</c:v>
                </c:pt>
                <c:pt idx="16">
                  <c:v>115.98</c:v>
                </c:pt>
              </c:numCache>
            </c:numRef>
          </c:val>
          <c:smooth val="0"/>
          <c:extLst>
            <c:ext xmlns:c16="http://schemas.microsoft.com/office/drawing/2014/chart" uri="{C3380CC4-5D6E-409C-BE32-E72D297353CC}">
              <c16:uniqueId val="{00000005-6152-4566-A13D-DB451B76F724}"/>
            </c:ext>
          </c:extLst>
        </c:ser>
        <c:ser>
          <c:idx val="6"/>
          <c:order val="6"/>
          <c:spPr>
            <a:ln w="28575" cmpd="sng" algn="ctr">
              <a:solidFill>
                <a:schemeClr val="accent1"/>
              </a:solidFill>
              <a:prstDash val="solid"/>
            </a:ln>
          </c:spPr>
          <c:marker>
            <c:symbol val="none"/>
          </c:marker>
          <c:val>
            <c:numRef>
              <c:f>Sheet1!$A$7:$Q$7</c:f>
              <c:numCache>
                <c:formatCode>General</c:formatCode>
                <c:ptCount val="17"/>
                <c:pt idx="0">
                  <c:v>543.84739999999999</c:v>
                </c:pt>
                <c:pt idx="1">
                  <c:v>439.81964999999997</c:v>
                </c:pt>
                <c:pt idx="2">
                  <c:v>379.82225000000005</c:v>
                </c:pt>
                <c:pt idx="3">
                  <c:v>301.19662499999998</c:v>
                </c:pt>
                <c:pt idx="4">
                  <c:v>203.21700000000001</c:v>
                </c:pt>
                <c:pt idx="5">
                  <c:v>91.9315</c:v>
                </c:pt>
                <c:pt idx="6">
                  <c:v>3.8708</c:v>
                </c:pt>
                <c:pt idx="7">
                  <c:v>3.8708</c:v>
                </c:pt>
                <c:pt idx="8">
                  <c:v>19.595925000000001</c:v>
                </c:pt>
                <c:pt idx="9">
                  <c:v>101.850425</c:v>
                </c:pt>
                <c:pt idx="10">
                  <c:v>147.81617500000002</c:v>
                </c:pt>
                <c:pt idx="11">
                  <c:v>204.66854999999998</c:v>
                </c:pt>
                <c:pt idx="12">
                  <c:v>228.86105000000001</c:v>
                </c:pt>
                <c:pt idx="13">
                  <c:v>320.79255000000001</c:v>
                </c:pt>
                <c:pt idx="14">
                  <c:v>430.868425</c:v>
                </c:pt>
                <c:pt idx="15">
                  <c:v>439.33579999999995</c:v>
                </c:pt>
                <c:pt idx="16">
                  <c:v>344.98505</c:v>
                </c:pt>
              </c:numCache>
            </c:numRef>
          </c:val>
          <c:smooth val="0"/>
          <c:extLst>
            <c:ext xmlns:c16="http://schemas.microsoft.com/office/drawing/2014/chart" uri="{C3380CC4-5D6E-409C-BE32-E72D297353CC}">
              <c16:uniqueId val="{00000006-6152-4566-A13D-DB451B76F724}"/>
            </c:ext>
          </c:extLst>
        </c:ser>
        <c:ser>
          <c:idx val="7"/>
          <c:order val="7"/>
          <c:spPr>
            <a:ln w="28575" cmpd="sng" algn="ctr">
              <a:solidFill>
                <a:schemeClr val="accent2"/>
              </a:solidFill>
              <a:prstDash val="solid"/>
            </a:ln>
          </c:spPr>
          <c:marker>
            <c:symbol val="none"/>
          </c:marker>
          <c:val>
            <c:numRef>
              <c:f>Sheet1!$A$8:$Q$8</c:f>
              <c:numCache>
                <c:formatCode>General</c:formatCode>
                <c:ptCount val="17"/>
                <c:pt idx="0">
                  <c:v>329.01799999999997</c:v>
                </c:pt>
                <c:pt idx="1">
                  <c:v>239.50575000000001</c:v>
                </c:pt>
                <c:pt idx="2">
                  <c:v>182.65337499999998</c:v>
                </c:pt>
                <c:pt idx="3">
                  <c:v>107.65662499999999</c:v>
                </c:pt>
                <c:pt idx="4">
                  <c:v>18.144375</c:v>
                </c:pt>
                <c:pt idx="5">
                  <c:v>0</c:v>
                </c:pt>
                <c:pt idx="6">
                  <c:v>3.8708</c:v>
                </c:pt>
                <c:pt idx="7">
                  <c:v>2.9030999999999998</c:v>
                </c:pt>
                <c:pt idx="8">
                  <c:v>7.7415999999999983</c:v>
                </c:pt>
                <c:pt idx="9">
                  <c:v>2.9030999999999998</c:v>
                </c:pt>
                <c:pt idx="10">
                  <c:v>6.5319750000000001</c:v>
                </c:pt>
                <c:pt idx="11">
                  <c:v>44.998050000000006</c:v>
                </c:pt>
                <c:pt idx="12">
                  <c:v>78.867549999999994</c:v>
                </c:pt>
                <c:pt idx="13">
                  <c:v>161.12205</c:v>
                </c:pt>
                <c:pt idx="14">
                  <c:v>202.24930000000001</c:v>
                </c:pt>
                <c:pt idx="15">
                  <c:v>178.05680000000001</c:v>
                </c:pt>
                <c:pt idx="16">
                  <c:v>168.37980000000002</c:v>
                </c:pt>
              </c:numCache>
            </c:numRef>
          </c:val>
          <c:smooth val="0"/>
          <c:extLst>
            <c:ext xmlns:c16="http://schemas.microsoft.com/office/drawing/2014/chart" uri="{C3380CC4-5D6E-409C-BE32-E72D297353CC}">
              <c16:uniqueId val="{00000007-6152-4566-A13D-DB451B76F724}"/>
            </c:ext>
          </c:extLst>
        </c:ser>
        <c:ser>
          <c:idx val="8"/>
          <c:order val="8"/>
          <c:spPr>
            <a:ln w="28575" cmpd="sng" algn="ctr">
              <a:solidFill>
                <a:schemeClr val="accent3"/>
              </a:solidFill>
              <a:prstDash val="solid"/>
            </a:ln>
          </c:spPr>
          <c:marker>
            <c:symbol val="none"/>
          </c:marker>
          <c:val>
            <c:numRef>
              <c:f>Sheet1!$A$9:$Q$9</c:f>
              <c:numCache>
                <c:formatCode>General</c:formatCode>
                <c:ptCount val="17"/>
                <c:pt idx="0">
                  <c:v>299.38460675000005</c:v>
                </c:pt>
                <c:pt idx="1">
                  <c:v>243.37655000000001</c:v>
                </c:pt>
                <c:pt idx="2">
                  <c:v>180.23412500000001</c:v>
                </c:pt>
                <c:pt idx="3">
                  <c:v>114.91437500000001</c:v>
                </c:pt>
                <c:pt idx="4">
                  <c:v>22.982875</c:v>
                </c:pt>
                <c:pt idx="5">
                  <c:v>0</c:v>
                </c:pt>
                <c:pt idx="6">
                  <c:v>0</c:v>
                </c:pt>
                <c:pt idx="7">
                  <c:v>2.9030999999999998</c:v>
                </c:pt>
                <c:pt idx="8">
                  <c:v>2.9030999999999998</c:v>
                </c:pt>
                <c:pt idx="9">
                  <c:v>2.9030999999999998</c:v>
                </c:pt>
                <c:pt idx="10">
                  <c:v>8.9512250000000009</c:v>
                </c:pt>
                <c:pt idx="11">
                  <c:v>23.224799999999998</c:v>
                </c:pt>
                <c:pt idx="12">
                  <c:v>31.692174999999999</c:v>
                </c:pt>
                <c:pt idx="13">
                  <c:v>109.83394999999999</c:v>
                </c:pt>
                <c:pt idx="14">
                  <c:v>203.70085</c:v>
                </c:pt>
                <c:pt idx="15">
                  <c:v>175.63754999999998</c:v>
                </c:pt>
                <c:pt idx="16">
                  <c:v>168.0265895</c:v>
                </c:pt>
              </c:numCache>
            </c:numRef>
          </c:val>
          <c:smooth val="0"/>
          <c:extLst>
            <c:ext xmlns:c16="http://schemas.microsoft.com/office/drawing/2014/chart" uri="{C3380CC4-5D6E-409C-BE32-E72D297353CC}">
              <c16:uniqueId val="{00000008-6152-4566-A13D-DB451B76F724}"/>
            </c:ext>
          </c:extLst>
        </c:ser>
        <c:ser>
          <c:idx val="9"/>
          <c:order val="9"/>
          <c:spPr>
            <a:ln w="28575" cmpd="sng" algn="ctr">
              <a:solidFill>
                <a:schemeClr val="accent4"/>
              </a:solidFill>
              <a:prstDash val="solid"/>
            </a:ln>
          </c:spPr>
          <c:marker>
            <c:symbol val="none"/>
          </c:marker>
          <c:val>
            <c:numRef>
              <c:f>Sheet1!$A$10:$Q$10</c:f>
              <c:numCache>
                <c:formatCode>General</c:formatCode>
                <c:ptCount val="17"/>
                <c:pt idx="0">
                  <c:v>418.37299875000002</c:v>
                </c:pt>
                <c:pt idx="1">
                  <c:v>388.92104924999995</c:v>
                </c:pt>
                <c:pt idx="2">
                  <c:v>436.52221225</c:v>
                </c:pt>
                <c:pt idx="3">
                  <c:v>358.32237525000005</c:v>
                </c:pt>
                <c:pt idx="4">
                  <c:v>204.426625</c:v>
                </c:pt>
                <c:pt idx="5">
                  <c:v>36.230688000000001</c:v>
                </c:pt>
                <c:pt idx="6">
                  <c:v>23.660265000000003</c:v>
                </c:pt>
                <c:pt idx="7">
                  <c:v>20.014455249999997</c:v>
                </c:pt>
                <c:pt idx="8">
                  <c:v>72.964579999999998</c:v>
                </c:pt>
                <c:pt idx="9">
                  <c:v>53.804119999999998</c:v>
                </c:pt>
                <c:pt idx="10">
                  <c:v>114.47891</c:v>
                </c:pt>
                <c:pt idx="11">
                  <c:v>165.28315999999998</c:v>
                </c:pt>
                <c:pt idx="12">
                  <c:v>179.79865999999998</c:v>
                </c:pt>
                <c:pt idx="13">
                  <c:v>227.99011999999999</c:v>
                </c:pt>
                <c:pt idx="14">
                  <c:v>332.74364500000001</c:v>
                </c:pt>
                <c:pt idx="15">
                  <c:v>281.2765205</c:v>
                </c:pt>
                <c:pt idx="16">
                  <c:v>215.2793805</c:v>
                </c:pt>
              </c:numCache>
            </c:numRef>
          </c:val>
          <c:smooth val="0"/>
          <c:extLst>
            <c:ext xmlns:c16="http://schemas.microsoft.com/office/drawing/2014/chart" uri="{C3380CC4-5D6E-409C-BE32-E72D297353CC}">
              <c16:uniqueId val="{00000009-6152-4566-A13D-DB451B76F724}"/>
            </c:ext>
          </c:extLst>
        </c:ser>
        <c:ser>
          <c:idx val="10"/>
          <c:order val="10"/>
          <c:spPr>
            <a:ln w="28575" cmpd="sng" algn="ctr">
              <a:solidFill>
                <a:schemeClr val="accent5"/>
              </a:solidFill>
              <a:prstDash val="solid"/>
            </a:ln>
          </c:spPr>
          <c:marker>
            <c:symbol val="none"/>
          </c:marker>
          <c:val>
            <c:numRef>
              <c:f>Sheet1!$A$11:$Q$11</c:f>
              <c:numCache>
                <c:formatCode>General</c:formatCode>
                <c:ptCount val="17"/>
                <c:pt idx="0">
                  <c:v>406.38803424999998</c:v>
                </c:pt>
                <c:pt idx="1">
                  <c:v>340.81910149999999</c:v>
                </c:pt>
                <c:pt idx="2">
                  <c:v>336.256396</c:v>
                </c:pt>
                <c:pt idx="3">
                  <c:v>342.26339374999998</c:v>
                </c:pt>
                <c:pt idx="4">
                  <c:v>256.44050000000004</c:v>
                </c:pt>
                <c:pt idx="5">
                  <c:v>89.214682249999996</c:v>
                </c:pt>
                <c:pt idx="6">
                  <c:v>25.646469249999999</c:v>
                </c:pt>
                <c:pt idx="7">
                  <c:v>15.32111025</c:v>
                </c:pt>
                <c:pt idx="8">
                  <c:v>88.544550000000001</c:v>
                </c:pt>
                <c:pt idx="9">
                  <c:v>182.89529999999999</c:v>
                </c:pt>
                <c:pt idx="10">
                  <c:v>225.32894500000003</c:v>
                </c:pt>
                <c:pt idx="11">
                  <c:v>241.05407</c:v>
                </c:pt>
                <c:pt idx="12">
                  <c:v>283.39094499999999</c:v>
                </c:pt>
                <c:pt idx="13">
                  <c:v>312.80902500000002</c:v>
                </c:pt>
                <c:pt idx="14">
                  <c:v>330.22036724999998</c:v>
                </c:pt>
                <c:pt idx="15">
                  <c:v>295.53316074999998</c:v>
                </c:pt>
                <c:pt idx="16">
                  <c:v>237.53889974999998</c:v>
                </c:pt>
              </c:numCache>
            </c:numRef>
          </c:val>
          <c:smooth val="0"/>
          <c:extLst>
            <c:ext xmlns:c16="http://schemas.microsoft.com/office/drawing/2014/chart" uri="{C3380CC4-5D6E-409C-BE32-E72D297353CC}">
              <c16:uniqueId val="{0000000A-6152-4566-A13D-DB451B76F724}"/>
            </c:ext>
          </c:extLst>
        </c:ser>
        <c:ser>
          <c:idx val="11"/>
          <c:order val="11"/>
          <c:spPr>
            <a:ln w="28575" cmpd="sng" algn="ctr">
              <a:solidFill>
                <a:schemeClr val="accent6"/>
              </a:solidFill>
              <a:prstDash val="solid"/>
            </a:ln>
          </c:spPr>
          <c:marker>
            <c:symbol val="none"/>
          </c:marker>
          <c:val>
            <c:numRef>
              <c:f>Sheet1!$A$12:$Q$12</c:f>
              <c:numCache>
                <c:formatCode>General</c:formatCode>
                <c:ptCount val="17"/>
                <c:pt idx="0">
                  <c:v>295.43397149999998</c:v>
                </c:pt>
                <c:pt idx="1">
                  <c:v>399.44478675000005</c:v>
                </c:pt>
                <c:pt idx="2">
                  <c:v>346.76077950000001</c:v>
                </c:pt>
                <c:pt idx="3">
                  <c:v>308.80274700000001</c:v>
                </c:pt>
                <c:pt idx="4">
                  <c:v>221.39766374999999</c:v>
                </c:pt>
                <c:pt idx="5">
                  <c:v>194.15448949999998</c:v>
                </c:pt>
                <c:pt idx="6">
                  <c:v>193.54</c:v>
                </c:pt>
                <c:pt idx="7">
                  <c:v>193.54</c:v>
                </c:pt>
                <c:pt idx="8">
                  <c:v>197.41079999999999</c:v>
                </c:pt>
                <c:pt idx="9">
                  <c:v>202.24930000000001</c:v>
                </c:pt>
                <c:pt idx="10">
                  <c:v>238.53804999999997</c:v>
                </c:pt>
                <c:pt idx="11">
                  <c:v>253.05355</c:v>
                </c:pt>
                <c:pt idx="12">
                  <c:v>272.40755000000001</c:v>
                </c:pt>
                <c:pt idx="13">
                  <c:v>349.82354999999995</c:v>
                </c:pt>
                <c:pt idx="14">
                  <c:v>444.1742999999999</c:v>
                </c:pt>
                <c:pt idx="15">
                  <c:v>388.53154999999992</c:v>
                </c:pt>
                <c:pt idx="16">
                  <c:v>342.56579999999997</c:v>
                </c:pt>
              </c:numCache>
            </c:numRef>
          </c:val>
          <c:smooth val="0"/>
          <c:extLst>
            <c:ext xmlns:c16="http://schemas.microsoft.com/office/drawing/2014/chart" uri="{C3380CC4-5D6E-409C-BE32-E72D297353CC}">
              <c16:uniqueId val="{0000000B-6152-4566-A13D-DB451B76F724}"/>
            </c:ext>
          </c:extLst>
        </c:ser>
        <c:ser>
          <c:idx val="12"/>
          <c:order val="12"/>
          <c:spPr>
            <a:ln w="19050" cmpd="sng" algn="ctr">
              <a:solidFill>
                <a:schemeClr val="accent1"/>
              </a:solidFill>
              <a:prstDash val="solid"/>
            </a:ln>
          </c:spPr>
          <c:marker>
            <c:symbol val="none"/>
          </c:marker>
          <c:val>
            <c:numRef>
              <c:f>Sheet1!$A$13:$Q$13</c:f>
              <c:numCache>
                <c:formatCode>General</c:formatCode>
                <c:ptCount val="17"/>
                <c:pt idx="0">
                  <c:v>419.48585375000005</c:v>
                </c:pt>
                <c:pt idx="1">
                  <c:v>443.69045</c:v>
                </c:pt>
                <c:pt idx="2">
                  <c:v>408.85325</c:v>
                </c:pt>
                <c:pt idx="3">
                  <c:v>341.11424999999997</c:v>
                </c:pt>
                <c:pt idx="4">
                  <c:v>232.24799999999999</c:v>
                </c:pt>
                <c:pt idx="5">
                  <c:v>145.155</c:v>
                </c:pt>
                <c:pt idx="6">
                  <c:v>6.0481249999999998</c:v>
                </c:pt>
                <c:pt idx="7">
                  <c:v>25.64405</c:v>
                </c:pt>
                <c:pt idx="8">
                  <c:v>10.16085</c:v>
                </c:pt>
                <c:pt idx="9">
                  <c:v>62.271495000000002</c:v>
                </c:pt>
                <c:pt idx="10">
                  <c:v>95.12491</c:v>
                </c:pt>
                <c:pt idx="11">
                  <c:v>109.204945</c:v>
                </c:pt>
                <c:pt idx="12">
                  <c:v>124.93007</c:v>
                </c:pt>
                <c:pt idx="13">
                  <c:v>196.10440499999999</c:v>
                </c:pt>
                <c:pt idx="14">
                  <c:v>296.50328000000002</c:v>
                </c:pt>
                <c:pt idx="15">
                  <c:v>279.56853000000001</c:v>
                </c:pt>
                <c:pt idx="16">
                  <c:v>231.18352999999999</c:v>
                </c:pt>
              </c:numCache>
            </c:numRef>
          </c:val>
          <c:smooth val="0"/>
          <c:extLst>
            <c:ext xmlns:c16="http://schemas.microsoft.com/office/drawing/2014/chart" uri="{C3380CC4-5D6E-409C-BE32-E72D297353CC}">
              <c16:uniqueId val="{0000000C-6152-4566-A13D-DB451B76F724}"/>
            </c:ext>
          </c:extLst>
        </c:ser>
        <c:ser>
          <c:idx val="13"/>
          <c:order val="13"/>
          <c:spPr>
            <a:ln w="19050" cmpd="sng" algn="ctr">
              <a:solidFill>
                <a:schemeClr val="accent2"/>
              </a:solidFill>
              <a:prstDash val="solid"/>
            </a:ln>
          </c:spPr>
          <c:marker>
            <c:symbol val="none"/>
          </c:marker>
          <c:val>
            <c:numRef>
              <c:f>Sheet1!$A$14:$Q$14</c:f>
              <c:numCache>
                <c:formatCode>General</c:formatCode>
                <c:ptCount val="17"/>
                <c:pt idx="0">
                  <c:v>456.90488025000002</c:v>
                </c:pt>
                <c:pt idx="1">
                  <c:v>392.55442500000004</c:v>
                </c:pt>
                <c:pt idx="2">
                  <c:v>359.49975000000001</c:v>
                </c:pt>
                <c:pt idx="3">
                  <c:v>291.94274999999999</c:v>
                </c:pt>
                <c:pt idx="4">
                  <c:v>183.369</c:v>
                </c:pt>
                <c:pt idx="5">
                  <c:v>96.51</c:v>
                </c:pt>
                <c:pt idx="6">
                  <c:v>0</c:v>
                </c:pt>
                <c:pt idx="7">
                  <c:v>3.8603999999999998</c:v>
                </c:pt>
                <c:pt idx="8">
                  <c:v>10.23006</c:v>
                </c:pt>
                <c:pt idx="9">
                  <c:v>82.709069999999997</c:v>
                </c:pt>
                <c:pt idx="10">
                  <c:v>181.82484000000002</c:v>
                </c:pt>
                <c:pt idx="11">
                  <c:v>201.80240999999998</c:v>
                </c:pt>
                <c:pt idx="12">
                  <c:v>221.10441</c:v>
                </c:pt>
                <c:pt idx="13">
                  <c:v>294.50026500000001</c:v>
                </c:pt>
                <c:pt idx="14">
                  <c:v>386.18476499999997</c:v>
                </c:pt>
                <c:pt idx="15">
                  <c:v>346.37439000000001</c:v>
                </c:pt>
                <c:pt idx="16">
                  <c:v>299.32576500000005</c:v>
                </c:pt>
              </c:numCache>
            </c:numRef>
          </c:val>
          <c:smooth val="0"/>
          <c:extLst>
            <c:ext xmlns:c16="http://schemas.microsoft.com/office/drawing/2014/chart" uri="{C3380CC4-5D6E-409C-BE32-E72D297353CC}">
              <c16:uniqueId val="{0000000D-6152-4566-A13D-DB451B76F724}"/>
            </c:ext>
          </c:extLst>
        </c:ser>
        <c:ser>
          <c:idx val="14"/>
          <c:order val="14"/>
          <c:spPr>
            <a:ln w="19050" cmpd="sng" algn="ctr">
              <a:solidFill>
                <a:schemeClr val="accent3"/>
              </a:solidFill>
              <a:prstDash val="solid"/>
            </a:ln>
          </c:spPr>
          <c:marker>
            <c:symbol val="none"/>
          </c:marker>
          <c:val>
            <c:numRef>
              <c:f>Sheet1!$A$15:$Q$15</c:f>
              <c:numCache>
                <c:formatCode>General</c:formatCode>
                <c:ptCount val="17"/>
                <c:pt idx="0">
                  <c:v>529.92434624999999</c:v>
                </c:pt>
                <c:pt idx="1">
                  <c:v>418.37085000000002</c:v>
                </c:pt>
                <c:pt idx="2">
                  <c:v>384.83362500000004</c:v>
                </c:pt>
                <c:pt idx="3">
                  <c:v>376.38900000000001</c:v>
                </c:pt>
                <c:pt idx="4">
                  <c:v>284.7045</c:v>
                </c:pt>
                <c:pt idx="5">
                  <c:v>117.29584125</c:v>
                </c:pt>
                <c:pt idx="6">
                  <c:v>137.55570299999999</c:v>
                </c:pt>
                <c:pt idx="7">
                  <c:v>142.63936725000002</c:v>
                </c:pt>
                <c:pt idx="8">
                  <c:v>141.19412999999997</c:v>
                </c:pt>
                <c:pt idx="9">
                  <c:v>7.1417400000000004</c:v>
                </c:pt>
                <c:pt idx="10">
                  <c:v>15.779385000000001</c:v>
                </c:pt>
                <c:pt idx="11">
                  <c:v>42.56091</c:v>
                </c:pt>
                <c:pt idx="12">
                  <c:v>61.862909999999999</c:v>
                </c:pt>
                <c:pt idx="13">
                  <c:v>131.63963999999999</c:v>
                </c:pt>
                <c:pt idx="14">
                  <c:v>236.59426500000001</c:v>
                </c:pt>
                <c:pt idx="15">
                  <c:v>185.92651499999999</c:v>
                </c:pt>
                <c:pt idx="16">
                  <c:v>188.33926499999998</c:v>
                </c:pt>
              </c:numCache>
            </c:numRef>
          </c:val>
          <c:smooth val="0"/>
          <c:extLst>
            <c:ext xmlns:c16="http://schemas.microsoft.com/office/drawing/2014/chart" uri="{C3380CC4-5D6E-409C-BE32-E72D297353CC}">
              <c16:uniqueId val="{0000000E-6152-4566-A13D-DB451B76F724}"/>
            </c:ext>
          </c:extLst>
        </c:ser>
        <c:ser>
          <c:idx val="15"/>
          <c:order val="15"/>
          <c:spPr>
            <a:ln w="19050" cmpd="sng" algn="ctr">
              <a:solidFill>
                <a:schemeClr val="accent4"/>
              </a:solidFill>
              <a:prstDash val="solid"/>
            </a:ln>
          </c:spPr>
          <c:marker>
            <c:symbol val="none"/>
          </c:marker>
          <c:val>
            <c:numRef>
              <c:f>Sheet1!$A$16:$Q$16</c:f>
              <c:numCache>
                <c:formatCode>General</c:formatCode>
                <c:ptCount val="17"/>
                <c:pt idx="0">
                  <c:v>364.00194149999999</c:v>
                </c:pt>
                <c:pt idx="1">
                  <c:v>360.28630650000002</c:v>
                </c:pt>
                <c:pt idx="2">
                  <c:v>367.09991249999996</c:v>
                </c:pt>
                <c:pt idx="3">
                  <c:v>318.483</c:v>
                </c:pt>
                <c:pt idx="4">
                  <c:v>201.46221224999999</c:v>
                </c:pt>
                <c:pt idx="5">
                  <c:v>105.20796375</c:v>
                </c:pt>
                <c:pt idx="6">
                  <c:v>0</c:v>
                </c:pt>
                <c:pt idx="7">
                  <c:v>9.5762047499999987</c:v>
                </c:pt>
                <c:pt idx="8">
                  <c:v>3.8603999999999998</c:v>
                </c:pt>
                <c:pt idx="9">
                  <c:v>87.100274999999996</c:v>
                </c:pt>
                <c:pt idx="10">
                  <c:v>160.68915000000001</c:v>
                </c:pt>
                <c:pt idx="11">
                  <c:v>175.16565</c:v>
                </c:pt>
                <c:pt idx="12">
                  <c:v>189.64214999999999</c:v>
                </c:pt>
                <c:pt idx="13">
                  <c:v>233.07165000000001</c:v>
                </c:pt>
                <c:pt idx="14">
                  <c:v>326.2038</c:v>
                </c:pt>
                <c:pt idx="15">
                  <c:v>292.18402500000002</c:v>
                </c:pt>
                <c:pt idx="16">
                  <c:v>277.70752500000003</c:v>
                </c:pt>
              </c:numCache>
            </c:numRef>
          </c:val>
          <c:smooth val="0"/>
          <c:extLst>
            <c:ext xmlns:c16="http://schemas.microsoft.com/office/drawing/2014/chart" uri="{C3380CC4-5D6E-409C-BE32-E72D297353CC}">
              <c16:uniqueId val="{0000000F-6152-4566-A13D-DB451B76F724}"/>
            </c:ext>
          </c:extLst>
        </c:ser>
        <c:ser>
          <c:idx val="16"/>
          <c:order val="16"/>
          <c:spPr>
            <a:ln w="19050" cmpd="sng" algn="ctr">
              <a:solidFill>
                <a:schemeClr val="accent5"/>
              </a:solidFill>
              <a:prstDash val="solid"/>
            </a:ln>
          </c:spPr>
          <c:marker>
            <c:symbol val="none"/>
          </c:marker>
          <c:val>
            <c:numRef>
              <c:f>Sheet1!$A$17:$Q$17</c:f>
              <c:numCache>
                <c:formatCode>General</c:formatCode>
                <c:ptCount val="17"/>
                <c:pt idx="0">
                  <c:v>341.87461124999993</c:v>
                </c:pt>
                <c:pt idx="1">
                  <c:v>325.50168975000003</c:v>
                </c:pt>
                <c:pt idx="2">
                  <c:v>352.78024125000002</c:v>
                </c:pt>
                <c:pt idx="3">
                  <c:v>500.46708150000001</c:v>
                </c:pt>
                <c:pt idx="4">
                  <c:v>379.07439075000002</c:v>
                </c:pt>
                <c:pt idx="5">
                  <c:v>164.38307025</c:v>
                </c:pt>
                <c:pt idx="6">
                  <c:v>78.703904999999992</c:v>
                </c:pt>
                <c:pt idx="7">
                  <c:v>294.54132375</c:v>
                </c:pt>
                <c:pt idx="8">
                  <c:v>336.81990000000002</c:v>
                </c:pt>
                <c:pt idx="9">
                  <c:v>225.83340000000001</c:v>
                </c:pt>
                <c:pt idx="10">
                  <c:v>148.62539999999998</c:v>
                </c:pt>
                <c:pt idx="11">
                  <c:v>131.73615000000001</c:v>
                </c:pt>
                <c:pt idx="12">
                  <c:v>138.9744</c:v>
                </c:pt>
                <c:pt idx="13">
                  <c:v>264.43740000000003</c:v>
                </c:pt>
                <c:pt idx="14">
                  <c:v>405.34199999999998</c:v>
                </c:pt>
                <c:pt idx="15">
                  <c:v>523.56674999999996</c:v>
                </c:pt>
                <c:pt idx="16">
                  <c:v>537.48590475000003</c:v>
                </c:pt>
              </c:numCache>
            </c:numRef>
          </c:val>
          <c:smooth val="0"/>
          <c:extLst>
            <c:ext xmlns:c16="http://schemas.microsoft.com/office/drawing/2014/chart" uri="{C3380CC4-5D6E-409C-BE32-E72D297353CC}">
              <c16:uniqueId val="{00000010-6152-4566-A13D-DB451B76F724}"/>
            </c:ext>
          </c:extLst>
        </c:ser>
        <c:ser>
          <c:idx val="17"/>
          <c:order val="17"/>
          <c:spPr>
            <a:ln w="19050" cmpd="sng" algn="ctr">
              <a:solidFill>
                <a:schemeClr val="accent6"/>
              </a:solidFill>
              <a:prstDash val="solid"/>
            </a:ln>
          </c:spPr>
          <c:marker>
            <c:symbol val="none"/>
          </c:marker>
          <c:val>
            <c:numRef>
              <c:f>Sheet1!$A$18:$Q$18</c:f>
              <c:numCache>
                <c:formatCode>General</c:formatCode>
                <c:ptCount val="17"/>
                <c:pt idx="0">
                  <c:v>452.34478274999998</c:v>
                </c:pt>
                <c:pt idx="1">
                  <c:v>516.29230875000007</c:v>
                </c:pt>
                <c:pt idx="2">
                  <c:v>584.81682150000006</c:v>
                </c:pt>
                <c:pt idx="3">
                  <c:v>372.34281824999999</c:v>
                </c:pt>
                <c:pt idx="4">
                  <c:v>218.62169024999997</c:v>
                </c:pt>
                <c:pt idx="5">
                  <c:v>126.13615725</c:v>
                </c:pt>
                <c:pt idx="6">
                  <c:v>115.25706750000001</c:v>
                </c:pt>
                <c:pt idx="7">
                  <c:v>159.14492325000001</c:v>
                </c:pt>
                <c:pt idx="8">
                  <c:v>158.2764</c:v>
                </c:pt>
                <c:pt idx="9">
                  <c:v>96.509999999999991</c:v>
                </c:pt>
                <c:pt idx="10">
                  <c:v>121.843875</c:v>
                </c:pt>
                <c:pt idx="11">
                  <c:v>288.32362499999999</c:v>
                </c:pt>
                <c:pt idx="12">
                  <c:v>322.102125</c:v>
                </c:pt>
                <c:pt idx="13">
                  <c:v>351.05512499999998</c:v>
                </c:pt>
                <c:pt idx="14">
                  <c:v>406.67383799999999</c:v>
                </c:pt>
                <c:pt idx="15">
                  <c:v>372.171513</c:v>
                </c:pt>
                <c:pt idx="16">
                  <c:v>463.95734849999997</c:v>
                </c:pt>
              </c:numCache>
            </c:numRef>
          </c:val>
          <c:smooth val="0"/>
          <c:extLst>
            <c:ext xmlns:c16="http://schemas.microsoft.com/office/drawing/2014/chart" uri="{C3380CC4-5D6E-409C-BE32-E72D297353CC}">
              <c16:uniqueId val="{00000011-6152-4566-A13D-DB451B76F724}"/>
            </c:ext>
          </c:extLst>
        </c:ser>
        <c:ser>
          <c:idx val="18"/>
          <c:order val="18"/>
          <c:spPr>
            <a:ln w="28575" cmpd="sng" algn="ctr">
              <a:solidFill>
                <a:schemeClr val="accent1"/>
              </a:solidFill>
              <a:prstDash val="solid"/>
            </a:ln>
          </c:spPr>
          <c:marker>
            <c:symbol val="none"/>
          </c:marker>
          <c:val>
            <c:numRef>
              <c:f>Sheet1!$A$19:$Q$19</c:f>
              <c:numCache>
                <c:formatCode>General</c:formatCode>
                <c:ptCount val="17"/>
                <c:pt idx="0">
                  <c:v>483.505449</c:v>
                </c:pt>
                <c:pt idx="1">
                  <c:v>654.14719275000004</c:v>
                </c:pt>
                <c:pt idx="2">
                  <c:v>641.16659774999994</c:v>
                </c:pt>
                <c:pt idx="3">
                  <c:v>455.72263275</c:v>
                </c:pt>
                <c:pt idx="4">
                  <c:v>363.59418675000001</c:v>
                </c:pt>
                <c:pt idx="5">
                  <c:v>315.91583400000002</c:v>
                </c:pt>
                <c:pt idx="6">
                  <c:v>229.51525650000002</c:v>
                </c:pt>
                <c:pt idx="7">
                  <c:v>212.322</c:v>
                </c:pt>
                <c:pt idx="8">
                  <c:v>185.78175000000002</c:v>
                </c:pt>
                <c:pt idx="9">
                  <c:v>96.51</c:v>
                </c:pt>
                <c:pt idx="10">
                  <c:v>96.51</c:v>
                </c:pt>
                <c:pt idx="11">
                  <c:v>96.51</c:v>
                </c:pt>
                <c:pt idx="12">
                  <c:v>98.922750000000008</c:v>
                </c:pt>
                <c:pt idx="13">
                  <c:v>164.06700000000001</c:v>
                </c:pt>
                <c:pt idx="14">
                  <c:v>220.55912850000004</c:v>
                </c:pt>
                <c:pt idx="15">
                  <c:v>226.480017</c:v>
                </c:pt>
                <c:pt idx="16">
                  <c:v>260.70005025</c:v>
                </c:pt>
              </c:numCache>
            </c:numRef>
          </c:val>
          <c:smooth val="0"/>
          <c:extLst>
            <c:ext xmlns:c16="http://schemas.microsoft.com/office/drawing/2014/chart" uri="{C3380CC4-5D6E-409C-BE32-E72D297353CC}">
              <c16:uniqueId val="{00000012-6152-4566-A13D-DB451B76F724}"/>
            </c:ext>
          </c:extLst>
        </c:ser>
        <c:ser>
          <c:idx val="19"/>
          <c:order val="19"/>
          <c:spPr>
            <a:ln w="28575" cmpd="sng" algn="ctr">
              <a:solidFill>
                <a:schemeClr val="accent2"/>
              </a:solidFill>
              <a:prstDash val="solid"/>
            </a:ln>
          </c:spPr>
          <c:marker>
            <c:symbol val="none"/>
          </c:marker>
          <c:val>
            <c:numRef>
              <c:f>Sheet1!$A$20:$Q$20</c:f>
              <c:numCache>
                <c:formatCode>General</c:formatCode>
                <c:ptCount val="17"/>
                <c:pt idx="0">
                  <c:v>449.95374750000002</c:v>
                </c:pt>
                <c:pt idx="1">
                  <c:v>407.81748149999999</c:v>
                </c:pt>
                <c:pt idx="2">
                  <c:v>486.92914125000004</c:v>
                </c:pt>
                <c:pt idx="3">
                  <c:v>463.85601300000002</c:v>
                </c:pt>
                <c:pt idx="4">
                  <c:v>377.24311350000005</c:v>
                </c:pt>
                <c:pt idx="5">
                  <c:v>249.71962500000001</c:v>
                </c:pt>
                <c:pt idx="6">
                  <c:v>221.97300000000001</c:v>
                </c:pt>
                <c:pt idx="7">
                  <c:v>123.953</c:v>
                </c:pt>
                <c:pt idx="8">
                  <c:v>32.813400000000001</c:v>
                </c:pt>
                <c:pt idx="9">
                  <c:v>158.27640000000002</c:v>
                </c:pt>
                <c:pt idx="10">
                  <c:v>148.62540000000001</c:v>
                </c:pt>
                <c:pt idx="11">
                  <c:v>32.813400000000001</c:v>
                </c:pt>
                <c:pt idx="12">
                  <c:v>129.32339999999999</c:v>
                </c:pt>
                <c:pt idx="13">
                  <c:v>204.11865</c:v>
                </c:pt>
                <c:pt idx="14">
                  <c:v>293.3904</c:v>
                </c:pt>
                <c:pt idx="15">
                  <c:v>275.29477500000002</c:v>
                </c:pt>
                <c:pt idx="16">
                  <c:v>259.61189999999999</c:v>
                </c:pt>
              </c:numCache>
            </c:numRef>
          </c:val>
          <c:smooth val="0"/>
          <c:extLst>
            <c:ext xmlns:c16="http://schemas.microsoft.com/office/drawing/2014/chart" uri="{C3380CC4-5D6E-409C-BE32-E72D297353CC}">
              <c16:uniqueId val="{00000013-6152-4566-A13D-DB451B76F724}"/>
            </c:ext>
          </c:extLst>
        </c:ser>
        <c:ser>
          <c:idx val="20"/>
          <c:order val="20"/>
          <c:spPr>
            <a:ln w="28575" cmpd="sng" algn="ctr">
              <a:solidFill>
                <a:schemeClr val="accent3"/>
              </a:solidFill>
              <a:prstDash val="solid"/>
            </a:ln>
          </c:spPr>
          <c:marker>
            <c:symbol val="none"/>
          </c:marker>
          <c:val>
            <c:numRef>
              <c:f>Sheet1!$A$21:$Q$21</c:f>
              <c:numCache>
                <c:formatCode>General</c:formatCode>
                <c:ptCount val="17"/>
                <c:pt idx="0">
                  <c:v>270.84399999999999</c:v>
                </c:pt>
                <c:pt idx="1">
                  <c:v>270.84399999999999</c:v>
                </c:pt>
                <c:pt idx="2">
                  <c:v>321.73848950000001</c:v>
                </c:pt>
                <c:pt idx="3">
                  <c:v>233.46027325</c:v>
                </c:pt>
                <c:pt idx="4">
                  <c:v>186.95248924999999</c:v>
                </c:pt>
                <c:pt idx="5">
                  <c:v>149.92666350000002</c:v>
                </c:pt>
                <c:pt idx="6">
                  <c:v>125.749</c:v>
                </c:pt>
                <c:pt idx="7">
                  <c:v>125.749</c:v>
                </c:pt>
                <c:pt idx="8">
                  <c:v>129.6182</c:v>
                </c:pt>
                <c:pt idx="9">
                  <c:v>129.6182</c:v>
                </c:pt>
                <c:pt idx="10">
                  <c:v>129.6182</c:v>
                </c:pt>
                <c:pt idx="11">
                  <c:v>129.6182</c:v>
                </c:pt>
                <c:pt idx="12">
                  <c:v>129.6182</c:v>
                </c:pt>
                <c:pt idx="13">
                  <c:v>129.6182</c:v>
                </c:pt>
                <c:pt idx="14">
                  <c:v>129.6182</c:v>
                </c:pt>
                <c:pt idx="15">
                  <c:v>129.6182</c:v>
                </c:pt>
                <c:pt idx="16">
                  <c:v>129.6182</c:v>
                </c:pt>
              </c:numCache>
            </c:numRef>
          </c:val>
          <c:smooth val="0"/>
          <c:extLst>
            <c:ext xmlns:c16="http://schemas.microsoft.com/office/drawing/2014/chart" uri="{C3380CC4-5D6E-409C-BE32-E72D297353CC}">
              <c16:uniqueId val="{00000014-6152-4566-A13D-DB451B76F724}"/>
            </c:ext>
          </c:extLst>
        </c:ser>
        <c:ser>
          <c:idx val="21"/>
          <c:order val="21"/>
          <c:spPr>
            <a:ln w="28575" cmpd="sng" algn="ctr">
              <a:solidFill>
                <a:schemeClr val="accent4"/>
              </a:solidFill>
              <a:prstDash val="solid"/>
            </a:ln>
          </c:spPr>
          <c:marker>
            <c:symbol val="none"/>
          </c:marker>
          <c:val>
            <c:numRef>
              <c:f>Sheet1!$A$22:$Q$22</c:f>
              <c:numCache>
                <c:formatCode>General</c:formatCode>
                <c:ptCount val="17"/>
                <c:pt idx="0">
                  <c:v>319.209</c:v>
                </c:pt>
                <c:pt idx="1">
                  <c:v>319.209</c:v>
                </c:pt>
                <c:pt idx="2">
                  <c:v>322.97179699999998</c:v>
                </c:pt>
                <c:pt idx="3">
                  <c:v>144.78788225</c:v>
                </c:pt>
                <c:pt idx="4">
                  <c:v>148.11539425000001</c:v>
                </c:pt>
                <c:pt idx="5">
                  <c:v>125.749</c:v>
                </c:pt>
                <c:pt idx="6">
                  <c:v>125.749</c:v>
                </c:pt>
                <c:pt idx="7">
                  <c:v>125.749</c:v>
                </c:pt>
                <c:pt idx="8">
                  <c:v>125.749</c:v>
                </c:pt>
                <c:pt idx="9">
                  <c:v>125.749</c:v>
                </c:pt>
                <c:pt idx="10">
                  <c:v>125.749</c:v>
                </c:pt>
                <c:pt idx="11">
                  <c:v>129.6182</c:v>
                </c:pt>
                <c:pt idx="12">
                  <c:v>129.6182</c:v>
                </c:pt>
                <c:pt idx="13">
                  <c:v>129.6182</c:v>
                </c:pt>
                <c:pt idx="14">
                  <c:v>125.749</c:v>
                </c:pt>
                <c:pt idx="15">
                  <c:v>125.749</c:v>
                </c:pt>
                <c:pt idx="16">
                  <c:v>125.749</c:v>
                </c:pt>
              </c:numCache>
            </c:numRef>
          </c:val>
          <c:smooth val="0"/>
          <c:extLst>
            <c:ext xmlns:c16="http://schemas.microsoft.com/office/drawing/2014/chart" uri="{C3380CC4-5D6E-409C-BE32-E72D297353CC}">
              <c16:uniqueId val="{00000015-6152-4566-A13D-DB451B76F724}"/>
            </c:ext>
          </c:extLst>
        </c:ser>
        <c:ser>
          <c:idx val="22"/>
          <c:order val="22"/>
          <c:spPr>
            <a:ln w="28575" cmpd="sng" algn="ctr">
              <a:solidFill>
                <a:schemeClr val="accent5"/>
              </a:solidFill>
              <a:prstDash val="solid"/>
            </a:ln>
          </c:spPr>
          <c:marker>
            <c:symbol val="none"/>
          </c:marker>
          <c:val>
            <c:numRef>
              <c:f>Sheet1!$A$23:$Q$23</c:f>
              <c:numCache>
                <c:formatCode>General</c:formatCode>
                <c:ptCount val="17"/>
                <c:pt idx="0">
                  <c:v>156.70259999999999</c:v>
                </c:pt>
                <c:pt idx="1">
                  <c:v>156.70259999999999</c:v>
                </c:pt>
                <c:pt idx="2">
                  <c:v>156.70259999999999</c:v>
                </c:pt>
                <c:pt idx="3">
                  <c:v>156.70259999999999</c:v>
                </c:pt>
                <c:pt idx="4">
                  <c:v>156.70259999999999</c:v>
                </c:pt>
                <c:pt idx="5">
                  <c:v>133.48739999999998</c:v>
                </c:pt>
                <c:pt idx="6">
                  <c:v>156.70259999999999</c:v>
                </c:pt>
                <c:pt idx="7">
                  <c:v>156.70259999999999</c:v>
                </c:pt>
                <c:pt idx="8">
                  <c:v>156.70259999999999</c:v>
                </c:pt>
                <c:pt idx="9">
                  <c:v>156.70259999999999</c:v>
                </c:pt>
                <c:pt idx="10">
                  <c:v>145.095</c:v>
                </c:pt>
                <c:pt idx="11">
                  <c:v>129.6182</c:v>
                </c:pt>
                <c:pt idx="12">
                  <c:v>129.6182</c:v>
                </c:pt>
                <c:pt idx="13">
                  <c:v>129.6182</c:v>
                </c:pt>
                <c:pt idx="14">
                  <c:v>156.70259999999999</c:v>
                </c:pt>
                <c:pt idx="15">
                  <c:v>156.70259999999999</c:v>
                </c:pt>
                <c:pt idx="16">
                  <c:v>156.70259999999999</c:v>
                </c:pt>
              </c:numCache>
            </c:numRef>
          </c:val>
          <c:smooth val="0"/>
          <c:extLst>
            <c:ext xmlns:c16="http://schemas.microsoft.com/office/drawing/2014/chart" uri="{C3380CC4-5D6E-409C-BE32-E72D297353CC}">
              <c16:uniqueId val="{00000016-6152-4566-A13D-DB451B76F724}"/>
            </c:ext>
          </c:extLst>
        </c:ser>
        <c:ser>
          <c:idx val="23"/>
          <c:order val="23"/>
          <c:spPr>
            <a:ln w="28575" cmpd="sng" algn="ctr">
              <a:solidFill>
                <a:schemeClr val="accent6"/>
              </a:solidFill>
              <a:prstDash val="solid"/>
            </a:ln>
          </c:spPr>
          <c:marker>
            <c:symbol val="none"/>
          </c:marker>
          <c:val>
            <c:numRef>
              <c:f>Sheet1!$A$24:$Q$24</c:f>
              <c:numCache>
                <c:formatCode>General</c:formatCode>
                <c:ptCount val="17"/>
                <c:pt idx="0">
                  <c:v>67.232186499999997</c:v>
                </c:pt>
                <c:pt idx="1">
                  <c:v>109.52254250000001</c:v>
                </c:pt>
                <c:pt idx="2">
                  <c:v>85.838201999999995</c:v>
                </c:pt>
                <c:pt idx="3">
                  <c:v>39.564988250000006</c:v>
                </c:pt>
                <c:pt idx="4">
                  <c:v>29.018999999999998</c:v>
                </c:pt>
                <c:pt idx="5">
                  <c:v>29.018999999999998</c:v>
                </c:pt>
                <c:pt idx="6">
                  <c:v>29.018999999999998</c:v>
                </c:pt>
                <c:pt idx="7">
                  <c:v>405.10149999999999</c:v>
                </c:pt>
                <c:pt idx="8">
                  <c:v>57.070699999999995</c:v>
                </c:pt>
                <c:pt idx="9">
                  <c:v>81.253199999999993</c:v>
                </c:pt>
                <c:pt idx="10">
                  <c:v>129.6182</c:v>
                </c:pt>
                <c:pt idx="11">
                  <c:v>139.2912</c:v>
                </c:pt>
                <c:pt idx="12">
                  <c:v>124.7817</c:v>
                </c:pt>
                <c:pt idx="13">
                  <c:v>57.070699999999988</c:v>
                </c:pt>
                <c:pt idx="14">
                  <c:v>32.888199999999998</c:v>
                </c:pt>
                <c:pt idx="15">
                  <c:v>32.888199999999998</c:v>
                </c:pt>
                <c:pt idx="16">
                  <c:v>32.888199999999998</c:v>
                </c:pt>
              </c:numCache>
            </c:numRef>
          </c:val>
          <c:smooth val="0"/>
          <c:extLst>
            <c:ext xmlns:c16="http://schemas.microsoft.com/office/drawing/2014/chart" uri="{C3380CC4-5D6E-409C-BE32-E72D297353CC}">
              <c16:uniqueId val="{00000017-6152-4566-A13D-DB451B76F724}"/>
            </c:ext>
          </c:extLst>
        </c:ser>
        <c:ser>
          <c:idx val="24"/>
          <c:order val="24"/>
          <c:spPr>
            <a:ln w="19050" cmpd="sng" algn="ctr">
              <a:solidFill>
                <a:schemeClr val="accent1"/>
              </a:solidFill>
              <a:prstDash val="solid"/>
            </a:ln>
          </c:spPr>
          <c:marker>
            <c:symbol val="none"/>
          </c:marker>
          <c:val>
            <c:numRef>
              <c:f>Sheet1!$A$25:$Q$25</c:f>
              <c:numCache>
                <c:formatCode>General</c:formatCode>
                <c:ptCount val="17"/>
                <c:pt idx="0">
                  <c:v>57.868722500000004</c:v>
                </c:pt>
                <c:pt idx="1">
                  <c:v>68.613007249999995</c:v>
                </c:pt>
                <c:pt idx="2">
                  <c:v>69.681873749999994</c:v>
                </c:pt>
                <c:pt idx="3">
                  <c:v>33.855499999999999</c:v>
                </c:pt>
                <c:pt idx="4">
                  <c:v>29.018999999999998</c:v>
                </c:pt>
                <c:pt idx="5">
                  <c:v>29.018999999999998</c:v>
                </c:pt>
                <c:pt idx="6">
                  <c:v>29.018999999999998</c:v>
                </c:pt>
                <c:pt idx="7">
                  <c:v>29.018999999999998</c:v>
                </c:pt>
                <c:pt idx="8">
                  <c:v>174.114</c:v>
                </c:pt>
                <c:pt idx="9">
                  <c:v>32.888199999999998</c:v>
                </c:pt>
                <c:pt idx="10">
                  <c:v>31.9209</c:v>
                </c:pt>
                <c:pt idx="11">
                  <c:v>31.9209</c:v>
                </c:pt>
                <c:pt idx="12">
                  <c:v>31.9209</c:v>
                </c:pt>
                <c:pt idx="13">
                  <c:v>32.888199999999998</c:v>
                </c:pt>
                <c:pt idx="14">
                  <c:v>32.888199999999998</c:v>
                </c:pt>
                <c:pt idx="15">
                  <c:v>32.888199999999998</c:v>
                </c:pt>
                <c:pt idx="16">
                  <c:v>29.018999999999998</c:v>
                </c:pt>
              </c:numCache>
            </c:numRef>
          </c:val>
          <c:smooth val="0"/>
          <c:extLst>
            <c:ext xmlns:c16="http://schemas.microsoft.com/office/drawing/2014/chart" uri="{C3380CC4-5D6E-409C-BE32-E72D297353CC}">
              <c16:uniqueId val="{00000018-6152-4566-A13D-DB451B76F724}"/>
            </c:ext>
          </c:extLst>
        </c:ser>
        <c:ser>
          <c:idx val="25"/>
          <c:order val="25"/>
          <c:spPr>
            <a:ln w="19050" cmpd="sng" algn="ctr">
              <a:solidFill>
                <a:schemeClr val="accent2"/>
              </a:solidFill>
              <a:prstDash val="solid"/>
            </a:ln>
          </c:spPr>
          <c:marker>
            <c:symbol val="none"/>
          </c:marker>
          <c:val>
            <c:numRef>
              <c:f>Sheet1!$A$26:$Q$26</c:f>
              <c:numCache>
                <c:formatCode>General</c:formatCode>
                <c:ptCount val="17"/>
                <c:pt idx="0">
                  <c:v>145.095</c:v>
                </c:pt>
                <c:pt idx="1">
                  <c:v>145.095</c:v>
                </c:pt>
                <c:pt idx="2">
                  <c:v>29.018999999999998</c:v>
                </c:pt>
                <c:pt idx="3">
                  <c:v>29.018999999999998</c:v>
                </c:pt>
                <c:pt idx="4">
                  <c:v>29.018999999999998</c:v>
                </c:pt>
                <c:pt idx="5">
                  <c:v>29.018999999999998</c:v>
                </c:pt>
                <c:pt idx="6">
                  <c:v>44.532073750000002</c:v>
                </c:pt>
                <c:pt idx="7">
                  <c:v>84.683887249999998</c:v>
                </c:pt>
                <c:pt idx="8">
                  <c:v>29.018999999999998</c:v>
                </c:pt>
                <c:pt idx="9">
                  <c:v>32.888199999999998</c:v>
                </c:pt>
                <c:pt idx="10">
                  <c:v>32.888199999999998</c:v>
                </c:pt>
                <c:pt idx="11">
                  <c:v>32.888199999999998</c:v>
                </c:pt>
                <c:pt idx="12">
                  <c:v>32.888199999999998</c:v>
                </c:pt>
                <c:pt idx="13">
                  <c:v>32.888199999999998</c:v>
                </c:pt>
                <c:pt idx="14">
                  <c:v>32.888199999999998</c:v>
                </c:pt>
                <c:pt idx="15">
                  <c:v>32.888199999999998</c:v>
                </c:pt>
                <c:pt idx="16">
                  <c:v>29.018999999999998</c:v>
                </c:pt>
              </c:numCache>
            </c:numRef>
          </c:val>
          <c:smooth val="0"/>
          <c:extLst>
            <c:ext xmlns:c16="http://schemas.microsoft.com/office/drawing/2014/chart" uri="{C3380CC4-5D6E-409C-BE32-E72D297353CC}">
              <c16:uniqueId val="{00000019-6152-4566-A13D-DB451B76F724}"/>
            </c:ext>
          </c:extLst>
        </c:ser>
        <c:ser>
          <c:idx val="26"/>
          <c:order val="26"/>
          <c:spPr>
            <a:ln w="19050" cmpd="sng" algn="ctr">
              <a:solidFill>
                <a:schemeClr val="accent3"/>
              </a:solidFill>
              <a:prstDash val="solid"/>
            </a:ln>
          </c:spPr>
          <c:marker>
            <c:symbol val="none"/>
          </c:marker>
          <c:val>
            <c:numRef>
              <c:f>Sheet1!$A$27:$Q$27</c:f>
              <c:numCache>
                <c:formatCode>General</c:formatCode>
                <c:ptCount val="17"/>
                <c:pt idx="0">
                  <c:v>194.17580199999998</c:v>
                </c:pt>
                <c:pt idx="1">
                  <c:v>185.6683985</c:v>
                </c:pt>
                <c:pt idx="2">
                  <c:v>128.16725</c:v>
                </c:pt>
                <c:pt idx="3">
                  <c:v>60.456249999999997</c:v>
                </c:pt>
                <c:pt idx="4">
                  <c:v>29.018999999999998</c:v>
                </c:pt>
                <c:pt idx="5">
                  <c:v>29.018999999999998</c:v>
                </c:pt>
                <c:pt idx="6">
                  <c:v>29.018999999999998</c:v>
                </c:pt>
                <c:pt idx="7">
                  <c:v>29.018999999999998</c:v>
                </c:pt>
                <c:pt idx="8">
                  <c:v>39.949489999999997</c:v>
                </c:pt>
                <c:pt idx="9">
                  <c:v>40.142949999999999</c:v>
                </c:pt>
                <c:pt idx="10">
                  <c:v>40.336410000000001</c:v>
                </c:pt>
                <c:pt idx="11">
                  <c:v>45.172910000000002</c:v>
                </c:pt>
                <c:pt idx="12">
                  <c:v>62.100660000000005</c:v>
                </c:pt>
                <c:pt idx="13">
                  <c:v>40.142949999999999</c:v>
                </c:pt>
                <c:pt idx="14">
                  <c:v>40.142949999999999</c:v>
                </c:pt>
                <c:pt idx="15">
                  <c:v>40.142949999999999</c:v>
                </c:pt>
                <c:pt idx="16">
                  <c:v>40.142949999999999</c:v>
                </c:pt>
              </c:numCache>
            </c:numRef>
          </c:val>
          <c:smooth val="0"/>
          <c:extLst>
            <c:ext xmlns:c16="http://schemas.microsoft.com/office/drawing/2014/chart" uri="{C3380CC4-5D6E-409C-BE32-E72D297353CC}">
              <c16:uniqueId val="{0000001A-6152-4566-A13D-DB451B76F724}"/>
            </c:ext>
          </c:extLst>
        </c:ser>
        <c:ser>
          <c:idx val="27"/>
          <c:order val="27"/>
          <c:spPr>
            <a:ln w="19050" cmpd="sng" algn="ctr">
              <a:solidFill>
                <a:schemeClr val="accent4"/>
              </a:solidFill>
              <a:prstDash val="solid"/>
            </a:ln>
          </c:spPr>
          <c:marker>
            <c:symbol val="none"/>
          </c:marker>
          <c:val>
            <c:numRef>
              <c:f>Sheet1!$A$28:$Q$28</c:f>
              <c:numCache>
                <c:formatCode>General</c:formatCode>
                <c:ptCount val="17"/>
                <c:pt idx="0">
                  <c:v>170.44793300000001</c:v>
                </c:pt>
                <c:pt idx="1">
                  <c:v>166.48442124999997</c:v>
                </c:pt>
                <c:pt idx="2">
                  <c:v>111.38459499999999</c:v>
                </c:pt>
                <c:pt idx="3">
                  <c:v>48.365000000000002</c:v>
                </c:pt>
                <c:pt idx="4">
                  <c:v>29.018999999999998</c:v>
                </c:pt>
                <c:pt idx="5">
                  <c:v>29.018999999999998</c:v>
                </c:pt>
                <c:pt idx="6">
                  <c:v>29.018999999999998</c:v>
                </c:pt>
                <c:pt idx="7">
                  <c:v>29.018999999999998</c:v>
                </c:pt>
                <c:pt idx="8">
                  <c:v>57.070699999999995</c:v>
                </c:pt>
                <c:pt idx="9">
                  <c:v>61.907199999999989</c:v>
                </c:pt>
                <c:pt idx="10">
                  <c:v>32.888199999999998</c:v>
                </c:pt>
                <c:pt idx="11">
                  <c:v>32.888199999999998</c:v>
                </c:pt>
                <c:pt idx="12">
                  <c:v>32.888199999999998</c:v>
                </c:pt>
                <c:pt idx="13">
                  <c:v>32.888199999999998</c:v>
                </c:pt>
                <c:pt idx="14">
                  <c:v>32.888199999999998</c:v>
                </c:pt>
                <c:pt idx="15">
                  <c:v>29.018999999999998</c:v>
                </c:pt>
                <c:pt idx="16">
                  <c:v>29.018999999999998</c:v>
                </c:pt>
              </c:numCache>
            </c:numRef>
          </c:val>
          <c:smooth val="0"/>
          <c:extLst>
            <c:ext xmlns:c16="http://schemas.microsoft.com/office/drawing/2014/chart" uri="{C3380CC4-5D6E-409C-BE32-E72D297353CC}">
              <c16:uniqueId val="{0000001B-6152-4566-A13D-DB451B76F724}"/>
            </c:ext>
          </c:extLst>
        </c:ser>
        <c:ser>
          <c:idx val="28"/>
          <c:order val="28"/>
          <c:spPr>
            <a:ln w="19050" cmpd="sng" algn="ctr">
              <a:solidFill>
                <a:schemeClr val="accent5"/>
              </a:solidFill>
              <a:prstDash val="solid"/>
            </a:ln>
          </c:spPr>
          <c:marker>
            <c:symbol val="none"/>
          </c:marker>
          <c:val>
            <c:numRef>
              <c:f>Sheet1!$A$29:$Q$29</c:f>
              <c:numCache>
                <c:formatCode>General</c:formatCode>
                <c:ptCount val="17"/>
                <c:pt idx="0">
                  <c:v>147.88807874999998</c:v>
                </c:pt>
                <c:pt idx="1">
                  <c:v>171.03798599999999</c:v>
                </c:pt>
                <c:pt idx="2">
                  <c:v>209.17862500000001</c:v>
                </c:pt>
                <c:pt idx="3">
                  <c:v>139.049375</c:v>
                </c:pt>
                <c:pt idx="4">
                  <c:v>49.574125000000002</c:v>
                </c:pt>
                <c:pt idx="5">
                  <c:v>29.018999999999998</c:v>
                </c:pt>
                <c:pt idx="6">
                  <c:v>29.018999999999998</c:v>
                </c:pt>
                <c:pt idx="7">
                  <c:v>29.018999999999998</c:v>
                </c:pt>
                <c:pt idx="8">
                  <c:v>32.888199999999998</c:v>
                </c:pt>
                <c:pt idx="9">
                  <c:v>32.888199999999998</c:v>
                </c:pt>
                <c:pt idx="10">
                  <c:v>32.888199999999998</c:v>
                </c:pt>
                <c:pt idx="11">
                  <c:v>44.97945</c:v>
                </c:pt>
                <c:pt idx="12">
                  <c:v>83.671449999999993</c:v>
                </c:pt>
                <c:pt idx="13">
                  <c:v>146.54595</c:v>
                </c:pt>
                <c:pt idx="14">
                  <c:v>226.34819999999999</c:v>
                </c:pt>
                <c:pt idx="15">
                  <c:v>249.321575</c:v>
                </c:pt>
                <c:pt idx="16">
                  <c:v>297.64062824999996</c:v>
                </c:pt>
              </c:numCache>
            </c:numRef>
          </c:val>
          <c:smooth val="0"/>
          <c:extLst>
            <c:ext xmlns:c16="http://schemas.microsoft.com/office/drawing/2014/chart" uri="{C3380CC4-5D6E-409C-BE32-E72D297353CC}">
              <c16:uniqueId val="{0000001C-6152-4566-A13D-DB451B76F724}"/>
            </c:ext>
          </c:extLst>
        </c:ser>
        <c:ser>
          <c:idx val="29"/>
          <c:order val="29"/>
          <c:spPr>
            <a:ln w="19050" cmpd="sng" algn="ctr">
              <a:solidFill>
                <a:schemeClr val="accent6"/>
              </a:solidFill>
              <a:prstDash val="solid"/>
            </a:ln>
          </c:spPr>
          <c:marker>
            <c:symbol val="none"/>
          </c:marker>
          <c:val>
            <c:numRef>
              <c:f>Sheet1!$A$30:$Q$30</c:f>
              <c:numCache>
                <c:formatCode>General</c:formatCode>
                <c:ptCount val="17"/>
                <c:pt idx="0">
                  <c:v>105.7887645</c:v>
                </c:pt>
                <c:pt idx="1">
                  <c:v>122.26430175000002</c:v>
                </c:pt>
                <c:pt idx="2">
                  <c:v>125.50717500000002</c:v>
                </c:pt>
                <c:pt idx="3">
                  <c:v>100.483124</c:v>
                </c:pt>
                <c:pt idx="4">
                  <c:v>29.018999999999998</c:v>
                </c:pt>
                <c:pt idx="5">
                  <c:v>29.018999999999998</c:v>
                </c:pt>
                <c:pt idx="6">
                  <c:v>41.647101499999998</c:v>
                </c:pt>
                <c:pt idx="7">
                  <c:v>95.471724749999993</c:v>
                </c:pt>
                <c:pt idx="8">
                  <c:v>115.78339174999999</c:v>
                </c:pt>
                <c:pt idx="9">
                  <c:v>29.018999999999998</c:v>
                </c:pt>
                <c:pt idx="10">
                  <c:v>61.907199999999996</c:v>
                </c:pt>
                <c:pt idx="11">
                  <c:v>88.507949999999994</c:v>
                </c:pt>
                <c:pt idx="12">
                  <c:v>142.918575</c:v>
                </c:pt>
                <c:pt idx="13">
                  <c:v>216.67520000000002</c:v>
                </c:pt>
                <c:pt idx="14">
                  <c:v>267.45844999999997</c:v>
                </c:pt>
                <c:pt idx="15">
                  <c:v>186.02629949999999</c:v>
                </c:pt>
                <c:pt idx="16">
                  <c:v>180.04838549999999</c:v>
                </c:pt>
              </c:numCache>
            </c:numRef>
          </c:val>
          <c:smooth val="0"/>
          <c:extLst>
            <c:ext xmlns:c16="http://schemas.microsoft.com/office/drawing/2014/chart" uri="{C3380CC4-5D6E-409C-BE32-E72D297353CC}">
              <c16:uniqueId val="{0000001D-6152-4566-A13D-DB451B76F724}"/>
            </c:ext>
          </c:extLst>
        </c:ser>
        <c:ser>
          <c:idx val="30"/>
          <c:order val="30"/>
          <c:spPr>
            <a:ln w="28575" cmpd="sng" algn="ctr">
              <a:solidFill>
                <a:schemeClr val="accent1"/>
              </a:solidFill>
              <a:prstDash val="solid"/>
            </a:ln>
          </c:spPr>
          <c:marker>
            <c:symbol val="none"/>
          </c:marker>
          <c:val>
            <c:numRef>
              <c:f>Sheet1!$A$31:$Q$31</c:f>
              <c:numCache>
                <c:formatCode>General</c:formatCode>
                <c:ptCount val="17"/>
                <c:pt idx="0">
                  <c:v>246.80175850000001</c:v>
                </c:pt>
                <c:pt idx="1">
                  <c:v>270.95040299999999</c:v>
                </c:pt>
                <c:pt idx="2">
                  <c:v>284.55064100000004</c:v>
                </c:pt>
                <c:pt idx="3">
                  <c:v>299.24876449999999</c:v>
                </c:pt>
                <c:pt idx="4">
                  <c:v>207.96950000000001</c:v>
                </c:pt>
                <c:pt idx="5">
                  <c:v>94.684160500000004</c:v>
                </c:pt>
                <c:pt idx="6">
                  <c:v>42.621656250000001</c:v>
                </c:pt>
                <c:pt idx="7">
                  <c:v>40.994173999999994</c:v>
                </c:pt>
                <c:pt idx="8">
                  <c:v>50.780831750000004</c:v>
                </c:pt>
                <c:pt idx="9">
                  <c:v>47.155874999999995</c:v>
                </c:pt>
                <c:pt idx="10">
                  <c:v>45.888711999999998</c:v>
                </c:pt>
                <c:pt idx="11">
                  <c:v>74.965749999999986</c:v>
                </c:pt>
                <c:pt idx="12">
                  <c:v>140.2585</c:v>
                </c:pt>
                <c:pt idx="13">
                  <c:v>216.67520000000002</c:v>
                </c:pt>
                <c:pt idx="14">
                  <c:v>258.39243074999996</c:v>
                </c:pt>
                <c:pt idx="15">
                  <c:v>197.98938225000001</c:v>
                </c:pt>
                <c:pt idx="16">
                  <c:v>173.37643375000002</c:v>
                </c:pt>
              </c:numCache>
            </c:numRef>
          </c:val>
          <c:smooth val="0"/>
          <c:extLst>
            <c:ext xmlns:c16="http://schemas.microsoft.com/office/drawing/2014/chart" uri="{C3380CC4-5D6E-409C-BE32-E72D297353CC}">
              <c16:uniqueId val="{0000001E-6152-4566-A13D-DB451B76F724}"/>
            </c:ext>
          </c:extLst>
        </c:ser>
        <c:dLbls>
          <c:showLegendKey val="0"/>
          <c:showVal val="0"/>
          <c:showCatName val="0"/>
          <c:showSerName val="0"/>
          <c:showPercent val="0"/>
          <c:showBubbleSize val="0"/>
        </c:dLbls>
        <c:smooth val="0"/>
        <c:axId val="214196096"/>
        <c:axId val="1"/>
      </c:lineChart>
      <c:catAx>
        <c:axId val="214196096"/>
        <c:scaling>
          <c:orientation val="minMax"/>
        </c:scaling>
        <c:delete val="0"/>
        <c:axPos val="b"/>
        <c:majorGridlines>
          <c:spPr>
            <a:ln>
              <a:noFill/>
            </a:ln>
          </c:spPr>
        </c:majorGridlines>
        <c:majorTickMark val="out"/>
        <c:minorTickMark val="none"/>
        <c:tickLblPos val="none"/>
        <c:spPr>
          <a:ln w="9525" cmpd="sng" algn="ctr">
            <a:solidFill>
              <a:schemeClr val="tx1"/>
            </a:solidFill>
            <a:prstDash val="solid"/>
          </a:ln>
        </c:spPr>
        <c:txPr>
          <a:bodyPr wrap="none"/>
          <a:lstStyle/>
          <a:p>
            <a:pPr>
              <a:defRPr sz="1200" kern="1200">
                <a:latin typeface="+mn-lt"/>
                <a:ea typeface="+mn-ea"/>
                <a:cs typeface="+mn-cs"/>
              </a:defRPr>
            </a:pPr>
            <a:endParaRPr lang="en-US"/>
          </a:p>
        </c:txPr>
        <c:crossAx val="1"/>
        <c:crosses val="min"/>
        <c:auto val="0"/>
        <c:lblAlgn val="ctr"/>
        <c:lblOffset val="100"/>
        <c:noMultiLvlLbl val="0"/>
      </c:catAx>
      <c:valAx>
        <c:axId val="1"/>
        <c:scaling>
          <c:orientation val="minMax"/>
          <c:max val="750"/>
          <c:min val="0"/>
        </c:scaling>
        <c:delete val="0"/>
        <c:axPos val="l"/>
        <c:majorGridlines>
          <c:spPr>
            <a:ln>
              <a:noFill/>
            </a:ln>
          </c:spPr>
        </c:majorGridlines>
        <c:numFmt formatCode="0;&quot;-&quot;0" sourceLinked="0"/>
        <c:majorTickMark val="out"/>
        <c:minorTickMark val="none"/>
        <c:tickLblPos val="nextTo"/>
        <c:spPr>
          <a:ln w="9525" cmpd="sng" algn="ctr">
            <a:solidFill>
              <a:schemeClr val="tx1"/>
            </a:solidFill>
            <a:prstDash val="solid"/>
          </a:ln>
        </c:spPr>
        <c:txPr>
          <a:bodyPr wrap="none"/>
          <a:lstStyle/>
          <a:p>
            <a:pPr>
              <a:defRPr sz="1200" kern="1200">
                <a:solidFill>
                  <a:schemeClr val="tx1"/>
                </a:solidFill>
                <a:latin typeface="+mn-lt"/>
                <a:ea typeface="+mn-ea"/>
                <a:cs typeface="+mn-cs"/>
              </a:defRPr>
            </a:pPr>
            <a:endParaRPr lang="en-US"/>
          </a:p>
        </c:txPr>
        <c:crossAx val="214196096"/>
        <c:crosses val="min"/>
        <c:crossBetween val="midCat"/>
        <c:majorUnit val="50"/>
      </c:valAx>
      <c:spPr>
        <a:noFill/>
        <a:ln w="9525" cmpd="sng" algn="ctr">
          <a:solidFill>
            <a:schemeClr val="tx1"/>
          </a:solidFill>
          <a:prstDash val="solid"/>
        </a:ln>
      </c:spPr>
    </c:plotArea>
    <c:plotVisOnly val="0"/>
    <c:dispBlanksAs val="gap"/>
    <c:showDLblsOverMax val="1"/>
  </c:chart>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5309000822884372E-2"/>
          <c:y val="9.8314096111526347E-2"/>
          <c:w val="0.93649740239156742"/>
          <c:h val="0.72924522979102158"/>
        </c:manualLayout>
      </c:layout>
      <c:areaChart>
        <c:grouping val="stacked"/>
        <c:varyColors val="0"/>
        <c:ser>
          <c:idx val="0"/>
          <c:order val="0"/>
          <c:tx>
            <c:strRef>
              <c:f>Sheet1!$B$1</c:f>
              <c:strCache>
                <c:ptCount val="1"/>
                <c:pt idx="0">
                  <c:v>Base Demand Met</c:v>
                </c:pt>
              </c:strCache>
            </c:strRef>
          </c:tx>
          <c:spPr>
            <a:solidFill>
              <a:schemeClr val="tx1">
                <a:lumMod val="65000"/>
                <a:lumOff val="35000"/>
              </a:schemeClr>
            </a:solidFill>
            <a:ln>
              <a:noFill/>
            </a:ln>
            <a:effectLst/>
          </c:spPr>
          <c:dLbls>
            <c:spPr>
              <a:solidFill>
                <a:schemeClr val="tx1">
                  <a:lumMod val="65000"/>
                  <a:lumOff val="35000"/>
                </a:schemeClr>
              </a:solid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06:00</c:v>
                </c:pt>
                <c:pt idx="1">
                  <c:v>07:00</c:v>
                </c:pt>
                <c:pt idx="2">
                  <c:v>08:00</c:v>
                </c:pt>
                <c:pt idx="3">
                  <c:v>09:00</c:v>
                </c:pt>
                <c:pt idx="4">
                  <c:v>10:00</c:v>
                </c:pt>
                <c:pt idx="5">
                  <c:v>11:00</c:v>
                </c:pt>
                <c:pt idx="6">
                  <c:v>12:00</c:v>
                </c:pt>
                <c:pt idx="7">
                  <c:v>13:00</c:v>
                </c:pt>
                <c:pt idx="8">
                  <c:v>14:00</c:v>
                </c:pt>
                <c:pt idx="9">
                  <c:v>15:00</c:v>
                </c:pt>
                <c:pt idx="10">
                  <c:v>16:00</c:v>
                </c:pt>
                <c:pt idx="11">
                  <c:v>17:00</c:v>
                </c:pt>
              </c:strCache>
            </c:strRef>
          </c:cat>
          <c:val>
            <c:numRef>
              <c:f>Sheet1!$B$2:$B$13</c:f>
              <c:numCache>
                <c:formatCode>0</c:formatCode>
                <c:ptCount val="12"/>
                <c:pt idx="0">
                  <c:v>1056.5300000000002</c:v>
                </c:pt>
                <c:pt idx="1">
                  <c:v>1102.8756332500002</c:v>
                </c:pt>
                <c:pt idx="2">
                  <c:v>1137.2973897499999</c:v>
                </c:pt>
                <c:pt idx="3">
                  <c:v>1272.9498250000001</c:v>
                </c:pt>
                <c:pt idx="4">
                  <c:v>1312.71273225</c:v>
                </c:pt>
                <c:pt idx="5">
                  <c:v>1308.1574500000002</c:v>
                </c:pt>
                <c:pt idx="6">
                  <c:v>1290.8641999999998</c:v>
                </c:pt>
                <c:pt idx="7">
                  <c:v>1365.9562000000001</c:v>
                </c:pt>
                <c:pt idx="8">
                  <c:v>1292.434825</c:v>
                </c:pt>
                <c:pt idx="9">
                  <c:v>1304.6232499999996</c:v>
                </c:pt>
                <c:pt idx="10">
                  <c:v>1229.6367412499999</c:v>
                </c:pt>
                <c:pt idx="11">
                  <c:v>1171.6863515</c:v>
                </c:pt>
              </c:numCache>
            </c:numRef>
          </c:val>
          <c:extLst>
            <c:ext xmlns:c16="http://schemas.microsoft.com/office/drawing/2014/chart" uri="{C3380CC4-5D6E-409C-BE32-E72D297353CC}">
              <c16:uniqueId val="{00000000-45ED-4D97-A3D4-97A67BC12153}"/>
            </c:ext>
          </c:extLst>
        </c:ser>
        <c:ser>
          <c:idx val="1"/>
          <c:order val="1"/>
          <c:tx>
            <c:strRef>
              <c:f>Sheet1!$C$1</c:f>
              <c:strCache>
                <c:ptCount val="1"/>
                <c:pt idx="0">
                  <c:v>Short term purchase</c:v>
                </c:pt>
              </c:strCache>
            </c:strRef>
          </c:tx>
          <c:spPr>
            <a:solidFill>
              <a:srgbClr val="009A44"/>
            </a:solidFill>
            <a:ln>
              <a:noFill/>
            </a:ln>
            <a:effectLst/>
          </c:spPr>
          <c:dLbls>
            <c:dLbl>
              <c:idx val="0"/>
              <c:delete val="1"/>
              <c:extLst>
                <c:ext xmlns:c15="http://schemas.microsoft.com/office/drawing/2012/chart" uri="{CE6537A1-D6FC-4f65-9D91-7224C49458BB}"/>
                <c:ext xmlns:c16="http://schemas.microsoft.com/office/drawing/2014/chart" uri="{C3380CC4-5D6E-409C-BE32-E72D297353CC}">
                  <c16:uniqueId val="{00000000-6CF9-4AF7-86DD-B7B41E11DBAA}"/>
                </c:ext>
              </c:extLst>
            </c:dLbl>
            <c:spPr>
              <a:solidFill>
                <a:srgbClr val="009A44"/>
              </a:solid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06:00</c:v>
                </c:pt>
                <c:pt idx="1">
                  <c:v>07:00</c:v>
                </c:pt>
                <c:pt idx="2">
                  <c:v>08:00</c:v>
                </c:pt>
                <c:pt idx="3">
                  <c:v>09:00</c:v>
                </c:pt>
                <c:pt idx="4">
                  <c:v>10:00</c:v>
                </c:pt>
                <c:pt idx="5">
                  <c:v>11:00</c:v>
                </c:pt>
                <c:pt idx="6">
                  <c:v>12:00</c:v>
                </c:pt>
                <c:pt idx="7">
                  <c:v>13:00</c:v>
                </c:pt>
                <c:pt idx="8">
                  <c:v>14:00</c:v>
                </c:pt>
                <c:pt idx="9">
                  <c:v>15:00</c:v>
                </c:pt>
                <c:pt idx="10">
                  <c:v>16:00</c:v>
                </c:pt>
                <c:pt idx="11">
                  <c:v>17:00</c:v>
                </c:pt>
              </c:strCache>
            </c:strRef>
          </c:cat>
          <c:val>
            <c:numRef>
              <c:f>Sheet1!$C$2:$C$13</c:f>
              <c:numCache>
                <c:formatCode>0</c:formatCode>
                <c:ptCount val="12"/>
                <c:pt idx="0">
                  <c:v>0</c:v>
                </c:pt>
                <c:pt idx="1">
                  <c:v>9.6843667499999988</c:v>
                </c:pt>
                <c:pt idx="2">
                  <c:v>127.17261024999999</c:v>
                </c:pt>
                <c:pt idx="3">
                  <c:v>116.27017499999999</c:v>
                </c:pt>
                <c:pt idx="4">
                  <c:v>169.22726775000001</c:v>
                </c:pt>
                <c:pt idx="5">
                  <c:v>249.87254999999999</c:v>
                </c:pt>
                <c:pt idx="6">
                  <c:v>290.79580000000004</c:v>
                </c:pt>
                <c:pt idx="7">
                  <c:v>310.05380000000002</c:v>
                </c:pt>
                <c:pt idx="8">
                  <c:v>356.99517500000002</c:v>
                </c:pt>
                <c:pt idx="9">
                  <c:v>392.38175000000001</c:v>
                </c:pt>
                <c:pt idx="10">
                  <c:v>417.45325874999997</c:v>
                </c:pt>
                <c:pt idx="11">
                  <c:v>453.97364849999997</c:v>
                </c:pt>
              </c:numCache>
            </c:numRef>
          </c:val>
          <c:extLst>
            <c:ext xmlns:c16="http://schemas.microsoft.com/office/drawing/2014/chart" uri="{C3380CC4-5D6E-409C-BE32-E72D297353CC}">
              <c16:uniqueId val="{00000001-45ED-4D97-A3D4-97A67BC12153}"/>
            </c:ext>
          </c:extLst>
        </c:ser>
        <c:ser>
          <c:idx val="2"/>
          <c:order val="2"/>
          <c:tx>
            <c:strRef>
              <c:f>Sheet1!$D$1</c:f>
              <c:strCache>
                <c:ptCount val="1"/>
                <c:pt idx="0">
                  <c:v>Load Shedding</c:v>
                </c:pt>
              </c:strCache>
            </c:strRef>
          </c:tx>
          <c:spPr>
            <a:solidFill>
              <a:srgbClr val="C4D600"/>
            </a:solidFill>
            <a:ln w="25400">
              <a:noFill/>
            </a:ln>
            <a:effectLst/>
          </c:spPr>
          <c:cat>
            <c:strRef>
              <c:f>Sheet1!$A$2:$A$13</c:f>
              <c:strCache>
                <c:ptCount val="12"/>
                <c:pt idx="0">
                  <c:v>06:00</c:v>
                </c:pt>
                <c:pt idx="1">
                  <c:v>07:00</c:v>
                </c:pt>
                <c:pt idx="2">
                  <c:v>08:00</c:v>
                </c:pt>
                <c:pt idx="3">
                  <c:v>09:00</c:v>
                </c:pt>
                <c:pt idx="4">
                  <c:v>10:00</c:v>
                </c:pt>
                <c:pt idx="5">
                  <c:v>11:00</c:v>
                </c:pt>
                <c:pt idx="6">
                  <c:v>12:00</c:v>
                </c:pt>
                <c:pt idx="7">
                  <c:v>13:00</c:v>
                </c:pt>
                <c:pt idx="8">
                  <c:v>14:00</c:v>
                </c:pt>
                <c:pt idx="9">
                  <c:v>15:00</c:v>
                </c:pt>
                <c:pt idx="10">
                  <c:v>16:00</c:v>
                </c:pt>
                <c:pt idx="11">
                  <c:v>17:00</c:v>
                </c:pt>
              </c:strCache>
            </c:strRef>
          </c:cat>
          <c:val>
            <c:numRef>
              <c:f>Sheet1!$D$2:$D$13</c:f>
              <c:numCache>
                <c:formatCode>0</c:formatCode>
                <c:ptCount val="12"/>
                <c:pt idx="0">
                  <c:v>0</c:v>
                </c:pt>
                <c:pt idx="1">
                  <c:v>0</c:v>
                </c:pt>
                <c:pt idx="2">
                  <c:v>0</c:v>
                </c:pt>
                <c:pt idx="3">
                  <c:v>0</c:v>
                </c:pt>
                <c:pt idx="4">
                  <c:v>0</c:v>
                </c:pt>
                <c:pt idx="5">
                  <c:v>0</c:v>
                </c:pt>
                <c:pt idx="6">
                  <c:v>0</c:v>
                </c:pt>
                <c:pt idx="7">
                  <c:v>0</c:v>
                </c:pt>
                <c:pt idx="8">
                  <c:v>0</c:v>
                </c:pt>
                <c:pt idx="9">
                  <c:v>0</c:v>
                </c:pt>
                <c:pt idx="10">
                  <c:v>0</c:v>
                </c:pt>
                <c:pt idx="11">
                  <c:v>0</c:v>
                </c:pt>
              </c:numCache>
            </c:numRef>
          </c:val>
          <c:extLst>
            <c:ext xmlns:c16="http://schemas.microsoft.com/office/drawing/2014/chart" uri="{C3380CC4-5D6E-409C-BE32-E72D297353CC}">
              <c16:uniqueId val="{00000002-45ED-4D97-A3D4-97A67BC12153}"/>
            </c:ext>
          </c:extLst>
        </c:ser>
        <c:dLbls>
          <c:showLegendKey val="0"/>
          <c:showVal val="0"/>
          <c:showCatName val="0"/>
          <c:showSerName val="0"/>
          <c:showPercent val="0"/>
          <c:showBubbleSize val="0"/>
        </c:dLbls>
        <c:axId val="870970687"/>
        <c:axId val="870971935"/>
      </c:areaChart>
      <c:catAx>
        <c:axId val="870970687"/>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1" i="0" u="none" strike="noStrike" kern="1200" baseline="0">
                <a:solidFill>
                  <a:schemeClr val="tx1">
                    <a:lumMod val="65000"/>
                    <a:lumOff val="35000"/>
                  </a:schemeClr>
                </a:solidFill>
                <a:latin typeface="+mn-lt"/>
                <a:ea typeface="+mn-ea"/>
                <a:cs typeface="+mn-cs"/>
              </a:defRPr>
            </a:pPr>
            <a:endParaRPr lang="en-US"/>
          </a:p>
        </c:txPr>
        <c:crossAx val="870971935"/>
        <c:crosses val="autoZero"/>
        <c:auto val="1"/>
        <c:lblAlgn val="ctr"/>
        <c:lblOffset val="100"/>
        <c:noMultiLvlLbl val="0"/>
      </c:catAx>
      <c:valAx>
        <c:axId val="870971935"/>
        <c:scaling>
          <c:orientation val="minMax"/>
        </c:scaling>
        <c:delete val="1"/>
        <c:axPos val="l"/>
        <c:numFmt formatCode="0" sourceLinked="1"/>
        <c:majorTickMark val="none"/>
        <c:minorTickMark val="none"/>
        <c:tickLblPos val="nextTo"/>
        <c:crossAx val="870970687"/>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legend>
    <c:plotVisOnly val="1"/>
    <c:dispBlanksAs val="zero"/>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5309000822884372E-2"/>
          <c:y val="9.8314096111526347E-2"/>
          <c:w val="0.93649740239156742"/>
          <c:h val="0.72924522979102158"/>
        </c:manualLayout>
      </c:layout>
      <c:areaChart>
        <c:grouping val="stacked"/>
        <c:varyColors val="0"/>
        <c:ser>
          <c:idx val="0"/>
          <c:order val="0"/>
          <c:tx>
            <c:strRef>
              <c:f>Sheet1!$B$1</c:f>
              <c:strCache>
                <c:ptCount val="1"/>
                <c:pt idx="0">
                  <c:v>Base Demand Met</c:v>
                </c:pt>
              </c:strCache>
            </c:strRef>
          </c:tx>
          <c:spPr>
            <a:solidFill>
              <a:schemeClr val="tx1">
                <a:lumMod val="65000"/>
                <a:lumOff val="35000"/>
              </a:schemeClr>
            </a:solidFill>
            <a:ln>
              <a:noFill/>
            </a:ln>
            <a:effectLst/>
          </c:spPr>
          <c:dLbls>
            <c:spPr>
              <a:solidFill>
                <a:schemeClr val="tx1">
                  <a:lumMod val="65000"/>
                  <a:lumOff val="35000"/>
                </a:schemeClr>
              </a:solid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18:00</c:v>
                </c:pt>
                <c:pt idx="1">
                  <c:v>19:00</c:v>
                </c:pt>
                <c:pt idx="2">
                  <c:v>20:00</c:v>
                </c:pt>
                <c:pt idx="3">
                  <c:v>21:00</c:v>
                </c:pt>
                <c:pt idx="4">
                  <c:v>22:00</c:v>
                </c:pt>
                <c:pt idx="5">
                  <c:v>23:00</c:v>
                </c:pt>
                <c:pt idx="6">
                  <c:v>24:00</c:v>
                </c:pt>
                <c:pt idx="7">
                  <c:v>01:00</c:v>
                </c:pt>
                <c:pt idx="8">
                  <c:v>02:00</c:v>
                </c:pt>
                <c:pt idx="9">
                  <c:v>03:00</c:v>
                </c:pt>
                <c:pt idx="10">
                  <c:v>04:00</c:v>
                </c:pt>
                <c:pt idx="11">
                  <c:v>05:00</c:v>
                </c:pt>
              </c:strCache>
            </c:strRef>
          </c:cat>
          <c:val>
            <c:numRef>
              <c:f>Sheet1!$B$2:$B$13</c:f>
              <c:numCache>
                <c:formatCode>0</c:formatCode>
                <c:ptCount val="12"/>
                <c:pt idx="0">
                  <c:v>1262.5244020000002</c:v>
                </c:pt>
                <c:pt idx="1">
                  <c:v>1247.089352</c:v>
                </c:pt>
                <c:pt idx="2">
                  <c:v>1124.2555597500004</c:v>
                </c:pt>
                <c:pt idx="3">
                  <c:v>826.95110174999968</c:v>
                </c:pt>
                <c:pt idx="4">
                  <c:v>789.95860800000003</c:v>
                </c:pt>
                <c:pt idx="5">
                  <c:v>661.91714075000004</c:v>
                </c:pt>
                <c:pt idx="6">
                  <c:v>697.55068150000011</c:v>
                </c:pt>
                <c:pt idx="7">
                  <c:v>1281.168604</c:v>
                </c:pt>
                <c:pt idx="8">
                  <c:v>1105.19265475</c:v>
                </c:pt>
                <c:pt idx="9">
                  <c:v>944.06529750000016</c:v>
                </c:pt>
                <c:pt idx="10">
                  <c:v>1043.3876682499999</c:v>
                </c:pt>
                <c:pt idx="11">
                  <c:v>1030.2596777500003</c:v>
                </c:pt>
              </c:numCache>
            </c:numRef>
          </c:val>
          <c:extLst>
            <c:ext xmlns:c16="http://schemas.microsoft.com/office/drawing/2014/chart" uri="{C3380CC4-5D6E-409C-BE32-E72D297353CC}">
              <c16:uniqueId val="{00000000-45ED-4D97-A3D4-97A67BC12153}"/>
            </c:ext>
          </c:extLst>
        </c:ser>
        <c:ser>
          <c:idx val="1"/>
          <c:order val="1"/>
          <c:tx>
            <c:strRef>
              <c:f>Sheet1!$C$1</c:f>
              <c:strCache>
                <c:ptCount val="1"/>
                <c:pt idx="0">
                  <c:v>Short term purchase</c:v>
                </c:pt>
              </c:strCache>
            </c:strRef>
          </c:tx>
          <c:spPr>
            <a:solidFill>
              <a:srgbClr val="009A44"/>
            </a:solidFill>
            <a:ln>
              <a:noFill/>
            </a:ln>
            <a:effectLst/>
          </c:spPr>
          <c:dLbls>
            <c:spPr>
              <a:solidFill>
                <a:srgbClr val="009A44"/>
              </a:solid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18:00</c:v>
                </c:pt>
                <c:pt idx="1">
                  <c:v>19:00</c:v>
                </c:pt>
                <c:pt idx="2">
                  <c:v>20:00</c:v>
                </c:pt>
                <c:pt idx="3">
                  <c:v>21:00</c:v>
                </c:pt>
                <c:pt idx="4">
                  <c:v>22:00</c:v>
                </c:pt>
                <c:pt idx="5">
                  <c:v>23:00</c:v>
                </c:pt>
                <c:pt idx="6">
                  <c:v>24:00</c:v>
                </c:pt>
                <c:pt idx="7">
                  <c:v>01:00</c:v>
                </c:pt>
                <c:pt idx="8">
                  <c:v>02:00</c:v>
                </c:pt>
                <c:pt idx="9">
                  <c:v>03:00</c:v>
                </c:pt>
                <c:pt idx="10">
                  <c:v>04:00</c:v>
                </c:pt>
                <c:pt idx="11">
                  <c:v>05:00</c:v>
                </c:pt>
              </c:strCache>
            </c:strRef>
          </c:cat>
          <c:val>
            <c:numRef>
              <c:f>Sheet1!$C$2:$C$13</c:f>
              <c:numCache>
                <c:formatCode>0</c:formatCode>
                <c:ptCount val="12"/>
                <c:pt idx="0">
                  <c:v>418.49559800000003</c:v>
                </c:pt>
                <c:pt idx="1">
                  <c:v>499.86064799999997</c:v>
                </c:pt>
                <c:pt idx="2">
                  <c:v>399.38444025000001</c:v>
                </c:pt>
                <c:pt idx="3">
                  <c:v>387.84889824999999</c:v>
                </c:pt>
                <c:pt idx="4">
                  <c:v>239.261392</c:v>
                </c:pt>
                <c:pt idx="5">
                  <c:v>134.69285925</c:v>
                </c:pt>
                <c:pt idx="6">
                  <c:v>61.3993185</c:v>
                </c:pt>
                <c:pt idx="7">
                  <c:v>103.26139600000002</c:v>
                </c:pt>
                <c:pt idx="8">
                  <c:v>134.05734525000003</c:v>
                </c:pt>
                <c:pt idx="9">
                  <c:v>245.27470249999999</c:v>
                </c:pt>
                <c:pt idx="10">
                  <c:v>63.462331749999997</c:v>
                </c:pt>
                <c:pt idx="11">
                  <c:v>20.560322250000002</c:v>
                </c:pt>
              </c:numCache>
            </c:numRef>
          </c:val>
          <c:extLst>
            <c:ext xmlns:c16="http://schemas.microsoft.com/office/drawing/2014/chart" uri="{C3380CC4-5D6E-409C-BE32-E72D297353CC}">
              <c16:uniqueId val="{00000001-45ED-4D97-A3D4-97A67BC12153}"/>
            </c:ext>
          </c:extLst>
        </c:ser>
        <c:ser>
          <c:idx val="2"/>
          <c:order val="2"/>
          <c:tx>
            <c:strRef>
              <c:f>Sheet1!$D$1</c:f>
              <c:strCache>
                <c:ptCount val="1"/>
                <c:pt idx="0">
                  <c:v>Load Shedding</c:v>
                </c:pt>
              </c:strCache>
            </c:strRef>
          </c:tx>
          <c:spPr>
            <a:solidFill>
              <a:srgbClr val="C4D600"/>
            </a:solidFill>
            <a:ln w="25400">
              <a:noFill/>
            </a:ln>
            <a:effectLst/>
          </c:spPr>
          <c:cat>
            <c:strRef>
              <c:f>Sheet1!$A$2:$A$13</c:f>
              <c:strCache>
                <c:ptCount val="12"/>
                <c:pt idx="0">
                  <c:v>18:00</c:v>
                </c:pt>
                <c:pt idx="1">
                  <c:v>19:00</c:v>
                </c:pt>
                <c:pt idx="2">
                  <c:v>20:00</c:v>
                </c:pt>
                <c:pt idx="3">
                  <c:v>21:00</c:v>
                </c:pt>
                <c:pt idx="4">
                  <c:v>22:00</c:v>
                </c:pt>
                <c:pt idx="5">
                  <c:v>23:00</c:v>
                </c:pt>
                <c:pt idx="6">
                  <c:v>24:00</c:v>
                </c:pt>
                <c:pt idx="7">
                  <c:v>01:00</c:v>
                </c:pt>
                <c:pt idx="8">
                  <c:v>02:00</c:v>
                </c:pt>
                <c:pt idx="9">
                  <c:v>03:00</c:v>
                </c:pt>
                <c:pt idx="10">
                  <c:v>04:00</c:v>
                </c:pt>
                <c:pt idx="11">
                  <c:v>05:00</c:v>
                </c:pt>
              </c:strCache>
            </c:strRef>
          </c:cat>
          <c:val>
            <c:numRef>
              <c:f>Sheet1!$D$2:$D$13</c:f>
              <c:numCache>
                <c:formatCode>0</c:formatCode>
                <c:ptCount val="12"/>
                <c:pt idx="0">
                  <c:v>0</c:v>
                </c:pt>
                <c:pt idx="1">
                  <c:v>0</c:v>
                </c:pt>
                <c:pt idx="2">
                  <c:v>0</c:v>
                </c:pt>
                <c:pt idx="3">
                  <c:v>0</c:v>
                </c:pt>
                <c:pt idx="4">
                  <c:v>0</c:v>
                </c:pt>
                <c:pt idx="5">
                  <c:v>0</c:v>
                </c:pt>
                <c:pt idx="6">
                  <c:v>0</c:v>
                </c:pt>
                <c:pt idx="7">
                  <c:v>0</c:v>
                </c:pt>
                <c:pt idx="8">
                  <c:v>0</c:v>
                </c:pt>
                <c:pt idx="9">
                  <c:v>0</c:v>
                </c:pt>
                <c:pt idx="10">
                  <c:v>0</c:v>
                </c:pt>
                <c:pt idx="11">
                  <c:v>0</c:v>
                </c:pt>
              </c:numCache>
            </c:numRef>
          </c:val>
          <c:extLst>
            <c:ext xmlns:c16="http://schemas.microsoft.com/office/drawing/2014/chart" uri="{C3380CC4-5D6E-409C-BE32-E72D297353CC}">
              <c16:uniqueId val="{00000002-45ED-4D97-A3D4-97A67BC12153}"/>
            </c:ext>
          </c:extLst>
        </c:ser>
        <c:dLbls>
          <c:showLegendKey val="0"/>
          <c:showVal val="0"/>
          <c:showCatName val="0"/>
          <c:showSerName val="0"/>
          <c:showPercent val="0"/>
          <c:showBubbleSize val="0"/>
        </c:dLbls>
        <c:axId val="870970687"/>
        <c:axId val="870971935"/>
      </c:areaChart>
      <c:catAx>
        <c:axId val="870970687"/>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1" i="0" u="none" strike="noStrike" kern="1200" baseline="0">
                <a:solidFill>
                  <a:schemeClr val="tx1">
                    <a:lumMod val="65000"/>
                    <a:lumOff val="35000"/>
                  </a:schemeClr>
                </a:solidFill>
                <a:latin typeface="+mn-lt"/>
                <a:ea typeface="+mn-ea"/>
                <a:cs typeface="+mn-cs"/>
              </a:defRPr>
            </a:pPr>
            <a:endParaRPr lang="en-US"/>
          </a:p>
        </c:txPr>
        <c:crossAx val="870971935"/>
        <c:crosses val="autoZero"/>
        <c:auto val="1"/>
        <c:lblAlgn val="ctr"/>
        <c:lblOffset val="100"/>
        <c:noMultiLvlLbl val="0"/>
      </c:catAx>
      <c:valAx>
        <c:axId val="870971935"/>
        <c:scaling>
          <c:orientation val="minMax"/>
        </c:scaling>
        <c:delete val="1"/>
        <c:axPos val="l"/>
        <c:numFmt formatCode="0" sourceLinked="1"/>
        <c:majorTickMark val="none"/>
        <c:minorTickMark val="none"/>
        <c:tickLblPos val="nextTo"/>
        <c:crossAx val="870970687"/>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legend>
    <c:plotVisOnly val="1"/>
    <c:dispBlanksAs val="zero"/>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5309000822884372E-2"/>
          <c:y val="9.8314096111526347E-2"/>
          <c:w val="0.93649740239156742"/>
          <c:h val="0.69125514598804727"/>
        </c:manualLayout>
      </c:layout>
      <c:areaChart>
        <c:grouping val="stacked"/>
        <c:varyColors val="0"/>
        <c:ser>
          <c:idx val="0"/>
          <c:order val="0"/>
          <c:tx>
            <c:strRef>
              <c:f>Sheet1!$B$1</c:f>
              <c:strCache>
                <c:ptCount val="1"/>
                <c:pt idx="0">
                  <c:v>Base Demand Met</c:v>
                </c:pt>
              </c:strCache>
            </c:strRef>
          </c:tx>
          <c:spPr>
            <a:solidFill>
              <a:schemeClr val="tx1">
                <a:lumMod val="65000"/>
                <a:lumOff val="35000"/>
              </a:schemeClr>
            </a:solidFill>
            <a:ln>
              <a:noFill/>
            </a:ln>
            <a:effectLst/>
          </c:spPr>
          <c:dLbls>
            <c:spPr>
              <a:solidFill>
                <a:schemeClr val="tx1">
                  <a:lumMod val="65000"/>
                  <a:lumOff val="35000"/>
                </a:schemeClr>
              </a:solid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Sheet1!$A$2:$A$25</c:f>
              <c:strCache>
                <c:ptCount val="24"/>
                <c:pt idx="0">
                  <c:v>01:00</c:v>
                </c:pt>
                <c:pt idx="1">
                  <c:v>02:00</c:v>
                </c:pt>
                <c:pt idx="2">
                  <c:v>03:00</c:v>
                </c:pt>
                <c:pt idx="3">
                  <c:v>04:00</c:v>
                </c:pt>
                <c:pt idx="4">
                  <c:v>05:00</c:v>
                </c:pt>
                <c:pt idx="5">
                  <c:v>06:00</c:v>
                </c:pt>
                <c:pt idx="6">
                  <c:v>07:00</c:v>
                </c:pt>
                <c:pt idx="7">
                  <c:v>08:00</c:v>
                </c:pt>
                <c:pt idx="8">
                  <c:v>09:00</c:v>
                </c:pt>
                <c:pt idx="9">
                  <c:v>10:00</c:v>
                </c:pt>
                <c:pt idx="10">
                  <c:v>11:00</c:v>
                </c:pt>
                <c:pt idx="11">
                  <c:v>12:00</c:v>
                </c:pt>
                <c:pt idx="12">
                  <c:v>13:00</c:v>
                </c:pt>
                <c:pt idx="13">
                  <c:v>14:00</c:v>
                </c:pt>
                <c:pt idx="14">
                  <c:v>15:00</c:v>
                </c:pt>
                <c:pt idx="15">
                  <c:v>16:00</c:v>
                </c:pt>
                <c:pt idx="16">
                  <c:v>17:00</c:v>
                </c:pt>
                <c:pt idx="17">
                  <c:v>18:00</c:v>
                </c:pt>
                <c:pt idx="18">
                  <c:v>19:00</c:v>
                </c:pt>
                <c:pt idx="19">
                  <c:v>20:00</c:v>
                </c:pt>
                <c:pt idx="20">
                  <c:v>21:00</c:v>
                </c:pt>
                <c:pt idx="21">
                  <c:v>22:00</c:v>
                </c:pt>
                <c:pt idx="22">
                  <c:v>23:00</c:v>
                </c:pt>
                <c:pt idx="23">
                  <c:v>24:00</c:v>
                </c:pt>
              </c:strCache>
            </c:strRef>
          </c:cat>
          <c:val>
            <c:numRef>
              <c:f>Sheet1!$B$2:$B$25</c:f>
              <c:numCache>
                <c:formatCode>0</c:formatCode>
                <c:ptCount val="24"/>
                <c:pt idx="0">
                  <c:v>1281.168604</c:v>
                </c:pt>
                <c:pt idx="1">
                  <c:v>1105.19265475</c:v>
                </c:pt>
                <c:pt idx="2">
                  <c:v>944.06529750000016</c:v>
                </c:pt>
                <c:pt idx="3">
                  <c:v>1043.3876682499999</c:v>
                </c:pt>
                <c:pt idx="4">
                  <c:v>1030.2596777500003</c:v>
                </c:pt>
                <c:pt idx="5">
                  <c:v>1056.5300000000002</c:v>
                </c:pt>
                <c:pt idx="6">
                  <c:v>1102.8756332500002</c:v>
                </c:pt>
                <c:pt idx="7">
                  <c:v>1137.2973897499999</c:v>
                </c:pt>
                <c:pt idx="8">
                  <c:v>1272.9498250000001</c:v>
                </c:pt>
                <c:pt idx="9">
                  <c:v>1312.71273225</c:v>
                </c:pt>
                <c:pt idx="10">
                  <c:v>1308.1574500000002</c:v>
                </c:pt>
                <c:pt idx="11">
                  <c:v>1290.8641999999998</c:v>
                </c:pt>
                <c:pt idx="12">
                  <c:v>1365.9562000000001</c:v>
                </c:pt>
                <c:pt idx="13">
                  <c:v>1292.434825</c:v>
                </c:pt>
                <c:pt idx="14">
                  <c:v>1304.6232499999996</c:v>
                </c:pt>
                <c:pt idx="15">
                  <c:v>1229.6367412499999</c:v>
                </c:pt>
                <c:pt idx="16">
                  <c:v>1171.6863515</c:v>
                </c:pt>
                <c:pt idx="17">
                  <c:v>1262.5244020000002</c:v>
                </c:pt>
                <c:pt idx="18">
                  <c:v>1247.089352</c:v>
                </c:pt>
                <c:pt idx="19">
                  <c:v>1124.2555597500004</c:v>
                </c:pt>
                <c:pt idx="20">
                  <c:v>826.95110174999968</c:v>
                </c:pt>
                <c:pt idx="21">
                  <c:v>789.95860800000003</c:v>
                </c:pt>
                <c:pt idx="22">
                  <c:v>661.91714075000004</c:v>
                </c:pt>
                <c:pt idx="23">
                  <c:v>697.55068150000011</c:v>
                </c:pt>
              </c:numCache>
            </c:numRef>
          </c:val>
          <c:extLst>
            <c:ext xmlns:c16="http://schemas.microsoft.com/office/drawing/2014/chart" uri="{C3380CC4-5D6E-409C-BE32-E72D297353CC}">
              <c16:uniqueId val="{00000000-45ED-4D97-A3D4-97A67BC12153}"/>
            </c:ext>
          </c:extLst>
        </c:ser>
        <c:ser>
          <c:idx val="1"/>
          <c:order val="1"/>
          <c:tx>
            <c:strRef>
              <c:f>Sheet1!$C$1</c:f>
              <c:strCache>
                <c:ptCount val="1"/>
                <c:pt idx="0">
                  <c:v>Short term purchase</c:v>
                </c:pt>
              </c:strCache>
            </c:strRef>
          </c:tx>
          <c:spPr>
            <a:solidFill>
              <a:srgbClr val="009A44"/>
            </a:solidFill>
            <a:ln>
              <a:noFill/>
            </a:ln>
            <a:effectLst/>
          </c:spPr>
          <c:dLbls>
            <c:spPr>
              <a:solidFill>
                <a:srgbClr val="009A44"/>
              </a:solid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Sheet1!$A$2:$A$25</c:f>
              <c:strCache>
                <c:ptCount val="24"/>
                <c:pt idx="0">
                  <c:v>01:00</c:v>
                </c:pt>
                <c:pt idx="1">
                  <c:v>02:00</c:v>
                </c:pt>
                <c:pt idx="2">
                  <c:v>03:00</c:v>
                </c:pt>
                <c:pt idx="3">
                  <c:v>04:00</c:v>
                </c:pt>
                <c:pt idx="4">
                  <c:v>05:00</c:v>
                </c:pt>
                <c:pt idx="5">
                  <c:v>06:00</c:v>
                </c:pt>
                <c:pt idx="6">
                  <c:v>07:00</c:v>
                </c:pt>
                <c:pt idx="7">
                  <c:v>08:00</c:v>
                </c:pt>
                <c:pt idx="8">
                  <c:v>09:00</c:v>
                </c:pt>
                <c:pt idx="9">
                  <c:v>10:00</c:v>
                </c:pt>
                <c:pt idx="10">
                  <c:v>11:00</c:v>
                </c:pt>
                <c:pt idx="11">
                  <c:v>12:00</c:v>
                </c:pt>
                <c:pt idx="12">
                  <c:v>13:00</c:v>
                </c:pt>
                <c:pt idx="13">
                  <c:v>14:00</c:v>
                </c:pt>
                <c:pt idx="14">
                  <c:v>15:00</c:v>
                </c:pt>
                <c:pt idx="15">
                  <c:v>16:00</c:v>
                </c:pt>
                <c:pt idx="16">
                  <c:v>17:00</c:v>
                </c:pt>
                <c:pt idx="17">
                  <c:v>18:00</c:v>
                </c:pt>
                <c:pt idx="18">
                  <c:v>19:00</c:v>
                </c:pt>
                <c:pt idx="19">
                  <c:v>20:00</c:v>
                </c:pt>
                <c:pt idx="20">
                  <c:v>21:00</c:v>
                </c:pt>
                <c:pt idx="21">
                  <c:v>22:00</c:v>
                </c:pt>
                <c:pt idx="22">
                  <c:v>23:00</c:v>
                </c:pt>
                <c:pt idx="23">
                  <c:v>24:00</c:v>
                </c:pt>
              </c:strCache>
            </c:strRef>
          </c:cat>
          <c:val>
            <c:numRef>
              <c:f>Sheet1!$C$2:$C$25</c:f>
              <c:numCache>
                <c:formatCode>0</c:formatCode>
                <c:ptCount val="24"/>
                <c:pt idx="0">
                  <c:v>103.26139600000002</c:v>
                </c:pt>
                <c:pt idx="1">
                  <c:v>134.05734525000003</c:v>
                </c:pt>
                <c:pt idx="2">
                  <c:v>245.27470249999999</c:v>
                </c:pt>
                <c:pt idx="3">
                  <c:v>63.462331749999997</c:v>
                </c:pt>
                <c:pt idx="4">
                  <c:v>20.560322250000002</c:v>
                </c:pt>
                <c:pt idx="5">
                  <c:v>0</c:v>
                </c:pt>
                <c:pt idx="6">
                  <c:v>9.6843667499999988</c:v>
                </c:pt>
                <c:pt idx="7">
                  <c:v>127.17261024999999</c:v>
                </c:pt>
                <c:pt idx="8">
                  <c:v>116.27017499999999</c:v>
                </c:pt>
                <c:pt idx="9">
                  <c:v>169.22726775000001</c:v>
                </c:pt>
                <c:pt idx="10">
                  <c:v>249.87254999999999</c:v>
                </c:pt>
                <c:pt idx="11">
                  <c:v>290.79580000000004</c:v>
                </c:pt>
                <c:pt idx="12">
                  <c:v>310.05380000000002</c:v>
                </c:pt>
                <c:pt idx="13">
                  <c:v>356.99517500000002</c:v>
                </c:pt>
                <c:pt idx="14">
                  <c:v>392.38175000000001</c:v>
                </c:pt>
                <c:pt idx="15">
                  <c:v>417.45325874999997</c:v>
                </c:pt>
                <c:pt idx="16">
                  <c:v>453.97364849999997</c:v>
                </c:pt>
                <c:pt idx="17">
                  <c:v>418.49559800000003</c:v>
                </c:pt>
                <c:pt idx="18">
                  <c:v>499.86064799999997</c:v>
                </c:pt>
                <c:pt idx="19">
                  <c:v>399.38444025000001</c:v>
                </c:pt>
                <c:pt idx="20">
                  <c:v>387.84889824999999</c:v>
                </c:pt>
                <c:pt idx="21">
                  <c:v>239.261392</c:v>
                </c:pt>
                <c:pt idx="22">
                  <c:v>134.69285925</c:v>
                </c:pt>
                <c:pt idx="23">
                  <c:v>61.3993185</c:v>
                </c:pt>
              </c:numCache>
            </c:numRef>
          </c:val>
          <c:extLst>
            <c:ext xmlns:c16="http://schemas.microsoft.com/office/drawing/2014/chart" uri="{C3380CC4-5D6E-409C-BE32-E72D297353CC}">
              <c16:uniqueId val="{00000001-45ED-4D97-A3D4-97A67BC12153}"/>
            </c:ext>
          </c:extLst>
        </c:ser>
        <c:ser>
          <c:idx val="2"/>
          <c:order val="2"/>
          <c:tx>
            <c:strRef>
              <c:f>Sheet1!$D$1</c:f>
              <c:strCache>
                <c:ptCount val="1"/>
                <c:pt idx="0">
                  <c:v>Load Shedding</c:v>
                </c:pt>
              </c:strCache>
            </c:strRef>
          </c:tx>
          <c:spPr>
            <a:solidFill>
              <a:srgbClr val="C4D600"/>
            </a:solidFill>
            <a:ln w="25400">
              <a:noFill/>
            </a:ln>
            <a:effectLst/>
          </c:spPr>
          <c:cat>
            <c:strRef>
              <c:f>Sheet1!$A$2:$A$25</c:f>
              <c:strCache>
                <c:ptCount val="24"/>
                <c:pt idx="0">
                  <c:v>01:00</c:v>
                </c:pt>
                <c:pt idx="1">
                  <c:v>02:00</c:v>
                </c:pt>
                <c:pt idx="2">
                  <c:v>03:00</c:v>
                </c:pt>
                <c:pt idx="3">
                  <c:v>04:00</c:v>
                </c:pt>
                <c:pt idx="4">
                  <c:v>05:00</c:v>
                </c:pt>
                <c:pt idx="5">
                  <c:v>06:00</c:v>
                </c:pt>
                <c:pt idx="6">
                  <c:v>07:00</c:v>
                </c:pt>
                <c:pt idx="7">
                  <c:v>08:00</c:v>
                </c:pt>
                <c:pt idx="8">
                  <c:v>09:00</c:v>
                </c:pt>
                <c:pt idx="9">
                  <c:v>10:00</c:v>
                </c:pt>
                <c:pt idx="10">
                  <c:v>11:00</c:v>
                </c:pt>
                <c:pt idx="11">
                  <c:v>12:00</c:v>
                </c:pt>
                <c:pt idx="12">
                  <c:v>13:00</c:v>
                </c:pt>
                <c:pt idx="13">
                  <c:v>14:00</c:v>
                </c:pt>
                <c:pt idx="14">
                  <c:v>15:00</c:v>
                </c:pt>
                <c:pt idx="15">
                  <c:v>16:00</c:v>
                </c:pt>
                <c:pt idx="16">
                  <c:v>17:00</c:v>
                </c:pt>
                <c:pt idx="17">
                  <c:v>18:00</c:v>
                </c:pt>
                <c:pt idx="18">
                  <c:v>19:00</c:v>
                </c:pt>
                <c:pt idx="19">
                  <c:v>20:00</c:v>
                </c:pt>
                <c:pt idx="20">
                  <c:v>21:00</c:v>
                </c:pt>
                <c:pt idx="21">
                  <c:v>22:00</c:v>
                </c:pt>
                <c:pt idx="22">
                  <c:v>23:00</c:v>
                </c:pt>
                <c:pt idx="23">
                  <c:v>24:00</c:v>
                </c:pt>
              </c:strCache>
            </c:strRef>
          </c:cat>
          <c:val>
            <c:numRef>
              <c:f>Sheet1!$D$2:$D$25</c:f>
              <c:numCache>
                <c:formatCode>0</c:formatCode>
                <c:ptCount val="24"/>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numCache>
            </c:numRef>
          </c:val>
          <c:extLst>
            <c:ext xmlns:c16="http://schemas.microsoft.com/office/drawing/2014/chart" uri="{C3380CC4-5D6E-409C-BE32-E72D297353CC}">
              <c16:uniqueId val="{00000002-45ED-4D97-A3D4-97A67BC12153}"/>
            </c:ext>
          </c:extLst>
        </c:ser>
        <c:dLbls>
          <c:showLegendKey val="0"/>
          <c:showVal val="0"/>
          <c:showCatName val="0"/>
          <c:showSerName val="0"/>
          <c:showPercent val="0"/>
          <c:showBubbleSize val="0"/>
        </c:dLbls>
        <c:axId val="870970687"/>
        <c:axId val="870971935"/>
      </c:areaChart>
      <c:catAx>
        <c:axId val="870970687"/>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1" i="0" u="none" strike="noStrike" kern="1200" baseline="0">
                <a:solidFill>
                  <a:schemeClr val="tx1">
                    <a:lumMod val="65000"/>
                    <a:lumOff val="35000"/>
                  </a:schemeClr>
                </a:solidFill>
                <a:latin typeface="+mn-lt"/>
                <a:ea typeface="+mn-ea"/>
                <a:cs typeface="+mn-cs"/>
              </a:defRPr>
            </a:pPr>
            <a:endParaRPr lang="en-US"/>
          </a:p>
        </c:txPr>
        <c:crossAx val="870971935"/>
        <c:crosses val="autoZero"/>
        <c:auto val="1"/>
        <c:lblAlgn val="ctr"/>
        <c:lblOffset val="100"/>
        <c:noMultiLvlLbl val="0"/>
      </c:catAx>
      <c:valAx>
        <c:axId val="870971935"/>
        <c:scaling>
          <c:orientation val="minMax"/>
        </c:scaling>
        <c:delete val="1"/>
        <c:axPos val="l"/>
        <c:numFmt formatCode="0" sourceLinked="1"/>
        <c:majorTickMark val="none"/>
        <c:minorTickMark val="none"/>
        <c:tickLblPos val="nextTo"/>
        <c:crossAx val="870970687"/>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legend>
    <c:plotVisOnly val="1"/>
    <c:dispBlanksAs val="zero"/>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5309000822884372E-2"/>
          <c:y val="9.8314096111526347E-2"/>
          <c:w val="0.93649740239156742"/>
          <c:h val="0.72924522979102158"/>
        </c:manualLayout>
      </c:layout>
      <c:areaChart>
        <c:grouping val="stacked"/>
        <c:varyColors val="0"/>
        <c:ser>
          <c:idx val="0"/>
          <c:order val="0"/>
          <c:tx>
            <c:strRef>
              <c:f>Sheet1!$B$1</c:f>
              <c:strCache>
                <c:ptCount val="1"/>
                <c:pt idx="0">
                  <c:v>Base Demand Met</c:v>
                </c:pt>
              </c:strCache>
            </c:strRef>
          </c:tx>
          <c:spPr>
            <a:solidFill>
              <a:schemeClr val="tx1">
                <a:lumMod val="65000"/>
                <a:lumOff val="35000"/>
              </a:schemeClr>
            </a:solidFill>
            <a:ln>
              <a:noFill/>
            </a:ln>
            <a:effectLst/>
          </c:spPr>
          <c:dLbls>
            <c:spPr>
              <a:solidFill>
                <a:schemeClr val="tx1">
                  <a:lumMod val="65000"/>
                  <a:lumOff val="35000"/>
                </a:schemeClr>
              </a:solidFill>
              <a:ln>
                <a:noFill/>
              </a:ln>
              <a:effectLst/>
            </c:spPr>
            <c:txPr>
              <a:bodyPr rot="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06:00</c:v>
                </c:pt>
                <c:pt idx="1">
                  <c:v>07:00</c:v>
                </c:pt>
                <c:pt idx="2">
                  <c:v>08:00</c:v>
                </c:pt>
                <c:pt idx="3">
                  <c:v>09:00</c:v>
                </c:pt>
                <c:pt idx="4">
                  <c:v>10:00</c:v>
                </c:pt>
                <c:pt idx="5">
                  <c:v>11:00</c:v>
                </c:pt>
                <c:pt idx="6">
                  <c:v>12:00</c:v>
                </c:pt>
                <c:pt idx="7">
                  <c:v>13:00</c:v>
                </c:pt>
                <c:pt idx="8">
                  <c:v>14:00</c:v>
                </c:pt>
                <c:pt idx="9">
                  <c:v>15:00</c:v>
                </c:pt>
                <c:pt idx="10">
                  <c:v>16:00</c:v>
                </c:pt>
                <c:pt idx="11">
                  <c:v>17:00</c:v>
                </c:pt>
              </c:strCache>
            </c:strRef>
          </c:cat>
          <c:val>
            <c:numRef>
              <c:f>Sheet1!$B$2:$B$13</c:f>
              <c:numCache>
                <c:formatCode>0</c:formatCode>
                <c:ptCount val="12"/>
                <c:pt idx="0">
                  <c:v>1172.0743750000004</c:v>
                </c:pt>
                <c:pt idx="1">
                  <c:v>1155.3</c:v>
                </c:pt>
                <c:pt idx="2">
                  <c:v>1173.1937499999999</c:v>
                </c:pt>
                <c:pt idx="3">
                  <c:v>1178.6818750000002</c:v>
                </c:pt>
                <c:pt idx="4">
                  <c:v>1293.0525000000002</c:v>
                </c:pt>
                <c:pt idx="5">
                  <c:v>1266.4825000000001</c:v>
                </c:pt>
                <c:pt idx="6">
                  <c:v>1327.1962500000002</c:v>
                </c:pt>
                <c:pt idx="7">
                  <c:v>1325.0943750000001</c:v>
                </c:pt>
                <c:pt idx="8">
                  <c:v>1309.6056250000004</c:v>
                </c:pt>
                <c:pt idx="9">
                  <c:v>1364.0206249999997</c:v>
                </c:pt>
                <c:pt idx="10">
                  <c:v>1288.3037499999998</c:v>
                </c:pt>
                <c:pt idx="11">
                  <c:v>1188.4425000000001</c:v>
                </c:pt>
              </c:numCache>
            </c:numRef>
          </c:val>
          <c:extLst>
            <c:ext xmlns:c16="http://schemas.microsoft.com/office/drawing/2014/chart" uri="{C3380CC4-5D6E-409C-BE32-E72D297353CC}">
              <c16:uniqueId val="{00000000-45ED-4D97-A3D4-97A67BC12153}"/>
            </c:ext>
          </c:extLst>
        </c:ser>
        <c:ser>
          <c:idx val="1"/>
          <c:order val="1"/>
          <c:tx>
            <c:strRef>
              <c:f>Sheet1!$C$1</c:f>
              <c:strCache>
                <c:ptCount val="1"/>
                <c:pt idx="0">
                  <c:v>Short term purchase</c:v>
                </c:pt>
              </c:strCache>
            </c:strRef>
          </c:tx>
          <c:spPr>
            <a:solidFill>
              <a:srgbClr val="009A44"/>
            </a:solidFill>
            <a:ln>
              <a:noFill/>
            </a:ln>
            <a:effectLst/>
          </c:spPr>
          <c:dLbls>
            <c:spPr>
              <a:solidFill>
                <a:srgbClr val="009A44"/>
              </a:solidFill>
              <a:ln>
                <a:noFill/>
              </a:ln>
              <a:effectLst/>
            </c:spPr>
            <c:txPr>
              <a:bodyPr rot="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06:00</c:v>
                </c:pt>
                <c:pt idx="1">
                  <c:v>07:00</c:v>
                </c:pt>
                <c:pt idx="2">
                  <c:v>08:00</c:v>
                </c:pt>
                <c:pt idx="3">
                  <c:v>09:00</c:v>
                </c:pt>
                <c:pt idx="4">
                  <c:v>10:00</c:v>
                </c:pt>
                <c:pt idx="5">
                  <c:v>11:00</c:v>
                </c:pt>
                <c:pt idx="6">
                  <c:v>12:00</c:v>
                </c:pt>
                <c:pt idx="7">
                  <c:v>13:00</c:v>
                </c:pt>
                <c:pt idx="8">
                  <c:v>14:00</c:v>
                </c:pt>
                <c:pt idx="9">
                  <c:v>15:00</c:v>
                </c:pt>
                <c:pt idx="10">
                  <c:v>16:00</c:v>
                </c:pt>
                <c:pt idx="11">
                  <c:v>17:00</c:v>
                </c:pt>
              </c:strCache>
            </c:strRef>
          </c:cat>
          <c:val>
            <c:numRef>
              <c:f>Sheet1!$C$2:$C$13</c:f>
              <c:numCache>
                <c:formatCode>0</c:formatCode>
                <c:ptCount val="12"/>
                <c:pt idx="0">
                  <c:v>414.81562500000001</c:v>
                </c:pt>
                <c:pt idx="1">
                  <c:v>441.18000000000006</c:v>
                </c:pt>
                <c:pt idx="2">
                  <c:v>487.13624999999996</c:v>
                </c:pt>
                <c:pt idx="3">
                  <c:v>502.85812499999997</c:v>
                </c:pt>
                <c:pt idx="4">
                  <c:v>446.01749999999993</c:v>
                </c:pt>
                <c:pt idx="5">
                  <c:v>542.76750000000004</c:v>
                </c:pt>
                <c:pt idx="6">
                  <c:v>472.62374999999997</c:v>
                </c:pt>
                <c:pt idx="7">
                  <c:v>527.04562499999997</c:v>
                </c:pt>
                <c:pt idx="8">
                  <c:v>548.81437499999993</c:v>
                </c:pt>
                <c:pt idx="9">
                  <c:v>558.48937500000011</c:v>
                </c:pt>
                <c:pt idx="10">
                  <c:v>641.93624999999997</c:v>
                </c:pt>
                <c:pt idx="11">
                  <c:v>678.21749999999997</c:v>
                </c:pt>
              </c:numCache>
            </c:numRef>
          </c:val>
          <c:extLst>
            <c:ext xmlns:c16="http://schemas.microsoft.com/office/drawing/2014/chart" uri="{C3380CC4-5D6E-409C-BE32-E72D297353CC}">
              <c16:uniqueId val="{00000001-45ED-4D97-A3D4-97A67BC12153}"/>
            </c:ext>
          </c:extLst>
        </c:ser>
        <c:ser>
          <c:idx val="2"/>
          <c:order val="2"/>
          <c:tx>
            <c:strRef>
              <c:f>Sheet1!$D$1</c:f>
              <c:strCache>
                <c:ptCount val="1"/>
                <c:pt idx="0">
                  <c:v>Load Shedding</c:v>
                </c:pt>
              </c:strCache>
            </c:strRef>
          </c:tx>
          <c:spPr>
            <a:solidFill>
              <a:srgbClr val="C4D600"/>
            </a:solidFill>
            <a:ln w="25400">
              <a:noFill/>
            </a:ln>
            <a:effectLst/>
          </c:spPr>
          <c:cat>
            <c:strRef>
              <c:f>Sheet1!$A$2:$A$13</c:f>
              <c:strCache>
                <c:ptCount val="12"/>
                <c:pt idx="0">
                  <c:v>06:00</c:v>
                </c:pt>
                <c:pt idx="1">
                  <c:v>07:00</c:v>
                </c:pt>
                <c:pt idx="2">
                  <c:v>08:00</c:v>
                </c:pt>
                <c:pt idx="3">
                  <c:v>09:00</c:v>
                </c:pt>
                <c:pt idx="4">
                  <c:v>10:00</c:v>
                </c:pt>
                <c:pt idx="5">
                  <c:v>11:00</c:v>
                </c:pt>
                <c:pt idx="6">
                  <c:v>12:00</c:v>
                </c:pt>
                <c:pt idx="7">
                  <c:v>13:00</c:v>
                </c:pt>
                <c:pt idx="8">
                  <c:v>14:00</c:v>
                </c:pt>
                <c:pt idx="9">
                  <c:v>15:00</c:v>
                </c:pt>
                <c:pt idx="10">
                  <c:v>16:00</c:v>
                </c:pt>
                <c:pt idx="11">
                  <c:v>17:00</c:v>
                </c:pt>
              </c:strCache>
            </c:strRef>
          </c:cat>
          <c:val>
            <c:numRef>
              <c:f>Sheet1!$D$2:$D$13</c:f>
              <c:numCache>
                <c:formatCode>0</c:formatCode>
                <c:ptCount val="12"/>
                <c:pt idx="0">
                  <c:v>0</c:v>
                </c:pt>
                <c:pt idx="1">
                  <c:v>0</c:v>
                </c:pt>
                <c:pt idx="2">
                  <c:v>0</c:v>
                </c:pt>
                <c:pt idx="3">
                  <c:v>0</c:v>
                </c:pt>
                <c:pt idx="4">
                  <c:v>0</c:v>
                </c:pt>
                <c:pt idx="5">
                  <c:v>0</c:v>
                </c:pt>
                <c:pt idx="6">
                  <c:v>0</c:v>
                </c:pt>
                <c:pt idx="7">
                  <c:v>0</c:v>
                </c:pt>
                <c:pt idx="8">
                  <c:v>0</c:v>
                </c:pt>
                <c:pt idx="9">
                  <c:v>0</c:v>
                </c:pt>
                <c:pt idx="10">
                  <c:v>0</c:v>
                </c:pt>
                <c:pt idx="11">
                  <c:v>0</c:v>
                </c:pt>
              </c:numCache>
            </c:numRef>
          </c:val>
          <c:extLst>
            <c:ext xmlns:c16="http://schemas.microsoft.com/office/drawing/2014/chart" uri="{C3380CC4-5D6E-409C-BE32-E72D297353CC}">
              <c16:uniqueId val="{00000002-45ED-4D97-A3D4-97A67BC12153}"/>
            </c:ext>
          </c:extLst>
        </c:ser>
        <c:dLbls>
          <c:showLegendKey val="0"/>
          <c:showVal val="0"/>
          <c:showCatName val="0"/>
          <c:showSerName val="0"/>
          <c:showPercent val="0"/>
          <c:showBubbleSize val="0"/>
        </c:dLbls>
        <c:axId val="870970687"/>
        <c:axId val="870971935"/>
      </c:areaChart>
      <c:catAx>
        <c:axId val="870970687"/>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1" i="0" u="none" strike="noStrike" kern="1200" baseline="0">
                <a:solidFill>
                  <a:schemeClr val="tx1"/>
                </a:solidFill>
                <a:latin typeface="+mn-lt"/>
                <a:ea typeface="+mn-ea"/>
                <a:cs typeface="+mn-cs"/>
              </a:defRPr>
            </a:pPr>
            <a:endParaRPr lang="en-US"/>
          </a:p>
        </c:txPr>
        <c:crossAx val="870971935"/>
        <c:crosses val="autoZero"/>
        <c:auto val="1"/>
        <c:lblAlgn val="ctr"/>
        <c:lblOffset val="100"/>
        <c:noMultiLvlLbl val="0"/>
      </c:catAx>
      <c:valAx>
        <c:axId val="870971935"/>
        <c:scaling>
          <c:orientation val="minMax"/>
        </c:scaling>
        <c:delete val="1"/>
        <c:axPos val="l"/>
        <c:numFmt formatCode="0" sourceLinked="1"/>
        <c:majorTickMark val="none"/>
        <c:minorTickMark val="none"/>
        <c:tickLblPos val="nextTo"/>
        <c:crossAx val="870970687"/>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legend>
    <c:plotVisOnly val="1"/>
    <c:dispBlanksAs val="zero"/>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bg1"/>
          </a:solidFill>
        </a:defRPr>
      </a:pPr>
      <a:endParaRPr lang="en-US"/>
    </a:p>
  </c:txPr>
  <c:externalData r:id="rId3">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5309000822884372E-2"/>
          <c:y val="9.8314096111526347E-2"/>
          <c:w val="0.93649740239156742"/>
          <c:h val="0.72924522979102158"/>
        </c:manualLayout>
      </c:layout>
      <c:areaChart>
        <c:grouping val="stacked"/>
        <c:varyColors val="0"/>
        <c:ser>
          <c:idx val="0"/>
          <c:order val="0"/>
          <c:tx>
            <c:strRef>
              <c:f>Sheet1!$B$1</c:f>
              <c:strCache>
                <c:ptCount val="1"/>
                <c:pt idx="0">
                  <c:v>Base Demand Met</c:v>
                </c:pt>
              </c:strCache>
            </c:strRef>
          </c:tx>
          <c:spPr>
            <a:solidFill>
              <a:schemeClr val="tx1">
                <a:lumMod val="65000"/>
                <a:lumOff val="35000"/>
              </a:schemeClr>
            </a:solidFill>
            <a:ln>
              <a:noFill/>
            </a:ln>
            <a:effectLst/>
          </c:spPr>
          <c:dLbls>
            <c:spPr>
              <a:solidFill>
                <a:schemeClr val="tx1">
                  <a:lumMod val="65000"/>
                  <a:lumOff val="35000"/>
                </a:schemeClr>
              </a:solidFill>
              <a:ln>
                <a:noFill/>
              </a:ln>
              <a:effectLst/>
            </c:spPr>
            <c:txPr>
              <a:bodyPr rot="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18:00</c:v>
                </c:pt>
                <c:pt idx="1">
                  <c:v>19:00</c:v>
                </c:pt>
                <c:pt idx="2">
                  <c:v>20:00</c:v>
                </c:pt>
                <c:pt idx="3">
                  <c:v>21:00</c:v>
                </c:pt>
                <c:pt idx="4">
                  <c:v>22:00</c:v>
                </c:pt>
                <c:pt idx="5">
                  <c:v>23:00</c:v>
                </c:pt>
                <c:pt idx="6">
                  <c:v>24:00</c:v>
                </c:pt>
                <c:pt idx="7">
                  <c:v>01:00</c:v>
                </c:pt>
                <c:pt idx="8">
                  <c:v>02:00</c:v>
                </c:pt>
                <c:pt idx="9">
                  <c:v>03:00</c:v>
                </c:pt>
                <c:pt idx="10">
                  <c:v>04:00</c:v>
                </c:pt>
                <c:pt idx="11">
                  <c:v>05:00</c:v>
                </c:pt>
              </c:strCache>
            </c:strRef>
          </c:cat>
          <c:val>
            <c:numRef>
              <c:f>Sheet1!$B$2:$B$13</c:f>
              <c:numCache>
                <c:formatCode>0</c:formatCode>
                <c:ptCount val="12"/>
                <c:pt idx="0">
                  <c:v>1230.6593750000006</c:v>
                </c:pt>
                <c:pt idx="1">
                  <c:v>1491.9793750000001</c:v>
                </c:pt>
                <c:pt idx="2">
                  <c:v>1498.8618937500005</c:v>
                </c:pt>
                <c:pt idx="3">
                  <c:v>1478.5539812500003</c:v>
                </c:pt>
                <c:pt idx="4">
                  <c:v>1369.3447937499998</c:v>
                </c:pt>
                <c:pt idx="5">
                  <c:v>1262.9586375000003</c:v>
                </c:pt>
                <c:pt idx="6">
                  <c:v>1276.4319812500003</c:v>
                </c:pt>
                <c:pt idx="7">
                  <c:v>1057.2507999999993</c:v>
                </c:pt>
                <c:pt idx="8">
                  <c:v>1200.41815</c:v>
                </c:pt>
                <c:pt idx="9">
                  <c:v>1239.7899312500003</c:v>
                </c:pt>
                <c:pt idx="10">
                  <c:v>1222.7874999999999</c:v>
                </c:pt>
                <c:pt idx="11">
                  <c:v>1140.87375</c:v>
                </c:pt>
              </c:numCache>
            </c:numRef>
          </c:val>
          <c:extLst>
            <c:ext xmlns:c16="http://schemas.microsoft.com/office/drawing/2014/chart" uri="{C3380CC4-5D6E-409C-BE32-E72D297353CC}">
              <c16:uniqueId val="{00000000-45ED-4D97-A3D4-97A67BC12153}"/>
            </c:ext>
          </c:extLst>
        </c:ser>
        <c:ser>
          <c:idx val="1"/>
          <c:order val="1"/>
          <c:tx>
            <c:strRef>
              <c:f>Sheet1!$C$1</c:f>
              <c:strCache>
                <c:ptCount val="1"/>
                <c:pt idx="0">
                  <c:v>Short term purchase</c:v>
                </c:pt>
              </c:strCache>
            </c:strRef>
          </c:tx>
          <c:spPr>
            <a:solidFill>
              <a:srgbClr val="009A44"/>
            </a:solidFill>
            <a:ln>
              <a:noFill/>
            </a:ln>
            <a:effectLst/>
          </c:spPr>
          <c:dLbls>
            <c:spPr>
              <a:solidFill>
                <a:srgbClr val="009A44"/>
              </a:solidFill>
              <a:ln>
                <a:noFill/>
              </a:ln>
              <a:effectLst/>
            </c:spPr>
            <c:txPr>
              <a:bodyPr rot="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18:00</c:v>
                </c:pt>
                <c:pt idx="1">
                  <c:v>19:00</c:v>
                </c:pt>
                <c:pt idx="2">
                  <c:v>20:00</c:v>
                </c:pt>
                <c:pt idx="3">
                  <c:v>21:00</c:v>
                </c:pt>
                <c:pt idx="4">
                  <c:v>22:00</c:v>
                </c:pt>
                <c:pt idx="5">
                  <c:v>23:00</c:v>
                </c:pt>
                <c:pt idx="6">
                  <c:v>24:00</c:v>
                </c:pt>
                <c:pt idx="7">
                  <c:v>01:00</c:v>
                </c:pt>
                <c:pt idx="8">
                  <c:v>02:00</c:v>
                </c:pt>
                <c:pt idx="9">
                  <c:v>03:00</c:v>
                </c:pt>
                <c:pt idx="10">
                  <c:v>04:00</c:v>
                </c:pt>
                <c:pt idx="11">
                  <c:v>05:00</c:v>
                </c:pt>
              </c:strCache>
            </c:strRef>
          </c:cat>
          <c:val>
            <c:numRef>
              <c:f>Sheet1!$C$2:$C$13</c:f>
              <c:numCache>
                <c:formatCode>0</c:formatCode>
                <c:ptCount val="12"/>
                <c:pt idx="0">
                  <c:v>633.47062499999993</c:v>
                </c:pt>
                <c:pt idx="1">
                  <c:v>672.17062499999997</c:v>
                </c:pt>
                <c:pt idx="2">
                  <c:v>717.71810625000001</c:v>
                </c:pt>
                <c:pt idx="3">
                  <c:v>740.25601875000007</c:v>
                </c:pt>
                <c:pt idx="4">
                  <c:v>842.83520625000006</c:v>
                </c:pt>
                <c:pt idx="5">
                  <c:v>929.80136249999998</c:v>
                </c:pt>
                <c:pt idx="6">
                  <c:v>843.19801874999985</c:v>
                </c:pt>
                <c:pt idx="7">
                  <c:v>894.58920000000001</c:v>
                </c:pt>
                <c:pt idx="8">
                  <c:v>684.04184999999995</c:v>
                </c:pt>
                <c:pt idx="9">
                  <c:v>600.22006875</c:v>
                </c:pt>
                <c:pt idx="10">
                  <c:v>556.3125</c:v>
                </c:pt>
                <c:pt idx="11">
                  <c:v>471.65625</c:v>
                </c:pt>
              </c:numCache>
            </c:numRef>
          </c:val>
          <c:extLst>
            <c:ext xmlns:c16="http://schemas.microsoft.com/office/drawing/2014/chart" uri="{C3380CC4-5D6E-409C-BE32-E72D297353CC}">
              <c16:uniqueId val="{00000001-45ED-4D97-A3D4-97A67BC12153}"/>
            </c:ext>
          </c:extLst>
        </c:ser>
        <c:ser>
          <c:idx val="2"/>
          <c:order val="2"/>
          <c:tx>
            <c:strRef>
              <c:f>Sheet1!$D$1</c:f>
              <c:strCache>
                <c:ptCount val="1"/>
                <c:pt idx="0">
                  <c:v>Load Shedding</c:v>
                </c:pt>
              </c:strCache>
            </c:strRef>
          </c:tx>
          <c:spPr>
            <a:solidFill>
              <a:srgbClr val="C4D600"/>
            </a:solidFill>
            <a:ln w="25400">
              <a:noFill/>
            </a:ln>
            <a:effectLst/>
          </c:spPr>
          <c:cat>
            <c:strRef>
              <c:f>Sheet1!$A$2:$A$13</c:f>
              <c:strCache>
                <c:ptCount val="12"/>
                <c:pt idx="0">
                  <c:v>18:00</c:v>
                </c:pt>
                <c:pt idx="1">
                  <c:v>19:00</c:v>
                </c:pt>
                <c:pt idx="2">
                  <c:v>20:00</c:v>
                </c:pt>
                <c:pt idx="3">
                  <c:v>21:00</c:v>
                </c:pt>
                <c:pt idx="4">
                  <c:v>22:00</c:v>
                </c:pt>
                <c:pt idx="5">
                  <c:v>23:00</c:v>
                </c:pt>
                <c:pt idx="6">
                  <c:v>24:00</c:v>
                </c:pt>
                <c:pt idx="7">
                  <c:v>01:00</c:v>
                </c:pt>
                <c:pt idx="8">
                  <c:v>02:00</c:v>
                </c:pt>
                <c:pt idx="9">
                  <c:v>03:00</c:v>
                </c:pt>
                <c:pt idx="10">
                  <c:v>04:00</c:v>
                </c:pt>
                <c:pt idx="11">
                  <c:v>05:00</c:v>
                </c:pt>
              </c:strCache>
            </c:strRef>
          </c:cat>
          <c:val>
            <c:numRef>
              <c:f>Sheet1!$D$2:$D$13</c:f>
              <c:numCache>
                <c:formatCode>0</c:formatCode>
                <c:ptCount val="12"/>
                <c:pt idx="0">
                  <c:v>0</c:v>
                </c:pt>
                <c:pt idx="1">
                  <c:v>0</c:v>
                </c:pt>
                <c:pt idx="2">
                  <c:v>0</c:v>
                </c:pt>
                <c:pt idx="3">
                  <c:v>0</c:v>
                </c:pt>
                <c:pt idx="4">
                  <c:v>0</c:v>
                </c:pt>
                <c:pt idx="5">
                  <c:v>0</c:v>
                </c:pt>
                <c:pt idx="6">
                  <c:v>0</c:v>
                </c:pt>
                <c:pt idx="7">
                  <c:v>0</c:v>
                </c:pt>
                <c:pt idx="8">
                  <c:v>0</c:v>
                </c:pt>
                <c:pt idx="9">
                  <c:v>0</c:v>
                </c:pt>
                <c:pt idx="10">
                  <c:v>0</c:v>
                </c:pt>
                <c:pt idx="11">
                  <c:v>0</c:v>
                </c:pt>
              </c:numCache>
            </c:numRef>
          </c:val>
          <c:extLst>
            <c:ext xmlns:c16="http://schemas.microsoft.com/office/drawing/2014/chart" uri="{C3380CC4-5D6E-409C-BE32-E72D297353CC}">
              <c16:uniqueId val="{00000002-45ED-4D97-A3D4-97A67BC12153}"/>
            </c:ext>
          </c:extLst>
        </c:ser>
        <c:dLbls>
          <c:showLegendKey val="0"/>
          <c:showVal val="0"/>
          <c:showCatName val="0"/>
          <c:showSerName val="0"/>
          <c:showPercent val="0"/>
          <c:showBubbleSize val="0"/>
        </c:dLbls>
        <c:axId val="870970687"/>
        <c:axId val="870971935"/>
      </c:areaChart>
      <c:catAx>
        <c:axId val="870970687"/>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1" i="0" u="none" strike="noStrike" kern="1200" baseline="0">
                <a:solidFill>
                  <a:schemeClr val="tx1"/>
                </a:solidFill>
                <a:latin typeface="+mn-lt"/>
                <a:ea typeface="+mn-ea"/>
                <a:cs typeface="+mn-cs"/>
              </a:defRPr>
            </a:pPr>
            <a:endParaRPr lang="en-US"/>
          </a:p>
        </c:txPr>
        <c:crossAx val="870971935"/>
        <c:crosses val="autoZero"/>
        <c:auto val="1"/>
        <c:lblAlgn val="ctr"/>
        <c:lblOffset val="100"/>
        <c:noMultiLvlLbl val="0"/>
      </c:catAx>
      <c:valAx>
        <c:axId val="870971935"/>
        <c:scaling>
          <c:orientation val="minMax"/>
        </c:scaling>
        <c:delete val="1"/>
        <c:axPos val="l"/>
        <c:numFmt formatCode="0" sourceLinked="1"/>
        <c:majorTickMark val="none"/>
        <c:minorTickMark val="none"/>
        <c:tickLblPos val="nextTo"/>
        <c:crossAx val="870970687"/>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legend>
    <c:plotVisOnly val="1"/>
    <c:dispBlanksAs val="zero"/>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bg1"/>
          </a:solidFill>
        </a:defRPr>
      </a:pPr>
      <a:endParaRPr lang="en-US"/>
    </a:p>
  </c:txPr>
  <c:externalData r:id="rId3">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5309000822884372E-2"/>
          <c:y val="9.8314096111526347E-2"/>
          <c:w val="0.93649740239156742"/>
          <c:h val="0.69125514598804727"/>
        </c:manualLayout>
      </c:layout>
      <c:areaChart>
        <c:grouping val="stacked"/>
        <c:varyColors val="0"/>
        <c:ser>
          <c:idx val="0"/>
          <c:order val="0"/>
          <c:tx>
            <c:strRef>
              <c:f>Sheet1!$B$1</c:f>
              <c:strCache>
                <c:ptCount val="1"/>
                <c:pt idx="0">
                  <c:v>Base Demand Met</c:v>
                </c:pt>
              </c:strCache>
            </c:strRef>
          </c:tx>
          <c:spPr>
            <a:solidFill>
              <a:schemeClr val="tx1">
                <a:lumMod val="65000"/>
                <a:lumOff val="35000"/>
              </a:schemeClr>
            </a:solidFill>
            <a:ln>
              <a:noFill/>
            </a:ln>
            <a:effectLst/>
          </c:spPr>
          <c:dLbls>
            <c:spPr>
              <a:solidFill>
                <a:schemeClr val="tx1">
                  <a:lumMod val="65000"/>
                  <a:lumOff val="35000"/>
                </a:schemeClr>
              </a:solid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Sheet1!$A$2:$A$25</c:f>
              <c:strCache>
                <c:ptCount val="24"/>
                <c:pt idx="0">
                  <c:v>01:00</c:v>
                </c:pt>
                <c:pt idx="1">
                  <c:v>02:00</c:v>
                </c:pt>
                <c:pt idx="2">
                  <c:v>03:00</c:v>
                </c:pt>
                <c:pt idx="3">
                  <c:v>04:00</c:v>
                </c:pt>
                <c:pt idx="4">
                  <c:v>05:00</c:v>
                </c:pt>
                <c:pt idx="5">
                  <c:v>06:00</c:v>
                </c:pt>
                <c:pt idx="6">
                  <c:v>07:00</c:v>
                </c:pt>
                <c:pt idx="7">
                  <c:v>08:00</c:v>
                </c:pt>
                <c:pt idx="8">
                  <c:v>09:00</c:v>
                </c:pt>
                <c:pt idx="9">
                  <c:v>10:00</c:v>
                </c:pt>
                <c:pt idx="10">
                  <c:v>11:00</c:v>
                </c:pt>
                <c:pt idx="11">
                  <c:v>12:00</c:v>
                </c:pt>
                <c:pt idx="12">
                  <c:v>13:00</c:v>
                </c:pt>
                <c:pt idx="13">
                  <c:v>14:00</c:v>
                </c:pt>
                <c:pt idx="14">
                  <c:v>15:00</c:v>
                </c:pt>
                <c:pt idx="15">
                  <c:v>16:00</c:v>
                </c:pt>
                <c:pt idx="16">
                  <c:v>17:00</c:v>
                </c:pt>
                <c:pt idx="17">
                  <c:v>18:00</c:v>
                </c:pt>
                <c:pt idx="18">
                  <c:v>19:00</c:v>
                </c:pt>
                <c:pt idx="19">
                  <c:v>20:00</c:v>
                </c:pt>
                <c:pt idx="20">
                  <c:v>21:00</c:v>
                </c:pt>
                <c:pt idx="21">
                  <c:v>22:00</c:v>
                </c:pt>
                <c:pt idx="22">
                  <c:v>23:00</c:v>
                </c:pt>
                <c:pt idx="23">
                  <c:v>24:00</c:v>
                </c:pt>
              </c:strCache>
            </c:strRef>
          </c:cat>
          <c:val>
            <c:numRef>
              <c:f>Sheet1!$B$2:$B$25</c:f>
              <c:numCache>
                <c:formatCode>0</c:formatCode>
                <c:ptCount val="24"/>
                <c:pt idx="0">
                  <c:v>1057.2507999999993</c:v>
                </c:pt>
                <c:pt idx="1">
                  <c:v>1200.41815</c:v>
                </c:pt>
                <c:pt idx="2">
                  <c:v>1239.7899312500003</c:v>
                </c:pt>
                <c:pt idx="3">
                  <c:v>1222.7874999999999</c:v>
                </c:pt>
                <c:pt idx="4">
                  <c:v>1140.87375</c:v>
                </c:pt>
                <c:pt idx="5">
                  <c:v>1172.0743750000004</c:v>
                </c:pt>
                <c:pt idx="6">
                  <c:v>1155.3</c:v>
                </c:pt>
                <c:pt idx="7">
                  <c:v>1173.1937499999999</c:v>
                </c:pt>
                <c:pt idx="8">
                  <c:v>1178.6818750000002</c:v>
                </c:pt>
                <c:pt idx="9">
                  <c:v>1293.0525000000002</c:v>
                </c:pt>
                <c:pt idx="10">
                  <c:v>1266.4825000000001</c:v>
                </c:pt>
                <c:pt idx="11">
                  <c:v>1327.1962500000002</c:v>
                </c:pt>
                <c:pt idx="12">
                  <c:v>1325.0943750000001</c:v>
                </c:pt>
                <c:pt idx="13">
                  <c:v>1309.6056250000004</c:v>
                </c:pt>
                <c:pt idx="14">
                  <c:v>1364.0206249999997</c:v>
                </c:pt>
                <c:pt idx="15">
                  <c:v>1288.3037499999998</c:v>
                </c:pt>
                <c:pt idx="16">
                  <c:v>1188.4425000000001</c:v>
                </c:pt>
                <c:pt idx="17">
                  <c:v>1230.6593750000006</c:v>
                </c:pt>
                <c:pt idx="18">
                  <c:v>1491.9793750000001</c:v>
                </c:pt>
                <c:pt idx="19">
                  <c:v>1498.8618937500005</c:v>
                </c:pt>
                <c:pt idx="20">
                  <c:v>1478.5539812500003</c:v>
                </c:pt>
                <c:pt idx="21">
                  <c:v>1369.3447937499998</c:v>
                </c:pt>
                <c:pt idx="22">
                  <c:v>1262.9586375000003</c:v>
                </c:pt>
                <c:pt idx="23">
                  <c:v>1276.4319812500003</c:v>
                </c:pt>
              </c:numCache>
            </c:numRef>
          </c:val>
          <c:extLst>
            <c:ext xmlns:c16="http://schemas.microsoft.com/office/drawing/2014/chart" uri="{C3380CC4-5D6E-409C-BE32-E72D297353CC}">
              <c16:uniqueId val="{00000000-45ED-4D97-A3D4-97A67BC12153}"/>
            </c:ext>
          </c:extLst>
        </c:ser>
        <c:ser>
          <c:idx val="1"/>
          <c:order val="1"/>
          <c:tx>
            <c:strRef>
              <c:f>Sheet1!$C$1</c:f>
              <c:strCache>
                <c:ptCount val="1"/>
                <c:pt idx="0">
                  <c:v>Short term purchase</c:v>
                </c:pt>
              </c:strCache>
            </c:strRef>
          </c:tx>
          <c:spPr>
            <a:solidFill>
              <a:srgbClr val="009A44"/>
            </a:solidFill>
            <a:ln>
              <a:noFill/>
            </a:ln>
            <a:effectLst/>
          </c:spPr>
          <c:dLbls>
            <c:spPr>
              <a:solidFill>
                <a:srgbClr val="009A44"/>
              </a:solid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Sheet1!$A$2:$A$25</c:f>
              <c:strCache>
                <c:ptCount val="24"/>
                <c:pt idx="0">
                  <c:v>01:00</c:v>
                </c:pt>
                <c:pt idx="1">
                  <c:v>02:00</c:v>
                </c:pt>
                <c:pt idx="2">
                  <c:v>03:00</c:v>
                </c:pt>
                <c:pt idx="3">
                  <c:v>04:00</c:v>
                </c:pt>
                <c:pt idx="4">
                  <c:v>05:00</c:v>
                </c:pt>
                <c:pt idx="5">
                  <c:v>06:00</c:v>
                </c:pt>
                <c:pt idx="6">
                  <c:v>07:00</c:v>
                </c:pt>
                <c:pt idx="7">
                  <c:v>08:00</c:v>
                </c:pt>
                <c:pt idx="8">
                  <c:v>09:00</c:v>
                </c:pt>
                <c:pt idx="9">
                  <c:v>10:00</c:v>
                </c:pt>
                <c:pt idx="10">
                  <c:v>11:00</c:v>
                </c:pt>
                <c:pt idx="11">
                  <c:v>12:00</c:v>
                </c:pt>
                <c:pt idx="12">
                  <c:v>13:00</c:v>
                </c:pt>
                <c:pt idx="13">
                  <c:v>14:00</c:v>
                </c:pt>
                <c:pt idx="14">
                  <c:v>15:00</c:v>
                </c:pt>
                <c:pt idx="15">
                  <c:v>16:00</c:v>
                </c:pt>
                <c:pt idx="16">
                  <c:v>17:00</c:v>
                </c:pt>
                <c:pt idx="17">
                  <c:v>18:00</c:v>
                </c:pt>
                <c:pt idx="18">
                  <c:v>19:00</c:v>
                </c:pt>
                <c:pt idx="19">
                  <c:v>20:00</c:v>
                </c:pt>
                <c:pt idx="20">
                  <c:v>21:00</c:v>
                </c:pt>
                <c:pt idx="21">
                  <c:v>22:00</c:v>
                </c:pt>
                <c:pt idx="22">
                  <c:v>23:00</c:v>
                </c:pt>
                <c:pt idx="23">
                  <c:v>24:00</c:v>
                </c:pt>
              </c:strCache>
            </c:strRef>
          </c:cat>
          <c:val>
            <c:numRef>
              <c:f>Sheet1!$C$2:$C$25</c:f>
              <c:numCache>
                <c:formatCode>0</c:formatCode>
                <c:ptCount val="24"/>
                <c:pt idx="0">
                  <c:v>894.58920000000001</c:v>
                </c:pt>
                <c:pt idx="1">
                  <c:v>684.04184999999995</c:v>
                </c:pt>
                <c:pt idx="2">
                  <c:v>600.22006875</c:v>
                </c:pt>
                <c:pt idx="3">
                  <c:v>556.3125</c:v>
                </c:pt>
                <c:pt idx="4">
                  <c:v>471.65625</c:v>
                </c:pt>
                <c:pt idx="5">
                  <c:v>414.81562500000001</c:v>
                </c:pt>
                <c:pt idx="6">
                  <c:v>441.18000000000006</c:v>
                </c:pt>
                <c:pt idx="7">
                  <c:v>487.13624999999996</c:v>
                </c:pt>
                <c:pt idx="8">
                  <c:v>502.85812499999997</c:v>
                </c:pt>
                <c:pt idx="9">
                  <c:v>446.01749999999993</c:v>
                </c:pt>
                <c:pt idx="10">
                  <c:v>542.76750000000004</c:v>
                </c:pt>
                <c:pt idx="11">
                  <c:v>472.62374999999997</c:v>
                </c:pt>
                <c:pt idx="12">
                  <c:v>527.04562499999997</c:v>
                </c:pt>
                <c:pt idx="13">
                  <c:v>548.81437499999993</c:v>
                </c:pt>
                <c:pt idx="14">
                  <c:v>558.48937500000011</c:v>
                </c:pt>
                <c:pt idx="15">
                  <c:v>641.93624999999997</c:v>
                </c:pt>
                <c:pt idx="16">
                  <c:v>678.21749999999997</c:v>
                </c:pt>
                <c:pt idx="17">
                  <c:v>633.47062499999993</c:v>
                </c:pt>
                <c:pt idx="18">
                  <c:v>672.17062499999997</c:v>
                </c:pt>
                <c:pt idx="19">
                  <c:v>717.71810625000001</c:v>
                </c:pt>
                <c:pt idx="20">
                  <c:v>740.25601875000007</c:v>
                </c:pt>
                <c:pt idx="21">
                  <c:v>842.83520625000006</c:v>
                </c:pt>
                <c:pt idx="22">
                  <c:v>929.80136249999998</c:v>
                </c:pt>
                <c:pt idx="23">
                  <c:v>843.19801874999985</c:v>
                </c:pt>
              </c:numCache>
            </c:numRef>
          </c:val>
          <c:extLst>
            <c:ext xmlns:c16="http://schemas.microsoft.com/office/drawing/2014/chart" uri="{C3380CC4-5D6E-409C-BE32-E72D297353CC}">
              <c16:uniqueId val="{00000001-45ED-4D97-A3D4-97A67BC12153}"/>
            </c:ext>
          </c:extLst>
        </c:ser>
        <c:ser>
          <c:idx val="2"/>
          <c:order val="2"/>
          <c:tx>
            <c:strRef>
              <c:f>Sheet1!$D$1</c:f>
              <c:strCache>
                <c:ptCount val="1"/>
                <c:pt idx="0">
                  <c:v>Load Shedding</c:v>
                </c:pt>
              </c:strCache>
            </c:strRef>
          </c:tx>
          <c:spPr>
            <a:solidFill>
              <a:srgbClr val="C4D600"/>
            </a:solidFill>
            <a:ln w="25400">
              <a:noFill/>
            </a:ln>
            <a:effectLst/>
          </c:spPr>
          <c:cat>
            <c:strRef>
              <c:f>Sheet1!$A$2:$A$25</c:f>
              <c:strCache>
                <c:ptCount val="24"/>
                <c:pt idx="0">
                  <c:v>01:00</c:v>
                </c:pt>
                <c:pt idx="1">
                  <c:v>02:00</c:v>
                </c:pt>
                <c:pt idx="2">
                  <c:v>03:00</c:v>
                </c:pt>
                <c:pt idx="3">
                  <c:v>04:00</c:v>
                </c:pt>
                <c:pt idx="4">
                  <c:v>05:00</c:v>
                </c:pt>
                <c:pt idx="5">
                  <c:v>06:00</c:v>
                </c:pt>
                <c:pt idx="6">
                  <c:v>07:00</c:v>
                </c:pt>
                <c:pt idx="7">
                  <c:v>08:00</c:v>
                </c:pt>
                <c:pt idx="8">
                  <c:v>09:00</c:v>
                </c:pt>
                <c:pt idx="9">
                  <c:v>10:00</c:v>
                </c:pt>
                <c:pt idx="10">
                  <c:v>11:00</c:v>
                </c:pt>
                <c:pt idx="11">
                  <c:v>12:00</c:v>
                </c:pt>
                <c:pt idx="12">
                  <c:v>13:00</c:v>
                </c:pt>
                <c:pt idx="13">
                  <c:v>14:00</c:v>
                </c:pt>
                <c:pt idx="14">
                  <c:v>15:00</c:v>
                </c:pt>
                <c:pt idx="15">
                  <c:v>16:00</c:v>
                </c:pt>
                <c:pt idx="16">
                  <c:v>17:00</c:v>
                </c:pt>
                <c:pt idx="17">
                  <c:v>18:00</c:v>
                </c:pt>
                <c:pt idx="18">
                  <c:v>19:00</c:v>
                </c:pt>
                <c:pt idx="19">
                  <c:v>20:00</c:v>
                </c:pt>
                <c:pt idx="20">
                  <c:v>21:00</c:v>
                </c:pt>
                <c:pt idx="21">
                  <c:v>22:00</c:v>
                </c:pt>
                <c:pt idx="22">
                  <c:v>23:00</c:v>
                </c:pt>
                <c:pt idx="23">
                  <c:v>24:00</c:v>
                </c:pt>
              </c:strCache>
            </c:strRef>
          </c:cat>
          <c:val>
            <c:numRef>
              <c:f>Sheet1!$D$2:$D$25</c:f>
              <c:numCache>
                <c:formatCode>0</c:formatCode>
                <c:ptCount val="24"/>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numCache>
            </c:numRef>
          </c:val>
          <c:extLst>
            <c:ext xmlns:c16="http://schemas.microsoft.com/office/drawing/2014/chart" uri="{C3380CC4-5D6E-409C-BE32-E72D297353CC}">
              <c16:uniqueId val="{00000002-45ED-4D97-A3D4-97A67BC12153}"/>
            </c:ext>
          </c:extLst>
        </c:ser>
        <c:dLbls>
          <c:showLegendKey val="0"/>
          <c:showVal val="0"/>
          <c:showCatName val="0"/>
          <c:showSerName val="0"/>
          <c:showPercent val="0"/>
          <c:showBubbleSize val="0"/>
        </c:dLbls>
        <c:axId val="870970687"/>
        <c:axId val="870971935"/>
      </c:areaChart>
      <c:catAx>
        <c:axId val="870970687"/>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1" i="0" u="none" strike="noStrike" kern="1200" baseline="0">
                <a:solidFill>
                  <a:schemeClr val="tx1">
                    <a:lumMod val="65000"/>
                    <a:lumOff val="35000"/>
                  </a:schemeClr>
                </a:solidFill>
                <a:latin typeface="+mn-lt"/>
                <a:ea typeface="+mn-ea"/>
                <a:cs typeface="+mn-cs"/>
              </a:defRPr>
            </a:pPr>
            <a:endParaRPr lang="en-US"/>
          </a:p>
        </c:txPr>
        <c:crossAx val="870971935"/>
        <c:crosses val="autoZero"/>
        <c:auto val="1"/>
        <c:lblAlgn val="ctr"/>
        <c:lblOffset val="100"/>
        <c:noMultiLvlLbl val="0"/>
      </c:catAx>
      <c:valAx>
        <c:axId val="870971935"/>
        <c:scaling>
          <c:orientation val="minMax"/>
        </c:scaling>
        <c:delete val="1"/>
        <c:axPos val="l"/>
        <c:numFmt formatCode="0" sourceLinked="1"/>
        <c:majorTickMark val="none"/>
        <c:minorTickMark val="none"/>
        <c:tickLblPos val="nextTo"/>
        <c:crossAx val="870970687"/>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legend>
    <c:plotVisOnly val="1"/>
    <c:dispBlanksAs val="zero"/>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5309000822884372E-2"/>
          <c:y val="9.8314096111526347E-2"/>
          <c:w val="0.93649740239156742"/>
          <c:h val="0.72924522979102158"/>
        </c:manualLayout>
      </c:layout>
      <c:areaChart>
        <c:grouping val="stacked"/>
        <c:varyColors val="0"/>
        <c:ser>
          <c:idx val="0"/>
          <c:order val="0"/>
          <c:tx>
            <c:strRef>
              <c:f>Sheet1!$B$1</c:f>
              <c:strCache>
                <c:ptCount val="1"/>
                <c:pt idx="0">
                  <c:v>Base Demand Met</c:v>
                </c:pt>
              </c:strCache>
            </c:strRef>
          </c:tx>
          <c:spPr>
            <a:solidFill>
              <a:schemeClr val="tx1">
                <a:lumMod val="65000"/>
                <a:lumOff val="35000"/>
              </a:schemeClr>
            </a:solidFill>
            <a:ln>
              <a:noFill/>
            </a:ln>
            <a:effectLst/>
          </c:spPr>
          <c:dLbls>
            <c:spPr>
              <a:solidFill>
                <a:schemeClr val="tx1">
                  <a:lumMod val="65000"/>
                  <a:lumOff val="35000"/>
                </a:schemeClr>
              </a:solidFill>
              <a:ln>
                <a:noFill/>
              </a:ln>
              <a:effectLst/>
            </c:spPr>
            <c:txPr>
              <a:bodyPr rot="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06:00</c:v>
                </c:pt>
                <c:pt idx="1">
                  <c:v>07:00</c:v>
                </c:pt>
                <c:pt idx="2">
                  <c:v>08:00</c:v>
                </c:pt>
                <c:pt idx="3">
                  <c:v>09:00</c:v>
                </c:pt>
                <c:pt idx="4">
                  <c:v>10:00</c:v>
                </c:pt>
                <c:pt idx="5">
                  <c:v>11:00</c:v>
                </c:pt>
                <c:pt idx="6">
                  <c:v>12:00</c:v>
                </c:pt>
                <c:pt idx="7">
                  <c:v>13:00</c:v>
                </c:pt>
                <c:pt idx="8">
                  <c:v>14:00</c:v>
                </c:pt>
                <c:pt idx="9">
                  <c:v>15:00</c:v>
                </c:pt>
                <c:pt idx="10">
                  <c:v>16:00</c:v>
                </c:pt>
                <c:pt idx="11">
                  <c:v>17:00</c:v>
                </c:pt>
              </c:strCache>
            </c:strRef>
          </c:cat>
          <c:val>
            <c:numRef>
              <c:f>Sheet1!$B$2:$B$13</c:f>
              <c:numCache>
                <c:formatCode>0</c:formatCode>
                <c:ptCount val="12"/>
                <c:pt idx="0">
                  <c:v>1036.0022000000004</c:v>
                </c:pt>
                <c:pt idx="1">
                  <c:v>1105.9764000000002</c:v>
                </c:pt>
                <c:pt idx="2">
                  <c:v>1167.0213999999999</c:v>
                </c:pt>
                <c:pt idx="3">
                  <c:v>1205.9694</c:v>
                </c:pt>
                <c:pt idx="4">
                  <c:v>1238.5664000000002</c:v>
                </c:pt>
                <c:pt idx="5">
                  <c:v>1198.2085999999999</c:v>
                </c:pt>
                <c:pt idx="6">
                  <c:v>1189.9565999999995</c:v>
                </c:pt>
                <c:pt idx="7">
                  <c:v>1244.6966000000002</c:v>
                </c:pt>
                <c:pt idx="8">
                  <c:v>1245.0183999999999</c:v>
                </c:pt>
                <c:pt idx="9">
                  <c:v>1175.5663999999999</c:v>
                </c:pt>
                <c:pt idx="10">
                  <c:v>1082.662818</c:v>
                </c:pt>
                <c:pt idx="11">
                  <c:v>1087.5644000000002</c:v>
                </c:pt>
              </c:numCache>
            </c:numRef>
          </c:val>
          <c:extLst>
            <c:ext xmlns:c16="http://schemas.microsoft.com/office/drawing/2014/chart" uri="{C3380CC4-5D6E-409C-BE32-E72D297353CC}">
              <c16:uniqueId val="{00000000-45ED-4D97-A3D4-97A67BC12153}"/>
            </c:ext>
          </c:extLst>
        </c:ser>
        <c:ser>
          <c:idx val="1"/>
          <c:order val="1"/>
          <c:tx>
            <c:strRef>
              <c:f>Sheet1!$C$1</c:f>
              <c:strCache>
                <c:ptCount val="1"/>
                <c:pt idx="0">
                  <c:v>Short term purchase</c:v>
                </c:pt>
              </c:strCache>
            </c:strRef>
          </c:tx>
          <c:spPr>
            <a:solidFill>
              <a:srgbClr val="009A44"/>
            </a:solidFill>
            <a:ln>
              <a:noFill/>
            </a:ln>
            <a:effectLst/>
          </c:spPr>
          <c:dLbls>
            <c:spPr>
              <a:solidFill>
                <a:srgbClr val="009A44"/>
              </a:solidFill>
              <a:ln>
                <a:noFill/>
              </a:ln>
              <a:effectLst/>
            </c:spPr>
            <c:txPr>
              <a:bodyPr rot="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06:00</c:v>
                </c:pt>
                <c:pt idx="1">
                  <c:v>07:00</c:v>
                </c:pt>
                <c:pt idx="2">
                  <c:v>08:00</c:v>
                </c:pt>
                <c:pt idx="3">
                  <c:v>09:00</c:v>
                </c:pt>
                <c:pt idx="4">
                  <c:v>10:00</c:v>
                </c:pt>
                <c:pt idx="5">
                  <c:v>11:00</c:v>
                </c:pt>
                <c:pt idx="6">
                  <c:v>12:00</c:v>
                </c:pt>
                <c:pt idx="7">
                  <c:v>13:00</c:v>
                </c:pt>
                <c:pt idx="8">
                  <c:v>14:00</c:v>
                </c:pt>
                <c:pt idx="9">
                  <c:v>15:00</c:v>
                </c:pt>
                <c:pt idx="10">
                  <c:v>16:00</c:v>
                </c:pt>
                <c:pt idx="11">
                  <c:v>17:00</c:v>
                </c:pt>
              </c:strCache>
            </c:strRef>
          </c:cat>
          <c:val>
            <c:numRef>
              <c:f>Sheet1!$C$2:$C$13</c:f>
              <c:numCache>
                <c:formatCode>0</c:formatCode>
                <c:ptCount val="12"/>
                <c:pt idx="0">
                  <c:v>633.75779999999997</c:v>
                </c:pt>
                <c:pt idx="1">
                  <c:v>580.80359999999996</c:v>
                </c:pt>
                <c:pt idx="2">
                  <c:v>550.57860000000005</c:v>
                </c:pt>
                <c:pt idx="3">
                  <c:v>572.34059999999999</c:v>
                </c:pt>
                <c:pt idx="4">
                  <c:v>641.25360000000001</c:v>
                </c:pt>
                <c:pt idx="5">
                  <c:v>682.60140000000001</c:v>
                </c:pt>
                <c:pt idx="6">
                  <c:v>704.36339999999996</c:v>
                </c:pt>
                <c:pt idx="7">
                  <c:v>752.72339999999997</c:v>
                </c:pt>
                <c:pt idx="8">
                  <c:v>788.75160000000005</c:v>
                </c:pt>
                <c:pt idx="9">
                  <c:v>883.05359999999996</c:v>
                </c:pt>
                <c:pt idx="10">
                  <c:v>948.33718199999998</c:v>
                </c:pt>
                <c:pt idx="11">
                  <c:v>868.54560000000004</c:v>
                </c:pt>
              </c:numCache>
            </c:numRef>
          </c:val>
          <c:extLst>
            <c:ext xmlns:c16="http://schemas.microsoft.com/office/drawing/2014/chart" uri="{C3380CC4-5D6E-409C-BE32-E72D297353CC}">
              <c16:uniqueId val="{00000001-45ED-4D97-A3D4-97A67BC12153}"/>
            </c:ext>
          </c:extLst>
        </c:ser>
        <c:ser>
          <c:idx val="2"/>
          <c:order val="2"/>
          <c:tx>
            <c:strRef>
              <c:f>Sheet1!$D$1</c:f>
              <c:strCache>
                <c:ptCount val="1"/>
                <c:pt idx="0">
                  <c:v>Load Shedding</c:v>
                </c:pt>
              </c:strCache>
            </c:strRef>
          </c:tx>
          <c:spPr>
            <a:solidFill>
              <a:srgbClr val="C4D600"/>
            </a:solidFill>
            <a:ln w="25400">
              <a:noFill/>
            </a:ln>
            <a:effectLst/>
          </c:spPr>
          <c:cat>
            <c:strRef>
              <c:f>Sheet1!$A$2:$A$13</c:f>
              <c:strCache>
                <c:ptCount val="12"/>
                <c:pt idx="0">
                  <c:v>06:00</c:v>
                </c:pt>
                <c:pt idx="1">
                  <c:v>07:00</c:v>
                </c:pt>
                <c:pt idx="2">
                  <c:v>08:00</c:v>
                </c:pt>
                <c:pt idx="3">
                  <c:v>09:00</c:v>
                </c:pt>
                <c:pt idx="4">
                  <c:v>10:00</c:v>
                </c:pt>
                <c:pt idx="5">
                  <c:v>11:00</c:v>
                </c:pt>
                <c:pt idx="6">
                  <c:v>12:00</c:v>
                </c:pt>
                <c:pt idx="7">
                  <c:v>13:00</c:v>
                </c:pt>
                <c:pt idx="8">
                  <c:v>14:00</c:v>
                </c:pt>
                <c:pt idx="9">
                  <c:v>15:00</c:v>
                </c:pt>
                <c:pt idx="10">
                  <c:v>16:00</c:v>
                </c:pt>
                <c:pt idx="11">
                  <c:v>17:00</c:v>
                </c:pt>
              </c:strCache>
            </c:strRef>
          </c:cat>
          <c:val>
            <c:numRef>
              <c:f>Sheet1!$D$2:$D$13</c:f>
              <c:numCache>
                <c:formatCode>0</c:formatCode>
                <c:ptCount val="12"/>
                <c:pt idx="0">
                  <c:v>0</c:v>
                </c:pt>
                <c:pt idx="1">
                  <c:v>0</c:v>
                </c:pt>
                <c:pt idx="2">
                  <c:v>0</c:v>
                </c:pt>
                <c:pt idx="3">
                  <c:v>0</c:v>
                </c:pt>
                <c:pt idx="4">
                  <c:v>0</c:v>
                </c:pt>
                <c:pt idx="5">
                  <c:v>0</c:v>
                </c:pt>
                <c:pt idx="6">
                  <c:v>0</c:v>
                </c:pt>
                <c:pt idx="7">
                  <c:v>0</c:v>
                </c:pt>
                <c:pt idx="8">
                  <c:v>0</c:v>
                </c:pt>
                <c:pt idx="9">
                  <c:v>0</c:v>
                </c:pt>
                <c:pt idx="10">
                  <c:v>0</c:v>
                </c:pt>
                <c:pt idx="11">
                  <c:v>0</c:v>
                </c:pt>
              </c:numCache>
            </c:numRef>
          </c:val>
          <c:extLst>
            <c:ext xmlns:c16="http://schemas.microsoft.com/office/drawing/2014/chart" uri="{C3380CC4-5D6E-409C-BE32-E72D297353CC}">
              <c16:uniqueId val="{00000002-45ED-4D97-A3D4-97A67BC12153}"/>
            </c:ext>
          </c:extLst>
        </c:ser>
        <c:dLbls>
          <c:showLegendKey val="0"/>
          <c:showVal val="0"/>
          <c:showCatName val="0"/>
          <c:showSerName val="0"/>
          <c:showPercent val="0"/>
          <c:showBubbleSize val="0"/>
        </c:dLbls>
        <c:axId val="870970687"/>
        <c:axId val="870971935"/>
      </c:areaChart>
      <c:catAx>
        <c:axId val="870970687"/>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1" i="0" u="none" strike="noStrike" kern="1200" baseline="0">
                <a:solidFill>
                  <a:schemeClr val="tx1"/>
                </a:solidFill>
                <a:latin typeface="+mn-lt"/>
                <a:ea typeface="+mn-ea"/>
                <a:cs typeface="+mn-cs"/>
              </a:defRPr>
            </a:pPr>
            <a:endParaRPr lang="en-US"/>
          </a:p>
        </c:txPr>
        <c:crossAx val="870971935"/>
        <c:crosses val="autoZero"/>
        <c:auto val="1"/>
        <c:lblAlgn val="ctr"/>
        <c:lblOffset val="100"/>
        <c:noMultiLvlLbl val="0"/>
      </c:catAx>
      <c:valAx>
        <c:axId val="870971935"/>
        <c:scaling>
          <c:orientation val="minMax"/>
        </c:scaling>
        <c:delete val="1"/>
        <c:axPos val="l"/>
        <c:numFmt formatCode="0" sourceLinked="1"/>
        <c:majorTickMark val="none"/>
        <c:minorTickMark val="none"/>
        <c:tickLblPos val="nextTo"/>
        <c:crossAx val="870970687"/>
        <c:crosses val="autoZero"/>
        <c:crossBetween val="midCat"/>
      </c:valAx>
      <c:spPr>
        <a:noFill/>
        <a:ln>
          <a:noFill/>
        </a:ln>
        <a:effectLst/>
      </c:spPr>
    </c:plotArea>
    <c:legend>
      <c:legendPos val="b"/>
      <c:legendEntry>
        <c:idx val="0"/>
        <c:txPr>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legendEntry>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legend>
    <c:plotVisOnly val="1"/>
    <c:dispBlanksAs val="zero"/>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bg1"/>
          </a:solidFill>
        </a:defRPr>
      </a:pPr>
      <a:endParaRPr lang="en-US"/>
    </a:p>
  </c:txPr>
  <c:externalData r:id="rId3">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5309000822884372E-2"/>
          <c:y val="9.8314096111526347E-2"/>
          <c:w val="0.93649740239156742"/>
          <c:h val="0.72924522979102158"/>
        </c:manualLayout>
      </c:layout>
      <c:areaChart>
        <c:grouping val="stacked"/>
        <c:varyColors val="0"/>
        <c:ser>
          <c:idx val="0"/>
          <c:order val="0"/>
          <c:tx>
            <c:strRef>
              <c:f>Sheet1!$B$1</c:f>
              <c:strCache>
                <c:ptCount val="1"/>
                <c:pt idx="0">
                  <c:v>Base Demand Met</c:v>
                </c:pt>
              </c:strCache>
            </c:strRef>
          </c:tx>
          <c:spPr>
            <a:solidFill>
              <a:schemeClr val="tx1">
                <a:lumMod val="65000"/>
                <a:lumOff val="35000"/>
              </a:schemeClr>
            </a:solidFill>
            <a:ln>
              <a:noFill/>
            </a:ln>
            <a:effectLst/>
          </c:spPr>
          <c:dLbls>
            <c:spPr>
              <a:solidFill>
                <a:schemeClr val="tx1">
                  <a:lumMod val="65000"/>
                  <a:lumOff val="35000"/>
                </a:schemeClr>
              </a:solidFill>
              <a:ln>
                <a:noFill/>
              </a:ln>
              <a:effectLst/>
            </c:spPr>
            <c:txPr>
              <a:bodyPr rot="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18:00</c:v>
                </c:pt>
                <c:pt idx="1">
                  <c:v>19:00</c:v>
                </c:pt>
                <c:pt idx="2">
                  <c:v>20:00</c:v>
                </c:pt>
                <c:pt idx="3">
                  <c:v>21:00</c:v>
                </c:pt>
                <c:pt idx="4">
                  <c:v>22:00</c:v>
                </c:pt>
                <c:pt idx="5">
                  <c:v>23:00</c:v>
                </c:pt>
                <c:pt idx="6">
                  <c:v>24:00</c:v>
                </c:pt>
                <c:pt idx="7">
                  <c:v>01:00</c:v>
                </c:pt>
                <c:pt idx="8">
                  <c:v>02:00</c:v>
                </c:pt>
                <c:pt idx="9">
                  <c:v>03:00</c:v>
                </c:pt>
                <c:pt idx="10">
                  <c:v>04:00</c:v>
                </c:pt>
                <c:pt idx="11">
                  <c:v>05:00</c:v>
                </c:pt>
              </c:strCache>
            </c:strRef>
          </c:cat>
          <c:val>
            <c:numRef>
              <c:f>Sheet1!$B$2:$B$13</c:f>
              <c:numCache>
                <c:formatCode>0</c:formatCode>
                <c:ptCount val="12"/>
                <c:pt idx="0">
                  <c:v>1245.5293999999999</c:v>
                </c:pt>
                <c:pt idx="1">
                  <c:v>1450.5496500000002</c:v>
                </c:pt>
                <c:pt idx="2">
                  <c:v>1426.159864</c:v>
                </c:pt>
                <c:pt idx="3">
                  <c:v>1460.3366819999997</c:v>
                </c:pt>
                <c:pt idx="4">
                  <c:v>1369.3732399999994</c:v>
                </c:pt>
                <c:pt idx="5">
                  <c:v>1242.5800020000001</c:v>
                </c:pt>
                <c:pt idx="6">
                  <c:v>1252.1125559999996</c:v>
                </c:pt>
                <c:pt idx="7">
                  <c:v>1416.3182379999994</c:v>
                </c:pt>
                <c:pt idx="8">
                  <c:v>1325.247586</c:v>
                </c:pt>
                <c:pt idx="9">
                  <c:v>1189.9469260000001</c:v>
                </c:pt>
                <c:pt idx="10">
                  <c:v>1040.7771999999998</c:v>
                </c:pt>
                <c:pt idx="11">
                  <c:v>979.34620000000018</c:v>
                </c:pt>
              </c:numCache>
            </c:numRef>
          </c:val>
          <c:extLst>
            <c:ext xmlns:c16="http://schemas.microsoft.com/office/drawing/2014/chart" uri="{C3380CC4-5D6E-409C-BE32-E72D297353CC}">
              <c16:uniqueId val="{00000000-45ED-4D97-A3D4-97A67BC12153}"/>
            </c:ext>
          </c:extLst>
        </c:ser>
        <c:ser>
          <c:idx val="1"/>
          <c:order val="1"/>
          <c:tx>
            <c:strRef>
              <c:f>Sheet1!$C$1</c:f>
              <c:strCache>
                <c:ptCount val="1"/>
                <c:pt idx="0">
                  <c:v>Short term purchase</c:v>
                </c:pt>
              </c:strCache>
            </c:strRef>
          </c:tx>
          <c:spPr>
            <a:solidFill>
              <a:srgbClr val="009A44"/>
            </a:solidFill>
            <a:ln>
              <a:noFill/>
            </a:ln>
            <a:effectLst/>
          </c:spPr>
          <c:dLbls>
            <c:spPr>
              <a:solidFill>
                <a:srgbClr val="009A44"/>
              </a:solidFill>
              <a:ln>
                <a:noFill/>
              </a:ln>
              <a:effectLst/>
            </c:spPr>
            <c:txPr>
              <a:bodyPr rot="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18:00</c:v>
                </c:pt>
                <c:pt idx="1">
                  <c:v>19:00</c:v>
                </c:pt>
                <c:pt idx="2">
                  <c:v>20:00</c:v>
                </c:pt>
                <c:pt idx="3">
                  <c:v>21:00</c:v>
                </c:pt>
                <c:pt idx="4">
                  <c:v>22:00</c:v>
                </c:pt>
                <c:pt idx="5">
                  <c:v>23:00</c:v>
                </c:pt>
                <c:pt idx="6">
                  <c:v>24:00</c:v>
                </c:pt>
                <c:pt idx="7">
                  <c:v>01:00</c:v>
                </c:pt>
                <c:pt idx="8">
                  <c:v>02:00</c:v>
                </c:pt>
                <c:pt idx="9">
                  <c:v>03:00</c:v>
                </c:pt>
                <c:pt idx="10">
                  <c:v>04:00</c:v>
                </c:pt>
                <c:pt idx="11">
                  <c:v>05:00</c:v>
                </c:pt>
              </c:strCache>
            </c:strRef>
          </c:cat>
          <c:val>
            <c:numRef>
              <c:f>Sheet1!$C$2:$C$13</c:f>
              <c:numCache>
                <c:formatCode>0</c:formatCode>
                <c:ptCount val="12"/>
                <c:pt idx="0">
                  <c:v>705.3306</c:v>
                </c:pt>
                <c:pt idx="1">
                  <c:v>799.33034999999995</c:v>
                </c:pt>
                <c:pt idx="2">
                  <c:v>848.36013600000001</c:v>
                </c:pt>
                <c:pt idx="3">
                  <c:v>846.42331800000011</c:v>
                </c:pt>
                <c:pt idx="4">
                  <c:v>867.62675999999999</c:v>
                </c:pt>
                <c:pt idx="5">
                  <c:v>934.09999800000003</c:v>
                </c:pt>
                <c:pt idx="6">
                  <c:v>932.03744400000005</c:v>
                </c:pt>
                <c:pt idx="7">
                  <c:v>423.17176200000006</c:v>
                </c:pt>
                <c:pt idx="8">
                  <c:v>731.74241399999994</c:v>
                </c:pt>
                <c:pt idx="9">
                  <c:v>810.01307399999996</c:v>
                </c:pt>
                <c:pt idx="10">
                  <c:v>881.60279999999989</c:v>
                </c:pt>
                <c:pt idx="11">
                  <c:v>795.76379999999995</c:v>
                </c:pt>
              </c:numCache>
            </c:numRef>
          </c:val>
          <c:extLst>
            <c:ext xmlns:c16="http://schemas.microsoft.com/office/drawing/2014/chart" uri="{C3380CC4-5D6E-409C-BE32-E72D297353CC}">
              <c16:uniqueId val="{00000001-45ED-4D97-A3D4-97A67BC12153}"/>
            </c:ext>
          </c:extLst>
        </c:ser>
        <c:ser>
          <c:idx val="2"/>
          <c:order val="2"/>
          <c:tx>
            <c:strRef>
              <c:f>Sheet1!$D$1</c:f>
              <c:strCache>
                <c:ptCount val="1"/>
                <c:pt idx="0">
                  <c:v>Load Shedding</c:v>
                </c:pt>
              </c:strCache>
            </c:strRef>
          </c:tx>
          <c:spPr>
            <a:solidFill>
              <a:srgbClr val="C4D600"/>
            </a:solidFill>
            <a:ln w="25400">
              <a:noFill/>
            </a:ln>
            <a:effectLst/>
          </c:spPr>
          <c:cat>
            <c:strRef>
              <c:f>Sheet1!$A$2:$A$13</c:f>
              <c:strCache>
                <c:ptCount val="12"/>
                <c:pt idx="0">
                  <c:v>18:00</c:v>
                </c:pt>
                <c:pt idx="1">
                  <c:v>19:00</c:v>
                </c:pt>
                <c:pt idx="2">
                  <c:v>20:00</c:v>
                </c:pt>
                <c:pt idx="3">
                  <c:v>21:00</c:v>
                </c:pt>
                <c:pt idx="4">
                  <c:v>22:00</c:v>
                </c:pt>
                <c:pt idx="5">
                  <c:v>23:00</c:v>
                </c:pt>
                <c:pt idx="6">
                  <c:v>24:00</c:v>
                </c:pt>
                <c:pt idx="7">
                  <c:v>01:00</c:v>
                </c:pt>
                <c:pt idx="8">
                  <c:v>02:00</c:v>
                </c:pt>
                <c:pt idx="9">
                  <c:v>03:00</c:v>
                </c:pt>
                <c:pt idx="10">
                  <c:v>04:00</c:v>
                </c:pt>
                <c:pt idx="11">
                  <c:v>05:00</c:v>
                </c:pt>
              </c:strCache>
            </c:strRef>
          </c:cat>
          <c:val>
            <c:numRef>
              <c:f>Sheet1!$D$2:$D$13</c:f>
              <c:numCache>
                <c:formatCode>0</c:formatCode>
                <c:ptCount val="12"/>
                <c:pt idx="0">
                  <c:v>0</c:v>
                </c:pt>
                <c:pt idx="1">
                  <c:v>0</c:v>
                </c:pt>
                <c:pt idx="2">
                  <c:v>0</c:v>
                </c:pt>
                <c:pt idx="3">
                  <c:v>0</c:v>
                </c:pt>
                <c:pt idx="4">
                  <c:v>0</c:v>
                </c:pt>
                <c:pt idx="5">
                  <c:v>0</c:v>
                </c:pt>
                <c:pt idx="6">
                  <c:v>0</c:v>
                </c:pt>
                <c:pt idx="7">
                  <c:v>0</c:v>
                </c:pt>
                <c:pt idx="8">
                  <c:v>0</c:v>
                </c:pt>
                <c:pt idx="9">
                  <c:v>0</c:v>
                </c:pt>
                <c:pt idx="10">
                  <c:v>0</c:v>
                </c:pt>
                <c:pt idx="11">
                  <c:v>0</c:v>
                </c:pt>
              </c:numCache>
            </c:numRef>
          </c:val>
          <c:extLst>
            <c:ext xmlns:c16="http://schemas.microsoft.com/office/drawing/2014/chart" uri="{C3380CC4-5D6E-409C-BE32-E72D297353CC}">
              <c16:uniqueId val="{00000002-45ED-4D97-A3D4-97A67BC12153}"/>
            </c:ext>
          </c:extLst>
        </c:ser>
        <c:dLbls>
          <c:showLegendKey val="0"/>
          <c:showVal val="0"/>
          <c:showCatName val="0"/>
          <c:showSerName val="0"/>
          <c:showPercent val="0"/>
          <c:showBubbleSize val="0"/>
        </c:dLbls>
        <c:axId val="870970687"/>
        <c:axId val="870971935"/>
      </c:areaChart>
      <c:catAx>
        <c:axId val="870970687"/>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1" i="0" u="none" strike="noStrike" kern="1200" baseline="0">
                <a:solidFill>
                  <a:schemeClr val="tx1"/>
                </a:solidFill>
                <a:latin typeface="+mn-lt"/>
                <a:ea typeface="+mn-ea"/>
                <a:cs typeface="+mn-cs"/>
              </a:defRPr>
            </a:pPr>
            <a:endParaRPr lang="en-US"/>
          </a:p>
        </c:txPr>
        <c:crossAx val="870971935"/>
        <c:crosses val="autoZero"/>
        <c:auto val="1"/>
        <c:lblAlgn val="ctr"/>
        <c:lblOffset val="100"/>
        <c:noMultiLvlLbl val="0"/>
      </c:catAx>
      <c:valAx>
        <c:axId val="870971935"/>
        <c:scaling>
          <c:orientation val="minMax"/>
        </c:scaling>
        <c:delete val="1"/>
        <c:axPos val="l"/>
        <c:numFmt formatCode="0" sourceLinked="1"/>
        <c:majorTickMark val="none"/>
        <c:minorTickMark val="none"/>
        <c:tickLblPos val="nextTo"/>
        <c:crossAx val="870970687"/>
        <c:crosses val="autoZero"/>
        <c:crossBetween val="midCat"/>
      </c:valAx>
      <c:spPr>
        <a:noFill/>
        <a:ln>
          <a:noFill/>
        </a:ln>
        <a:effectLst/>
      </c:spPr>
    </c:plotArea>
    <c:legend>
      <c:legendPos val="b"/>
      <c:legendEntry>
        <c:idx val="0"/>
        <c:txPr>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legendEntry>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legend>
    <c:plotVisOnly val="1"/>
    <c:dispBlanksAs val="zero"/>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bg1"/>
          </a:solidFill>
        </a:defRPr>
      </a:pPr>
      <a:endParaRPr lang="en-US"/>
    </a:p>
  </c:txPr>
  <c:externalData r:id="rId3">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5309000822884372E-2"/>
          <c:y val="9.8314096111526347E-2"/>
          <c:w val="0.93649740239156742"/>
          <c:h val="0.69125514598804727"/>
        </c:manualLayout>
      </c:layout>
      <c:areaChart>
        <c:grouping val="stacked"/>
        <c:varyColors val="0"/>
        <c:ser>
          <c:idx val="0"/>
          <c:order val="0"/>
          <c:tx>
            <c:strRef>
              <c:f>Sheet1!$B$1</c:f>
              <c:strCache>
                <c:ptCount val="1"/>
                <c:pt idx="0">
                  <c:v>Base Demand Met</c:v>
                </c:pt>
              </c:strCache>
            </c:strRef>
          </c:tx>
          <c:spPr>
            <a:solidFill>
              <a:schemeClr val="tx1">
                <a:lumMod val="65000"/>
                <a:lumOff val="35000"/>
              </a:schemeClr>
            </a:solidFill>
            <a:ln>
              <a:noFill/>
            </a:ln>
            <a:effectLst/>
          </c:spPr>
          <c:dLbls>
            <c:spPr>
              <a:solidFill>
                <a:schemeClr val="tx1">
                  <a:lumMod val="65000"/>
                  <a:lumOff val="35000"/>
                </a:schemeClr>
              </a:solid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Sheet1!$A$2:$A$25</c:f>
              <c:strCache>
                <c:ptCount val="24"/>
                <c:pt idx="0">
                  <c:v>01:00</c:v>
                </c:pt>
                <c:pt idx="1">
                  <c:v>02:00</c:v>
                </c:pt>
                <c:pt idx="2">
                  <c:v>03:00</c:v>
                </c:pt>
                <c:pt idx="3">
                  <c:v>04:00</c:v>
                </c:pt>
                <c:pt idx="4">
                  <c:v>05:00</c:v>
                </c:pt>
                <c:pt idx="5">
                  <c:v>06:00</c:v>
                </c:pt>
                <c:pt idx="6">
                  <c:v>07:00</c:v>
                </c:pt>
                <c:pt idx="7">
                  <c:v>08:00</c:v>
                </c:pt>
                <c:pt idx="8">
                  <c:v>09:00</c:v>
                </c:pt>
                <c:pt idx="9">
                  <c:v>10:00</c:v>
                </c:pt>
                <c:pt idx="10">
                  <c:v>11:00</c:v>
                </c:pt>
                <c:pt idx="11">
                  <c:v>12:00</c:v>
                </c:pt>
                <c:pt idx="12">
                  <c:v>13:00</c:v>
                </c:pt>
                <c:pt idx="13">
                  <c:v>14:00</c:v>
                </c:pt>
                <c:pt idx="14">
                  <c:v>15:00</c:v>
                </c:pt>
                <c:pt idx="15">
                  <c:v>16:00</c:v>
                </c:pt>
                <c:pt idx="16">
                  <c:v>17:00</c:v>
                </c:pt>
                <c:pt idx="17">
                  <c:v>18:00</c:v>
                </c:pt>
                <c:pt idx="18">
                  <c:v>19:00</c:v>
                </c:pt>
                <c:pt idx="19">
                  <c:v>20:00</c:v>
                </c:pt>
                <c:pt idx="20">
                  <c:v>21:00</c:v>
                </c:pt>
                <c:pt idx="21">
                  <c:v>22:00</c:v>
                </c:pt>
                <c:pt idx="22">
                  <c:v>23:00</c:v>
                </c:pt>
                <c:pt idx="23">
                  <c:v>24:00</c:v>
                </c:pt>
              </c:strCache>
            </c:strRef>
          </c:cat>
          <c:val>
            <c:numRef>
              <c:f>Sheet1!$B$2:$B$25</c:f>
              <c:numCache>
                <c:formatCode>0</c:formatCode>
                <c:ptCount val="24"/>
                <c:pt idx="0">
                  <c:v>1416.3182379999994</c:v>
                </c:pt>
                <c:pt idx="1">
                  <c:v>1325.247586</c:v>
                </c:pt>
                <c:pt idx="2">
                  <c:v>1189.9469260000001</c:v>
                </c:pt>
                <c:pt idx="3">
                  <c:v>1040.7771999999998</c:v>
                </c:pt>
                <c:pt idx="4">
                  <c:v>979.34620000000018</c:v>
                </c:pt>
                <c:pt idx="5">
                  <c:v>1036.0022000000004</c:v>
                </c:pt>
                <c:pt idx="6">
                  <c:v>1105.9764000000002</c:v>
                </c:pt>
                <c:pt idx="7">
                  <c:v>1167.0213999999999</c:v>
                </c:pt>
                <c:pt idx="8">
                  <c:v>1205.9694</c:v>
                </c:pt>
                <c:pt idx="9">
                  <c:v>1238.5664000000002</c:v>
                </c:pt>
                <c:pt idx="10">
                  <c:v>1198.2085999999999</c:v>
                </c:pt>
                <c:pt idx="11">
                  <c:v>1189.9565999999995</c:v>
                </c:pt>
                <c:pt idx="12">
                  <c:v>1244.6966000000002</c:v>
                </c:pt>
                <c:pt idx="13">
                  <c:v>1245.0183999999999</c:v>
                </c:pt>
                <c:pt idx="14">
                  <c:v>1175.5663999999999</c:v>
                </c:pt>
                <c:pt idx="15">
                  <c:v>1082.662818</c:v>
                </c:pt>
                <c:pt idx="16">
                  <c:v>1087.5644000000002</c:v>
                </c:pt>
                <c:pt idx="17">
                  <c:v>1245.5293999999999</c:v>
                </c:pt>
                <c:pt idx="18">
                  <c:v>1450.5496500000002</c:v>
                </c:pt>
                <c:pt idx="19">
                  <c:v>1426.159864</c:v>
                </c:pt>
                <c:pt idx="20">
                  <c:v>1460.3366819999997</c:v>
                </c:pt>
                <c:pt idx="21">
                  <c:v>1369.3732399999994</c:v>
                </c:pt>
                <c:pt idx="22">
                  <c:v>1242.5800020000001</c:v>
                </c:pt>
                <c:pt idx="23">
                  <c:v>1252.1125559999996</c:v>
                </c:pt>
              </c:numCache>
            </c:numRef>
          </c:val>
          <c:extLst>
            <c:ext xmlns:c16="http://schemas.microsoft.com/office/drawing/2014/chart" uri="{C3380CC4-5D6E-409C-BE32-E72D297353CC}">
              <c16:uniqueId val="{00000000-45ED-4D97-A3D4-97A67BC12153}"/>
            </c:ext>
          </c:extLst>
        </c:ser>
        <c:ser>
          <c:idx val="1"/>
          <c:order val="1"/>
          <c:tx>
            <c:strRef>
              <c:f>Sheet1!$C$1</c:f>
              <c:strCache>
                <c:ptCount val="1"/>
                <c:pt idx="0">
                  <c:v>Short term purchase</c:v>
                </c:pt>
              </c:strCache>
            </c:strRef>
          </c:tx>
          <c:spPr>
            <a:solidFill>
              <a:srgbClr val="009A44"/>
            </a:solidFill>
            <a:ln>
              <a:noFill/>
            </a:ln>
            <a:effectLst/>
          </c:spPr>
          <c:dLbls>
            <c:spPr>
              <a:solidFill>
                <a:srgbClr val="009A44"/>
              </a:solid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Sheet1!$A$2:$A$25</c:f>
              <c:strCache>
                <c:ptCount val="24"/>
                <c:pt idx="0">
                  <c:v>01:00</c:v>
                </c:pt>
                <c:pt idx="1">
                  <c:v>02:00</c:v>
                </c:pt>
                <c:pt idx="2">
                  <c:v>03:00</c:v>
                </c:pt>
                <c:pt idx="3">
                  <c:v>04:00</c:v>
                </c:pt>
                <c:pt idx="4">
                  <c:v>05:00</c:v>
                </c:pt>
                <c:pt idx="5">
                  <c:v>06:00</c:v>
                </c:pt>
                <c:pt idx="6">
                  <c:v>07:00</c:v>
                </c:pt>
                <c:pt idx="7">
                  <c:v>08:00</c:v>
                </c:pt>
                <c:pt idx="8">
                  <c:v>09:00</c:v>
                </c:pt>
                <c:pt idx="9">
                  <c:v>10:00</c:v>
                </c:pt>
                <c:pt idx="10">
                  <c:v>11:00</c:v>
                </c:pt>
                <c:pt idx="11">
                  <c:v>12:00</c:v>
                </c:pt>
                <c:pt idx="12">
                  <c:v>13:00</c:v>
                </c:pt>
                <c:pt idx="13">
                  <c:v>14:00</c:v>
                </c:pt>
                <c:pt idx="14">
                  <c:v>15:00</c:v>
                </c:pt>
                <c:pt idx="15">
                  <c:v>16:00</c:v>
                </c:pt>
                <c:pt idx="16">
                  <c:v>17:00</c:v>
                </c:pt>
                <c:pt idx="17">
                  <c:v>18:00</c:v>
                </c:pt>
                <c:pt idx="18">
                  <c:v>19:00</c:v>
                </c:pt>
                <c:pt idx="19">
                  <c:v>20:00</c:v>
                </c:pt>
                <c:pt idx="20">
                  <c:v>21:00</c:v>
                </c:pt>
                <c:pt idx="21">
                  <c:v>22:00</c:v>
                </c:pt>
                <c:pt idx="22">
                  <c:v>23:00</c:v>
                </c:pt>
                <c:pt idx="23">
                  <c:v>24:00</c:v>
                </c:pt>
              </c:strCache>
            </c:strRef>
          </c:cat>
          <c:val>
            <c:numRef>
              <c:f>Sheet1!$C$2:$C$25</c:f>
              <c:numCache>
                <c:formatCode>0</c:formatCode>
                <c:ptCount val="24"/>
                <c:pt idx="0">
                  <c:v>423.17176200000006</c:v>
                </c:pt>
                <c:pt idx="1">
                  <c:v>731.74241399999994</c:v>
                </c:pt>
                <c:pt idx="2">
                  <c:v>810.01307399999996</c:v>
                </c:pt>
                <c:pt idx="3">
                  <c:v>881.60279999999989</c:v>
                </c:pt>
                <c:pt idx="4">
                  <c:v>795.76379999999995</c:v>
                </c:pt>
                <c:pt idx="5">
                  <c:v>633.75779999999997</c:v>
                </c:pt>
                <c:pt idx="6">
                  <c:v>580.80359999999996</c:v>
                </c:pt>
                <c:pt idx="7">
                  <c:v>550.57860000000005</c:v>
                </c:pt>
                <c:pt idx="8">
                  <c:v>572.34059999999999</c:v>
                </c:pt>
                <c:pt idx="9">
                  <c:v>641.25360000000001</c:v>
                </c:pt>
                <c:pt idx="10">
                  <c:v>682.60140000000001</c:v>
                </c:pt>
                <c:pt idx="11">
                  <c:v>704.36339999999996</c:v>
                </c:pt>
                <c:pt idx="12">
                  <c:v>752.72339999999997</c:v>
                </c:pt>
                <c:pt idx="13">
                  <c:v>788.75160000000005</c:v>
                </c:pt>
                <c:pt idx="14">
                  <c:v>883.05359999999996</c:v>
                </c:pt>
                <c:pt idx="15">
                  <c:v>948.33718199999998</c:v>
                </c:pt>
                <c:pt idx="16">
                  <c:v>868.54560000000004</c:v>
                </c:pt>
                <c:pt idx="17">
                  <c:v>705.3306</c:v>
                </c:pt>
                <c:pt idx="18">
                  <c:v>799.33034999999995</c:v>
                </c:pt>
                <c:pt idx="19">
                  <c:v>848.36013600000001</c:v>
                </c:pt>
                <c:pt idx="20">
                  <c:v>846.42331800000011</c:v>
                </c:pt>
                <c:pt idx="21">
                  <c:v>867.62675999999999</c:v>
                </c:pt>
                <c:pt idx="22">
                  <c:v>934.09999800000003</c:v>
                </c:pt>
                <c:pt idx="23">
                  <c:v>932.03744400000005</c:v>
                </c:pt>
              </c:numCache>
            </c:numRef>
          </c:val>
          <c:extLst>
            <c:ext xmlns:c16="http://schemas.microsoft.com/office/drawing/2014/chart" uri="{C3380CC4-5D6E-409C-BE32-E72D297353CC}">
              <c16:uniqueId val="{00000001-45ED-4D97-A3D4-97A67BC12153}"/>
            </c:ext>
          </c:extLst>
        </c:ser>
        <c:ser>
          <c:idx val="2"/>
          <c:order val="2"/>
          <c:tx>
            <c:strRef>
              <c:f>Sheet1!$D$1</c:f>
              <c:strCache>
                <c:ptCount val="1"/>
                <c:pt idx="0">
                  <c:v>Load Shedding</c:v>
                </c:pt>
              </c:strCache>
            </c:strRef>
          </c:tx>
          <c:spPr>
            <a:solidFill>
              <a:srgbClr val="C4D600"/>
            </a:solidFill>
            <a:ln w="25400">
              <a:noFill/>
            </a:ln>
            <a:effectLst/>
          </c:spPr>
          <c:cat>
            <c:strRef>
              <c:f>Sheet1!$A$2:$A$25</c:f>
              <c:strCache>
                <c:ptCount val="24"/>
                <c:pt idx="0">
                  <c:v>01:00</c:v>
                </c:pt>
                <c:pt idx="1">
                  <c:v>02:00</c:v>
                </c:pt>
                <c:pt idx="2">
                  <c:v>03:00</c:v>
                </c:pt>
                <c:pt idx="3">
                  <c:v>04:00</c:v>
                </c:pt>
                <c:pt idx="4">
                  <c:v>05:00</c:v>
                </c:pt>
                <c:pt idx="5">
                  <c:v>06:00</c:v>
                </c:pt>
                <c:pt idx="6">
                  <c:v>07:00</c:v>
                </c:pt>
                <c:pt idx="7">
                  <c:v>08:00</c:v>
                </c:pt>
                <c:pt idx="8">
                  <c:v>09:00</c:v>
                </c:pt>
                <c:pt idx="9">
                  <c:v>10:00</c:v>
                </c:pt>
                <c:pt idx="10">
                  <c:v>11:00</c:v>
                </c:pt>
                <c:pt idx="11">
                  <c:v>12:00</c:v>
                </c:pt>
                <c:pt idx="12">
                  <c:v>13:00</c:v>
                </c:pt>
                <c:pt idx="13">
                  <c:v>14:00</c:v>
                </c:pt>
                <c:pt idx="14">
                  <c:v>15:00</c:v>
                </c:pt>
                <c:pt idx="15">
                  <c:v>16:00</c:v>
                </c:pt>
                <c:pt idx="16">
                  <c:v>17:00</c:v>
                </c:pt>
                <c:pt idx="17">
                  <c:v>18:00</c:v>
                </c:pt>
                <c:pt idx="18">
                  <c:v>19:00</c:v>
                </c:pt>
                <c:pt idx="19">
                  <c:v>20:00</c:v>
                </c:pt>
                <c:pt idx="20">
                  <c:v>21:00</c:v>
                </c:pt>
                <c:pt idx="21">
                  <c:v>22:00</c:v>
                </c:pt>
                <c:pt idx="22">
                  <c:v>23:00</c:v>
                </c:pt>
                <c:pt idx="23">
                  <c:v>24:00</c:v>
                </c:pt>
              </c:strCache>
            </c:strRef>
          </c:cat>
          <c:val>
            <c:numRef>
              <c:f>Sheet1!$D$2:$D$25</c:f>
              <c:numCache>
                <c:formatCode>0</c:formatCode>
                <c:ptCount val="24"/>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numCache>
            </c:numRef>
          </c:val>
          <c:extLst>
            <c:ext xmlns:c16="http://schemas.microsoft.com/office/drawing/2014/chart" uri="{C3380CC4-5D6E-409C-BE32-E72D297353CC}">
              <c16:uniqueId val="{00000002-45ED-4D97-A3D4-97A67BC12153}"/>
            </c:ext>
          </c:extLst>
        </c:ser>
        <c:dLbls>
          <c:showLegendKey val="0"/>
          <c:showVal val="0"/>
          <c:showCatName val="0"/>
          <c:showSerName val="0"/>
          <c:showPercent val="0"/>
          <c:showBubbleSize val="0"/>
        </c:dLbls>
        <c:axId val="870970687"/>
        <c:axId val="870971935"/>
      </c:areaChart>
      <c:catAx>
        <c:axId val="870970687"/>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1" i="0" u="none" strike="noStrike" kern="1200" baseline="0">
                <a:solidFill>
                  <a:schemeClr val="tx1">
                    <a:lumMod val="65000"/>
                    <a:lumOff val="35000"/>
                  </a:schemeClr>
                </a:solidFill>
                <a:latin typeface="+mn-lt"/>
                <a:ea typeface="+mn-ea"/>
                <a:cs typeface="+mn-cs"/>
              </a:defRPr>
            </a:pPr>
            <a:endParaRPr lang="en-US"/>
          </a:p>
        </c:txPr>
        <c:crossAx val="870971935"/>
        <c:crosses val="autoZero"/>
        <c:auto val="1"/>
        <c:lblAlgn val="ctr"/>
        <c:lblOffset val="100"/>
        <c:noMultiLvlLbl val="0"/>
      </c:catAx>
      <c:valAx>
        <c:axId val="870971935"/>
        <c:scaling>
          <c:orientation val="minMax"/>
        </c:scaling>
        <c:delete val="1"/>
        <c:axPos val="l"/>
        <c:numFmt formatCode="0" sourceLinked="1"/>
        <c:majorTickMark val="none"/>
        <c:minorTickMark val="none"/>
        <c:tickLblPos val="nextTo"/>
        <c:crossAx val="870970687"/>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legend>
    <c:plotVisOnly val="1"/>
    <c:dispBlanksAs val="zero"/>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5309000822884372E-2"/>
          <c:y val="9.8314096111526347E-2"/>
          <c:w val="0.93649740239156742"/>
          <c:h val="0.72924522979102158"/>
        </c:manualLayout>
      </c:layout>
      <c:areaChart>
        <c:grouping val="stacked"/>
        <c:varyColors val="0"/>
        <c:ser>
          <c:idx val="0"/>
          <c:order val="0"/>
          <c:tx>
            <c:strRef>
              <c:f>Sheet1!$B$1</c:f>
              <c:strCache>
                <c:ptCount val="1"/>
                <c:pt idx="0">
                  <c:v>Base Demand Met</c:v>
                </c:pt>
              </c:strCache>
            </c:strRef>
          </c:tx>
          <c:spPr>
            <a:solidFill>
              <a:schemeClr val="tx1">
                <a:lumMod val="65000"/>
                <a:lumOff val="35000"/>
              </a:schemeClr>
            </a:solidFill>
            <a:ln>
              <a:noFill/>
            </a:ln>
            <a:effectLst/>
          </c:spPr>
          <c:dLbls>
            <c:spPr>
              <a:solidFill>
                <a:schemeClr val="tx1">
                  <a:lumMod val="65000"/>
                  <a:lumOff val="35000"/>
                </a:schemeClr>
              </a:solidFill>
              <a:ln>
                <a:noFill/>
              </a:ln>
              <a:effectLst/>
            </c:spPr>
            <c:txPr>
              <a:bodyPr rot="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06:00</c:v>
                </c:pt>
                <c:pt idx="1">
                  <c:v>07:00</c:v>
                </c:pt>
                <c:pt idx="2">
                  <c:v>08:00</c:v>
                </c:pt>
                <c:pt idx="3">
                  <c:v>09:00</c:v>
                </c:pt>
                <c:pt idx="4">
                  <c:v>10:00</c:v>
                </c:pt>
                <c:pt idx="5">
                  <c:v>11:00</c:v>
                </c:pt>
                <c:pt idx="6">
                  <c:v>12:00</c:v>
                </c:pt>
                <c:pt idx="7">
                  <c:v>13:00</c:v>
                </c:pt>
                <c:pt idx="8">
                  <c:v>14:00</c:v>
                </c:pt>
                <c:pt idx="9">
                  <c:v>15:00</c:v>
                </c:pt>
                <c:pt idx="10">
                  <c:v>16:00</c:v>
                </c:pt>
                <c:pt idx="11">
                  <c:v>17:00</c:v>
                </c:pt>
              </c:strCache>
            </c:strRef>
          </c:cat>
          <c:val>
            <c:numRef>
              <c:f>Sheet1!$B$2:$B$13</c:f>
              <c:numCache>
                <c:formatCode>0</c:formatCode>
                <c:ptCount val="12"/>
                <c:pt idx="0">
                  <c:v>1396.9223000000002</c:v>
                </c:pt>
                <c:pt idx="1">
                  <c:v>1403.4003800000003</c:v>
                </c:pt>
                <c:pt idx="2">
                  <c:v>1493.0423800000001</c:v>
                </c:pt>
                <c:pt idx="3">
                  <c:v>1570.94238</c:v>
                </c:pt>
                <c:pt idx="4">
                  <c:v>1570.86238</c:v>
                </c:pt>
                <c:pt idx="5">
                  <c:v>1675.0770500000003</c:v>
                </c:pt>
                <c:pt idx="6">
                  <c:v>1603.7318000000002</c:v>
                </c:pt>
                <c:pt idx="7">
                  <c:v>1625.8180499999999</c:v>
                </c:pt>
                <c:pt idx="8">
                  <c:v>1616.8796299999999</c:v>
                </c:pt>
                <c:pt idx="9">
                  <c:v>1675.8101300000003</c:v>
                </c:pt>
                <c:pt idx="10">
                  <c:v>1509.2168799999999</c:v>
                </c:pt>
                <c:pt idx="11">
                  <c:v>1316.6281299999996</c:v>
                </c:pt>
              </c:numCache>
            </c:numRef>
          </c:val>
          <c:extLst>
            <c:ext xmlns:c16="http://schemas.microsoft.com/office/drawing/2014/chart" uri="{C3380CC4-5D6E-409C-BE32-E72D297353CC}">
              <c16:uniqueId val="{00000000-45ED-4D97-A3D4-97A67BC12153}"/>
            </c:ext>
          </c:extLst>
        </c:ser>
        <c:ser>
          <c:idx val="1"/>
          <c:order val="1"/>
          <c:tx>
            <c:strRef>
              <c:f>Sheet1!$C$1</c:f>
              <c:strCache>
                <c:ptCount val="1"/>
                <c:pt idx="0">
                  <c:v>Short term purchase</c:v>
                </c:pt>
              </c:strCache>
            </c:strRef>
          </c:tx>
          <c:spPr>
            <a:solidFill>
              <a:srgbClr val="009A44"/>
            </a:solidFill>
            <a:ln>
              <a:noFill/>
            </a:ln>
            <a:effectLst/>
          </c:spPr>
          <c:dLbls>
            <c:spPr>
              <a:solidFill>
                <a:srgbClr val="009A44"/>
              </a:solidFill>
              <a:ln>
                <a:noFill/>
              </a:ln>
              <a:effectLst/>
            </c:spPr>
            <c:txPr>
              <a:bodyPr rot="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06:00</c:v>
                </c:pt>
                <c:pt idx="1">
                  <c:v>07:00</c:v>
                </c:pt>
                <c:pt idx="2">
                  <c:v>08:00</c:v>
                </c:pt>
                <c:pt idx="3">
                  <c:v>09:00</c:v>
                </c:pt>
                <c:pt idx="4">
                  <c:v>10:00</c:v>
                </c:pt>
                <c:pt idx="5">
                  <c:v>11:00</c:v>
                </c:pt>
                <c:pt idx="6">
                  <c:v>12:00</c:v>
                </c:pt>
                <c:pt idx="7">
                  <c:v>13:00</c:v>
                </c:pt>
                <c:pt idx="8">
                  <c:v>14:00</c:v>
                </c:pt>
                <c:pt idx="9">
                  <c:v>15:00</c:v>
                </c:pt>
                <c:pt idx="10">
                  <c:v>16:00</c:v>
                </c:pt>
                <c:pt idx="11">
                  <c:v>17:00</c:v>
                </c:pt>
              </c:strCache>
            </c:strRef>
          </c:cat>
          <c:val>
            <c:numRef>
              <c:f>Sheet1!$C$2:$C$13</c:f>
              <c:numCache>
                <c:formatCode>0</c:formatCode>
                <c:ptCount val="12"/>
                <c:pt idx="0">
                  <c:v>304.58370000000002</c:v>
                </c:pt>
                <c:pt idx="1">
                  <c:v>241.63962000000001</c:v>
                </c:pt>
                <c:pt idx="2">
                  <c:v>212.67761999999999</c:v>
                </c:pt>
                <c:pt idx="3">
                  <c:v>212.67762000000002</c:v>
                </c:pt>
                <c:pt idx="4">
                  <c:v>309.21762000000001</c:v>
                </c:pt>
                <c:pt idx="5">
                  <c:v>293.72294999999997</c:v>
                </c:pt>
                <c:pt idx="6">
                  <c:v>369.7482</c:v>
                </c:pt>
                <c:pt idx="7">
                  <c:v>375.78195000000005</c:v>
                </c:pt>
                <c:pt idx="8">
                  <c:v>397.31037000000003</c:v>
                </c:pt>
                <c:pt idx="9">
                  <c:v>390.06986999999992</c:v>
                </c:pt>
                <c:pt idx="10">
                  <c:v>437.13312000000002</c:v>
                </c:pt>
                <c:pt idx="11">
                  <c:v>467.30187000000001</c:v>
                </c:pt>
              </c:numCache>
            </c:numRef>
          </c:val>
          <c:extLst>
            <c:ext xmlns:c16="http://schemas.microsoft.com/office/drawing/2014/chart" uri="{C3380CC4-5D6E-409C-BE32-E72D297353CC}">
              <c16:uniqueId val="{00000001-45ED-4D97-A3D4-97A67BC12153}"/>
            </c:ext>
          </c:extLst>
        </c:ser>
        <c:ser>
          <c:idx val="2"/>
          <c:order val="2"/>
          <c:tx>
            <c:strRef>
              <c:f>Sheet1!$D$1</c:f>
              <c:strCache>
                <c:ptCount val="1"/>
                <c:pt idx="0">
                  <c:v>Load Shedding</c:v>
                </c:pt>
              </c:strCache>
            </c:strRef>
          </c:tx>
          <c:spPr>
            <a:solidFill>
              <a:srgbClr val="C4D600"/>
            </a:solidFill>
            <a:ln w="25400">
              <a:noFill/>
            </a:ln>
            <a:effectLst/>
          </c:spPr>
          <c:cat>
            <c:strRef>
              <c:f>Sheet1!$A$2:$A$13</c:f>
              <c:strCache>
                <c:ptCount val="12"/>
                <c:pt idx="0">
                  <c:v>06:00</c:v>
                </c:pt>
                <c:pt idx="1">
                  <c:v>07:00</c:v>
                </c:pt>
                <c:pt idx="2">
                  <c:v>08:00</c:v>
                </c:pt>
                <c:pt idx="3">
                  <c:v>09:00</c:v>
                </c:pt>
                <c:pt idx="4">
                  <c:v>10:00</c:v>
                </c:pt>
                <c:pt idx="5">
                  <c:v>11:00</c:v>
                </c:pt>
                <c:pt idx="6">
                  <c:v>12:00</c:v>
                </c:pt>
                <c:pt idx="7">
                  <c:v>13:00</c:v>
                </c:pt>
                <c:pt idx="8">
                  <c:v>14:00</c:v>
                </c:pt>
                <c:pt idx="9">
                  <c:v>15:00</c:v>
                </c:pt>
                <c:pt idx="10">
                  <c:v>16:00</c:v>
                </c:pt>
                <c:pt idx="11">
                  <c:v>17:00</c:v>
                </c:pt>
              </c:strCache>
            </c:strRef>
          </c:cat>
          <c:val>
            <c:numRef>
              <c:f>Sheet1!$D$2:$D$13</c:f>
              <c:numCache>
                <c:formatCode>0</c:formatCode>
                <c:ptCount val="12"/>
                <c:pt idx="0">
                  <c:v>0</c:v>
                </c:pt>
                <c:pt idx="1">
                  <c:v>0</c:v>
                </c:pt>
                <c:pt idx="2">
                  <c:v>0</c:v>
                </c:pt>
                <c:pt idx="3">
                  <c:v>0</c:v>
                </c:pt>
                <c:pt idx="4">
                  <c:v>0</c:v>
                </c:pt>
                <c:pt idx="5">
                  <c:v>0</c:v>
                </c:pt>
                <c:pt idx="6">
                  <c:v>0</c:v>
                </c:pt>
                <c:pt idx="7">
                  <c:v>0</c:v>
                </c:pt>
                <c:pt idx="8">
                  <c:v>0</c:v>
                </c:pt>
                <c:pt idx="9">
                  <c:v>0</c:v>
                </c:pt>
                <c:pt idx="10">
                  <c:v>0</c:v>
                </c:pt>
                <c:pt idx="11">
                  <c:v>0</c:v>
                </c:pt>
              </c:numCache>
            </c:numRef>
          </c:val>
          <c:extLst>
            <c:ext xmlns:c16="http://schemas.microsoft.com/office/drawing/2014/chart" uri="{C3380CC4-5D6E-409C-BE32-E72D297353CC}">
              <c16:uniqueId val="{00000002-45ED-4D97-A3D4-97A67BC12153}"/>
            </c:ext>
          </c:extLst>
        </c:ser>
        <c:dLbls>
          <c:showLegendKey val="0"/>
          <c:showVal val="0"/>
          <c:showCatName val="0"/>
          <c:showSerName val="0"/>
          <c:showPercent val="0"/>
          <c:showBubbleSize val="0"/>
        </c:dLbls>
        <c:axId val="870970687"/>
        <c:axId val="870971935"/>
      </c:areaChart>
      <c:catAx>
        <c:axId val="870970687"/>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1" i="0" u="none" strike="noStrike" kern="1200" baseline="0">
                <a:solidFill>
                  <a:schemeClr val="tx1"/>
                </a:solidFill>
                <a:latin typeface="+mn-lt"/>
                <a:ea typeface="+mn-ea"/>
                <a:cs typeface="+mn-cs"/>
              </a:defRPr>
            </a:pPr>
            <a:endParaRPr lang="en-US"/>
          </a:p>
        </c:txPr>
        <c:crossAx val="870971935"/>
        <c:crosses val="autoZero"/>
        <c:auto val="1"/>
        <c:lblAlgn val="ctr"/>
        <c:lblOffset val="100"/>
        <c:noMultiLvlLbl val="0"/>
      </c:catAx>
      <c:valAx>
        <c:axId val="870971935"/>
        <c:scaling>
          <c:orientation val="minMax"/>
        </c:scaling>
        <c:delete val="1"/>
        <c:axPos val="l"/>
        <c:numFmt formatCode="0" sourceLinked="1"/>
        <c:majorTickMark val="none"/>
        <c:minorTickMark val="none"/>
        <c:tickLblPos val="nextTo"/>
        <c:crossAx val="870970687"/>
        <c:crosses val="autoZero"/>
        <c:crossBetween val="midCat"/>
      </c:valAx>
      <c:spPr>
        <a:noFill/>
        <a:ln>
          <a:noFill/>
        </a:ln>
        <a:effectLst/>
      </c:spPr>
    </c:plotArea>
    <c:legend>
      <c:legendPos val="b"/>
      <c:legendEntry>
        <c:idx val="0"/>
        <c:txPr>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legendEntry>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legend>
    <c:plotVisOnly val="1"/>
    <c:dispBlanksAs val="zero"/>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bg1"/>
          </a:solidFill>
        </a:defRPr>
      </a:pPr>
      <a:endParaRPr lang="en-US"/>
    </a:p>
  </c:txPr>
  <c:externalData r:id="rId3">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5309000822884372E-2"/>
          <c:y val="9.8314096111526347E-2"/>
          <c:w val="0.93649740239156742"/>
          <c:h val="0.72924522979102158"/>
        </c:manualLayout>
      </c:layout>
      <c:areaChart>
        <c:grouping val="stacked"/>
        <c:varyColors val="0"/>
        <c:ser>
          <c:idx val="0"/>
          <c:order val="0"/>
          <c:tx>
            <c:strRef>
              <c:f>Sheet1!$B$1</c:f>
              <c:strCache>
                <c:ptCount val="1"/>
                <c:pt idx="0">
                  <c:v>Base Demand Met</c:v>
                </c:pt>
              </c:strCache>
            </c:strRef>
          </c:tx>
          <c:spPr>
            <a:solidFill>
              <a:schemeClr val="tx1">
                <a:lumMod val="65000"/>
                <a:lumOff val="35000"/>
              </a:schemeClr>
            </a:solidFill>
            <a:ln>
              <a:noFill/>
            </a:ln>
            <a:effectLst/>
          </c:spPr>
          <c:dLbls>
            <c:spPr>
              <a:solidFill>
                <a:schemeClr val="tx1">
                  <a:lumMod val="65000"/>
                  <a:lumOff val="35000"/>
                </a:schemeClr>
              </a:solidFill>
              <a:ln>
                <a:noFill/>
              </a:ln>
              <a:effectLst/>
            </c:spPr>
            <c:txPr>
              <a:bodyPr rot="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18:00</c:v>
                </c:pt>
                <c:pt idx="1">
                  <c:v>19:00</c:v>
                </c:pt>
                <c:pt idx="2">
                  <c:v>20:00</c:v>
                </c:pt>
                <c:pt idx="3">
                  <c:v>21:00</c:v>
                </c:pt>
                <c:pt idx="4">
                  <c:v>22:00</c:v>
                </c:pt>
                <c:pt idx="5">
                  <c:v>23:00</c:v>
                </c:pt>
                <c:pt idx="6">
                  <c:v>24:00</c:v>
                </c:pt>
                <c:pt idx="7">
                  <c:v>01:00</c:v>
                </c:pt>
                <c:pt idx="8">
                  <c:v>02:00</c:v>
                </c:pt>
                <c:pt idx="9">
                  <c:v>03:00</c:v>
                </c:pt>
                <c:pt idx="10">
                  <c:v>04:00</c:v>
                </c:pt>
                <c:pt idx="11">
                  <c:v>05:00</c:v>
                </c:pt>
              </c:strCache>
            </c:strRef>
          </c:cat>
          <c:val>
            <c:numRef>
              <c:f>Sheet1!$B$2:$B$13</c:f>
              <c:numCache>
                <c:formatCode>0</c:formatCode>
                <c:ptCount val="12"/>
                <c:pt idx="0">
                  <c:v>1328.48955</c:v>
                </c:pt>
                <c:pt idx="1">
                  <c:v>1769.89725</c:v>
                </c:pt>
                <c:pt idx="2">
                  <c:v>1631.8375185000004</c:v>
                </c:pt>
                <c:pt idx="3">
                  <c:v>1649.8997294999999</c:v>
                </c:pt>
                <c:pt idx="4">
                  <c:v>1594.4894520000007</c:v>
                </c:pt>
                <c:pt idx="5">
                  <c:v>1586.4650829999996</c:v>
                </c:pt>
                <c:pt idx="6">
                  <c:v>1390.114208</c:v>
                </c:pt>
                <c:pt idx="7">
                  <c:v>1539.0016000000001</c:v>
                </c:pt>
                <c:pt idx="8">
                  <c:v>1492.20595</c:v>
                </c:pt>
                <c:pt idx="9">
                  <c:v>1460.0606999999998</c:v>
                </c:pt>
                <c:pt idx="10">
                  <c:v>1499.8384999999998</c:v>
                </c:pt>
                <c:pt idx="11">
                  <c:v>1400.7933000000003</c:v>
                </c:pt>
              </c:numCache>
            </c:numRef>
          </c:val>
          <c:extLst>
            <c:ext xmlns:c16="http://schemas.microsoft.com/office/drawing/2014/chart" uri="{C3380CC4-5D6E-409C-BE32-E72D297353CC}">
              <c16:uniqueId val="{00000000-45ED-4D97-A3D4-97A67BC12153}"/>
            </c:ext>
          </c:extLst>
        </c:ser>
        <c:ser>
          <c:idx val="1"/>
          <c:order val="1"/>
          <c:tx>
            <c:strRef>
              <c:f>Sheet1!$C$1</c:f>
              <c:strCache>
                <c:ptCount val="1"/>
                <c:pt idx="0">
                  <c:v>Short term purchase</c:v>
                </c:pt>
              </c:strCache>
            </c:strRef>
          </c:tx>
          <c:spPr>
            <a:solidFill>
              <a:srgbClr val="009A44"/>
            </a:solidFill>
            <a:ln>
              <a:noFill/>
            </a:ln>
            <a:effectLst/>
          </c:spPr>
          <c:dLbls>
            <c:spPr>
              <a:solidFill>
                <a:srgbClr val="009A44"/>
              </a:solidFill>
              <a:ln>
                <a:noFill/>
              </a:ln>
              <a:effectLst/>
            </c:spPr>
            <c:txPr>
              <a:bodyPr rot="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18:00</c:v>
                </c:pt>
                <c:pt idx="1">
                  <c:v>19:00</c:v>
                </c:pt>
                <c:pt idx="2">
                  <c:v>20:00</c:v>
                </c:pt>
                <c:pt idx="3">
                  <c:v>21:00</c:v>
                </c:pt>
                <c:pt idx="4">
                  <c:v>22:00</c:v>
                </c:pt>
                <c:pt idx="5">
                  <c:v>23:00</c:v>
                </c:pt>
                <c:pt idx="6">
                  <c:v>24:00</c:v>
                </c:pt>
                <c:pt idx="7">
                  <c:v>01:00</c:v>
                </c:pt>
                <c:pt idx="8">
                  <c:v>02:00</c:v>
                </c:pt>
                <c:pt idx="9">
                  <c:v>03:00</c:v>
                </c:pt>
                <c:pt idx="10">
                  <c:v>04:00</c:v>
                </c:pt>
                <c:pt idx="11">
                  <c:v>05:00</c:v>
                </c:pt>
              </c:strCache>
            </c:strRef>
          </c:cat>
          <c:val>
            <c:numRef>
              <c:f>Sheet1!$C$2:$C$13</c:f>
              <c:numCache>
                <c:formatCode>0</c:formatCode>
                <c:ptCount val="12"/>
                <c:pt idx="0">
                  <c:v>354.06044999999995</c:v>
                </c:pt>
                <c:pt idx="1">
                  <c:v>377.71275000000003</c:v>
                </c:pt>
                <c:pt idx="2">
                  <c:v>530.41248150000001</c:v>
                </c:pt>
                <c:pt idx="3">
                  <c:v>598.02427049999994</c:v>
                </c:pt>
                <c:pt idx="4">
                  <c:v>661.89754799999992</c:v>
                </c:pt>
                <c:pt idx="5">
                  <c:v>625.92191700000001</c:v>
                </c:pt>
                <c:pt idx="6">
                  <c:v>633.76579200000003</c:v>
                </c:pt>
                <c:pt idx="7">
                  <c:v>623.64840000000004</c:v>
                </c:pt>
                <c:pt idx="8">
                  <c:v>628.23405000000002</c:v>
                </c:pt>
                <c:pt idx="9">
                  <c:v>583.58429999999998</c:v>
                </c:pt>
                <c:pt idx="10">
                  <c:v>523.72950000000003</c:v>
                </c:pt>
                <c:pt idx="11">
                  <c:v>415.60469999999998</c:v>
                </c:pt>
              </c:numCache>
            </c:numRef>
          </c:val>
          <c:extLst>
            <c:ext xmlns:c16="http://schemas.microsoft.com/office/drawing/2014/chart" uri="{C3380CC4-5D6E-409C-BE32-E72D297353CC}">
              <c16:uniqueId val="{00000001-45ED-4D97-A3D4-97A67BC12153}"/>
            </c:ext>
          </c:extLst>
        </c:ser>
        <c:ser>
          <c:idx val="2"/>
          <c:order val="2"/>
          <c:tx>
            <c:strRef>
              <c:f>Sheet1!$D$1</c:f>
              <c:strCache>
                <c:ptCount val="1"/>
                <c:pt idx="0">
                  <c:v>Load Shedding</c:v>
                </c:pt>
              </c:strCache>
            </c:strRef>
          </c:tx>
          <c:spPr>
            <a:solidFill>
              <a:srgbClr val="C4D600"/>
            </a:solidFill>
            <a:ln w="25400">
              <a:noFill/>
            </a:ln>
            <a:effectLst/>
          </c:spPr>
          <c:dLbls>
            <c:dLbl>
              <c:idx val="0"/>
              <c:delete val="1"/>
              <c:extLst>
                <c:ext xmlns:c15="http://schemas.microsoft.com/office/drawing/2012/chart" uri="{CE6537A1-D6FC-4f65-9D91-7224C49458BB}"/>
                <c:ext xmlns:c16="http://schemas.microsoft.com/office/drawing/2014/chart" uri="{C3380CC4-5D6E-409C-BE32-E72D297353CC}">
                  <c16:uniqueId val="{00000000-469E-4265-A47A-984798942866}"/>
                </c:ext>
              </c:extLst>
            </c:dLbl>
            <c:dLbl>
              <c:idx val="1"/>
              <c:delete val="1"/>
              <c:extLst>
                <c:ext xmlns:c15="http://schemas.microsoft.com/office/drawing/2012/chart" uri="{CE6537A1-D6FC-4f65-9D91-7224C49458BB}"/>
                <c:ext xmlns:c16="http://schemas.microsoft.com/office/drawing/2014/chart" uri="{C3380CC4-5D6E-409C-BE32-E72D297353CC}">
                  <c16:uniqueId val="{00000001-469E-4265-A47A-984798942866}"/>
                </c:ext>
              </c:extLst>
            </c:dLbl>
            <c:dLbl>
              <c:idx val="3"/>
              <c:delete val="1"/>
              <c:extLst>
                <c:ext xmlns:c15="http://schemas.microsoft.com/office/drawing/2012/chart" uri="{CE6537A1-D6FC-4f65-9D91-7224C49458BB}"/>
                <c:ext xmlns:c16="http://schemas.microsoft.com/office/drawing/2014/chart" uri="{C3380CC4-5D6E-409C-BE32-E72D297353CC}">
                  <c16:uniqueId val="{00000002-469E-4265-A47A-984798942866}"/>
                </c:ext>
              </c:extLst>
            </c:dLbl>
            <c:dLbl>
              <c:idx val="4"/>
              <c:delete val="1"/>
              <c:extLst>
                <c:ext xmlns:c15="http://schemas.microsoft.com/office/drawing/2012/chart" uri="{CE6537A1-D6FC-4f65-9D91-7224C49458BB}"/>
                <c:ext xmlns:c16="http://schemas.microsoft.com/office/drawing/2014/chart" uri="{C3380CC4-5D6E-409C-BE32-E72D297353CC}">
                  <c16:uniqueId val="{00000003-469E-4265-A47A-984798942866}"/>
                </c:ext>
              </c:extLst>
            </c:dLbl>
            <c:dLbl>
              <c:idx val="5"/>
              <c:delete val="1"/>
              <c:extLst>
                <c:ext xmlns:c15="http://schemas.microsoft.com/office/drawing/2012/chart" uri="{CE6537A1-D6FC-4f65-9D91-7224C49458BB}"/>
                <c:ext xmlns:c16="http://schemas.microsoft.com/office/drawing/2014/chart" uri="{C3380CC4-5D6E-409C-BE32-E72D297353CC}">
                  <c16:uniqueId val="{00000004-469E-4265-A47A-984798942866}"/>
                </c:ext>
              </c:extLst>
            </c:dLbl>
            <c:dLbl>
              <c:idx val="6"/>
              <c:delete val="1"/>
              <c:extLst>
                <c:ext xmlns:c15="http://schemas.microsoft.com/office/drawing/2012/chart" uri="{CE6537A1-D6FC-4f65-9D91-7224C49458BB}"/>
                <c:ext xmlns:c16="http://schemas.microsoft.com/office/drawing/2014/chart" uri="{C3380CC4-5D6E-409C-BE32-E72D297353CC}">
                  <c16:uniqueId val="{00000005-469E-4265-A47A-984798942866}"/>
                </c:ext>
              </c:extLst>
            </c:dLbl>
            <c:dLbl>
              <c:idx val="7"/>
              <c:delete val="1"/>
              <c:extLst>
                <c:ext xmlns:c15="http://schemas.microsoft.com/office/drawing/2012/chart" uri="{CE6537A1-D6FC-4f65-9D91-7224C49458BB}"/>
                <c:ext xmlns:c16="http://schemas.microsoft.com/office/drawing/2014/chart" uri="{C3380CC4-5D6E-409C-BE32-E72D297353CC}">
                  <c16:uniqueId val="{00000006-469E-4265-A47A-984798942866}"/>
                </c:ext>
              </c:extLst>
            </c:dLbl>
            <c:dLbl>
              <c:idx val="8"/>
              <c:delete val="1"/>
              <c:extLst>
                <c:ext xmlns:c15="http://schemas.microsoft.com/office/drawing/2012/chart" uri="{CE6537A1-D6FC-4f65-9D91-7224C49458BB}"/>
                <c:ext xmlns:c16="http://schemas.microsoft.com/office/drawing/2014/chart" uri="{C3380CC4-5D6E-409C-BE32-E72D297353CC}">
                  <c16:uniqueId val="{00000007-469E-4265-A47A-984798942866}"/>
                </c:ext>
              </c:extLst>
            </c:dLbl>
            <c:dLbl>
              <c:idx val="9"/>
              <c:delete val="1"/>
              <c:extLst>
                <c:ext xmlns:c15="http://schemas.microsoft.com/office/drawing/2012/chart" uri="{CE6537A1-D6FC-4f65-9D91-7224C49458BB}"/>
                <c:ext xmlns:c16="http://schemas.microsoft.com/office/drawing/2014/chart" uri="{C3380CC4-5D6E-409C-BE32-E72D297353CC}">
                  <c16:uniqueId val="{00000008-469E-4265-A47A-984798942866}"/>
                </c:ext>
              </c:extLst>
            </c:dLbl>
            <c:dLbl>
              <c:idx val="10"/>
              <c:delete val="1"/>
              <c:extLst>
                <c:ext xmlns:c15="http://schemas.microsoft.com/office/drawing/2012/chart" uri="{CE6537A1-D6FC-4f65-9D91-7224C49458BB}"/>
                <c:ext xmlns:c16="http://schemas.microsoft.com/office/drawing/2014/chart" uri="{C3380CC4-5D6E-409C-BE32-E72D297353CC}">
                  <c16:uniqueId val="{00000009-469E-4265-A47A-984798942866}"/>
                </c:ext>
              </c:extLst>
            </c:dLbl>
            <c:dLbl>
              <c:idx val="11"/>
              <c:delete val="1"/>
              <c:extLst>
                <c:ext xmlns:c15="http://schemas.microsoft.com/office/drawing/2012/chart" uri="{CE6537A1-D6FC-4f65-9D91-7224C49458BB}"/>
                <c:ext xmlns:c16="http://schemas.microsoft.com/office/drawing/2014/chart" uri="{C3380CC4-5D6E-409C-BE32-E72D297353CC}">
                  <c16:uniqueId val="{0000000A-469E-4265-A47A-984798942866}"/>
                </c:ext>
              </c:extLst>
            </c:dLbl>
            <c:spPr>
              <a:solidFill>
                <a:srgbClr val="C4D600"/>
              </a:solid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18:00</c:v>
                </c:pt>
                <c:pt idx="1">
                  <c:v>19:00</c:v>
                </c:pt>
                <c:pt idx="2">
                  <c:v>20:00</c:v>
                </c:pt>
                <c:pt idx="3">
                  <c:v>21:00</c:v>
                </c:pt>
                <c:pt idx="4">
                  <c:v>22:00</c:v>
                </c:pt>
                <c:pt idx="5">
                  <c:v>23:00</c:v>
                </c:pt>
                <c:pt idx="6">
                  <c:v>24:00</c:v>
                </c:pt>
                <c:pt idx="7">
                  <c:v>01:00</c:v>
                </c:pt>
                <c:pt idx="8">
                  <c:v>02:00</c:v>
                </c:pt>
                <c:pt idx="9">
                  <c:v>03:00</c:v>
                </c:pt>
                <c:pt idx="10">
                  <c:v>04:00</c:v>
                </c:pt>
                <c:pt idx="11">
                  <c:v>05:00</c:v>
                </c:pt>
              </c:strCache>
            </c:strRef>
          </c:cat>
          <c:val>
            <c:numRef>
              <c:f>Sheet1!$D$2:$D$13</c:f>
              <c:numCache>
                <c:formatCode>0</c:formatCode>
                <c:ptCount val="12"/>
                <c:pt idx="0">
                  <c:v>0</c:v>
                </c:pt>
                <c:pt idx="1">
                  <c:v>0</c:v>
                </c:pt>
                <c:pt idx="2">
                  <c:v>106.5</c:v>
                </c:pt>
                <c:pt idx="3">
                  <c:v>0</c:v>
                </c:pt>
                <c:pt idx="4">
                  <c:v>0</c:v>
                </c:pt>
                <c:pt idx="5">
                  <c:v>0</c:v>
                </c:pt>
                <c:pt idx="6">
                  <c:v>0</c:v>
                </c:pt>
                <c:pt idx="7">
                  <c:v>0</c:v>
                </c:pt>
                <c:pt idx="8">
                  <c:v>0</c:v>
                </c:pt>
                <c:pt idx="9">
                  <c:v>0</c:v>
                </c:pt>
                <c:pt idx="10">
                  <c:v>0</c:v>
                </c:pt>
                <c:pt idx="11">
                  <c:v>0</c:v>
                </c:pt>
              </c:numCache>
            </c:numRef>
          </c:val>
          <c:extLst>
            <c:ext xmlns:c16="http://schemas.microsoft.com/office/drawing/2014/chart" uri="{C3380CC4-5D6E-409C-BE32-E72D297353CC}">
              <c16:uniqueId val="{00000002-45ED-4D97-A3D4-97A67BC12153}"/>
            </c:ext>
          </c:extLst>
        </c:ser>
        <c:dLbls>
          <c:showLegendKey val="0"/>
          <c:showVal val="0"/>
          <c:showCatName val="0"/>
          <c:showSerName val="0"/>
          <c:showPercent val="0"/>
          <c:showBubbleSize val="0"/>
        </c:dLbls>
        <c:axId val="870970687"/>
        <c:axId val="870971935"/>
      </c:areaChart>
      <c:catAx>
        <c:axId val="870970687"/>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1" i="0" u="none" strike="noStrike" kern="1200" baseline="0">
                <a:solidFill>
                  <a:schemeClr val="tx1"/>
                </a:solidFill>
                <a:latin typeface="+mn-lt"/>
                <a:ea typeface="+mn-ea"/>
                <a:cs typeface="+mn-cs"/>
              </a:defRPr>
            </a:pPr>
            <a:endParaRPr lang="en-US"/>
          </a:p>
        </c:txPr>
        <c:crossAx val="870971935"/>
        <c:crosses val="autoZero"/>
        <c:auto val="1"/>
        <c:lblAlgn val="ctr"/>
        <c:lblOffset val="100"/>
        <c:noMultiLvlLbl val="0"/>
      </c:catAx>
      <c:valAx>
        <c:axId val="870971935"/>
        <c:scaling>
          <c:orientation val="minMax"/>
        </c:scaling>
        <c:delete val="1"/>
        <c:axPos val="l"/>
        <c:numFmt formatCode="0" sourceLinked="1"/>
        <c:majorTickMark val="none"/>
        <c:minorTickMark val="none"/>
        <c:tickLblPos val="nextTo"/>
        <c:crossAx val="870970687"/>
        <c:crosses val="autoZero"/>
        <c:crossBetween val="midCat"/>
      </c:valAx>
      <c:spPr>
        <a:noFill/>
        <a:ln>
          <a:noFill/>
        </a:ln>
        <a:effectLst/>
      </c:spPr>
    </c:plotArea>
    <c:legend>
      <c:legendPos val="b"/>
      <c:legendEntry>
        <c:idx val="0"/>
        <c:txPr>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legendEntry>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legend>
    <c:plotVisOnly val="1"/>
    <c:dispBlanksAs val="zero"/>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bg1"/>
          </a:solidFill>
        </a:defRPr>
      </a:pPr>
      <a:endParaRPr lang="en-US"/>
    </a:p>
  </c:txPr>
  <c:externalData r:id="rId3">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5309000822884372E-2"/>
          <c:y val="9.8314096111526347E-2"/>
          <c:w val="0.93649740239156742"/>
          <c:h val="0.69125514598804727"/>
        </c:manualLayout>
      </c:layout>
      <c:areaChart>
        <c:grouping val="stacked"/>
        <c:varyColors val="0"/>
        <c:ser>
          <c:idx val="0"/>
          <c:order val="0"/>
          <c:tx>
            <c:strRef>
              <c:f>Sheet1!$B$1</c:f>
              <c:strCache>
                <c:ptCount val="1"/>
                <c:pt idx="0">
                  <c:v>Base Demand Met</c:v>
                </c:pt>
              </c:strCache>
            </c:strRef>
          </c:tx>
          <c:spPr>
            <a:solidFill>
              <a:schemeClr val="tx1">
                <a:lumMod val="65000"/>
                <a:lumOff val="35000"/>
              </a:schemeClr>
            </a:solidFill>
            <a:ln>
              <a:noFill/>
            </a:ln>
            <a:effectLst/>
          </c:spPr>
          <c:dLbls>
            <c:spPr>
              <a:solidFill>
                <a:schemeClr val="tx1">
                  <a:lumMod val="65000"/>
                  <a:lumOff val="35000"/>
                </a:schemeClr>
              </a:solid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Sheet1!$A$2:$A$25</c:f>
              <c:strCache>
                <c:ptCount val="24"/>
                <c:pt idx="0">
                  <c:v>01:00</c:v>
                </c:pt>
                <c:pt idx="1">
                  <c:v>02:00</c:v>
                </c:pt>
                <c:pt idx="2">
                  <c:v>03:00</c:v>
                </c:pt>
                <c:pt idx="3">
                  <c:v>04:00</c:v>
                </c:pt>
                <c:pt idx="4">
                  <c:v>05:00</c:v>
                </c:pt>
                <c:pt idx="5">
                  <c:v>06:00</c:v>
                </c:pt>
                <c:pt idx="6">
                  <c:v>07:00</c:v>
                </c:pt>
                <c:pt idx="7">
                  <c:v>08:00</c:v>
                </c:pt>
                <c:pt idx="8">
                  <c:v>09:00</c:v>
                </c:pt>
                <c:pt idx="9">
                  <c:v>10:00</c:v>
                </c:pt>
                <c:pt idx="10">
                  <c:v>11:00</c:v>
                </c:pt>
                <c:pt idx="11">
                  <c:v>12:00</c:v>
                </c:pt>
                <c:pt idx="12">
                  <c:v>13:00</c:v>
                </c:pt>
                <c:pt idx="13">
                  <c:v>14:00</c:v>
                </c:pt>
                <c:pt idx="14">
                  <c:v>15:00</c:v>
                </c:pt>
                <c:pt idx="15">
                  <c:v>16:00</c:v>
                </c:pt>
                <c:pt idx="16">
                  <c:v>17:00</c:v>
                </c:pt>
                <c:pt idx="17">
                  <c:v>18:00</c:v>
                </c:pt>
                <c:pt idx="18">
                  <c:v>19:00</c:v>
                </c:pt>
                <c:pt idx="19">
                  <c:v>20:00</c:v>
                </c:pt>
                <c:pt idx="20">
                  <c:v>21:00</c:v>
                </c:pt>
                <c:pt idx="21">
                  <c:v>22:00</c:v>
                </c:pt>
                <c:pt idx="22">
                  <c:v>23:00</c:v>
                </c:pt>
                <c:pt idx="23">
                  <c:v>24:00</c:v>
                </c:pt>
              </c:strCache>
            </c:strRef>
          </c:cat>
          <c:val>
            <c:numRef>
              <c:f>Sheet1!$B$2:$B$25</c:f>
              <c:numCache>
                <c:formatCode>0</c:formatCode>
                <c:ptCount val="24"/>
                <c:pt idx="0">
                  <c:v>1539.0016000000001</c:v>
                </c:pt>
                <c:pt idx="1">
                  <c:v>1492.20595</c:v>
                </c:pt>
                <c:pt idx="2">
                  <c:v>1460.0606999999998</c:v>
                </c:pt>
                <c:pt idx="3">
                  <c:v>1499.8384999999998</c:v>
                </c:pt>
                <c:pt idx="4">
                  <c:v>1400.7933000000003</c:v>
                </c:pt>
                <c:pt idx="5">
                  <c:v>1396.9223000000002</c:v>
                </c:pt>
                <c:pt idx="6">
                  <c:v>1403.4003800000003</c:v>
                </c:pt>
                <c:pt idx="7">
                  <c:v>1493.0423800000001</c:v>
                </c:pt>
                <c:pt idx="8">
                  <c:v>1570.94238</c:v>
                </c:pt>
                <c:pt idx="9">
                  <c:v>1570.86238</c:v>
                </c:pt>
                <c:pt idx="10">
                  <c:v>1675.0770500000003</c:v>
                </c:pt>
                <c:pt idx="11">
                  <c:v>1603.7318000000002</c:v>
                </c:pt>
                <c:pt idx="12">
                  <c:v>1625.8180499999999</c:v>
                </c:pt>
                <c:pt idx="13">
                  <c:v>1616.8796299999999</c:v>
                </c:pt>
                <c:pt idx="14">
                  <c:v>1675.8101300000003</c:v>
                </c:pt>
                <c:pt idx="15">
                  <c:v>1509.2168799999999</c:v>
                </c:pt>
                <c:pt idx="16">
                  <c:v>1316.6281299999996</c:v>
                </c:pt>
                <c:pt idx="17">
                  <c:v>1328.48955</c:v>
                </c:pt>
                <c:pt idx="18">
                  <c:v>1769.89725</c:v>
                </c:pt>
                <c:pt idx="19">
                  <c:v>1631.8375185000004</c:v>
                </c:pt>
                <c:pt idx="20">
                  <c:v>1649.8997294999999</c:v>
                </c:pt>
                <c:pt idx="21">
                  <c:v>1594.4894520000007</c:v>
                </c:pt>
                <c:pt idx="22">
                  <c:v>1586.4650829999996</c:v>
                </c:pt>
                <c:pt idx="23">
                  <c:v>1390.114208</c:v>
                </c:pt>
              </c:numCache>
            </c:numRef>
          </c:val>
          <c:extLst>
            <c:ext xmlns:c16="http://schemas.microsoft.com/office/drawing/2014/chart" uri="{C3380CC4-5D6E-409C-BE32-E72D297353CC}">
              <c16:uniqueId val="{00000000-45ED-4D97-A3D4-97A67BC12153}"/>
            </c:ext>
          </c:extLst>
        </c:ser>
        <c:ser>
          <c:idx val="1"/>
          <c:order val="1"/>
          <c:tx>
            <c:strRef>
              <c:f>Sheet1!$C$1</c:f>
              <c:strCache>
                <c:ptCount val="1"/>
                <c:pt idx="0">
                  <c:v>Short term purchase</c:v>
                </c:pt>
              </c:strCache>
            </c:strRef>
          </c:tx>
          <c:spPr>
            <a:solidFill>
              <a:srgbClr val="009A44"/>
            </a:solidFill>
            <a:ln>
              <a:noFill/>
            </a:ln>
            <a:effectLst/>
          </c:spPr>
          <c:dLbls>
            <c:spPr>
              <a:solidFill>
                <a:srgbClr val="009A44"/>
              </a:solid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Sheet1!$A$2:$A$25</c:f>
              <c:strCache>
                <c:ptCount val="24"/>
                <c:pt idx="0">
                  <c:v>01:00</c:v>
                </c:pt>
                <c:pt idx="1">
                  <c:v>02:00</c:v>
                </c:pt>
                <c:pt idx="2">
                  <c:v>03:00</c:v>
                </c:pt>
                <c:pt idx="3">
                  <c:v>04:00</c:v>
                </c:pt>
                <c:pt idx="4">
                  <c:v>05:00</c:v>
                </c:pt>
                <c:pt idx="5">
                  <c:v>06:00</c:v>
                </c:pt>
                <c:pt idx="6">
                  <c:v>07:00</c:v>
                </c:pt>
                <c:pt idx="7">
                  <c:v>08:00</c:v>
                </c:pt>
                <c:pt idx="8">
                  <c:v>09:00</c:v>
                </c:pt>
                <c:pt idx="9">
                  <c:v>10:00</c:v>
                </c:pt>
                <c:pt idx="10">
                  <c:v>11:00</c:v>
                </c:pt>
                <c:pt idx="11">
                  <c:v>12:00</c:v>
                </c:pt>
                <c:pt idx="12">
                  <c:v>13:00</c:v>
                </c:pt>
                <c:pt idx="13">
                  <c:v>14:00</c:v>
                </c:pt>
                <c:pt idx="14">
                  <c:v>15:00</c:v>
                </c:pt>
                <c:pt idx="15">
                  <c:v>16:00</c:v>
                </c:pt>
                <c:pt idx="16">
                  <c:v>17:00</c:v>
                </c:pt>
                <c:pt idx="17">
                  <c:v>18:00</c:v>
                </c:pt>
                <c:pt idx="18">
                  <c:v>19:00</c:v>
                </c:pt>
                <c:pt idx="19">
                  <c:v>20:00</c:v>
                </c:pt>
                <c:pt idx="20">
                  <c:v>21:00</c:v>
                </c:pt>
                <c:pt idx="21">
                  <c:v>22:00</c:v>
                </c:pt>
                <c:pt idx="22">
                  <c:v>23:00</c:v>
                </c:pt>
                <c:pt idx="23">
                  <c:v>24:00</c:v>
                </c:pt>
              </c:strCache>
            </c:strRef>
          </c:cat>
          <c:val>
            <c:numRef>
              <c:f>Sheet1!$C$2:$C$25</c:f>
              <c:numCache>
                <c:formatCode>0</c:formatCode>
                <c:ptCount val="24"/>
                <c:pt idx="0">
                  <c:v>623.64840000000004</c:v>
                </c:pt>
                <c:pt idx="1">
                  <c:v>628.23405000000002</c:v>
                </c:pt>
                <c:pt idx="2">
                  <c:v>583.58429999999998</c:v>
                </c:pt>
                <c:pt idx="3">
                  <c:v>523.72950000000003</c:v>
                </c:pt>
                <c:pt idx="4">
                  <c:v>415.60469999999998</c:v>
                </c:pt>
                <c:pt idx="5">
                  <c:v>304.58370000000002</c:v>
                </c:pt>
                <c:pt idx="6">
                  <c:v>241.63962000000001</c:v>
                </c:pt>
                <c:pt idx="7">
                  <c:v>212.67761999999999</c:v>
                </c:pt>
                <c:pt idx="8">
                  <c:v>212.67762000000002</c:v>
                </c:pt>
                <c:pt idx="9">
                  <c:v>309.21762000000001</c:v>
                </c:pt>
                <c:pt idx="10">
                  <c:v>293.72294999999997</c:v>
                </c:pt>
                <c:pt idx="11">
                  <c:v>369.7482</c:v>
                </c:pt>
                <c:pt idx="12">
                  <c:v>375.78195000000005</c:v>
                </c:pt>
                <c:pt idx="13">
                  <c:v>397.31037000000003</c:v>
                </c:pt>
                <c:pt idx="14">
                  <c:v>390.06986999999992</c:v>
                </c:pt>
                <c:pt idx="15">
                  <c:v>437.13312000000002</c:v>
                </c:pt>
                <c:pt idx="16">
                  <c:v>467.30187000000001</c:v>
                </c:pt>
                <c:pt idx="17">
                  <c:v>354.06044999999995</c:v>
                </c:pt>
                <c:pt idx="18">
                  <c:v>377.71275000000003</c:v>
                </c:pt>
                <c:pt idx="19">
                  <c:v>530.41248150000001</c:v>
                </c:pt>
                <c:pt idx="20">
                  <c:v>598.02427049999994</c:v>
                </c:pt>
                <c:pt idx="21">
                  <c:v>661.89754799999992</c:v>
                </c:pt>
                <c:pt idx="22">
                  <c:v>625.92191700000001</c:v>
                </c:pt>
                <c:pt idx="23">
                  <c:v>633.76579200000003</c:v>
                </c:pt>
              </c:numCache>
            </c:numRef>
          </c:val>
          <c:extLst>
            <c:ext xmlns:c16="http://schemas.microsoft.com/office/drawing/2014/chart" uri="{C3380CC4-5D6E-409C-BE32-E72D297353CC}">
              <c16:uniqueId val="{00000001-45ED-4D97-A3D4-97A67BC12153}"/>
            </c:ext>
          </c:extLst>
        </c:ser>
        <c:ser>
          <c:idx val="2"/>
          <c:order val="2"/>
          <c:tx>
            <c:strRef>
              <c:f>Sheet1!$D$1</c:f>
              <c:strCache>
                <c:ptCount val="1"/>
                <c:pt idx="0">
                  <c:v>Load Shedding</c:v>
                </c:pt>
              </c:strCache>
            </c:strRef>
          </c:tx>
          <c:spPr>
            <a:solidFill>
              <a:srgbClr val="C4D600"/>
            </a:solidFill>
            <a:ln w="25400">
              <a:noFill/>
            </a:ln>
            <a:effectLst/>
          </c:spPr>
          <c:dLbls>
            <c:dLbl>
              <c:idx val="0"/>
              <c:delete val="1"/>
              <c:extLst>
                <c:ext xmlns:c15="http://schemas.microsoft.com/office/drawing/2012/chart" uri="{CE6537A1-D6FC-4f65-9D91-7224C49458BB}"/>
                <c:ext xmlns:c16="http://schemas.microsoft.com/office/drawing/2014/chart" uri="{C3380CC4-5D6E-409C-BE32-E72D297353CC}">
                  <c16:uniqueId val="{00000000-3892-4F1F-AA75-1E687CC3EDB7}"/>
                </c:ext>
              </c:extLst>
            </c:dLbl>
            <c:dLbl>
              <c:idx val="1"/>
              <c:delete val="1"/>
              <c:extLst>
                <c:ext xmlns:c15="http://schemas.microsoft.com/office/drawing/2012/chart" uri="{CE6537A1-D6FC-4f65-9D91-7224C49458BB}"/>
                <c:ext xmlns:c16="http://schemas.microsoft.com/office/drawing/2014/chart" uri="{C3380CC4-5D6E-409C-BE32-E72D297353CC}">
                  <c16:uniqueId val="{00000001-3892-4F1F-AA75-1E687CC3EDB7}"/>
                </c:ext>
              </c:extLst>
            </c:dLbl>
            <c:dLbl>
              <c:idx val="2"/>
              <c:delete val="1"/>
              <c:extLst>
                <c:ext xmlns:c15="http://schemas.microsoft.com/office/drawing/2012/chart" uri="{CE6537A1-D6FC-4f65-9D91-7224C49458BB}"/>
                <c:ext xmlns:c16="http://schemas.microsoft.com/office/drawing/2014/chart" uri="{C3380CC4-5D6E-409C-BE32-E72D297353CC}">
                  <c16:uniqueId val="{00000002-3892-4F1F-AA75-1E687CC3EDB7}"/>
                </c:ext>
              </c:extLst>
            </c:dLbl>
            <c:dLbl>
              <c:idx val="3"/>
              <c:delete val="1"/>
              <c:extLst>
                <c:ext xmlns:c15="http://schemas.microsoft.com/office/drawing/2012/chart" uri="{CE6537A1-D6FC-4f65-9D91-7224C49458BB}"/>
                <c:ext xmlns:c16="http://schemas.microsoft.com/office/drawing/2014/chart" uri="{C3380CC4-5D6E-409C-BE32-E72D297353CC}">
                  <c16:uniqueId val="{00000003-3892-4F1F-AA75-1E687CC3EDB7}"/>
                </c:ext>
              </c:extLst>
            </c:dLbl>
            <c:dLbl>
              <c:idx val="4"/>
              <c:delete val="1"/>
              <c:extLst>
                <c:ext xmlns:c15="http://schemas.microsoft.com/office/drawing/2012/chart" uri="{CE6537A1-D6FC-4f65-9D91-7224C49458BB}"/>
                <c:ext xmlns:c16="http://schemas.microsoft.com/office/drawing/2014/chart" uri="{C3380CC4-5D6E-409C-BE32-E72D297353CC}">
                  <c16:uniqueId val="{00000004-3892-4F1F-AA75-1E687CC3EDB7}"/>
                </c:ext>
              </c:extLst>
            </c:dLbl>
            <c:dLbl>
              <c:idx val="5"/>
              <c:delete val="1"/>
              <c:extLst>
                <c:ext xmlns:c15="http://schemas.microsoft.com/office/drawing/2012/chart" uri="{CE6537A1-D6FC-4f65-9D91-7224C49458BB}"/>
                <c:ext xmlns:c16="http://schemas.microsoft.com/office/drawing/2014/chart" uri="{C3380CC4-5D6E-409C-BE32-E72D297353CC}">
                  <c16:uniqueId val="{00000005-3892-4F1F-AA75-1E687CC3EDB7}"/>
                </c:ext>
              </c:extLst>
            </c:dLbl>
            <c:dLbl>
              <c:idx val="6"/>
              <c:delete val="1"/>
              <c:extLst>
                <c:ext xmlns:c15="http://schemas.microsoft.com/office/drawing/2012/chart" uri="{CE6537A1-D6FC-4f65-9D91-7224C49458BB}"/>
                <c:ext xmlns:c16="http://schemas.microsoft.com/office/drawing/2014/chart" uri="{C3380CC4-5D6E-409C-BE32-E72D297353CC}">
                  <c16:uniqueId val="{00000006-3892-4F1F-AA75-1E687CC3EDB7}"/>
                </c:ext>
              </c:extLst>
            </c:dLbl>
            <c:dLbl>
              <c:idx val="7"/>
              <c:delete val="1"/>
              <c:extLst>
                <c:ext xmlns:c15="http://schemas.microsoft.com/office/drawing/2012/chart" uri="{CE6537A1-D6FC-4f65-9D91-7224C49458BB}"/>
                <c:ext xmlns:c16="http://schemas.microsoft.com/office/drawing/2014/chart" uri="{C3380CC4-5D6E-409C-BE32-E72D297353CC}">
                  <c16:uniqueId val="{00000007-3892-4F1F-AA75-1E687CC3EDB7}"/>
                </c:ext>
              </c:extLst>
            </c:dLbl>
            <c:dLbl>
              <c:idx val="8"/>
              <c:delete val="1"/>
              <c:extLst>
                <c:ext xmlns:c15="http://schemas.microsoft.com/office/drawing/2012/chart" uri="{CE6537A1-D6FC-4f65-9D91-7224C49458BB}"/>
                <c:ext xmlns:c16="http://schemas.microsoft.com/office/drawing/2014/chart" uri="{C3380CC4-5D6E-409C-BE32-E72D297353CC}">
                  <c16:uniqueId val="{00000008-3892-4F1F-AA75-1E687CC3EDB7}"/>
                </c:ext>
              </c:extLst>
            </c:dLbl>
            <c:dLbl>
              <c:idx val="9"/>
              <c:delete val="1"/>
              <c:extLst>
                <c:ext xmlns:c15="http://schemas.microsoft.com/office/drawing/2012/chart" uri="{CE6537A1-D6FC-4f65-9D91-7224C49458BB}"/>
                <c:ext xmlns:c16="http://schemas.microsoft.com/office/drawing/2014/chart" uri="{C3380CC4-5D6E-409C-BE32-E72D297353CC}">
                  <c16:uniqueId val="{00000009-3892-4F1F-AA75-1E687CC3EDB7}"/>
                </c:ext>
              </c:extLst>
            </c:dLbl>
            <c:dLbl>
              <c:idx val="10"/>
              <c:delete val="1"/>
              <c:extLst>
                <c:ext xmlns:c15="http://schemas.microsoft.com/office/drawing/2012/chart" uri="{CE6537A1-D6FC-4f65-9D91-7224C49458BB}"/>
                <c:ext xmlns:c16="http://schemas.microsoft.com/office/drawing/2014/chart" uri="{C3380CC4-5D6E-409C-BE32-E72D297353CC}">
                  <c16:uniqueId val="{0000000A-3892-4F1F-AA75-1E687CC3EDB7}"/>
                </c:ext>
              </c:extLst>
            </c:dLbl>
            <c:dLbl>
              <c:idx val="11"/>
              <c:delete val="1"/>
              <c:extLst>
                <c:ext xmlns:c15="http://schemas.microsoft.com/office/drawing/2012/chart" uri="{CE6537A1-D6FC-4f65-9D91-7224C49458BB}"/>
                <c:ext xmlns:c16="http://schemas.microsoft.com/office/drawing/2014/chart" uri="{C3380CC4-5D6E-409C-BE32-E72D297353CC}">
                  <c16:uniqueId val="{0000000B-3892-4F1F-AA75-1E687CC3EDB7}"/>
                </c:ext>
              </c:extLst>
            </c:dLbl>
            <c:dLbl>
              <c:idx val="12"/>
              <c:delete val="1"/>
              <c:extLst>
                <c:ext xmlns:c15="http://schemas.microsoft.com/office/drawing/2012/chart" uri="{CE6537A1-D6FC-4f65-9D91-7224C49458BB}"/>
                <c:ext xmlns:c16="http://schemas.microsoft.com/office/drawing/2014/chart" uri="{C3380CC4-5D6E-409C-BE32-E72D297353CC}">
                  <c16:uniqueId val="{00000000-154B-4BC6-9343-CB29E1A2841D}"/>
                </c:ext>
              </c:extLst>
            </c:dLbl>
            <c:dLbl>
              <c:idx val="13"/>
              <c:delete val="1"/>
              <c:extLst>
                <c:ext xmlns:c15="http://schemas.microsoft.com/office/drawing/2012/chart" uri="{CE6537A1-D6FC-4f65-9D91-7224C49458BB}"/>
                <c:ext xmlns:c16="http://schemas.microsoft.com/office/drawing/2014/chart" uri="{C3380CC4-5D6E-409C-BE32-E72D297353CC}">
                  <c16:uniqueId val="{00000001-154B-4BC6-9343-CB29E1A2841D}"/>
                </c:ext>
              </c:extLst>
            </c:dLbl>
            <c:dLbl>
              <c:idx val="14"/>
              <c:delete val="1"/>
              <c:extLst>
                <c:ext xmlns:c15="http://schemas.microsoft.com/office/drawing/2012/chart" uri="{CE6537A1-D6FC-4f65-9D91-7224C49458BB}"/>
                <c:ext xmlns:c16="http://schemas.microsoft.com/office/drawing/2014/chart" uri="{C3380CC4-5D6E-409C-BE32-E72D297353CC}">
                  <c16:uniqueId val="{00000002-154B-4BC6-9343-CB29E1A2841D}"/>
                </c:ext>
              </c:extLst>
            </c:dLbl>
            <c:dLbl>
              <c:idx val="15"/>
              <c:delete val="1"/>
              <c:extLst>
                <c:ext xmlns:c15="http://schemas.microsoft.com/office/drawing/2012/chart" uri="{CE6537A1-D6FC-4f65-9D91-7224C49458BB}"/>
                <c:ext xmlns:c16="http://schemas.microsoft.com/office/drawing/2014/chart" uri="{C3380CC4-5D6E-409C-BE32-E72D297353CC}">
                  <c16:uniqueId val="{00000003-154B-4BC6-9343-CB29E1A2841D}"/>
                </c:ext>
              </c:extLst>
            </c:dLbl>
            <c:dLbl>
              <c:idx val="16"/>
              <c:delete val="1"/>
              <c:extLst>
                <c:ext xmlns:c15="http://schemas.microsoft.com/office/drawing/2012/chart" uri="{CE6537A1-D6FC-4f65-9D91-7224C49458BB}"/>
                <c:ext xmlns:c16="http://schemas.microsoft.com/office/drawing/2014/chart" uri="{C3380CC4-5D6E-409C-BE32-E72D297353CC}">
                  <c16:uniqueId val="{00000004-154B-4BC6-9343-CB29E1A2841D}"/>
                </c:ext>
              </c:extLst>
            </c:dLbl>
            <c:dLbl>
              <c:idx val="17"/>
              <c:delete val="1"/>
              <c:extLst>
                <c:ext xmlns:c15="http://schemas.microsoft.com/office/drawing/2012/chart" uri="{CE6537A1-D6FC-4f65-9D91-7224C49458BB}"/>
                <c:ext xmlns:c16="http://schemas.microsoft.com/office/drawing/2014/chart" uri="{C3380CC4-5D6E-409C-BE32-E72D297353CC}">
                  <c16:uniqueId val="{00000005-154B-4BC6-9343-CB29E1A2841D}"/>
                </c:ext>
              </c:extLst>
            </c:dLbl>
            <c:dLbl>
              <c:idx val="18"/>
              <c:delete val="1"/>
              <c:extLst>
                <c:ext xmlns:c15="http://schemas.microsoft.com/office/drawing/2012/chart" uri="{CE6537A1-D6FC-4f65-9D91-7224C49458BB}"/>
                <c:ext xmlns:c16="http://schemas.microsoft.com/office/drawing/2014/chart" uri="{C3380CC4-5D6E-409C-BE32-E72D297353CC}">
                  <c16:uniqueId val="{00000006-154B-4BC6-9343-CB29E1A2841D}"/>
                </c:ext>
              </c:extLst>
            </c:dLbl>
            <c:dLbl>
              <c:idx val="19"/>
              <c:layout>
                <c:manualLayout>
                  <c:x val="0"/>
                  <c:y val="-4.46941687130965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B4BF-44D0-8187-A3F77DD0E9C1}"/>
                </c:ext>
              </c:extLst>
            </c:dLbl>
            <c:dLbl>
              <c:idx val="20"/>
              <c:delete val="1"/>
              <c:extLst>
                <c:ext xmlns:c15="http://schemas.microsoft.com/office/drawing/2012/chart" uri="{CE6537A1-D6FC-4f65-9D91-7224C49458BB}"/>
                <c:ext xmlns:c16="http://schemas.microsoft.com/office/drawing/2014/chart" uri="{C3380CC4-5D6E-409C-BE32-E72D297353CC}">
                  <c16:uniqueId val="{00000007-154B-4BC6-9343-CB29E1A2841D}"/>
                </c:ext>
              </c:extLst>
            </c:dLbl>
            <c:dLbl>
              <c:idx val="21"/>
              <c:delete val="1"/>
              <c:extLst>
                <c:ext xmlns:c15="http://schemas.microsoft.com/office/drawing/2012/chart" uri="{CE6537A1-D6FC-4f65-9D91-7224C49458BB}"/>
                <c:ext xmlns:c16="http://schemas.microsoft.com/office/drawing/2014/chart" uri="{C3380CC4-5D6E-409C-BE32-E72D297353CC}">
                  <c16:uniqueId val="{00000008-154B-4BC6-9343-CB29E1A2841D}"/>
                </c:ext>
              </c:extLst>
            </c:dLbl>
            <c:dLbl>
              <c:idx val="22"/>
              <c:delete val="1"/>
              <c:extLst>
                <c:ext xmlns:c15="http://schemas.microsoft.com/office/drawing/2012/chart" uri="{CE6537A1-D6FC-4f65-9D91-7224C49458BB}"/>
                <c:ext xmlns:c16="http://schemas.microsoft.com/office/drawing/2014/chart" uri="{C3380CC4-5D6E-409C-BE32-E72D297353CC}">
                  <c16:uniqueId val="{00000009-154B-4BC6-9343-CB29E1A2841D}"/>
                </c:ext>
              </c:extLst>
            </c:dLbl>
            <c:dLbl>
              <c:idx val="23"/>
              <c:delete val="1"/>
              <c:extLst>
                <c:ext xmlns:c15="http://schemas.microsoft.com/office/drawing/2012/chart" uri="{CE6537A1-D6FC-4f65-9D91-7224C49458BB}"/>
                <c:ext xmlns:c16="http://schemas.microsoft.com/office/drawing/2014/chart" uri="{C3380CC4-5D6E-409C-BE32-E72D297353CC}">
                  <c16:uniqueId val="{0000000A-154B-4BC6-9343-CB29E1A2841D}"/>
                </c:ext>
              </c:extLst>
            </c:dLbl>
            <c:spPr>
              <a:solidFill>
                <a:srgbClr val="C4D600"/>
              </a:solid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Sheet1!$A$2:$A$25</c:f>
              <c:strCache>
                <c:ptCount val="24"/>
                <c:pt idx="0">
                  <c:v>01:00</c:v>
                </c:pt>
                <c:pt idx="1">
                  <c:v>02:00</c:v>
                </c:pt>
                <c:pt idx="2">
                  <c:v>03:00</c:v>
                </c:pt>
                <c:pt idx="3">
                  <c:v>04:00</c:v>
                </c:pt>
                <c:pt idx="4">
                  <c:v>05:00</c:v>
                </c:pt>
                <c:pt idx="5">
                  <c:v>06:00</c:v>
                </c:pt>
                <c:pt idx="6">
                  <c:v>07:00</c:v>
                </c:pt>
                <c:pt idx="7">
                  <c:v>08:00</c:v>
                </c:pt>
                <c:pt idx="8">
                  <c:v>09:00</c:v>
                </c:pt>
                <c:pt idx="9">
                  <c:v>10:00</c:v>
                </c:pt>
                <c:pt idx="10">
                  <c:v>11:00</c:v>
                </c:pt>
                <c:pt idx="11">
                  <c:v>12:00</c:v>
                </c:pt>
                <c:pt idx="12">
                  <c:v>13:00</c:v>
                </c:pt>
                <c:pt idx="13">
                  <c:v>14:00</c:v>
                </c:pt>
                <c:pt idx="14">
                  <c:v>15:00</c:v>
                </c:pt>
                <c:pt idx="15">
                  <c:v>16:00</c:v>
                </c:pt>
                <c:pt idx="16">
                  <c:v>17:00</c:v>
                </c:pt>
                <c:pt idx="17">
                  <c:v>18:00</c:v>
                </c:pt>
                <c:pt idx="18">
                  <c:v>19:00</c:v>
                </c:pt>
                <c:pt idx="19">
                  <c:v>20:00</c:v>
                </c:pt>
                <c:pt idx="20">
                  <c:v>21:00</c:v>
                </c:pt>
                <c:pt idx="21">
                  <c:v>22:00</c:v>
                </c:pt>
                <c:pt idx="22">
                  <c:v>23:00</c:v>
                </c:pt>
                <c:pt idx="23">
                  <c:v>24:00</c:v>
                </c:pt>
              </c:strCache>
            </c:strRef>
          </c:cat>
          <c:val>
            <c:numRef>
              <c:f>Sheet1!$D$2:$D$25</c:f>
              <c:numCache>
                <c:formatCode>0</c:formatCode>
                <c:ptCount val="24"/>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106.5</c:v>
                </c:pt>
                <c:pt idx="20">
                  <c:v>0</c:v>
                </c:pt>
                <c:pt idx="21">
                  <c:v>0</c:v>
                </c:pt>
                <c:pt idx="22">
                  <c:v>0</c:v>
                </c:pt>
                <c:pt idx="23">
                  <c:v>0</c:v>
                </c:pt>
              </c:numCache>
            </c:numRef>
          </c:val>
          <c:extLst>
            <c:ext xmlns:c16="http://schemas.microsoft.com/office/drawing/2014/chart" uri="{C3380CC4-5D6E-409C-BE32-E72D297353CC}">
              <c16:uniqueId val="{00000002-45ED-4D97-A3D4-97A67BC12153}"/>
            </c:ext>
          </c:extLst>
        </c:ser>
        <c:dLbls>
          <c:showLegendKey val="0"/>
          <c:showVal val="0"/>
          <c:showCatName val="0"/>
          <c:showSerName val="0"/>
          <c:showPercent val="0"/>
          <c:showBubbleSize val="0"/>
        </c:dLbls>
        <c:axId val="870970687"/>
        <c:axId val="870971935"/>
      </c:areaChart>
      <c:catAx>
        <c:axId val="870970687"/>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1" i="0" u="none" strike="noStrike" kern="1200" baseline="0">
                <a:solidFill>
                  <a:schemeClr val="tx1">
                    <a:lumMod val="65000"/>
                    <a:lumOff val="35000"/>
                  </a:schemeClr>
                </a:solidFill>
                <a:latin typeface="+mn-lt"/>
                <a:ea typeface="+mn-ea"/>
                <a:cs typeface="+mn-cs"/>
              </a:defRPr>
            </a:pPr>
            <a:endParaRPr lang="en-US"/>
          </a:p>
        </c:txPr>
        <c:crossAx val="870971935"/>
        <c:crosses val="autoZero"/>
        <c:auto val="1"/>
        <c:lblAlgn val="ctr"/>
        <c:lblOffset val="100"/>
        <c:noMultiLvlLbl val="0"/>
      </c:catAx>
      <c:valAx>
        <c:axId val="870971935"/>
        <c:scaling>
          <c:orientation val="minMax"/>
        </c:scaling>
        <c:delete val="1"/>
        <c:axPos val="l"/>
        <c:numFmt formatCode="0" sourceLinked="1"/>
        <c:majorTickMark val="none"/>
        <c:minorTickMark val="none"/>
        <c:tickLblPos val="nextTo"/>
        <c:crossAx val="870970687"/>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legend>
    <c:plotVisOnly val="1"/>
    <c:dispBlanksAs val="zero"/>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5309000822884372E-2"/>
          <c:y val="9.8314096111526347E-2"/>
          <c:w val="0.93649740239156742"/>
          <c:h val="0.72924522979102158"/>
        </c:manualLayout>
      </c:layout>
      <c:areaChart>
        <c:grouping val="stacked"/>
        <c:varyColors val="0"/>
        <c:ser>
          <c:idx val="0"/>
          <c:order val="0"/>
          <c:tx>
            <c:strRef>
              <c:f>Sheet1!$B$1</c:f>
              <c:strCache>
                <c:ptCount val="1"/>
                <c:pt idx="0">
                  <c:v>Base Demand Met</c:v>
                </c:pt>
              </c:strCache>
            </c:strRef>
          </c:tx>
          <c:spPr>
            <a:solidFill>
              <a:schemeClr val="tx1">
                <a:lumMod val="65000"/>
                <a:lumOff val="35000"/>
              </a:schemeClr>
            </a:solidFill>
            <a:ln>
              <a:noFill/>
            </a:ln>
            <a:effectLst/>
          </c:spPr>
          <c:dLbls>
            <c:spPr>
              <a:solidFill>
                <a:schemeClr val="tx1">
                  <a:lumMod val="65000"/>
                  <a:lumOff val="35000"/>
                </a:schemeClr>
              </a:solidFill>
              <a:ln>
                <a:noFill/>
              </a:ln>
              <a:effectLst/>
            </c:spPr>
            <c:txPr>
              <a:bodyPr rot="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06:00</c:v>
                </c:pt>
                <c:pt idx="1">
                  <c:v>07:00</c:v>
                </c:pt>
                <c:pt idx="2">
                  <c:v>08:00</c:v>
                </c:pt>
                <c:pt idx="3">
                  <c:v>09:00</c:v>
                </c:pt>
                <c:pt idx="4">
                  <c:v>10:00</c:v>
                </c:pt>
                <c:pt idx="5">
                  <c:v>11:00</c:v>
                </c:pt>
                <c:pt idx="6">
                  <c:v>12:00</c:v>
                </c:pt>
                <c:pt idx="7">
                  <c:v>13:00</c:v>
                </c:pt>
                <c:pt idx="8">
                  <c:v>14:00</c:v>
                </c:pt>
                <c:pt idx="9">
                  <c:v>15:00</c:v>
                </c:pt>
                <c:pt idx="10">
                  <c:v>16:00</c:v>
                </c:pt>
                <c:pt idx="11">
                  <c:v>17:00</c:v>
                </c:pt>
              </c:strCache>
            </c:strRef>
          </c:cat>
          <c:val>
            <c:numRef>
              <c:f>Sheet1!$B$2:$B$13</c:f>
              <c:numCache>
                <c:formatCode>0</c:formatCode>
                <c:ptCount val="12"/>
                <c:pt idx="0">
                  <c:v>1466.198875</c:v>
                </c:pt>
                <c:pt idx="1">
                  <c:v>1618.6332499999999</c:v>
                </c:pt>
                <c:pt idx="2">
                  <c:v>1663.7994999999996</c:v>
                </c:pt>
                <c:pt idx="3">
                  <c:v>1574.4169999999999</c:v>
                </c:pt>
                <c:pt idx="4">
                  <c:v>1762.2976249999999</c:v>
                </c:pt>
                <c:pt idx="5">
                  <c:v>1614.2294999999997</c:v>
                </c:pt>
                <c:pt idx="6">
                  <c:v>1502.2995000000005</c:v>
                </c:pt>
                <c:pt idx="7">
                  <c:v>1465.497625</c:v>
                </c:pt>
                <c:pt idx="8">
                  <c:v>1511.82825</c:v>
                </c:pt>
                <c:pt idx="9">
                  <c:v>1608.6095000000005</c:v>
                </c:pt>
                <c:pt idx="10">
                  <c:v>1494.1888749999998</c:v>
                </c:pt>
                <c:pt idx="11">
                  <c:v>1388.935125</c:v>
                </c:pt>
              </c:numCache>
            </c:numRef>
          </c:val>
          <c:extLst>
            <c:ext xmlns:c16="http://schemas.microsoft.com/office/drawing/2014/chart" uri="{C3380CC4-5D6E-409C-BE32-E72D297353CC}">
              <c16:uniqueId val="{00000000-45ED-4D97-A3D4-97A67BC12153}"/>
            </c:ext>
          </c:extLst>
        </c:ser>
        <c:ser>
          <c:idx val="1"/>
          <c:order val="1"/>
          <c:tx>
            <c:strRef>
              <c:f>Sheet1!$C$1</c:f>
              <c:strCache>
                <c:ptCount val="1"/>
                <c:pt idx="0">
                  <c:v>Short term purchase</c:v>
                </c:pt>
              </c:strCache>
            </c:strRef>
          </c:tx>
          <c:spPr>
            <a:solidFill>
              <a:srgbClr val="009A44"/>
            </a:solidFill>
            <a:ln>
              <a:noFill/>
            </a:ln>
            <a:effectLst/>
          </c:spPr>
          <c:dLbls>
            <c:spPr>
              <a:solidFill>
                <a:srgbClr val="009A44"/>
              </a:solidFill>
              <a:ln>
                <a:noFill/>
              </a:ln>
              <a:effectLst/>
            </c:spPr>
            <c:txPr>
              <a:bodyPr rot="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06:00</c:v>
                </c:pt>
                <c:pt idx="1">
                  <c:v>07:00</c:v>
                </c:pt>
                <c:pt idx="2">
                  <c:v>08:00</c:v>
                </c:pt>
                <c:pt idx="3">
                  <c:v>09:00</c:v>
                </c:pt>
                <c:pt idx="4">
                  <c:v>10:00</c:v>
                </c:pt>
                <c:pt idx="5">
                  <c:v>11:00</c:v>
                </c:pt>
                <c:pt idx="6">
                  <c:v>12:00</c:v>
                </c:pt>
                <c:pt idx="7">
                  <c:v>13:00</c:v>
                </c:pt>
                <c:pt idx="8">
                  <c:v>14:00</c:v>
                </c:pt>
                <c:pt idx="9">
                  <c:v>15:00</c:v>
                </c:pt>
                <c:pt idx="10">
                  <c:v>16:00</c:v>
                </c:pt>
                <c:pt idx="11">
                  <c:v>17:00</c:v>
                </c:pt>
              </c:strCache>
            </c:strRef>
          </c:cat>
          <c:val>
            <c:numRef>
              <c:f>Sheet1!$C$2:$C$13</c:f>
              <c:numCache>
                <c:formatCode>0</c:formatCode>
                <c:ptCount val="12"/>
                <c:pt idx="0">
                  <c:v>254.43112499999998</c:v>
                </c:pt>
                <c:pt idx="1">
                  <c:v>134.82675</c:v>
                </c:pt>
                <c:pt idx="2">
                  <c:v>55.090500000000006</c:v>
                </c:pt>
                <c:pt idx="3">
                  <c:v>156.57300000000004</c:v>
                </c:pt>
                <c:pt idx="4">
                  <c:v>131.20237499999999</c:v>
                </c:pt>
                <c:pt idx="5">
                  <c:v>345.04050000000001</c:v>
                </c:pt>
                <c:pt idx="6">
                  <c:v>441.69049999999999</c:v>
                </c:pt>
                <c:pt idx="7">
                  <c:v>479.14237500000002</c:v>
                </c:pt>
                <c:pt idx="8">
                  <c:v>434.44175000000001</c:v>
                </c:pt>
                <c:pt idx="9">
                  <c:v>403.03049999999996</c:v>
                </c:pt>
                <c:pt idx="10">
                  <c:v>447.73112500000002</c:v>
                </c:pt>
                <c:pt idx="11">
                  <c:v>445.31487500000003</c:v>
                </c:pt>
              </c:numCache>
            </c:numRef>
          </c:val>
          <c:extLst>
            <c:ext xmlns:c16="http://schemas.microsoft.com/office/drawing/2014/chart" uri="{C3380CC4-5D6E-409C-BE32-E72D297353CC}">
              <c16:uniqueId val="{00000001-45ED-4D97-A3D4-97A67BC12153}"/>
            </c:ext>
          </c:extLst>
        </c:ser>
        <c:ser>
          <c:idx val="2"/>
          <c:order val="2"/>
          <c:tx>
            <c:strRef>
              <c:f>Sheet1!$D$1</c:f>
              <c:strCache>
                <c:ptCount val="1"/>
                <c:pt idx="0">
                  <c:v>Load Shedding</c:v>
                </c:pt>
              </c:strCache>
            </c:strRef>
          </c:tx>
          <c:spPr>
            <a:solidFill>
              <a:srgbClr val="C4D600"/>
            </a:solidFill>
            <a:ln w="25400">
              <a:noFill/>
            </a:ln>
            <a:effectLst/>
          </c:spPr>
          <c:cat>
            <c:strRef>
              <c:f>Sheet1!$A$2:$A$13</c:f>
              <c:strCache>
                <c:ptCount val="12"/>
                <c:pt idx="0">
                  <c:v>06:00</c:v>
                </c:pt>
                <c:pt idx="1">
                  <c:v>07:00</c:v>
                </c:pt>
                <c:pt idx="2">
                  <c:v>08:00</c:v>
                </c:pt>
                <c:pt idx="3">
                  <c:v>09:00</c:v>
                </c:pt>
                <c:pt idx="4">
                  <c:v>10:00</c:v>
                </c:pt>
                <c:pt idx="5">
                  <c:v>11:00</c:v>
                </c:pt>
                <c:pt idx="6">
                  <c:v>12:00</c:v>
                </c:pt>
                <c:pt idx="7">
                  <c:v>13:00</c:v>
                </c:pt>
                <c:pt idx="8">
                  <c:v>14:00</c:v>
                </c:pt>
                <c:pt idx="9">
                  <c:v>15:00</c:v>
                </c:pt>
                <c:pt idx="10">
                  <c:v>16:00</c:v>
                </c:pt>
                <c:pt idx="11">
                  <c:v>17:00</c:v>
                </c:pt>
              </c:strCache>
            </c:strRef>
          </c:cat>
          <c:val>
            <c:numRef>
              <c:f>Sheet1!$D$2:$D$13</c:f>
              <c:numCache>
                <c:formatCode>0</c:formatCode>
                <c:ptCount val="12"/>
                <c:pt idx="0">
                  <c:v>0</c:v>
                </c:pt>
                <c:pt idx="1">
                  <c:v>0</c:v>
                </c:pt>
                <c:pt idx="2">
                  <c:v>0</c:v>
                </c:pt>
                <c:pt idx="3">
                  <c:v>0</c:v>
                </c:pt>
                <c:pt idx="4">
                  <c:v>0</c:v>
                </c:pt>
                <c:pt idx="5">
                  <c:v>0</c:v>
                </c:pt>
                <c:pt idx="6">
                  <c:v>0</c:v>
                </c:pt>
                <c:pt idx="7">
                  <c:v>0</c:v>
                </c:pt>
                <c:pt idx="8">
                  <c:v>0</c:v>
                </c:pt>
                <c:pt idx="9">
                  <c:v>0</c:v>
                </c:pt>
                <c:pt idx="10">
                  <c:v>0</c:v>
                </c:pt>
                <c:pt idx="11">
                  <c:v>0</c:v>
                </c:pt>
              </c:numCache>
            </c:numRef>
          </c:val>
          <c:extLst>
            <c:ext xmlns:c16="http://schemas.microsoft.com/office/drawing/2014/chart" uri="{C3380CC4-5D6E-409C-BE32-E72D297353CC}">
              <c16:uniqueId val="{00000002-45ED-4D97-A3D4-97A67BC12153}"/>
            </c:ext>
          </c:extLst>
        </c:ser>
        <c:dLbls>
          <c:showLegendKey val="0"/>
          <c:showVal val="0"/>
          <c:showCatName val="0"/>
          <c:showSerName val="0"/>
          <c:showPercent val="0"/>
          <c:showBubbleSize val="0"/>
        </c:dLbls>
        <c:axId val="870970687"/>
        <c:axId val="870971935"/>
      </c:areaChart>
      <c:catAx>
        <c:axId val="870970687"/>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1" i="0" u="none" strike="noStrike" kern="1200" baseline="0">
                <a:solidFill>
                  <a:schemeClr val="tx1"/>
                </a:solidFill>
                <a:latin typeface="+mn-lt"/>
                <a:ea typeface="+mn-ea"/>
                <a:cs typeface="+mn-cs"/>
              </a:defRPr>
            </a:pPr>
            <a:endParaRPr lang="en-US"/>
          </a:p>
        </c:txPr>
        <c:crossAx val="870971935"/>
        <c:crosses val="autoZero"/>
        <c:auto val="1"/>
        <c:lblAlgn val="ctr"/>
        <c:lblOffset val="100"/>
        <c:noMultiLvlLbl val="0"/>
      </c:catAx>
      <c:valAx>
        <c:axId val="870971935"/>
        <c:scaling>
          <c:orientation val="minMax"/>
        </c:scaling>
        <c:delete val="1"/>
        <c:axPos val="l"/>
        <c:numFmt formatCode="0" sourceLinked="1"/>
        <c:majorTickMark val="none"/>
        <c:minorTickMark val="none"/>
        <c:tickLblPos val="nextTo"/>
        <c:crossAx val="870970687"/>
        <c:crosses val="autoZero"/>
        <c:crossBetween val="midCat"/>
      </c:valAx>
      <c:spPr>
        <a:noFill/>
        <a:ln>
          <a:noFill/>
        </a:ln>
        <a:effectLst/>
      </c:spPr>
    </c:plotArea>
    <c:legend>
      <c:legendPos val="b"/>
      <c:legendEntry>
        <c:idx val="0"/>
        <c:txPr>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legendEntry>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legend>
    <c:plotVisOnly val="1"/>
    <c:dispBlanksAs val="zero"/>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bg1"/>
          </a:solidFill>
        </a:defRPr>
      </a:pPr>
      <a:endParaRPr lang="en-US"/>
    </a:p>
  </c:txPr>
  <c:externalData r:id="rId3">
    <c:autoUpdate val="0"/>
  </c:externalData>
</c:chartSpace>
</file>

<file path=ppt/charts/chart3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5309000822884372E-2"/>
          <c:y val="9.8314096111526347E-2"/>
          <c:w val="0.93649740239156742"/>
          <c:h val="0.72924522979102158"/>
        </c:manualLayout>
      </c:layout>
      <c:areaChart>
        <c:grouping val="stacked"/>
        <c:varyColors val="0"/>
        <c:ser>
          <c:idx val="0"/>
          <c:order val="0"/>
          <c:tx>
            <c:strRef>
              <c:f>Sheet1!$B$1</c:f>
              <c:strCache>
                <c:ptCount val="1"/>
                <c:pt idx="0">
                  <c:v>Base Demand Met</c:v>
                </c:pt>
              </c:strCache>
            </c:strRef>
          </c:tx>
          <c:spPr>
            <a:solidFill>
              <a:schemeClr val="tx1">
                <a:lumMod val="65000"/>
                <a:lumOff val="35000"/>
              </a:schemeClr>
            </a:solidFill>
            <a:ln>
              <a:noFill/>
            </a:ln>
            <a:effectLst/>
          </c:spPr>
          <c:dLbls>
            <c:spPr>
              <a:solidFill>
                <a:schemeClr val="tx1">
                  <a:lumMod val="65000"/>
                  <a:lumOff val="35000"/>
                </a:schemeClr>
              </a:solidFill>
              <a:ln>
                <a:noFill/>
              </a:ln>
              <a:effectLst/>
            </c:spPr>
            <c:txPr>
              <a:bodyPr rot="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18:00</c:v>
                </c:pt>
                <c:pt idx="1">
                  <c:v>19:00</c:v>
                </c:pt>
                <c:pt idx="2">
                  <c:v>20:00</c:v>
                </c:pt>
                <c:pt idx="3">
                  <c:v>21:00</c:v>
                </c:pt>
                <c:pt idx="4">
                  <c:v>22:00</c:v>
                </c:pt>
                <c:pt idx="5">
                  <c:v>23:00</c:v>
                </c:pt>
                <c:pt idx="6">
                  <c:v>24:00</c:v>
                </c:pt>
                <c:pt idx="7">
                  <c:v>01:00</c:v>
                </c:pt>
                <c:pt idx="8">
                  <c:v>02:00</c:v>
                </c:pt>
                <c:pt idx="9">
                  <c:v>03:00</c:v>
                </c:pt>
                <c:pt idx="10">
                  <c:v>04:00</c:v>
                </c:pt>
                <c:pt idx="11">
                  <c:v>05:00</c:v>
                </c:pt>
              </c:strCache>
            </c:strRef>
          </c:cat>
          <c:val>
            <c:numRef>
              <c:f>Sheet1!$B$2:$B$13</c:f>
              <c:numCache>
                <c:formatCode>0</c:formatCode>
                <c:ptCount val="12"/>
                <c:pt idx="0">
                  <c:v>1533.1270000000002</c:v>
                </c:pt>
                <c:pt idx="1">
                  <c:v>1685.6382499999995</c:v>
                </c:pt>
                <c:pt idx="2">
                  <c:v>1520.2986249999997</c:v>
                </c:pt>
                <c:pt idx="3">
                  <c:v>1434.1584999999995</c:v>
                </c:pt>
                <c:pt idx="4">
                  <c:v>1255.2056250000001</c:v>
                </c:pt>
                <c:pt idx="5">
                  <c:v>1234.0976249999999</c:v>
                </c:pt>
                <c:pt idx="6">
                  <c:v>1208.361375</c:v>
                </c:pt>
                <c:pt idx="7">
                  <c:v>1535.9747500000005</c:v>
                </c:pt>
                <c:pt idx="8">
                  <c:v>1525.5888749999999</c:v>
                </c:pt>
                <c:pt idx="9">
                  <c:v>1498.0793750000003</c:v>
                </c:pt>
                <c:pt idx="10">
                  <c:v>1419.3145000000004</c:v>
                </c:pt>
                <c:pt idx="11">
                  <c:v>1381.7426249999999</c:v>
                </c:pt>
              </c:numCache>
            </c:numRef>
          </c:val>
          <c:extLst>
            <c:ext xmlns:c16="http://schemas.microsoft.com/office/drawing/2014/chart" uri="{C3380CC4-5D6E-409C-BE32-E72D297353CC}">
              <c16:uniqueId val="{00000000-45ED-4D97-A3D4-97A67BC12153}"/>
            </c:ext>
          </c:extLst>
        </c:ser>
        <c:ser>
          <c:idx val="1"/>
          <c:order val="1"/>
          <c:tx>
            <c:strRef>
              <c:f>Sheet1!$C$1</c:f>
              <c:strCache>
                <c:ptCount val="1"/>
                <c:pt idx="0">
                  <c:v>Short term purchase</c:v>
                </c:pt>
              </c:strCache>
            </c:strRef>
          </c:tx>
          <c:spPr>
            <a:solidFill>
              <a:srgbClr val="009A44"/>
            </a:solidFill>
            <a:ln>
              <a:noFill/>
            </a:ln>
            <a:effectLst/>
          </c:spPr>
          <c:dLbls>
            <c:spPr>
              <a:solidFill>
                <a:srgbClr val="009A44"/>
              </a:solidFill>
              <a:ln>
                <a:noFill/>
              </a:ln>
              <a:effectLst/>
            </c:spPr>
            <c:txPr>
              <a:bodyPr rot="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18:00</c:v>
                </c:pt>
                <c:pt idx="1">
                  <c:v>19:00</c:v>
                </c:pt>
                <c:pt idx="2">
                  <c:v>20:00</c:v>
                </c:pt>
                <c:pt idx="3">
                  <c:v>21:00</c:v>
                </c:pt>
                <c:pt idx="4">
                  <c:v>22:00</c:v>
                </c:pt>
                <c:pt idx="5">
                  <c:v>23:00</c:v>
                </c:pt>
                <c:pt idx="6">
                  <c:v>24:00</c:v>
                </c:pt>
                <c:pt idx="7">
                  <c:v>01:00</c:v>
                </c:pt>
                <c:pt idx="8">
                  <c:v>02:00</c:v>
                </c:pt>
                <c:pt idx="9">
                  <c:v>03:00</c:v>
                </c:pt>
                <c:pt idx="10">
                  <c:v>04:00</c:v>
                </c:pt>
                <c:pt idx="11">
                  <c:v>05:00</c:v>
                </c:pt>
              </c:strCache>
            </c:strRef>
          </c:cat>
          <c:val>
            <c:numRef>
              <c:f>Sheet1!$C$2:$C$13</c:f>
              <c:numCache>
                <c:formatCode>0</c:formatCode>
                <c:ptCount val="12"/>
                <c:pt idx="0">
                  <c:v>369.20299999999997</c:v>
                </c:pt>
                <c:pt idx="1">
                  <c:v>511.76175000000001</c:v>
                </c:pt>
                <c:pt idx="2">
                  <c:v>658.91137499999991</c:v>
                </c:pt>
                <c:pt idx="3">
                  <c:v>648.52149999999995</c:v>
                </c:pt>
                <c:pt idx="4">
                  <c:v>699.50437499999998</c:v>
                </c:pt>
                <c:pt idx="5">
                  <c:v>730.43237499999998</c:v>
                </c:pt>
                <c:pt idx="6">
                  <c:v>732.84862499999997</c:v>
                </c:pt>
                <c:pt idx="7">
                  <c:v>723.42525000000001</c:v>
                </c:pt>
                <c:pt idx="8">
                  <c:v>660.36112500000002</c:v>
                </c:pt>
                <c:pt idx="9">
                  <c:v>624.60062499999992</c:v>
                </c:pt>
                <c:pt idx="10">
                  <c:v>586.66549999999995</c:v>
                </c:pt>
                <c:pt idx="11">
                  <c:v>450.14737500000001</c:v>
                </c:pt>
              </c:numCache>
            </c:numRef>
          </c:val>
          <c:extLst>
            <c:ext xmlns:c16="http://schemas.microsoft.com/office/drawing/2014/chart" uri="{C3380CC4-5D6E-409C-BE32-E72D297353CC}">
              <c16:uniqueId val="{00000001-45ED-4D97-A3D4-97A67BC12153}"/>
            </c:ext>
          </c:extLst>
        </c:ser>
        <c:ser>
          <c:idx val="2"/>
          <c:order val="2"/>
          <c:tx>
            <c:strRef>
              <c:f>Sheet1!$D$1</c:f>
              <c:strCache>
                <c:ptCount val="1"/>
                <c:pt idx="0">
                  <c:v>Load Shedding</c:v>
                </c:pt>
              </c:strCache>
            </c:strRef>
          </c:tx>
          <c:spPr>
            <a:solidFill>
              <a:srgbClr val="C4D600"/>
            </a:solidFill>
            <a:ln w="25400">
              <a:noFill/>
            </a:ln>
            <a:effectLst/>
          </c:spPr>
          <c:dLbls>
            <c:dLbl>
              <c:idx val="0"/>
              <c:delete val="1"/>
              <c:extLst>
                <c:ext xmlns:c15="http://schemas.microsoft.com/office/drawing/2012/chart" uri="{CE6537A1-D6FC-4f65-9D91-7224C49458BB}"/>
                <c:ext xmlns:c16="http://schemas.microsoft.com/office/drawing/2014/chart" uri="{C3380CC4-5D6E-409C-BE32-E72D297353CC}">
                  <c16:uniqueId val="{00000000-C340-44F3-AD4F-58EDF937C38D}"/>
                </c:ext>
              </c:extLst>
            </c:dLbl>
            <c:dLbl>
              <c:idx val="1"/>
              <c:delete val="1"/>
              <c:extLst>
                <c:ext xmlns:c15="http://schemas.microsoft.com/office/drawing/2012/chart" uri="{CE6537A1-D6FC-4f65-9D91-7224C49458BB}"/>
                <c:ext xmlns:c16="http://schemas.microsoft.com/office/drawing/2014/chart" uri="{C3380CC4-5D6E-409C-BE32-E72D297353CC}">
                  <c16:uniqueId val="{00000001-C340-44F3-AD4F-58EDF937C38D}"/>
                </c:ext>
              </c:extLst>
            </c:dLbl>
            <c:dLbl>
              <c:idx val="3"/>
              <c:delete val="1"/>
              <c:extLst>
                <c:ext xmlns:c15="http://schemas.microsoft.com/office/drawing/2012/chart" uri="{CE6537A1-D6FC-4f65-9D91-7224C49458BB}"/>
                <c:ext xmlns:c16="http://schemas.microsoft.com/office/drawing/2014/chart" uri="{C3380CC4-5D6E-409C-BE32-E72D297353CC}">
                  <c16:uniqueId val="{00000002-C340-44F3-AD4F-58EDF937C38D}"/>
                </c:ext>
              </c:extLst>
            </c:dLbl>
            <c:dLbl>
              <c:idx val="4"/>
              <c:delete val="1"/>
              <c:extLst>
                <c:ext xmlns:c15="http://schemas.microsoft.com/office/drawing/2012/chart" uri="{CE6537A1-D6FC-4f65-9D91-7224C49458BB}"/>
                <c:ext xmlns:c16="http://schemas.microsoft.com/office/drawing/2014/chart" uri="{C3380CC4-5D6E-409C-BE32-E72D297353CC}">
                  <c16:uniqueId val="{00000003-C340-44F3-AD4F-58EDF937C38D}"/>
                </c:ext>
              </c:extLst>
            </c:dLbl>
            <c:dLbl>
              <c:idx val="5"/>
              <c:delete val="1"/>
              <c:extLst>
                <c:ext xmlns:c15="http://schemas.microsoft.com/office/drawing/2012/chart" uri="{CE6537A1-D6FC-4f65-9D91-7224C49458BB}"/>
                <c:ext xmlns:c16="http://schemas.microsoft.com/office/drawing/2014/chart" uri="{C3380CC4-5D6E-409C-BE32-E72D297353CC}">
                  <c16:uniqueId val="{00000004-C340-44F3-AD4F-58EDF937C38D}"/>
                </c:ext>
              </c:extLst>
            </c:dLbl>
            <c:dLbl>
              <c:idx val="6"/>
              <c:delete val="1"/>
              <c:extLst>
                <c:ext xmlns:c15="http://schemas.microsoft.com/office/drawing/2012/chart" uri="{CE6537A1-D6FC-4f65-9D91-7224C49458BB}"/>
                <c:ext xmlns:c16="http://schemas.microsoft.com/office/drawing/2014/chart" uri="{C3380CC4-5D6E-409C-BE32-E72D297353CC}">
                  <c16:uniqueId val="{00000005-C340-44F3-AD4F-58EDF937C38D}"/>
                </c:ext>
              </c:extLst>
            </c:dLbl>
            <c:dLbl>
              <c:idx val="7"/>
              <c:delete val="1"/>
              <c:extLst>
                <c:ext xmlns:c15="http://schemas.microsoft.com/office/drawing/2012/chart" uri="{CE6537A1-D6FC-4f65-9D91-7224C49458BB}"/>
                <c:ext xmlns:c16="http://schemas.microsoft.com/office/drawing/2014/chart" uri="{C3380CC4-5D6E-409C-BE32-E72D297353CC}">
                  <c16:uniqueId val="{00000006-C340-44F3-AD4F-58EDF937C38D}"/>
                </c:ext>
              </c:extLst>
            </c:dLbl>
            <c:dLbl>
              <c:idx val="8"/>
              <c:delete val="1"/>
              <c:extLst>
                <c:ext xmlns:c15="http://schemas.microsoft.com/office/drawing/2012/chart" uri="{CE6537A1-D6FC-4f65-9D91-7224C49458BB}"/>
                <c:ext xmlns:c16="http://schemas.microsoft.com/office/drawing/2014/chart" uri="{C3380CC4-5D6E-409C-BE32-E72D297353CC}">
                  <c16:uniqueId val="{00000007-C340-44F3-AD4F-58EDF937C38D}"/>
                </c:ext>
              </c:extLst>
            </c:dLbl>
            <c:dLbl>
              <c:idx val="9"/>
              <c:delete val="1"/>
              <c:extLst>
                <c:ext xmlns:c15="http://schemas.microsoft.com/office/drawing/2012/chart" uri="{CE6537A1-D6FC-4f65-9D91-7224C49458BB}"/>
                <c:ext xmlns:c16="http://schemas.microsoft.com/office/drawing/2014/chart" uri="{C3380CC4-5D6E-409C-BE32-E72D297353CC}">
                  <c16:uniqueId val="{00000008-C340-44F3-AD4F-58EDF937C38D}"/>
                </c:ext>
              </c:extLst>
            </c:dLbl>
            <c:dLbl>
              <c:idx val="10"/>
              <c:delete val="1"/>
              <c:extLst>
                <c:ext xmlns:c15="http://schemas.microsoft.com/office/drawing/2012/chart" uri="{CE6537A1-D6FC-4f65-9D91-7224C49458BB}"/>
                <c:ext xmlns:c16="http://schemas.microsoft.com/office/drawing/2014/chart" uri="{C3380CC4-5D6E-409C-BE32-E72D297353CC}">
                  <c16:uniqueId val="{00000009-C340-44F3-AD4F-58EDF937C38D}"/>
                </c:ext>
              </c:extLst>
            </c:dLbl>
            <c:dLbl>
              <c:idx val="11"/>
              <c:delete val="1"/>
              <c:extLst>
                <c:ext xmlns:c15="http://schemas.microsoft.com/office/drawing/2012/chart" uri="{CE6537A1-D6FC-4f65-9D91-7224C49458BB}"/>
                <c:ext xmlns:c16="http://schemas.microsoft.com/office/drawing/2014/chart" uri="{C3380CC4-5D6E-409C-BE32-E72D297353CC}">
                  <c16:uniqueId val="{0000000A-C340-44F3-AD4F-58EDF937C38D}"/>
                </c:ext>
              </c:extLst>
            </c:dLbl>
            <c:spPr>
              <a:solidFill>
                <a:srgbClr val="C4D600"/>
              </a:solid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18:00</c:v>
                </c:pt>
                <c:pt idx="1">
                  <c:v>19:00</c:v>
                </c:pt>
                <c:pt idx="2">
                  <c:v>20:00</c:v>
                </c:pt>
                <c:pt idx="3">
                  <c:v>21:00</c:v>
                </c:pt>
                <c:pt idx="4">
                  <c:v>22:00</c:v>
                </c:pt>
                <c:pt idx="5">
                  <c:v>23:00</c:v>
                </c:pt>
                <c:pt idx="6">
                  <c:v>24:00</c:v>
                </c:pt>
                <c:pt idx="7">
                  <c:v>01:00</c:v>
                </c:pt>
                <c:pt idx="8">
                  <c:v>02:00</c:v>
                </c:pt>
                <c:pt idx="9">
                  <c:v>03:00</c:v>
                </c:pt>
                <c:pt idx="10">
                  <c:v>04:00</c:v>
                </c:pt>
                <c:pt idx="11">
                  <c:v>05:00</c:v>
                </c:pt>
              </c:strCache>
            </c:strRef>
          </c:cat>
          <c:val>
            <c:numRef>
              <c:f>Sheet1!$D$2:$D$13</c:f>
              <c:numCache>
                <c:formatCode>0</c:formatCode>
                <c:ptCount val="12"/>
                <c:pt idx="0">
                  <c:v>0</c:v>
                </c:pt>
                <c:pt idx="1">
                  <c:v>0</c:v>
                </c:pt>
                <c:pt idx="2">
                  <c:v>10</c:v>
                </c:pt>
                <c:pt idx="3">
                  <c:v>0</c:v>
                </c:pt>
                <c:pt idx="4">
                  <c:v>0</c:v>
                </c:pt>
                <c:pt idx="5">
                  <c:v>0</c:v>
                </c:pt>
                <c:pt idx="6">
                  <c:v>0</c:v>
                </c:pt>
                <c:pt idx="7">
                  <c:v>0</c:v>
                </c:pt>
                <c:pt idx="8">
                  <c:v>0</c:v>
                </c:pt>
                <c:pt idx="9">
                  <c:v>0</c:v>
                </c:pt>
                <c:pt idx="10">
                  <c:v>0</c:v>
                </c:pt>
                <c:pt idx="11">
                  <c:v>0</c:v>
                </c:pt>
              </c:numCache>
            </c:numRef>
          </c:val>
          <c:extLst>
            <c:ext xmlns:c16="http://schemas.microsoft.com/office/drawing/2014/chart" uri="{C3380CC4-5D6E-409C-BE32-E72D297353CC}">
              <c16:uniqueId val="{00000002-45ED-4D97-A3D4-97A67BC12153}"/>
            </c:ext>
          </c:extLst>
        </c:ser>
        <c:dLbls>
          <c:showLegendKey val="0"/>
          <c:showVal val="0"/>
          <c:showCatName val="0"/>
          <c:showSerName val="0"/>
          <c:showPercent val="0"/>
          <c:showBubbleSize val="0"/>
        </c:dLbls>
        <c:axId val="870970687"/>
        <c:axId val="870971935"/>
      </c:areaChart>
      <c:catAx>
        <c:axId val="870970687"/>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1" i="0" u="none" strike="noStrike" kern="1200" baseline="0">
                <a:solidFill>
                  <a:schemeClr val="tx1"/>
                </a:solidFill>
                <a:latin typeface="+mn-lt"/>
                <a:ea typeface="+mn-ea"/>
                <a:cs typeface="+mn-cs"/>
              </a:defRPr>
            </a:pPr>
            <a:endParaRPr lang="en-US"/>
          </a:p>
        </c:txPr>
        <c:crossAx val="870971935"/>
        <c:crosses val="autoZero"/>
        <c:auto val="1"/>
        <c:lblAlgn val="ctr"/>
        <c:lblOffset val="100"/>
        <c:noMultiLvlLbl val="0"/>
      </c:catAx>
      <c:valAx>
        <c:axId val="870971935"/>
        <c:scaling>
          <c:orientation val="minMax"/>
        </c:scaling>
        <c:delete val="1"/>
        <c:axPos val="l"/>
        <c:numFmt formatCode="0" sourceLinked="1"/>
        <c:majorTickMark val="none"/>
        <c:minorTickMark val="none"/>
        <c:tickLblPos val="nextTo"/>
        <c:crossAx val="870970687"/>
        <c:crosses val="autoZero"/>
        <c:crossBetween val="midCat"/>
      </c:valAx>
      <c:spPr>
        <a:noFill/>
        <a:ln>
          <a:noFill/>
        </a:ln>
        <a:effectLst/>
      </c:spPr>
    </c:plotArea>
    <c:legend>
      <c:legendPos val="b"/>
      <c:legendEntry>
        <c:idx val="0"/>
        <c:txPr>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legendEntry>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legend>
    <c:plotVisOnly val="1"/>
    <c:dispBlanksAs val="zero"/>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bg1"/>
          </a:solidFill>
        </a:defRPr>
      </a:pPr>
      <a:endParaRPr lang="en-US"/>
    </a:p>
  </c:txPr>
  <c:externalData r:id="rId3">
    <c:autoUpdate val="0"/>
  </c:externalData>
</c:chartSpace>
</file>

<file path=ppt/charts/chart3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5309000822884372E-2"/>
          <c:y val="9.8314096111526347E-2"/>
          <c:w val="0.93649740239156742"/>
          <c:h val="0.69125514598804727"/>
        </c:manualLayout>
      </c:layout>
      <c:areaChart>
        <c:grouping val="stacked"/>
        <c:varyColors val="0"/>
        <c:ser>
          <c:idx val="0"/>
          <c:order val="0"/>
          <c:tx>
            <c:strRef>
              <c:f>Sheet1!$B$1</c:f>
              <c:strCache>
                <c:ptCount val="1"/>
                <c:pt idx="0">
                  <c:v>Base Demand Met</c:v>
                </c:pt>
              </c:strCache>
            </c:strRef>
          </c:tx>
          <c:spPr>
            <a:solidFill>
              <a:schemeClr val="tx1">
                <a:lumMod val="65000"/>
                <a:lumOff val="35000"/>
              </a:schemeClr>
            </a:solidFill>
            <a:ln>
              <a:noFill/>
            </a:ln>
            <a:effectLst/>
          </c:spPr>
          <c:dLbls>
            <c:spPr>
              <a:solidFill>
                <a:schemeClr val="tx1">
                  <a:lumMod val="65000"/>
                  <a:lumOff val="35000"/>
                </a:schemeClr>
              </a:solid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Sheet1!$A$2:$A$25</c:f>
              <c:strCache>
                <c:ptCount val="24"/>
                <c:pt idx="0">
                  <c:v>01:00</c:v>
                </c:pt>
                <c:pt idx="1">
                  <c:v>02:00</c:v>
                </c:pt>
                <c:pt idx="2">
                  <c:v>03:00</c:v>
                </c:pt>
                <c:pt idx="3">
                  <c:v>04:00</c:v>
                </c:pt>
                <c:pt idx="4">
                  <c:v>05:00</c:v>
                </c:pt>
                <c:pt idx="5">
                  <c:v>06:00</c:v>
                </c:pt>
                <c:pt idx="6">
                  <c:v>07:00</c:v>
                </c:pt>
                <c:pt idx="7">
                  <c:v>08:00</c:v>
                </c:pt>
                <c:pt idx="8">
                  <c:v>09:00</c:v>
                </c:pt>
                <c:pt idx="9">
                  <c:v>10:00</c:v>
                </c:pt>
                <c:pt idx="10">
                  <c:v>11:00</c:v>
                </c:pt>
                <c:pt idx="11">
                  <c:v>12:00</c:v>
                </c:pt>
                <c:pt idx="12">
                  <c:v>13:00</c:v>
                </c:pt>
                <c:pt idx="13">
                  <c:v>14:00</c:v>
                </c:pt>
                <c:pt idx="14">
                  <c:v>15:00</c:v>
                </c:pt>
                <c:pt idx="15">
                  <c:v>16:00</c:v>
                </c:pt>
                <c:pt idx="16">
                  <c:v>17:00</c:v>
                </c:pt>
                <c:pt idx="17">
                  <c:v>18:00</c:v>
                </c:pt>
                <c:pt idx="18">
                  <c:v>19:00</c:v>
                </c:pt>
                <c:pt idx="19">
                  <c:v>20:00</c:v>
                </c:pt>
                <c:pt idx="20">
                  <c:v>21:00</c:v>
                </c:pt>
                <c:pt idx="21">
                  <c:v>22:00</c:v>
                </c:pt>
                <c:pt idx="22">
                  <c:v>23:00</c:v>
                </c:pt>
                <c:pt idx="23">
                  <c:v>24:00</c:v>
                </c:pt>
              </c:strCache>
            </c:strRef>
          </c:cat>
          <c:val>
            <c:numRef>
              <c:f>Sheet1!$B$2:$B$25</c:f>
              <c:numCache>
                <c:formatCode>0</c:formatCode>
                <c:ptCount val="24"/>
                <c:pt idx="0">
                  <c:v>1535.9747500000005</c:v>
                </c:pt>
                <c:pt idx="1">
                  <c:v>1525.5888749999999</c:v>
                </c:pt>
                <c:pt idx="2">
                  <c:v>1498.0793750000003</c:v>
                </c:pt>
                <c:pt idx="3">
                  <c:v>1419.3145000000004</c:v>
                </c:pt>
                <c:pt idx="4">
                  <c:v>1381.7426249999999</c:v>
                </c:pt>
                <c:pt idx="5">
                  <c:v>1466.198875</c:v>
                </c:pt>
                <c:pt idx="6">
                  <c:v>1618.6332499999999</c:v>
                </c:pt>
                <c:pt idx="7">
                  <c:v>1663.7994999999996</c:v>
                </c:pt>
                <c:pt idx="8">
                  <c:v>1574.4169999999999</c:v>
                </c:pt>
                <c:pt idx="9">
                  <c:v>1762.2976249999999</c:v>
                </c:pt>
                <c:pt idx="10">
                  <c:v>1614.2294999999997</c:v>
                </c:pt>
                <c:pt idx="11">
                  <c:v>1502.2995000000005</c:v>
                </c:pt>
                <c:pt idx="12">
                  <c:v>1465.497625</c:v>
                </c:pt>
                <c:pt idx="13">
                  <c:v>1511.82825</c:v>
                </c:pt>
                <c:pt idx="14">
                  <c:v>1608.6095000000005</c:v>
                </c:pt>
                <c:pt idx="15">
                  <c:v>1494.1888749999998</c:v>
                </c:pt>
                <c:pt idx="16">
                  <c:v>1388.935125</c:v>
                </c:pt>
                <c:pt idx="17">
                  <c:v>1533.1270000000002</c:v>
                </c:pt>
                <c:pt idx="18">
                  <c:v>1685.6382499999995</c:v>
                </c:pt>
                <c:pt idx="19">
                  <c:v>1520.2986249999997</c:v>
                </c:pt>
                <c:pt idx="20">
                  <c:v>1434.1584999999995</c:v>
                </c:pt>
                <c:pt idx="21">
                  <c:v>1255.2056250000001</c:v>
                </c:pt>
                <c:pt idx="22">
                  <c:v>1234.0976249999999</c:v>
                </c:pt>
                <c:pt idx="23">
                  <c:v>1208.361375</c:v>
                </c:pt>
              </c:numCache>
            </c:numRef>
          </c:val>
          <c:extLst>
            <c:ext xmlns:c16="http://schemas.microsoft.com/office/drawing/2014/chart" uri="{C3380CC4-5D6E-409C-BE32-E72D297353CC}">
              <c16:uniqueId val="{00000000-45ED-4D97-A3D4-97A67BC12153}"/>
            </c:ext>
          </c:extLst>
        </c:ser>
        <c:ser>
          <c:idx val="1"/>
          <c:order val="1"/>
          <c:tx>
            <c:strRef>
              <c:f>Sheet1!$C$1</c:f>
              <c:strCache>
                <c:ptCount val="1"/>
                <c:pt idx="0">
                  <c:v>Short term purchase</c:v>
                </c:pt>
              </c:strCache>
            </c:strRef>
          </c:tx>
          <c:spPr>
            <a:solidFill>
              <a:srgbClr val="009A44"/>
            </a:solidFill>
            <a:ln>
              <a:noFill/>
            </a:ln>
            <a:effectLst/>
          </c:spPr>
          <c:dLbls>
            <c:spPr>
              <a:solidFill>
                <a:srgbClr val="009A44"/>
              </a:solid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Sheet1!$A$2:$A$25</c:f>
              <c:strCache>
                <c:ptCount val="24"/>
                <c:pt idx="0">
                  <c:v>01:00</c:v>
                </c:pt>
                <c:pt idx="1">
                  <c:v>02:00</c:v>
                </c:pt>
                <c:pt idx="2">
                  <c:v>03:00</c:v>
                </c:pt>
                <c:pt idx="3">
                  <c:v>04:00</c:v>
                </c:pt>
                <c:pt idx="4">
                  <c:v>05:00</c:v>
                </c:pt>
                <c:pt idx="5">
                  <c:v>06:00</c:v>
                </c:pt>
                <c:pt idx="6">
                  <c:v>07:00</c:v>
                </c:pt>
                <c:pt idx="7">
                  <c:v>08:00</c:v>
                </c:pt>
                <c:pt idx="8">
                  <c:v>09:00</c:v>
                </c:pt>
                <c:pt idx="9">
                  <c:v>10:00</c:v>
                </c:pt>
                <c:pt idx="10">
                  <c:v>11:00</c:v>
                </c:pt>
                <c:pt idx="11">
                  <c:v>12:00</c:v>
                </c:pt>
                <c:pt idx="12">
                  <c:v>13:00</c:v>
                </c:pt>
                <c:pt idx="13">
                  <c:v>14:00</c:v>
                </c:pt>
                <c:pt idx="14">
                  <c:v>15:00</c:v>
                </c:pt>
                <c:pt idx="15">
                  <c:v>16:00</c:v>
                </c:pt>
                <c:pt idx="16">
                  <c:v>17:00</c:v>
                </c:pt>
                <c:pt idx="17">
                  <c:v>18:00</c:v>
                </c:pt>
                <c:pt idx="18">
                  <c:v>19:00</c:v>
                </c:pt>
                <c:pt idx="19">
                  <c:v>20:00</c:v>
                </c:pt>
                <c:pt idx="20">
                  <c:v>21:00</c:v>
                </c:pt>
                <c:pt idx="21">
                  <c:v>22:00</c:v>
                </c:pt>
                <c:pt idx="22">
                  <c:v>23:00</c:v>
                </c:pt>
                <c:pt idx="23">
                  <c:v>24:00</c:v>
                </c:pt>
              </c:strCache>
            </c:strRef>
          </c:cat>
          <c:val>
            <c:numRef>
              <c:f>Sheet1!$C$2:$C$25</c:f>
              <c:numCache>
                <c:formatCode>0</c:formatCode>
                <c:ptCount val="24"/>
                <c:pt idx="0">
                  <c:v>723.42525000000001</c:v>
                </c:pt>
                <c:pt idx="1">
                  <c:v>660.36112500000002</c:v>
                </c:pt>
                <c:pt idx="2">
                  <c:v>624.60062499999992</c:v>
                </c:pt>
                <c:pt idx="3">
                  <c:v>586.66549999999995</c:v>
                </c:pt>
                <c:pt idx="4">
                  <c:v>450.14737500000001</c:v>
                </c:pt>
                <c:pt idx="5">
                  <c:v>254.43112499999998</c:v>
                </c:pt>
                <c:pt idx="6">
                  <c:v>134.82675</c:v>
                </c:pt>
                <c:pt idx="7">
                  <c:v>55.090500000000006</c:v>
                </c:pt>
                <c:pt idx="8">
                  <c:v>156.57300000000004</c:v>
                </c:pt>
                <c:pt idx="9">
                  <c:v>131.20237499999999</c:v>
                </c:pt>
                <c:pt idx="10">
                  <c:v>345.04050000000001</c:v>
                </c:pt>
                <c:pt idx="11">
                  <c:v>441.69049999999999</c:v>
                </c:pt>
                <c:pt idx="12">
                  <c:v>479.14237500000002</c:v>
                </c:pt>
                <c:pt idx="13">
                  <c:v>434.44175000000001</c:v>
                </c:pt>
                <c:pt idx="14">
                  <c:v>403.03049999999996</c:v>
                </c:pt>
                <c:pt idx="15">
                  <c:v>447.73112500000002</c:v>
                </c:pt>
                <c:pt idx="16">
                  <c:v>445.31487500000003</c:v>
                </c:pt>
                <c:pt idx="17">
                  <c:v>369.20299999999997</c:v>
                </c:pt>
                <c:pt idx="18">
                  <c:v>511.76175000000001</c:v>
                </c:pt>
                <c:pt idx="19">
                  <c:v>658.91137499999991</c:v>
                </c:pt>
                <c:pt idx="20">
                  <c:v>648.52149999999995</c:v>
                </c:pt>
                <c:pt idx="21">
                  <c:v>699.50437499999998</c:v>
                </c:pt>
                <c:pt idx="22">
                  <c:v>730.43237499999998</c:v>
                </c:pt>
                <c:pt idx="23">
                  <c:v>732.84862499999997</c:v>
                </c:pt>
              </c:numCache>
            </c:numRef>
          </c:val>
          <c:extLst>
            <c:ext xmlns:c16="http://schemas.microsoft.com/office/drawing/2014/chart" uri="{C3380CC4-5D6E-409C-BE32-E72D297353CC}">
              <c16:uniqueId val="{00000001-45ED-4D97-A3D4-97A67BC12153}"/>
            </c:ext>
          </c:extLst>
        </c:ser>
        <c:ser>
          <c:idx val="2"/>
          <c:order val="2"/>
          <c:tx>
            <c:strRef>
              <c:f>Sheet1!$D$1</c:f>
              <c:strCache>
                <c:ptCount val="1"/>
                <c:pt idx="0">
                  <c:v>Load Shedding</c:v>
                </c:pt>
              </c:strCache>
            </c:strRef>
          </c:tx>
          <c:spPr>
            <a:solidFill>
              <a:srgbClr val="C4D600"/>
            </a:solidFill>
            <a:ln w="25400">
              <a:noFill/>
            </a:ln>
            <a:effectLst/>
          </c:spPr>
          <c:dLbls>
            <c:dLbl>
              <c:idx val="0"/>
              <c:delete val="1"/>
              <c:extLst>
                <c:ext xmlns:c15="http://schemas.microsoft.com/office/drawing/2012/chart" uri="{CE6537A1-D6FC-4f65-9D91-7224C49458BB}"/>
                <c:ext xmlns:c16="http://schemas.microsoft.com/office/drawing/2014/chart" uri="{C3380CC4-5D6E-409C-BE32-E72D297353CC}">
                  <c16:uniqueId val="{00000000-3892-4F1F-AA75-1E687CC3EDB7}"/>
                </c:ext>
              </c:extLst>
            </c:dLbl>
            <c:dLbl>
              <c:idx val="1"/>
              <c:delete val="1"/>
              <c:extLst>
                <c:ext xmlns:c15="http://schemas.microsoft.com/office/drawing/2012/chart" uri="{CE6537A1-D6FC-4f65-9D91-7224C49458BB}"/>
                <c:ext xmlns:c16="http://schemas.microsoft.com/office/drawing/2014/chart" uri="{C3380CC4-5D6E-409C-BE32-E72D297353CC}">
                  <c16:uniqueId val="{00000001-3892-4F1F-AA75-1E687CC3EDB7}"/>
                </c:ext>
              </c:extLst>
            </c:dLbl>
            <c:dLbl>
              <c:idx val="2"/>
              <c:delete val="1"/>
              <c:extLst>
                <c:ext xmlns:c15="http://schemas.microsoft.com/office/drawing/2012/chart" uri="{CE6537A1-D6FC-4f65-9D91-7224C49458BB}"/>
                <c:ext xmlns:c16="http://schemas.microsoft.com/office/drawing/2014/chart" uri="{C3380CC4-5D6E-409C-BE32-E72D297353CC}">
                  <c16:uniqueId val="{00000002-3892-4F1F-AA75-1E687CC3EDB7}"/>
                </c:ext>
              </c:extLst>
            </c:dLbl>
            <c:dLbl>
              <c:idx val="3"/>
              <c:delete val="1"/>
              <c:extLst>
                <c:ext xmlns:c15="http://schemas.microsoft.com/office/drawing/2012/chart" uri="{CE6537A1-D6FC-4f65-9D91-7224C49458BB}"/>
                <c:ext xmlns:c16="http://schemas.microsoft.com/office/drawing/2014/chart" uri="{C3380CC4-5D6E-409C-BE32-E72D297353CC}">
                  <c16:uniqueId val="{00000003-3892-4F1F-AA75-1E687CC3EDB7}"/>
                </c:ext>
              </c:extLst>
            </c:dLbl>
            <c:dLbl>
              <c:idx val="4"/>
              <c:delete val="1"/>
              <c:extLst>
                <c:ext xmlns:c15="http://schemas.microsoft.com/office/drawing/2012/chart" uri="{CE6537A1-D6FC-4f65-9D91-7224C49458BB}"/>
                <c:ext xmlns:c16="http://schemas.microsoft.com/office/drawing/2014/chart" uri="{C3380CC4-5D6E-409C-BE32-E72D297353CC}">
                  <c16:uniqueId val="{00000004-3892-4F1F-AA75-1E687CC3EDB7}"/>
                </c:ext>
              </c:extLst>
            </c:dLbl>
            <c:dLbl>
              <c:idx val="5"/>
              <c:delete val="1"/>
              <c:extLst>
                <c:ext xmlns:c15="http://schemas.microsoft.com/office/drawing/2012/chart" uri="{CE6537A1-D6FC-4f65-9D91-7224C49458BB}"/>
                <c:ext xmlns:c16="http://schemas.microsoft.com/office/drawing/2014/chart" uri="{C3380CC4-5D6E-409C-BE32-E72D297353CC}">
                  <c16:uniqueId val="{00000005-3892-4F1F-AA75-1E687CC3EDB7}"/>
                </c:ext>
              </c:extLst>
            </c:dLbl>
            <c:dLbl>
              <c:idx val="6"/>
              <c:delete val="1"/>
              <c:extLst>
                <c:ext xmlns:c15="http://schemas.microsoft.com/office/drawing/2012/chart" uri="{CE6537A1-D6FC-4f65-9D91-7224C49458BB}"/>
                <c:ext xmlns:c16="http://schemas.microsoft.com/office/drawing/2014/chart" uri="{C3380CC4-5D6E-409C-BE32-E72D297353CC}">
                  <c16:uniqueId val="{00000006-3892-4F1F-AA75-1E687CC3EDB7}"/>
                </c:ext>
              </c:extLst>
            </c:dLbl>
            <c:dLbl>
              <c:idx val="7"/>
              <c:delete val="1"/>
              <c:extLst>
                <c:ext xmlns:c15="http://schemas.microsoft.com/office/drawing/2012/chart" uri="{CE6537A1-D6FC-4f65-9D91-7224C49458BB}"/>
                <c:ext xmlns:c16="http://schemas.microsoft.com/office/drawing/2014/chart" uri="{C3380CC4-5D6E-409C-BE32-E72D297353CC}">
                  <c16:uniqueId val="{00000007-3892-4F1F-AA75-1E687CC3EDB7}"/>
                </c:ext>
              </c:extLst>
            </c:dLbl>
            <c:dLbl>
              <c:idx val="8"/>
              <c:delete val="1"/>
              <c:extLst>
                <c:ext xmlns:c15="http://schemas.microsoft.com/office/drawing/2012/chart" uri="{CE6537A1-D6FC-4f65-9D91-7224C49458BB}"/>
                <c:ext xmlns:c16="http://schemas.microsoft.com/office/drawing/2014/chart" uri="{C3380CC4-5D6E-409C-BE32-E72D297353CC}">
                  <c16:uniqueId val="{00000008-3892-4F1F-AA75-1E687CC3EDB7}"/>
                </c:ext>
              </c:extLst>
            </c:dLbl>
            <c:dLbl>
              <c:idx val="9"/>
              <c:delete val="1"/>
              <c:extLst>
                <c:ext xmlns:c15="http://schemas.microsoft.com/office/drawing/2012/chart" uri="{CE6537A1-D6FC-4f65-9D91-7224C49458BB}"/>
                <c:ext xmlns:c16="http://schemas.microsoft.com/office/drawing/2014/chart" uri="{C3380CC4-5D6E-409C-BE32-E72D297353CC}">
                  <c16:uniqueId val="{00000009-3892-4F1F-AA75-1E687CC3EDB7}"/>
                </c:ext>
              </c:extLst>
            </c:dLbl>
            <c:dLbl>
              <c:idx val="10"/>
              <c:delete val="1"/>
              <c:extLst>
                <c:ext xmlns:c15="http://schemas.microsoft.com/office/drawing/2012/chart" uri="{CE6537A1-D6FC-4f65-9D91-7224C49458BB}"/>
                <c:ext xmlns:c16="http://schemas.microsoft.com/office/drawing/2014/chart" uri="{C3380CC4-5D6E-409C-BE32-E72D297353CC}">
                  <c16:uniqueId val="{0000000A-3892-4F1F-AA75-1E687CC3EDB7}"/>
                </c:ext>
              </c:extLst>
            </c:dLbl>
            <c:dLbl>
              <c:idx val="11"/>
              <c:delete val="1"/>
              <c:extLst>
                <c:ext xmlns:c15="http://schemas.microsoft.com/office/drawing/2012/chart" uri="{CE6537A1-D6FC-4f65-9D91-7224C49458BB}"/>
                <c:ext xmlns:c16="http://schemas.microsoft.com/office/drawing/2014/chart" uri="{C3380CC4-5D6E-409C-BE32-E72D297353CC}">
                  <c16:uniqueId val="{0000000B-3892-4F1F-AA75-1E687CC3EDB7}"/>
                </c:ext>
              </c:extLst>
            </c:dLbl>
            <c:dLbl>
              <c:idx val="12"/>
              <c:delete val="1"/>
              <c:extLst>
                <c:ext xmlns:c15="http://schemas.microsoft.com/office/drawing/2012/chart" uri="{CE6537A1-D6FC-4f65-9D91-7224C49458BB}"/>
                <c:ext xmlns:c16="http://schemas.microsoft.com/office/drawing/2014/chart" uri="{C3380CC4-5D6E-409C-BE32-E72D297353CC}">
                  <c16:uniqueId val="{00000000-154B-4BC6-9343-CB29E1A2841D}"/>
                </c:ext>
              </c:extLst>
            </c:dLbl>
            <c:dLbl>
              <c:idx val="13"/>
              <c:delete val="1"/>
              <c:extLst>
                <c:ext xmlns:c15="http://schemas.microsoft.com/office/drawing/2012/chart" uri="{CE6537A1-D6FC-4f65-9D91-7224C49458BB}"/>
                <c:ext xmlns:c16="http://schemas.microsoft.com/office/drawing/2014/chart" uri="{C3380CC4-5D6E-409C-BE32-E72D297353CC}">
                  <c16:uniqueId val="{00000001-154B-4BC6-9343-CB29E1A2841D}"/>
                </c:ext>
              </c:extLst>
            </c:dLbl>
            <c:dLbl>
              <c:idx val="14"/>
              <c:delete val="1"/>
              <c:extLst>
                <c:ext xmlns:c15="http://schemas.microsoft.com/office/drawing/2012/chart" uri="{CE6537A1-D6FC-4f65-9D91-7224C49458BB}"/>
                <c:ext xmlns:c16="http://schemas.microsoft.com/office/drawing/2014/chart" uri="{C3380CC4-5D6E-409C-BE32-E72D297353CC}">
                  <c16:uniqueId val="{00000002-154B-4BC6-9343-CB29E1A2841D}"/>
                </c:ext>
              </c:extLst>
            </c:dLbl>
            <c:dLbl>
              <c:idx val="15"/>
              <c:delete val="1"/>
              <c:extLst>
                <c:ext xmlns:c15="http://schemas.microsoft.com/office/drawing/2012/chart" uri="{CE6537A1-D6FC-4f65-9D91-7224C49458BB}"/>
                <c:ext xmlns:c16="http://schemas.microsoft.com/office/drawing/2014/chart" uri="{C3380CC4-5D6E-409C-BE32-E72D297353CC}">
                  <c16:uniqueId val="{00000003-154B-4BC6-9343-CB29E1A2841D}"/>
                </c:ext>
              </c:extLst>
            </c:dLbl>
            <c:dLbl>
              <c:idx val="16"/>
              <c:delete val="1"/>
              <c:extLst>
                <c:ext xmlns:c15="http://schemas.microsoft.com/office/drawing/2012/chart" uri="{CE6537A1-D6FC-4f65-9D91-7224C49458BB}"/>
                <c:ext xmlns:c16="http://schemas.microsoft.com/office/drawing/2014/chart" uri="{C3380CC4-5D6E-409C-BE32-E72D297353CC}">
                  <c16:uniqueId val="{00000004-154B-4BC6-9343-CB29E1A2841D}"/>
                </c:ext>
              </c:extLst>
            </c:dLbl>
            <c:dLbl>
              <c:idx val="17"/>
              <c:delete val="1"/>
              <c:extLst>
                <c:ext xmlns:c15="http://schemas.microsoft.com/office/drawing/2012/chart" uri="{CE6537A1-D6FC-4f65-9D91-7224C49458BB}"/>
                <c:ext xmlns:c16="http://schemas.microsoft.com/office/drawing/2014/chart" uri="{C3380CC4-5D6E-409C-BE32-E72D297353CC}">
                  <c16:uniqueId val="{00000005-154B-4BC6-9343-CB29E1A2841D}"/>
                </c:ext>
              </c:extLst>
            </c:dLbl>
            <c:dLbl>
              <c:idx val="18"/>
              <c:delete val="1"/>
              <c:extLst>
                <c:ext xmlns:c15="http://schemas.microsoft.com/office/drawing/2012/chart" uri="{CE6537A1-D6FC-4f65-9D91-7224C49458BB}"/>
                <c:ext xmlns:c16="http://schemas.microsoft.com/office/drawing/2014/chart" uri="{C3380CC4-5D6E-409C-BE32-E72D297353CC}">
                  <c16:uniqueId val="{00000006-154B-4BC6-9343-CB29E1A2841D}"/>
                </c:ext>
              </c:extLst>
            </c:dLbl>
            <c:dLbl>
              <c:idx val="19"/>
              <c:layout>
                <c:manualLayout>
                  <c:x val="0"/>
                  <c:y val="-4.46941687130965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B4BF-44D0-8187-A3F77DD0E9C1}"/>
                </c:ext>
              </c:extLst>
            </c:dLbl>
            <c:dLbl>
              <c:idx val="20"/>
              <c:delete val="1"/>
              <c:extLst>
                <c:ext xmlns:c15="http://schemas.microsoft.com/office/drawing/2012/chart" uri="{CE6537A1-D6FC-4f65-9D91-7224C49458BB}"/>
                <c:ext xmlns:c16="http://schemas.microsoft.com/office/drawing/2014/chart" uri="{C3380CC4-5D6E-409C-BE32-E72D297353CC}">
                  <c16:uniqueId val="{00000007-154B-4BC6-9343-CB29E1A2841D}"/>
                </c:ext>
              </c:extLst>
            </c:dLbl>
            <c:dLbl>
              <c:idx val="21"/>
              <c:delete val="1"/>
              <c:extLst>
                <c:ext xmlns:c15="http://schemas.microsoft.com/office/drawing/2012/chart" uri="{CE6537A1-D6FC-4f65-9D91-7224C49458BB}"/>
                <c:ext xmlns:c16="http://schemas.microsoft.com/office/drawing/2014/chart" uri="{C3380CC4-5D6E-409C-BE32-E72D297353CC}">
                  <c16:uniqueId val="{00000008-154B-4BC6-9343-CB29E1A2841D}"/>
                </c:ext>
              </c:extLst>
            </c:dLbl>
            <c:dLbl>
              <c:idx val="22"/>
              <c:delete val="1"/>
              <c:extLst>
                <c:ext xmlns:c15="http://schemas.microsoft.com/office/drawing/2012/chart" uri="{CE6537A1-D6FC-4f65-9D91-7224C49458BB}"/>
                <c:ext xmlns:c16="http://schemas.microsoft.com/office/drawing/2014/chart" uri="{C3380CC4-5D6E-409C-BE32-E72D297353CC}">
                  <c16:uniqueId val="{00000009-154B-4BC6-9343-CB29E1A2841D}"/>
                </c:ext>
              </c:extLst>
            </c:dLbl>
            <c:dLbl>
              <c:idx val="23"/>
              <c:delete val="1"/>
              <c:extLst>
                <c:ext xmlns:c15="http://schemas.microsoft.com/office/drawing/2012/chart" uri="{CE6537A1-D6FC-4f65-9D91-7224C49458BB}"/>
                <c:ext xmlns:c16="http://schemas.microsoft.com/office/drawing/2014/chart" uri="{C3380CC4-5D6E-409C-BE32-E72D297353CC}">
                  <c16:uniqueId val="{0000000A-154B-4BC6-9343-CB29E1A2841D}"/>
                </c:ext>
              </c:extLst>
            </c:dLbl>
            <c:spPr>
              <a:solidFill>
                <a:srgbClr val="C4D600"/>
              </a:solid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Sheet1!$A$2:$A$25</c:f>
              <c:strCache>
                <c:ptCount val="24"/>
                <c:pt idx="0">
                  <c:v>01:00</c:v>
                </c:pt>
                <c:pt idx="1">
                  <c:v>02:00</c:v>
                </c:pt>
                <c:pt idx="2">
                  <c:v>03:00</c:v>
                </c:pt>
                <c:pt idx="3">
                  <c:v>04:00</c:v>
                </c:pt>
                <c:pt idx="4">
                  <c:v>05:00</c:v>
                </c:pt>
                <c:pt idx="5">
                  <c:v>06:00</c:v>
                </c:pt>
                <c:pt idx="6">
                  <c:v>07:00</c:v>
                </c:pt>
                <c:pt idx="7">
                  <c:v>08:00</c:v>
                </c:pt>
                <c:pt idx="8">
                  <c:v>09:00</c:v>
                </c:pt>
                <c:pt idx="9">
                  <c:v>10:00</c:v>
                </c:pt>
                <c:pt idx="10">
                  <c:v>11:00</c:v>
                </c:pt>
                <c:pt idx="11">
                  <c:v>12:00</c:v>
                </c:pt>
                <c:pt idx="12">
                  <c:v>13:00</c:v>
                </c:pt>
                <c:pt idx="13">
                  <c:v>14:00</c:v>
                </c:pt>
                <c:pt idx="14">
                  <c:v>15:00</c:v>
                </c:pt>
                <c:pt idx="15">
                  <c:v>16:00</c:v>
                </c:pt>
                <c:pt idx="16">
                  <c:v>17:00</c:v>
                </c:pt>
                <c:pt idx="17">
                  <c:v>18:00</c:v>
                </c:pt>
                <c:pt idx="18">
                  <c:v>19:00</c:v>
                </c:pt>
                <c:pt idx="19">
                  <c:v>20:00</c:v>
                </c:pt>
                <c:pt idx="20">
                  <c:v>21:00</c:v>
                </c:pt>
                <c:pt idx="21">
                  <c:v>22:00</c:v>
                </c:pt>
                <c:pt idx="22">
                  <c:v>23:00</c:v>
                </c:pt>
                <c:pt idx="23">
                  <c:v>24:00</c:v>
                </c:pt>
              </c:strCache>
            </c:strRef>
          </c:cat>
          <c:val>
            <c:numRef>
              <c:f>Sheet1!$D$2:$D$25</c:f>
              <c:numCache>
                <c:formatCode>0</c:formatCode>
                <c:ptCount val="24"/>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10</c:v>
                </c:pt>
                <c:pt idx="20">
                  <c:v>0</c:v>
                </c:pt>
                <c:pt idx="21">
                  <c:v>0</c:v>
                </c:pt>
                <c:pt idx="22">
                  <c:v>0</c:v>
                </c:pt>
                <c:pt idx="23">
                  <c:v>0</c:v>
                </c:pt>
              </c:numCache>
            </c:numRef>
          </c:val>
          <c:extLst>
            <c:ext xmlns:c16="http://schemas.microsoft.com/office/drawing/2014/chart" uri="{C3380CC4-5D6E-409C-BE32-E72D297353CC}">
              <c16:uniqueId val="{00000002-45ED-4D97-A3D4-97A67BC12153}"/>
            </c:ext>
          </c:extLst>
        </c:ser>
        <c:dLbls>
          <c:showLegendKey val="0"/>
          <c:showVal val="0"/>
          <c:showCatName val="0"/>
          <c:showSerName val="0"/>
          <c:showPercent val="0"/>
          <c:showBubbleSize val="0"/>
        </c:dLbls>
        <c:axId val="870970687"/>
        <c:axId val="870971935"/>
      </c:areaChart>
      <c:catAx>
        <c:axId val="870970687"/>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1" i="0" u="none" strike="noStrike" kern="1200" baseline="0">
                <a:solidFill>
                  <a:schemeClr val="tx1">
                    <a:lumMod val="65000"/>
                    <a:lumOff val="35000"/>
                  </a:schemeClr>
                </a:solidFill>
                <a:latin typeface="+mn-lt"/>
                <a:ea typeface="+mn-ea"/>
                <a:cs typeface="+mn-cs"/>
              </a:defRPr>
            </a:pPr>
            <a:endParaRPr lang="en-US"/>
          </a:p>
        </c:txPr>
        <c:crossAx val="870971935"/>
        <c:crosses val="autoZero"/>
        <c:auto val="1"/>
        <c:lblAlgn val="ctr"/>
        <c:lblOffset val="100"/>
        <c:noMultiLvlLbl val="0"/>
      </c:catAx>
      <c:valAx>
        <c:axId val="870971935"/>
        <c:scaling>
          <c:orientation val="minMax"/>
        </c:scaling>
        <c:delete val="1"/>
        <c:axPos val="l"/>
        <c:numFmt formatCode="0" sourceLinked="1"/>
        <c:majorTickMark val="none"/>
        <c:minorTickMark val="none"/>
        <c:tickLblPos val="nextTo"/>
        <c:crossAx val="870970687"/>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legend>
    <c:plotVisOnly val="1"/>
    <c:dispBlanksAs val="zero"/>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5309000822884372E-2"/>
          <c:y val="9.8314096111526347E-2"/>
          <c:w val="0.93649740239156742"/>
          <c:h val="0.72924522979102158"/>
        </c:manualLayout>
      </c:layout>
      <c:areaChart>
        <c:grouping val="stacked"/>
        <c:varyColors val="0"/>
        <c:ser>
          <c:idx val="0"/>
          <c:order val="0"/>
          <c:tx>
            <c:strRef>
              <c:f>Sheet1!$B$1</c:f>
              <c:strCache>
                <c:ptCount val="1"/>
                <c:pt idx="0">
                  <c:v>Base Demand Met</c:v>
                </c:pt>
              </c:strCache>
            </c:strRef>
          </c:tx>
          <c:spPr>
            <a:solidFill>
              <a:schemeClr val="tx1">
                <a:lumMod val="65000"/>
                <a:lumOff val="35000"/>
              </a:schemeClr>
            </a:solidFill>
            <a:ln>
              <a:noFill/>
            </a:ln>
            <a:effectLst/>
          </c:spPr>
          <c:dLbls>
            <c:spPr>
              <a:solidFill>
                <a:schemeClr val="tx1">
                  <a:lumMod val="65000"/>
                  <a:lumOff val="35000"/>
                </a:schemeClr>
              </a:solid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06:00</c:v>
                </c:pt>
                <c:pt idx="1">
                  <c:v>07:00</c:v>
                </c:pt>
                <c:pt idx="2">
                  <c:v>08:00</c:v>
                </c:pt>
                <c:pt idx="3">
                  <c:v>09:00</c:v>
                </c:pt>
                <c:pt idx="4">
                  <c:v>10:00</c:v>
                </c:pt>
                <c:pt idx="5">
                  <c:v>11:00</c:v>
                </c:pt>
                <c:pt idx="6">
                  <c:v>12:00</c:v>
                </c:pt>
                <c:pt idx="7">
                  <c:v>13:00</c:v>
                </c:pt>
                <c:pt idx="8">
                  <c:v>14:00</c:v>
                </c:pt>
                <c:pt idx="9">
                  <c:v>15:00</c:v>
                </c:pt>
                <c:pt idx="10">
                  <c:v>16:00</c:v>
                </c:pt>
                <c:pt idx="11">
                  <c:v>17:00</c:v>
                </c:pt>
              </c:strCache>
            </c:strRef>
          </c:cat>
          <c:val>
            <c:numRef>
              <c:f>Sheet1!$B$2:$B$13</c:f>
              <c:numCache>
                <c:formatCode>0</c:formatCode>
                <c:ptCount val="12"/>
                <c:pt idx="0">
                  <c:v>1087.4820000000002</c:v>
                </c:pt>
                <c:pt idx="1">
                  <c:v>1145.8792499999997</c:v>
                </c:pt>
                <c:pt idx="2">
                  <c:v>1257.874875</c:v>
                </c:pt>
                <c:pt idx="3">
                  <c:v>1330.6693499999999</c:v>
                </c:pt>
                <c:pt idx="4">
                  <c:v>1418.1000250000002</c:v>
                </c:pt>
                <c:pt idx="5">
                  <c:v>1470.4650250000002</c:v>
                </c:pt>
                <c:pt idx="6">
                  <c:v>1446.4446499999999</c:v>
                </c:pt>
                <c:pt idx="7">
                  <c:v>1394.2267000000002</c:v>
                </c:pt>
                <c:pt idx="8">
                  <c:v>1347.7292000000004</c:v>
                </c:pt>
                <c:pt idx="9">
                  <c:v>1289.0119500000001</c:v>
                </c:pt>
                <c:pt idx="10">
                  <c:v>1325.4274999999998</c:v>
                </c:pt>
                <c:pt idx="11">
                  <c:v>1341.7524202500003</c:v>
                </c:pt>
              </c:numCache>
            </c:numRef>
          </c:val>
          <c:extLst>
            <c:ext xmlns:c16="http://schemas.microsoft.com/office/drawing/2014/chart" uri="{C3380CC4-5D6E-409C-BE32-E72D297353CC}">
              <c16:uniqueId val="{00000000-45ED-4D97-A3D4-97A67BC12153}"/>
            </c:ext>
          </c:extLst>
        </c:ser>
        <c:ser>
          <c:idx val="1"/>
          <c:order val="1"/>
          <c:tx>
            <c:strRef>
              <c:f>Sheet1!$C$1</c:f>
              <c:strCache>
                <c:ptCount val="1"/>
                <c:pt idx="0">
                  <c:v>Short term purchase</c:v>
                </c:pt>
              </c:strCache>
            </c:strRef>
          </c:tx>
          <c:spPr>
            <a:solidFill>
              <a:srgbClr val="009A44"/>
            </a:solidFill>
            <a:ln>
              <a:noFill/>
            </a:ln>
            <a:effectLst/>
          </c:spPr>
          <c:dLbls>
            <c:spPr>
              <a:solidFill>
                <a:srgbClr val="009A44"/>
              </a:solid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06:00</c:v>
                </c:pt>
                <c:pt idx="1">
                  <c:v>07:00</c:v>
                </c:pt>
                <c:pt idx="2">
                  <c:v>08:00</c:v>
                </c:pt>
                <c:pt idx="3">
                  <c:v>09:00</c:v>
                </c:pt>
                <c:pt idx="4">
                  <c:v>10:00</c:v>
                </c:pt>
                <c:pt idx="5">
                  <c:v>11:00</c:v>
                </c:pt>
                <c:pt idx="6">
                  <c:v>12:00</c:v>
                </c:pt>
                <c:pt idx="7">
                  <c:v>13:00</c:v>
                </c:pt>
                <c:pt idx="8">
                  <c:v>14:00</c:v>
                </c:pt>
                <c:pt idx="9">
                  <c:v>15:00</c:v>
                </c:pt>
                <c:pt idx="10">
                  <c:v>16:00</c:v>
                </c:pt>
                <c:pt idx="11">
                  <c:v>17:00</c:v>
                </c:pt>
              </c:strCache>
            </c:strRef>
          </c:cat>
          <c:val>
            <c:numRef>
              <c:f>Sheet1!$C$2:$C$13</c:f>
              <c:numCache>
                <c:formatCode>0</c:formatCode>
                <c:ptCount val="12"/>
                <c:pt idx="0">
                  <c:v>115.548</c:v>
                </c:pt>
                <c:pt idx="1">
                  <c:v>113.14075000000001</c:v>
                </c:pt>
                <c:pt idx="2">
                  <c:v>34.905124999999998</c:v>
                </c:pt>
                <c:pt idx="3">
                  <c:v>46.700649999999996</c:v>
                </c:pt>
                <c:pt idx="4">
                  <c:v>79.679974999999999</c:v>
                </c:pt>
                <c:pt idx="5">
                  <c:v>127.82497500000001</c:v>
                </c:pt>
                <c:pt idx="6">
                  <c:v>184.39535000000001</c:v>
                </c:pt>
                <c:pt idx="7">
                  <c:v>266.72329999999999</c:v>
                </c:pt>
                <c:pt idx="8">
                  <c:v>338.94080000000002</c:v>
                </c:pt>
                <c:pt idx="9">
                  <c:v>437.63805000000002</c:v>
                </c:pt>
                <c:pt idx="10">
                  <c:v>409.23249999999996</c:v>
                </c:pt>
                <c:pt idx="11">
                  <c:v>345.70757975000004</c:v>
                </c:pt>
              </c:numCache>
            </c:numRef>
          </c:val>
          <c:extLst>
            <c:ext xmlns:c16="http://schemas.microsoft.com/office/drawing/2014/chart" uri="{C3380CC4-5D6E-409C-BE32-E72D297353CC}">
              <c16:uniqueId val="{00000001-45ED-4D97-A3D4-97A67BC12153}"/>
            </c:ext>
          </c:extLst>
        </c:ser>
        <c:ser>
          <c:idx val="2"/>
          <c:order val="2"/>
          <c:tx>
            <c:strRef>
              <c:f>Sheet1!$D$1</c:f>
              <c:strCache>
                <c:ptCount val="1"/>
                <c:pt idx="0">
                  <c:v>Load Shedding</c:v>
                </c:pt>
              </c:strCache>
            </c:strRef>
          </c:tx>
          <c:spPr>
            <a:solidFill>
              <a:srgbClr val="C4D600"/>
            </a:solidFill>
            <a:ln w="25400">
              <a:noFill/>
            </a:ln>
            <a:effectLst/>
          </c:spPr>
          <c:cat>
            <c:strRef>
              <c:f>Sheet1!$A$2:$A$13</c:f>
              <c:strCache>
                <c:ptCount val="12"/>
                <c:pt idx="0">
                  <c:v>06:00</c:v>
                </c:pt>
                <c:pt idx="1">
                  <c:v>07:00</c:v>
                </c:pt>
                <c:pt idx="2">
                  <c:v>08:00</c:v>
                </c:pt>
                <c:pt idx="3">
                  <c:v>09:00</c:v>
                </c:pt>
                <c:pt idx="4">
                  <c:v>10:00</c:v>
                </c:pt>
                <c:pt idx="5">
                  <c:v>11:00</c:v>
                </c:pt>
                <c:pt idx="6">
                  <c:v>12:00</c:v>
                </c:pt>
                <c:pt idx="7">
                  <c:v>13:00</c:v>
                </c:pt>
                <c:pt idx="8">
                  <c:v>14:00</c:v>
                </c:pt>
                <c:pt idx="9">
                  <c:v>15:00</c:v>
                </c:pt>
                <c:pt idx="10">
                  <c:v>16:00</c:v>
                </c:pt>
                <c:pt idx="11">
                  <c:v>17:00</c:v>
                </c:pt>
              </c:strCache>
            </c:strRef>
          </c:cat>
          <c:val>
            <c:numRef>
              <c:f>Sheet1!$D$2:$D$13</c:f>
              <c:numCache>
                <c:formatCode>0</c:formatCode>
                <c:ptCount val="12"/>
                <c:pt idx="0">
                  <c:v>0</c:v>
                </c:pt>
                <c:pt idx="1">
                  <c:v>0</c:v>
                </c:pt>
                <c:pt idx="2">
                  <c:v>0</c:v>
                </c:pt>
                <c:pt idx="3">
                  <c:v>0</c:v>
                </c:pt>
                <c:pt idx="4">
                  <c:v>0</c:v>
                </c:pt>
                <c:pt idx="5">
                  <c:v>0</c:v>
                </c:pt>
                <c:pt idx="6">
                  <c:v>0</c:v>
                </c:pt>
                <c:pt idx="7">
                  <c:v>0</c:v>
                </c:pt>
                <c:pt idx="8">
                  <c:v>0</c:v>
                </c:pt>
                <c:pt idx="9">
                  <c:v>0</c:v>
                </c:pt>
                <c:pt idx="10">
                  <c:v>0</c:v>
                </c:pt>
                <c:pt idx="11">
                  <c:v>0</c:v>
                </c:pt>
              </c:numCache>
            </c:numRef>
          </c:val>
          <c:extLst>
            <c:ext xmlns:c16="http://schemas.microsoft.com/office/drawing/2014/chart" uri="{C3380CC4-5D6E-409C-BE32-E72D297353CC}">
              <c16:uniqueId val="{00000002-45ED-4D97-A3D4-97A67BC12153}"/>
            </c:ext>
          </c:extLst>
        </c:ser>
        <c:dLbls>
          <c:showLegendKey val="0"/>
          <c:showVal val="0"/>
          <c:showCatName val="0"/>
          <c:showSerName val="0"/>
          <c:showPercent val="0"/>
          <c:showBubbleSize val="0"/>
        </c:dLbls>
        <c:axId val="870970687"/>
        <c:axId val="870971935"/>
      </c:areaChart>
      <c:catAx>
        <c:axId val="870970687"/>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1" i="0" u="none" strike="noStrike" kern="1200" baseline="0">
                <a:solidFill>
                  <a:schemeClr val="tx1">
                    <a:lumMod val="65000"/>
                    <a:lumOff val="35000"/>
                  </a:schemeClr>
                </a:solidFill>
                <a:latin typeface="+mn-lt"/>
                <a:ea typeface="+mn-ea"/>
                <a:cs typeface="+mn-cs"/>
              </a:defRPr>
            </a:pPr>
            <a:endParaRPr lang="en-US"/>
          </a:p>
        </c:txPr>
        <c:crossAx val="870971935"/>
        <c:crosses val="autoZero"/>
        <c:auto val="1"/>
        <c:lblAlgn val="ctr"/>
        <c:lblOffset val="100"/>
        <c:noMultiLvlLbl val="0"/>
      </c:catAx>
      <c:valAx>
        <c:axId val="870971935"/>
        <c:scaling>
          <c:orientation val="minMax"/>
        </c:scaling>
        <c:delete val="1"/>
        <c:axPos val="l"/>
        <c:numFmt formatCode="0" sourceLinked="1"/>
        <c:majorTickMark val="none"/>
        <c:minorTickMark val="none"/>
        <c:tickLblPos val="nextTo"/>
        <c:crossAx val="870970687"/>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legend>
    <c:plotVisOnly val="1"/>
    <c:dispBlanksAs val="zero"/>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5309000822884372E-2"/>
          <c:y val="9.8314096111526347E-2"/>
          <c:w val="0.93649740239156742"/>
          <c:h val="0.72924522979102158"/>
        </c:manualLayout>
      </c:layout>
      <c:areaChart>
        <c:grouping val="stacked"/>
        <c:varyColors val="0"/>
        <c:ser>
          <c:idx val="0"/>
          <c:order val="0"/>
          <c:tx>
            <c:strRef>
              <c:f>Sheet1!$B$1</c:f>
              <c:strCache>
                <c:ptCount val="1"/>
                <c:pt idx="0">
                  <c:v>Base Demand Met</c:v>
                </c:pt>
              </c:strCache>
            </c:strRef>
          </c:tx>
          <c:spPr>
            <a:solidFill>
              <a:schemeClr val="tx1">
                <a:lumMod val="65000"/>
                <a:lumOff val="35000"/>
              </a:schemeClr>
            </a:solidFill>
            <a:ln>
              <a:noFill/>
            </a:ln>
            <a:effectLst/>
          </c:spPr>
          <c:dLbls>
            <c:spPr>
              <a:solidFill>
                <a:schemeClr val="tx1">
                  <a:lumMod val="65000"/>
                  <a:lumOff val="35000"/>
                </a:schemeClr>
              </a:solid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06:00</c:v>
                </c:pt>
                <c:pt idx="1">
                  <c:v>07:00</c:v>
                </c:pt>
                <c:pt idx="2">
                  <c:v>08:00</c:v>
                </c:pt>
                <c:pt idx="3">
                  <c:v>09:00</c:v>
                </c:pt>
                <c:pt idx="4">
                  <c:v>10:00</c:v>
                </c:pt>
                <c:pt idx="5">
                  <c:v>11:00</c:v>
                </c:pt>
                <c:pt idx="6">
                  <c:v>12:00</c:v>
                </c:pt>
                <c:pt idx="7">
                  <c:v>13:00</c:v>
                </c:pt>
                <c:pt idx="8">
                  <c:v>14:00</c:v>
                </c:pt>
                <c:pt idx="9">
                  <c:v>15:00</c:v>
                </c:pt>
                <c:pt idx="10">
                  <c:v>16:00</c:v>
                </c:pt>
                <c:pt idx="11">
                  <c:v>17:00</c:v>
                </c:pt>
              </c:strCache>
            </c:strRef>
          </c:cat>
          <c:val>
            <c:numRef>
              <c:f>Sheet1!$B$2:$B$13</c:f>
              <c:numCache>
                <c:formatCode>0</c:formatCode>
                <c:ptCount val="12"/>
                <c:pt idx="0">
                  <c:v>784.05</c:v>
                </c:pt>
                <c:pt idx="1">
                  <c:v>762.78737500000011</c:v>
                </c:pt>
                <c:pt idx="2">
                  <c:v>778.38487500000019</c:v>
                </c:pt>
                <c:pt idx="3">
                  <c:v>852.42707500000006</c:v>
                </c:pt>
                <c:pt idx="4">
                  <c:v>1080.1220750000002</c:v>
                </c:pt>
                <c:pt idx="5">
                  <c:v>1082.0904499999999</c:v>
                </c:pt>
                <c:pt idx="6">
                  <c:v>1083.7901999999999</c:v>
                </c:pt>
                <c:pt idx="7">
                  <c:v>1107.3313250000001</c:v>
                </c:pt>
                <c:pt idx="8">
                  <c:v>1117.194575</c:v>
                </c:pt>
                <c:pt idx="9">
                  <c:v>1081.040125</c:v>
                </c:pt>
                <c:pt idx="10">
                  <c:v>1065.3259694999997</c:v>
                </c:pt>
                <c:pt idx="11">
                  <c:v>1220.8038064999998</c:v>
                </c:pt>
              </c:numCache>
            </c:numRef>
          </c:val>
          <c:extLst>
            <c:ext xmlns:c16="http://schemas.microsoft.com/office/drawing/2014/chart" uri="{C3380CC4-5D6E-409C-BE32-E72D297353CC}">
              <c16:uniqueId val="{00000000-45ED-4D97-A3D4-97A67BC12153}"/>
            </c:ext>
          </c:extLst>
        </c:ser>
        <c:ser>
          <c:idx val="1"/>
          <c:order val="1"/>
          <c:tx>
            <c:strRef>
              <c:f>Sheet1!$C$1</c:f>
              <c:strCache>
                <c:ptCount val="1"/>
                <c:pt idx="0">
                  <c:v>Short term purchase</c:v>
                </c:pt>
              </c:strCache>
            </c:strRef>
          </c:tx>
          <c:spPr>
            <a:solidFill>
              <a:srgbClr val="009A44"/>
            </a:solidFill>
            <a:ln>
              <a:noFill/>
            </a:ln>
            <a:effectLst/>
          </c:spPr>
          <c:dLbls>
            <c:dLbl>
              <c:idx val="0"/>
              <c:delete val="1"/>
              <c:extLst>
                <c:ext xmlns:c15="http://schemas.microsoft.com/office/drawing/2012/chart" uri="{CE6537A1-D6FC-4f65-9D91-7224C49458BB}"/>
                <c:ext xmlns:c16="http://schemas.microsoft.com/office/drawing/2014/chart" uri="{C3380CC4-5D6E-409C-BE32-E72D297353CC}">
                  <c16:uniqueId val="{00000000-6CF9-4AF7-86DD-B7B41E11DBAA}"/>
                </c:ext>
              </c:extLst>
            </c:dLbl>
            <c:spPr>
              <a:solidFill>
                <a:srgbClr val="009A44"/>
              </a:solid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06:00</c:v>
                </c:pt>
                <c:pt idx="1">
                  <c:v>07:00</c:v>
                </c:pt>
                <c:pt idx="2">
                  <c:v>08:00</c:v>
                </c:pt>
                <c:pt idx="3">
                  <c:v>09:00</c:v>
                </c:pt>
                <c:pt idx="4">
                  <c:v>10:00</c:v>
                </c:pt>
                <c:pt idx="5">
                  <c:v>11:00</c:v>
                </c:pt>
                <c:pt idx="6">
                  <c:v>12:00</c:v>
                </c:pt>
                <c:pt idx="7">
                  <c:v>13:00</c:v>
                </c:pt>
                <c:pt idx="8">
                  <c:v>14:00</c:v>
                </c:pt>
                <c:pt idx="9">
                  <c:v>15:00</c:v>
                </c:pt>
                <c:pt idx="10">
                  <c:v>16:00</c:v>
                </c:pt>
                <c:pt idx="11">
                  <c:v>17:00</c:v>
                </c:pt>
              </c:strCache>
            </c:strRef>
          </c:cat>
          <c:val>
            <c:numRef>
              <c:f>Sheet1!$C$2:$C$13</c:f>
              <c:numCache>
                <c:formatCode>0</c:formatCode>
                <c:ptCount val="12"/>
                <c:pt idx="0">
                  <c:v>0</c:v>
                </c:pt>
                <c:pt idx="1">
                  <c:v>10.832625</c:v>
                </c:pt>
                <c:pt idx="2">
                  <c:v>131.19512500000002</c:v>
                </c:pt>
                <c:pt idx="3">
                  <c:v>113.86292500000002</c:v>
                </c:pt>
                <c:pt idx="4">
                  <c:v>65.717925000000008</c:v>
                </c:pt>
                <c:pt idx="5">
                  <c:v>182.46954999999997</c:v>
                </c:pt>
                <c:pt idx="6">
                  <c:v>252.27980000000002</c:v>
                </c:pt>
                <c:pt idx="7">
                  <c:v>275.14867500000003</c:v>
                </c:pt>
                <c:pt idx="8">
                  <c:v>330.51542499999994</c:v>
                </c:pt>
                <c:pt idx="9">
                  <c:v>398.39987499999995</c:v>
                </c:pt>
                <c:pt idx="10">
                  <c:v>465.1240305</c:v>
                </c:pt>
                <c:pt idx="11">
                  <c:v>296.10619350000002</c:v>
                </c:pt>
              </c:numCache>
            </c:numRef>
          </c:val>
          <c:extLst>
            <c:ext xmlns:c16="http://schemas.microsoft.com/office/drawing/2014/chart" uri="{C3380CC4-5D6E-409C-BE32-E72D297353CC}">
              <c16:uniqueId val="{00000001-45ED-4D97-A3D4-97A67BC12153}"/>
            </c:ext>
          </c:extLst>
        </c:ser>
        <c:ser>
          <c:idx val="2"/>
          <c:order val="2"/>
          <c:tx>
            <c:strRef>
              <c:f>Sheet1!$D$1</c:f>
              <c:strCache>
                <c:ptCount val="1"/>
                <c:pt idx="0">
                  <c:v>Load Shedding</c:v>
                </c:pt>
              </c:strCache>
            </c:strRef>
          </c:tx>
          <c:spPr>
            <a:solidFill>
              <a:srgbClr val="C4D600"/>
            </a:solidFill>
            <a:ln w="25400">
              <a:noFill/>
            </a:ln>
            <a:effectLst/>
          </c:spPr>
          <c:cat>
            <c:strRef>
              <c:f>Sheet1!$A$2:$A$13</c:f>
              <c:strCache>
                <c:ptCount val="12"/>
                <c:pt idx="0">
                  <c:v>06:00</c:v>
                </c:pt>
                <c:pt idx="1">
                  <c:v>07:00</c:v>
                </c:pt>
                <c:pt idx="2">
                  <c:v>08:00</c:v>
                </c:pt>
                <c:pt idx="3">
                  <c:v>09:00</c:v>
                </c:pt>
                <c:pt idx="4">
                  <c:v>10:00</c:v>
                </c:pt>
                <c:pt idx="5">
                  <c:v>11:00</c:v>
                </c:pt>
                <c:pt idx="6">
                  <c:v>12:00</c:v>
                </c:pt>
                <c:pt idx="7">
                  <c:v>13:00</c:v>
                </c:pt>
                <c:pt idx="8">
                  <c:v>14:00</c:v>
                </c:pt>
                <c:pt idx="9">
                  <c:v>15:00</c:v>
                </c:pt>
                <c:pt idx="10">
                  <c:v>16:00</c:v>
                </c:pt>
                <c:pt idx="11">
                  <c:v>17:00</c:v>
                </c:pt>
              </c:strCache>
            </c:strRef>
          </c:cat>
          <c:val>
            <c:numRef>
              <c:f>Sheet1!$D$2:$D$13</c:f>
              <c:numCache>
                <c:formatCode>0</c:formatCode>
                <c:ptCount val="12"/>
                <c:pt idx="0">
                  <c:v>0</c:v>
                </c:pt>
                <c:pt idx="1">
                  <c:v>0</c:v>
                </c:pt>
                <c:pt idx="2">
                  <c:v>0</c:v>
                </c:pt>
                <c:pt idx="3">
                  <c:v>0</c:v>
                </c:pt>
                <c:pt idx="4">
                  <c:v>0</c:v>
                </c:pt>
                <c:pt idx="5">
                  <c:v>0</c:v>
                </c:pt>
                <c:pt idx="6">
                  <c:v>0</c:v>
                </c:pt>
                <c:pt idx="7">
                  <c:v>0</c:v>
                </c:pt>
                <c:pt idx="8">
                  <c:v>0</c:v>
                </c:pt>
                <c:pt idx="9">
                  <c:v>0</c:v>
                </c:pt>
                <c:pt idx="10">
                  <c:v>0</c:v>
                </c:pt>
                <c:pt idx="11">
                  <c:v>0</c:v>
                </c:pt>
              </c:numCache>
            </c:numRef>
          </c:val>
          <c:extLst>
            <c:ext xmlns:c16="http://schemas.microsoft.com/office/drawing/2014/chart" uri="{C3380CC4-5D6E-409C-BE32-E72D297353CC}">
              <c16:uniqueId val="{00000002-45ED-4D97-A3D4-97A67BC12153}"/>
            </c:ext>
          </c:extLst>
        </c:ser>
        <c:dLbls>
          <c:showLegendKey val="0"/>
          <c:showVal val="0"/>
          <c:showCatName val="0"/>
          <c:showSerName val="0"/>
          <c:showPercent val="0"/>
          <c:showBubbleSize val="0"/>
        </c:dLbls>
        <c:axId val="870970687"/>
        <c:axId val="870971935"/>
      </c:areaChart>
      <c:catAx>
        <c:axId val="870970687"/>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1" i="0" u="none" strike="noStrike" kern="1200" baseline="0">
                <a:solidFill>
                  <a:schemeClr val="tx1">
                    <a:lumMod val="65000"/>
                    <a:lumOff val="35000"/>
                  </a:schemeClr>
                </a:solidFill>
                <a:latin typeface="+mn-lt"/>
                <a:ea typeface="+mn-ea"/>
                <a:cs typeface="+mn-cs"/>
              </a:defRPr>
            </a:pPr>
            <a:endParaRPr lang="en-US"/>
          </a:p>
        </c:txPr>
        <c:crossAx val="870971935"/>
        <c:crosses val="autoZero"/>
        <c:auto val="1"/>
        <c:lblAlgn val="ctr"/>
        <c:lblOffset val="100"/>
        <c:noMultiLvlLbl val="0"/>
      </c:catAx>
      <c:valAx>
        <c:axId val="870971935"/>
        <c:scaling>
          <c:orientation val="minMax"/>
        </c:scaling>
        <c:delete val="1"/>
        <c:axPos val="l"/>
        <c:numFmt formatCode="0" sourceLinked="1"/>
        <c:majorTickMark val="none"/>
        <c:minorTickMark val="none"/>
        <c:tickLblPos val="nextTo"/>
        <c:crossAx val="870970687"/>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legend>
    <c:plotVisOnly val="1"/>
    <c:dispBlanksAs val="zero"/>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5309000822884372E-2"/>
          <c:y val="9.8314096111526347E-2"/>
          <c:w val="0.93649740239156742"/>
          <c:h val="0.72924522979102158"/>
        </c:manualLayout>
      </c:layout>
      <c:areaChart>
        <c:grouping val="stacked"/>
        <c:varyColors val="0"/>
        <c:ser>
          <c:idx val="0"/>
          <c:order val="0"/>
          <c:tx>
            <c:strRef>
              <c:f>Sheet1!$B$1</c:f>
              <c:strCache>
                <c:ptCount val="1"/>
                <c:pt idx="0">
                  <c:v>Base Demand Met</c:v>
                </c:pt>
              </c:strCache>
            </c:strRef>
          </c:tx>
          <c:spPr>
            <a:solidFill>
              <a:schemeClr val="tx1">
                <a:lumMod val="65000"/>
                <a:lumOff val="35000"/>
              </a:schemeClr>
            </a:solidFill>
            <a:ln>
              <a:noFill/>
            </a:ln>
            <a:effectLst/>
          </c:spPr>
          <c:dLbls>
            <c:spPr>
              <a:solidFill>
                <a:schemeClr val="tx1">
                  <a:lumMod val="65000"/>
                  <a:lumOff val="35000"/>
                </a:schemeClr>
              </a:solidFill>
              <a:ln>
                <a:noFill/>
              </a:ln>
              <a:effectLst/>
            </c:spPr>
            <c:txPr>
              <a:bodyPr rot="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06:00</c:v>
                </c:pt>
                <c:pt idx="1">
                  <c:v>07:00</c:v>
                </c:pt>
                <c:pt idx="2">
                  <c:v>08:00</c:v>
                </c:pt>
                <c:pt idx="3">
                  <c:v>09:00</c:v>
                </c:pt>
                <c:pt idx="4">
                  <c:v>10:00</c:v>
                </c:pt>
                <c:pt idx="5">
                  <c:v>11:00</c:v>
                </c:pt>
                <c:pt idx="6">
                  <c:v>12:00</c:v>
                </c:pt>
                <c:pt idx="7">
                  <c:v>13:00</c:v>
                </c:pt>
                <c:pt idx="8">
                  <c:v>14:00</c:v>
                </c:pt>
                <c:pt idx="9">
                  <c:v>15:00</c:v>
                </c:pt>
                <c:pt idx="10">
                  <c:v>16:00</c:v>
                </c:pt>
                <c:pt idx="11">
                  <c:v>17:00</c:v>
                </c:pt>
              </c:strCache>
            </c:strRef>
          </c:cat>
          <c:val>
            <c:numRef>
              <c:f>Sheet1!$B$2:$B$13</c:f>
              <c:numCache>
                <c:formatCode>0</c:formatCode>
                <c:ptCount val="12"/>
                <c:pt idx="0">
                  <c:v>992.95375000000013</c:v>
                </c:pt>
                <c:pt idx="1">
                  <c:v>1161.7897499999999</c:v>
                </c:pt>
                <c:pt idx="2">
                  <c:v>1291.586</c:v>
                </c:pt>
                <c:pt idx="3">
                  <c:v>1195.25225</c:v>
                </c:pt>
                <c:pt idx="4">
                  <c:v>1219.18975</c:v>
                </c:pt>
                <c:pt idx="5">
                  <c:v>1255.528875</c:v>
                </c:pt>
                <c:pt idx="6">
                  <c:v>1218.1801250000003</c:v>
                </c:pt>
                <c:pt idx="7">
                  <c:v>1164.8670000000002</c:v>
                </c:pt>
                <c:pt idx="8">
                  <c:v>1090.181</c:v>
                </c:pt>
                <c:pt idx="9">
                  <c:v>935.18162499999994</c:v>
                </c:pt>
                <c:pt idx="10">
                  <c:v>961.70287500000018</c:v>
                </c:pt>
                <c:pt idx="11">
                  <c:v>1108.092875</c:v>
                </c:pt>
              </c:numCache>
            </c:numRef>
          </c:val>
          <c:extLst>
            <c:ext xmlns:c16="http://schemas.microsoft.com/office/drawing/2014/chart" uri="{C3380CC4-5D6E-409C-BE32-E72D297353CC}">
              <c16:uniqueId val="{00000000-45ED-4D97-A3D4-97A67BC12153}"/>
            </c:ext>
          </c:extLst>
        </c:ser>
        <c:ser>
          <c:idx val="1"/>
          <c:order val="1"/>
          <c:tx>
            <c:strRef>
              <c:f>Sheet1!$C$1</c:f>
              <c:strCache>
                <c:ptCount val="1"/>
                <c:pt idx="0">
                  <c:v>Short term purchase</c:v>
                </c:pt>
              </c:strCache>
            </c:strRef>
          </c:tx>
          <c:spPr>
            <a:solidFill>
              <a:srgbClr val="009A44"/>
            </a:solidFill>
            <a:ln>
              <a:noFill/>
            </a:ln>
            <a:effectLst/>
          </c:spPr>
          <c:dLbls>
            <c:spPr>
              <a:solidFill>
                <a:srgbClr val="009A44"/>
              </a:solidFill>
              <a:ln>
                <a:noFill/>
              </a:ln>
              <a:effectLst/>
            </c:spPr>
            <c:txPr>
              <a:bodyPr rot="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06:00</c:v>
                </c:pt>
                <c:pt idx="1">
                  <c:v>07:00</c:v>
                </c:pt>
                <c:pt idx="2">
                  <c:v>08:00</c:v>
                </c:pt>
                <c:pt idx="3">
                  <c:v>09:00</c:v>
                </c:pt>
                <c:pt idx="4">
                  <c:v>10:00</c:v>
                </c:pt>
                <c:pt idx="5">
                  <c:v>11:00</c:v>
                </c:pt>
                <c:pt idx="6">
                  <c:v>12:00</c:v>
                </c:pt>
                <c:pt idx="7">
                  <c:v>13:00</c:v>
                </c:pt>
                <c:pt idx="8">
                  <c:v>14:00</c:v>
                </c:pt>
                <c:pt idx="9">
                  <c:v>15:00</c:v>
                </c:pt>
                <c:pt idx="10">
                  <c:v>16:00</c:v>
                </c:pt>
                <c:pt idx="11">
                  <c:v>17:00</c:v>
                </c:pt>
              </c:strCache>
            </c:strRef>
          </c:cat>
          <c:val>
            <c:numRef>
              <c:f>Sheet1!$C$2:$C$13</c:f>
              <c:numCache>
                <c:formatCode>0</c:formatCode>
                <c:ptCount val="12"/>
                <c:pt idx="0">
                  <c:v>219.19624999999999</c:v>
                </c:pt>
                <c:pt idx="1">
                  <c:v>126.70025000000001</c:v>
                </c:pt>
                <c:pt idx="2">
                  <c:v>61.664000000000001</c:v>
                </c:pt>
                <c:pt idx="3">
                  <c:v>189.32775000000004</c:v>
                </c:pt>
                <c:pt idx="4">
                  <c:v>261.59025000000003</c:v>
                </c:pt>
                <c:pt idx="5">
                  <c:v>319.64112499999999</c:v>
                </c:pt>
                <c:pt idx="6">
                  <c:v>379.85987499999999</c:v>
                </c:pt>
                <c:pt idx="7">
                  <c:v>383.47300000000001</c:v>
                </c:pt>
                <c:pt idx="8">
                  <c:v>456.69899999999996</c:v>
                </c:pt>
                <c:pt idx="9">
                  <c:v>563.888375</c:v>
                </c:pt>
                <c:pt idx="10">
                  <c:v>469.94712499999997</c:v>
                </c:pt>
                <c:pt idx="11">
                  <c:v>335.05712500000004</c:v>
                </c:pt>
              </c:numCache>
            </c:numRef>
          </c:val>
          <c:extLst>
            <c:ext xmlns:c16="http://schemas.microsoft.com/office/drawing/2014/chart" uri="{C3380CC4-5D6E-409C-BE32-E72D297353CC}">
              <c16:uniqueId val="{00000001-45ED-4D97-A3D4-97A67BC12153}"/>
            </c:ext>
          </c:extLst>
        </c:ser>
        <c:ser>
          <c:idx val="2"/>
          <c:order val="2"/>
          <c:tx>
            <c:strRef>
              <c:f>Sheet1!$D$1</c:f>
              <c:strCache>
                <c:ptCount val="1"/>
                <c:pt idx="0">
                  <c:v>Load Shedding</c:v>
                </c:pt>
              </c:strCache>
            </c:strRef>
          </c:tx>
          <c:spPr>
            <a:solidFill>
              <a:srgbClr val="C4D600"/>
            </a:solidFill>
            <a:ln w="25400">
              <a:noFill/>
            </a:ln>
            <a:effectLst/>
          </c:spPr>
          <c:cat>
            <c:strRef>
              <c:f>Sheet1!$A$2:$A$13</c:f>
              <c:strCache>
                <c:ptCount val="12"/>
                <c:pt idx="0">
                  <c:v>06:00</c:v>
                </c:pt>
                <c:pt idx="1">
                  <c:v>07:00</c:v>
                </c:pt>
                <c:pt idx="2">
                  <c:v>08:00</c:v>
                </c:pt>
                <c:pt idx="3">
                  <c:v>09:00</c:v>
                </c:pt>
                <c:pt idx="4">
                  <c:v>10:00</c:v>
                </c:pt>
                <c:pt idx="5">
                  <c:v>11:00</c:v>
                </c:pt>
                <c:pt idx="6">
                  <c:v>12:00</c:v>
                </c:pt>
                <c:pt idx="7">
                  <c:v>13:00</c:v>
                </c:pt>
                <c:pt idx="8">
                  <c:v>14:00</c:v>
                </c:pt>
                <c:pt idx="9">
                  <c:v>15:00</c:v>
                </c:pt>
                <c:pt idx="10">
                  <c:v>16:00</c:v>
                </c:pt>
                <c:pt idx="11">
                  <c:v>17:00</c:v>
                </c:pt>
              </c:strCache>
            </c:strRef>
          </c:cat>
          <c:val>
            <c:numRef>
              <c:f>Sheet1!$D$2:$D$13</c:f>
              <c:numCache>
                <c:formatCode>0</c:formatCode>
                <c:ptCount val="12"/>
                <c:pt idx="0">
                  <c:v>0</c:v>
                </c:pt>
                <c:pt idx="1">
                  <c:v>0</c:v>
                </c:pt>
                <c:pt idx="2">
                  <c:v>0</c:v>
                </c:pt>
                <c:pt idx="3">
                  <c:v>0</c:v>
                </c:pt>
                <c:pt idx="4">
                  <c:v>0</c:v>
                </c:pt>
                <c:pt idx="5">
                  <c:v>0</c:v>
                </c:pt>
                <c:pt idx="6">
                  <c:v>0</c:v>
                </c:pt>
                <c:pt idx="7">
                  <c:v>0</c:v>
                </c:pt>
                <c:pt idx="8">
                  <c:v>0</c:v>
                </c:pt>
                <c:pt idx="9">
                  <c:v>0</c:v>
                </c:pt>
                <c:pt idx="10">
                  <c:v>0</c:v>
                </c:pt>
                <c:pt idx="11">
                  <c:v>0</c:v>
                </c:pt>
              </c:numCache>
            </c:numRef>
          </c:val>
          <c:extLst>
            <c:ext xmlns:c16="http://schemas.microsoft.com/office/drawing/2014/chart" uri="{C3380CC4-5D6E-409C-BE32-E72D297353CC}">
              <c16:uniqueId val="{00000002-45ED-4D97-A3D4-97A67BC12153}"/>
            </c:ext>
          </c:extLst>
        </c:ser>
        <c:dLbls>
          <c:showLegendKey val="0"/>
          <c:showVal val="0"/>
          <c:showCatName val="0"/>
          <c:showSerName val="0"/>
          <c:showPercent val="0"/>
          <c:showBubbleSize val="0"/>
        </c:dLbls>
        <c:axId val="870970687"/>
        <c:axId val="870971935"/>
      </c:areaChart>
      <c:catAx>
        <c:axId val="870970687"/>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1" i="0" u="none" strike="noStrike" kern="1200" baseline="0">
                <a:solidFill>
                  <a:schemeClr val="tx1"/>
                </a:solidFill>
                <a:latin typeface="+mn-lt"/>
                <a:ea typeface="+mn-ea"/>
                <a:cs typeface="+mn-cs"/>
              </a:defRPr>
            </a:pPr>
            <a:endParaRPr lang="en-US"/>
          </a:p>
        </c:txPr>
        <c:crossAx val="870971935"/>
        <c:crosses val="autoZero"/>
        <c:auto val="1"/>
        <c:lblAlgn val="ctr"/>
        <c:lblOffset val="100"/>
        <c:noMultiLvlLbl val="0"/>
      </c:catAx>
      <c:valAx>
        <c:axId val="870971935"/>
        <c:scaling>
          <c:orientation val="minMax"/>
        </c:scaling>
        <c:delete val="1"/>
        <c:axPos val="l"/>
        <c:numFmt formatCode="0" sourceLinked="1"/>
        <c:majorTickMark val="none"/>
        <c:minorTickMark val="none"/>
        <c:tickLblPos val="nextTo"/>
        <c:crossAx val="870970687"/>
        <c:crosses val="autoZero"/>
        <c:crossBetween val="midCat"/>
      </c:valAx>
      <c:spPr>
        <a:noFill/>
        <a:ln>
          <a:noFill/>
        </a:ln>
        <a:effectLst/>
      </c:spPr>
    </c:plotArea>
    <c:legend>
      <c:legendPos val="b"/>
      <c:legendEntry>
        <c:idx val="0"/>
        <c:txPr>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legendEntry>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legend>
    <c:plotVisOnly val="1"/>
    <c:dispBlanksAs val="zero"/>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bg1"/>
          </a:solidFill>
        </a:defRPr>
      </a:pPr>
      <a:endParaRPr lang="en-US"/>
    </a:p>
  </c:txPr>
  <c:externalData r:id="rId3">
    <c:autoUpdate val="0"/>
  </c:externalData>
</c:chartSpace>
</file>

<file path=ppt/charts/chart4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5309000822884372E-2"/>
          <c:y val="9.8314096111526347E-2"/>
          <c:w val="0.93649740239156742"/>
          <c:h val="0.72924522979102158"/>
        </c:manualLayout>
      </c:layout>
      <c:areaChart>
        <c:grouping val="stacked"/>
        <c:varyColors val="0"/>
        <c:ser>
          <c:idx val="0"/>
          <c:order val="0"/>
          <c:tx>
            <c:strRef>
              <c:f>Sheet1!$B$1</c:f>
              <c:strCache>
                <c:ptCount val="1"/>
                <c:pt idx="0">
                  <c:v>Base Demand Met</c:v>
                </c:pt>
              </c:strCache>
            </c:strRef>
          </c:tx>
          <c:spPr>
            <a:solidFill>
              <a:schemeClr val="tx1">
                <a:lumMod val="65000"/>
                <a:lumOff val="35000"/>
              </a:schemeClr>
            </a:solidFill>
            <a:ln>
              <a:noFill/>
            </a:ln>
            <a:effectLst/>
          </c:spPr>
          <c:dLbls>
            <c:spPr>
              <a:solidFill>
                <a:schemeClr val="tx1">
                  <a:lumMod val="65000"/>
                  <a:lumOff val="35000"/>
                </a:schemeClr>
              </a:solidFill>
              <a:ln>
                <a:noFill/>
              </a:ln>
              <a:effectLst/>
            </c:spPr>
            <c:txPr>
              <a:bodyPr rot="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06:00</c:v>
                </c:pt>
                <c:pt idx="1">
                  <c:v>07:00</c:v>
                </c:pt>
                <c:pt idx="2">
                  <c:v>08:00</c:v>
                </c:pt>
                <c:pt idx="3">
                  <c:v>09:00</c:v>
                </c:pt>
                <c:pt idx="4">
                  <c:v>10:00</c:v>
                </c:pt>
                <c:pt idx="5">
                  <c:v>11:00</c:v>
                </c:pt>
                <c:pt idx="6">
                  <c:v>12:00</c:v>
                </c:pt>
                <c:pt idx="7">
                  <c:v>13:00</c:v>
                </c:pt>
                <c:pt idx="8">
                  <c:v>14:00</c:v>
                </c:pt>
                <c:pt idx="9">
                  <c:v>15:00</c:v>
                </c:pt>
                <c:pt idx="10">
                  <c:v>16:00</c:v>
                </c:pt>
                <c:pt idx="11">
                  <c:v>17:00</c:v>
                </c:pt>
              </c:strCache>
            </c:strRef>
          </c:cat>
          <c:val>
            <c:numRef>
              <c:f>Sheet1!$B$2:$B$13</c:f>
              <c:numCache>
                <c:formatCode>0</c:formatCode>
                <c:ptCount val="12"/>
                <c:pt idx="0">
                  <c:v>1140.6925000000001</c:v>
                </c:pt>
                <c:pt idx="1">
                  <c:v>1190.075</c:v>
                </c:pt>
                <c:pt idx="2">
                  <c:v>1290.9716124999998</c:v>
                </c:pt>
                <c:pt idx="3">
                  <c:v>1226.1151249999998</c:v>
                </c:pt>
                <c:pt idx="4">
                  <c:v>1263.4279999999997</c:v>
                </c:pt>
                <c:pt idx="5">
                  <c:v>1310.9731249999998</c:v>
                </c:pt>
                <c:pt idx="6">
                  <c:v>1306.94</c:v>
                </c:pt>
                <c:pt idx="7">
                  <c:v>1300.0674999999997</c:v>
                </c:pt>
                <c:pt idx="8">
                  <c:v>1250.7725000000003</c:v>
                </c:pt>
                <c:pt idx="9">
                  <c:v>1239.5062499999999</c:v>
                </c:pt>
                <c:pt idx="10">
                  <c:v>1239.5275000000004</c:v>
                </c:pt>
                <c:pt idx="11">
                  <c:v>1220.7956249999997</c:v>
                </c:pt>
              </c:numCache>
            </c:numRef>
          </c:val>
          <c:extLst>
            <c:ext xmlns:c16="http://schemas.microsoft.com/office/drawing/2014/chart" uri="{C3380CC4-5D6E-409C-BE32-E72D297353CC}">
              <c16:uniqueId val="{00000000-45ED-4D97-A3D4-97A67BC12153}"/>
            </c:ext>
          </c:extLst>
        </c:ser>
        <c:ser>
          <c:idx val="1"/>
          <c:order val="1"/>
          <c:tx>
            <c:strRef>
              <c:f>Sheet1!$C$1</c:f>
              <c:strCache>
                <c:ptCount val="1"/>
                <c:pt idx="0">
                  <c:v>Short term purchase</c:v>
                </c:pt>
              </c:strCache>
            </c:strRef>
          </c:tx>
          <c:spPr>
            <a:solidFill>
              <a:srgbClr val="009A44"/>
            </a:solidFill>
            <a:ln>
              <a:noFill/>
            </a:ln>
            <a:effectLst/>
          </c:spPr>
          <c:dLbls>
            <c:spPr>
              <a:solidFill>
                <a:srgbClr val="009A44"/>
              </a:solidFill>
              <a:ln>
                <a:noFill/>
              </a:ln>
              <a:effectLst/>
            </c:spPr>
            <c:txPr>
              <a:bodyPr rot="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06:00</c:v>
                </c:pt>
                <c:pt idx="1">
                  <c:v>07:00</c:v>
                </c:pt>
                <c:pt idx="2">
                  <c:v>08:00</c:v>
                </c:pt>
                <c:pt idx="3">
                  <c:v>09:00</c:v>
                </c:pt>
                <c:pt idx="4">
                  <c:v>10:00</c:v>
                </c:pt>
                <c:pt idx="5">
                  <c:v>11:00</c:v>
                </c:pt>
                <c:pt idx="6">
                  <c:v>12:00</c:v>
                </c:pt>
                <c:pt idx="7">
                  <c:v>13:00</c:v>
                </c:pt>
                <c:pt idx="8">
                  <c:v>14:00</c:v>
                </c:pt>
                <c:pt idx="9">
                  <c:v>15:00</c:v>
                </c:pt>
                <c:pt idx="10">
                  <c:v>16:00</c:v>
                </c:pt>
                <c:pt idx="11">
                  <c:v>17:00</c:v>
                </c:pt>
              </c:strCache>
            </c:strRef>
          </c:cat>
          <c:val>
            <c:numRef>
              <c:f>Sheet1!$C$2:$C$13</c:f>
              <c:numCache>
                <c:formatCode>0</c:formatCode>
                <c:ptCount val="12"/>
                <c:pt idx="0">
                  <c:v>295.08749999999998</c:v>
                </c:pt>
                <c:pt idx="1">
                  <c:v>315.40499999999997</c:v>
                </c:pt>
                <c:pt idx="2">
                  <c:v>292.82838749999996</c:v>
                </c:pt>
                <c:pt idx="3">
                  <c:v>371.37487499999997</c:v>
                </c:pt>
                <c:pt idx="4">
                  <c:v>431.89200000000005</c:v>
                </c:pt>
                <c:pt idx="5">
                  <c:v>458.83687499999996</c:v>
                </c:pt>
                <c:pt idx="6">
                  <c:v>472.14</c:v>
                </c:pt>
                <c:pt idx="7">
                  <c:v>506.0025</c:v>
                </c:pt>
                <c:pt idx="8">
                  <c:v>542.76749999999993</c:v>
                </c:pt>
                <c:pt idx="9">
                  <c:v>627.42374999999993</c:v>
                </c:pt>
                <c:pt idx="10">
                  <c:v>629.84249999999997</c:v>
                </c:pt>
                <c:pt idx="11">
                  <c:v>587.51437499999997</c:v>
                </c:pt>
              </c:numCache>
            </c:numRef>
          </c:val>
          <c:extLst>
            <c:ext xmlns:c16="http://schemas.microsoft.com/office/drawing/2014/chart" uri="{C3380CC4-5D6E-409C-BE32-E72D297353CC}">
              <c16:uniqueId val="{00000001-45ED-4D97-A3D4-97A67BC12153}"/>
            </c:ext>
          </c:extLst>
        </c:ser>
        <c:ser>
          <c:idx val="2"/>
          <c:order val="2"/>
          <c:tx>
            <c:strRef>
              <c:f>Sheet1!$D$1</c:f>
              <c:strCache>
                <c:ptCount val="1"/>
                <c:pt idx="0">
                  <c:v>Load Shedding</c:v>
                </c:pt>
              </c:strCache>
            </c:strRef>
          </c:tx>
          <c:spPr>
            <a:solidFill>
              <a:srgbClr val="C4D600"/>
            </a:solidFill>
            <a:ln w="25400">
              <a:noFill/>
            </a:ln>
            <a:effectLst/>
          </c:spPr>
          <c:cat>
            <c:strRef>
              <c:f>Sheet1!$A$2:$A$13</c:f>
              <c:strCache>
                <c:ptCount val="12"/>
                <c:pt idx="0">
                  <c:v>06:00</c:v>
                </c:pt>
                <c:pt idx="1">
                  <c:v>07:00</c:v>
                </c:pt>
                <c:pt idx="2">
                  <c:v>08:00</c:v>
                </c:pt>
                <c:pt idx="3">
                  <c:v>09:00</c:v>
                </c:pt>
                <c:pt idx="4">
                  <c:v>10:00</c:v>
                </c:pt>
                <c:pt idx="5">
                  <c:v>11:00</c:v>
                </c:pt>
                <c:pt idx="6">
                  <c:v>12:00</c:v>
                </c:pt>
                <c:pt idx="7">
                  <c:v>13:00</c:v>
                </c:pt>
                <c:pt idx="8">
                  <c:v>14:00</c:v>
                </c:pt>
                <c:pt idx="9">
                  <c:v>15:00</c:v>
                </c:pt>
                <c:pt idx="10">
                  <c:v>16:00</c:v>
                </c:pt>
                <c:pt idx="11">
                  <c:v>17:00</c:v>
                </c:pt>
              </c:strCache>
            </c:strRef>
          </c:cat>
          <c:val>
            <c:numRef>
              <c:f>Sheet1!$D$2:$D$13</c:f>
              <c:numCache>
                <c:formatCode>0</c:formatCode>
                <c:ptCount val="12"/>
                <c:pt idx="0">
                  <c:v>0</c:v>
                </c:pt>
                <c:pt idx="1">
                  <c:v>0</c:v>
                </c:pt>
                <c:pt idx="2">
                  <c:v>0</c:v>
                </c:pt>
                <c:pt idx="3">
                  <c:v>0</c:v>
                </c:pt>
                <c:pt idx="4">
                  <c:v>0</c:v>
                </c:pt>
                <c:pt idx="5">
                  <c:v>0</c:v>
                </c:pt>
                <c:pt idx="6">
                  <c:v>0</c:v>
                </c:pt>
                <c:pt idx="7">
                  <c:v>0</c:v>
                </c:pt>
                <c:pt idx="8">
                  <c:v>0</c:v>
                </c:pt>
                <c:pt idx="9">
                  <c:v>0</c:v>
                </c:pt>
                <c:pt idx="10">
                  <c:v>0</c:v>
                </c:pt>
                <c:pt idx="11">
                  <c:v>0</c:v>
                </c:pt>
              </c:numCache>
            </c:numRef>
          </c:val>
          <c:extLst>
            <c:ext xmlns:c16="http://schemas.microsoft.com/office/drawing/2014/chart" uri="{C3380CC4-5D6E-409C-BE32-E72D297353CC}">
              <c16:uniqueId val="{00000002-45ED-4D97-A3D4-97A67BC12153}"/>
            </c:ext>
          </c:extLst>
        </c:ser>
        <c:dLbls>
          <c:showLegendKey val="0"/>
          <c:showVal val="0"/>
          <c:showCatName val="0"/>
          <c:showSerName val="0"/>
          <c:showPercent val="0"/>
          <c:showBubbleSize val="0"/>
        </c:dLbls>
        <c:axId val="870970687"/>
        <c:axId val="870971935"/>
      </c:areaChart>
      <c:catAx>
        <c:axId val="870970687"/>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1" i="0" u="none" strike="noStrike" kern="1200" baseline="0">
                <a:solidFill>
                  <a:schemeClr val="tx1"/>
                </a:solidFill>
                <a:latin typeface="+mn-lt"/>
                <a:ea typeface="+mn-ea"/>
                <a:cs typeface="+mn-cs"/>
              </a:defRPr>
            </a:pPr>
            <a:endParaRPr lang="en-US"/>
          </a:p>
        </c:txPr>
        <c:crossAx val="870971935"/>
        <c:crosses val="autoZero"/>
        <c:auto val="1"/>
        <c:lblAlgn val="ctr"/>
        <c:lblOffset val="100"/>
        <c:noMultiLvlLbl val="0"/>
      </c:catAx>
      <c:valAx>
        <c:axId val="870971935"/>
        <c:scaling>
          <c:orientation val="minMax"/>
        </c:scaling>
        <c:delete val="1"/>
        <c:axPos val="l"/>
        <c:numFmt formatCode="0" sourceLinked="1"/>
        <c:majorTickMark val="none"/>
        <c:minorTickMark val="none"/>
        <c:tickLblPos val="nextTo"/>
        <c:crossAx val="870970687"/>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legend>
    <c:plotVisOnly val="1"/>
    <c:dispBlanksAs val="zero"/>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bg1"/>
          </a:solidFill>
        </a:defRPr>
      </a:pPr>
      <a:endParaRPr lang="en-US"/>
    </a:p>
  </c:txPr>
  <c:externalData r:id="rId3">
    <c:autoUpdate val="0"/>
  </c:externalData>
</c:chartSpace>
</file>

<file path=ppt/charts/chart4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5309000822884372E-2"/>
          <c:y val="9.8314096111526347E-2"/>
          <c:w val="0.93649740239156742"/>
          <c:h val="0.72924522979102158"/>
        </c:manualLayout>
      </c:layout>
      <c:areaChart>
        <c:grouping val="stacked"/>
        <c:varyColors val="0"/>
        <c:ser>
          <c:idx val="0"/>
          <c:order val="0"/>
          <c:tx>
            <c:strRef>
              <c:f>Sheet1!$B$1</c:f>
              <c:strCache>
                <c:ptCount val="1"/>
                <c:pt idx="0">
                  <c:v>Base Demand Met</c:v>
                </c:pt>
              </c:strCache>
            </c:strRef>
          </c:tx>
          <c:spPr>
            <a:solidFill>
              <a:schemeClr val="tx1">
                <a:lumMod val="65000"/>
                <a:lumOff val="35000"/>
              </a:schemeClr>
            </a:solidFill>
            <a:ln>
              <a:noFill/>
            </a:ln>
            <a:effectLst/>
          </c:spPr>
          <c:dLbls>
            <c:spPr>
              <a:solidFill>
                <a:schemeClr val="tx1">
                  <a:lumMod val="65000"/>
                  <a:lumOff val="35000"/>
                </a:schemeClr>
              </a:solidFill>
              <a:ln>
                <a:noFill/>
              </a:ln>
              <a:effectLst/>
            </c:spPr>
            <c:txPr>
              <a:bodyPr rot="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06:00</c:v>
                </c:pt>
                <c:pt idx="1">
                  <c:v>07:00</c:v>
                </c:pt>
                <c:pt idx="2">
                  <c:v>08:00</c:v>
                </c:pt>
                <c:pt idx="3">
                  <c:v>09:00</c:v>
                </c:pt>
                <c:pt idx="4">
                  <c:v>10:00</c:v>
                </c:pt>
                <c:pt idx="5">
                  <c:v>11:00</c:v>
                </c:pt>
                <c:pt idx="6">
                  <c:v>12:00</c:v>
                </c:pt>
                <c:pt idx="7">
                  <c:v>13:00</c:v>
                </c:pt>
                <c:pt idx="8">
                  <c:v>14:00</c:v>
                </c:pt>
                <c:pt idx="9">
                  <c:v>15:00</c:v>
                </c:pt>
                <c:pt idx="10">
                  <c:v>16:00</c:v>
                </c:pt>
                <c:pt idx="11">
                  <c:v>17:00</c:v>
                </c:pt>
              </c:strCache>
            </c:strRef>
          </c:cat>
          <c:val>
            <c:numRef>
              <c:f>Sheet1!$B$2:$B$13</c:f>
              <c:numCache>
                <c:formatCode>0</c:formatCode>
                <c:ptCount val="12"/>
                <c:pt idx="0">
                  <c:v>1100.3222000000001</c:v>
                </c:pt>
                <c:pt idx="1">
                  <c:v>1121.4574000000002</c:v>
                </c:pt>
                <c:pt idx="2">
                  <c:v>1136.6924000000001</c:v>
                </c:pt>
                <c:pt idx="3">
                  <c:v>1212.6794000000002</c:v>
                </c:pt>
                <c:pt idx="4">
                  <c:v>1216.0543999999995</c:v>
                </c:pt>
                <c:pt idx="5">
                  <c:v>1231.2836000000007</c:v>
                </c:pt>
                <c:pt idx="6">
                  <c:v>1220.4575999999997</c:v>
                </c:pt>
                <c:pt idx="7">
                  <c:v>1315.5496000000003</c:v>
                </c:pt>
                <c:pt idx="8">
                  <c:v>1262.2784000000001</c:v>
                </c:pt>
                <c:pt idx="9">
                  <c:v>1205.2784000000001</c:v>
                </c:pt>
                <c:pt idx="10">
                  <c:v>1200.3091999999997</c:v>
                </c:pt>
                <c:pt idx="11">
                  <c:v>1181.4592</c:v>
                </c:pt>
              </c:numCache>
            </c:numRef>
          </c:val>
          <c:extLst>
            <c:ext xmlns:c16="http://schemas.microsoft.com/office/drawing/2014/chart" uri="{C3380CC4-5D6E-409C-BE32-E72D297353CC}">
              <c16:uniqueId val="{00000000-45ED-4D97-A3D4-97A67BC12153}"/>
            </c:ext>
          </c:extLst>
        </c:ser>
        <c:ser>
          <c:idx val="1"/>
          <c:order val="1"/>
          <c:tx>
            <c:strRef>
              <c:f>Sheet1!$C$1</c:f>
              <c:strCache>
                <c:ptCount val="1"/>
                <c:pt idx="0">
                  <c:v>Short term purchase</c:v>
                </c:pt>
              </c:strCache>
            </c:strRef>
          </c:tx>
          <c:spPr>
            <a:solidFill>
              <a:srgbClr val="009A44"/>
            </a:solidFill>
            <a:ln>
              <a:noFill/>
            </a:ln>
            <a:effectLst/>
          </c:spPr>
          <c:dLbls>
            <c:spPr>
              <a:solidFill>
                <a:srgbClr val="009A44"/>
              </a:solidFill>
              <a:ln>
                <a:noFill/>
              </a:ln>
              <a:effectLst/>
            </c:spPr>
            <c:txPr>
              <a:bodyPr rot="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06:00</c:v>
                </c:pt>
                <c:pt idx="1">
                  <c:v>07:00</c:v>
                </c:pt>
                <c:pt idx="2">
                  <c:v>08:00</c:v>
                </c:pt>
                <c:pt idx="3">
                  <c:v>09:00</c:v>
                </c:pt>
                <c:pt idx="4">
                  <c:v>10:00</c:v>
                </c:pt>
                <c:pt idx="5">
                  <c:v>11:00</c:v>
                </c:pt>
                <c:pt idx="6">
                  <c:v>12:00</c:v>
                </c:pt>
                <c:pt idx="7">
                  <c:v>13:00</c:v>
                </c:pt>
                <c:pt idx="8">
                  <c:v>14:00</c:v>
                </c:pt>
                <c:pt idx="9">
                  <c:v>15:00</c:v>
                </c:pt>
                <c:pt idx="10">
                  <c:v>16:00</c:v>
                </c:pt>
                <c:pt idx="11">
                  <c:v>17:00</c:v>
                </c:pt>
              </c:strCache>
            </c:strRef>
          </c:cat>
          <c:val>
            <c:numRef>
              <c:f>Sheet1!$C$2:$C$13</c:f>
              <c:numCache>
                <c:formatCode>0</c:formatCode>
                <c:ptCount val="12"/>
                <c:pt idx="0">
                  <c:v>597.48779999999999</c:v>
                </c:pt>
                <c:pt idx="1">
                  <c:v>582.01260000000002</c:v>
                </c:pt>
                <c:pt idx="2">
                  <c:v>575.96759999999995</c:v>
                </c:pt>
                <c:pt idx="3">
                  <c:v>584.43059999999991</c:v>
                </c:pt>
                <c:pt idx="4">
                  <c:v>663.01560000000006</c:v>
                </c:pt>
                <c:pt idx="5">
                  <c:v>700.7364</c:v>
                </c:pt>
                <c:pt idx="6">
                  <c:v>729.75239999999997</c:v>
                </c:pt>
                <c:pt idx="7">
                  <c:v>695.90039999999999</c:v>
                </c:pt>
                <c:pt idx="8">
                  <c:v>740.39160000000004</c:v>
                </c:pt>
                <c:pt idx="9">
                  <c:v>825.02160000000003</c:v>
                </c:pt>
                <c:pt idx="10">
                  <c:v>823.57079999999996</c:v>
                </c:pt>
                <c:pt idx="11">
                  <c:v>775.21080000000006</c:v>
                </c:pt>
              </c:numCache>
            </c:numRef>
          </c:val>
          <c:extLst>
            <c:ext xmlns:c16="http://schemas.microsoft.com/office/drawing/2014/chart" uri="{C3380CC4-5D6E-409C-BE32-E72D297353CC}">
              <c16:uniqueId val="{00000001-45ED-4D97-A3D4-97A67BC12153}"/>
            </c:ext>
          </c:extLst>
        </c:ser>
        <c:ser>
          <c:idx val="2"/>
          <c:order val="2"/>
          <c:tx>
            <c:strRef>
              <c:f>Sheet1!$D$1</c:f>
              <c:strCache>
                <c:ptCount val="1"/>
                <c:pt idx="0">
                  <c:v>Load Shedding</c:v>
                </c:pt>
              </c:strCache>
            </c:strRef>
          </c:tx>
          <c:spPr>
            <a:solidFill>
              <a:srgbClr val="C4D600"/>
            </a:solidFill>
            <a:ln w="25400">
              <a:noFill/>
            </a:ln>
            <a:effectLst/>
          </c:spPr>
          <c:cat>
            <c:strRef>
              <c:f>Sheet1!$A$2:$A$13</c:f>
              <c:strCache>
                <c:ptCount val="12"/>
                <c:pt idx="0">
                  <c:v>06:00</c:v>
                </c:pt>
                <c:pt idx="1">
                  <c:v>07:00</c:v>
                </c:pt>
                <c:pt idx="2">
                  <c:v>08:00</c:v>
                </c:pt>
                <c:pt idx="3">
                  <c:v>09:00</c:v>
                </c:pt>
                <c:pt idx="4">
                  <c:v>10:00</c:v>
                </c:pt>
                <c:pt idx="5">
                  <c:v>11:00</c:v>
                </c:pt>
                <c:pt idx="6">
                  <c:v>12:00</c:v>
                </c:pt>
                <c:pt idx="7">
                  <c:v>13:00</c:v>
                </c:pt>
                <c:pt idx="8">
                  <c:v>14:00</c:v>
                </c:pt>
                <c:pt idx="9">
                  <c:v>15:00</c:v>
                </c:pt>
                <c:pt idx="10">
                  <c:v>16:00</c:v>
                </c:pt>
                <c:pt idx="11">
                  <c:v>17:00</c:v>
                </c:pt>
              </c:strCache>
            </c:strRef>
          </c:cat>
          <c:val>
            <c:numRef>
              <c:f>Sheet1!$D$2:$D$13</c:f>
              <c:numCache>
                <c:formatCode>0</c:formatCode>
                <c:ptCount val="12"/>
                <c:pt idx="0">
                  <c:v>0</c:v>
                </c:pt>
                <c:pt idx="1">
                  <c:v>0</c:v>
                </c:pt>
                <c:pt idx="2">
                  <c:v>0</c:v>
                </c:pt>
                <c:pt idx="3">
                  <c:v>0</c:v>
                </c:pt>
                <c:pt idx="4">
                  <c:v>0</c:v>
                </c:pt>
                <c:pt idx="5">
                  <c:v>0</c:v>
                </c:pt>
                <c:pt idx="6">
                  <c:v>0</c:v>
                </c:pt>
                <c:pt idx="7">
                  <c:v>0</c:v>
                </c:pt>
                <c:pt idx="8">
                  <c:v>0</c:v>
                </c:pt>
                <c:pt idx="9">
                  <c:v>0</c:v>
                </c:pt>
                <c:pt idx="10">
                  <c:v>0</c:v>
                </c:pt>
                <c:pt idx="11">
                  <c:v>0</c:v>
                </c:pt>
              </c:numCache>
            </c:numRef>
          </c:val>
          <c:extLst>
            <c:ext xmlns:c16="http://schemas.microsoft.com/office/drawing/2014/chart" uri="{C3380CC4-5D6E-409C-BE32-E72D297353CC}">
              <c16:uniqueId val="{00000002-45ED-4D97-A3D4-97A67BC12153}"/>
            </c:ext>
          </c:extLst>
        </c:ser>
        <c:dLbls>
          <c:showLegendKey val="0"/>
          <c:showVal val="0"/>
          <c:showCatName val="0"/>
          <c:showSerName val="0"/>
          <c:showPercent val="0"/>
          <c:showBubbleSize val="0"/>
        </c:dLbls>
        <c:axId val="870970687"/>
        <c:axId val="870971935"/>
      </c:areaChart>
      <c:catAx>
        <c:axId val="870970687"/>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1" i="0" u="none" strike="noStrike" kern="1200" baseline="0">
                <a:solidFill>
                  <a:schemeClr val="tx1"/>
                </a:solidFill>
                <a:latin typeface="+mn-lt"/>
                <a:ea typeface="+mn-ea"/>
                <a:cs typeface="+mn-cs"/>
              </a:defRPr>
            </a:pPr>
            <a:endParaRPr lang="en-US"/>
          </a:p>
        </c:txPr>
        <c:crossAx val="870971935"/>
        <c:crosses val="autoZero"/>
        <c:auto val="1"/>
        <c:lblAlgn val="ctr"/>
        <c:lblOffset val="100"/>
        <c:noMultiLvlLbl val="0"/>
      </c:catAx>
      <c:valAx>
        <c:axId val="870971935"/>
        <c:scaling>
          <c:orientation val="minMax"/>
        </c:scaling>
        <c:delete val="1"/>
        <c:axPos val="l"/>
        <c:numFmt formatCode="0" sourceLinked="1"/>
        <c:majorTickMark val="none"/>
        <c:minorTickMark val="none"/>
        <c:tickLblPos val="nextTo"/>
        <c:crossAx val="870970687"/>
        <c:crosses val="autoZero"/>
        <c:crossBetween val="midCat"/>
      </c:valAx>
      <c:spPr>
        <a:noFill/>
        <a:ln>
          <a:noFill/>
        </a:ln>
        <a:effectLst/>
      </c:spPr>
    </c:plotArea>
    <c:legend>
      <c:legendPos val="b"/>
      <c:legendEntry>
        <c:idx val="0"/>
        <c:txPr>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legendEntry>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legend>
    <c:plotVisOnly val="1"/>
    <c:dispBlanksAs val="zero"/>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bg1"/>
          </a:solidFill>
        </a:defRPr>
      </a:pPr>
      <a:endParaRPr lang="en-US"/>
    </a:p>
  </c:txPr>
  <c:externalData r:id="rId3">
    <c:autoUpdate val="0"/>
  </c:externalData>
</c:chartSpace>
</file>

<file path=ppt/charts/chart4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5309000822884372E-2"/>
          <c:y val="9.8314096111526347E-2"/>
          <c:w val="0.93649740239156742"/>
          <c:h val="0.72924522979102158"/>
        </c:manualLayout>
      </c:layout>
      <c:areaChart>
        <c:grouping val="stacked"/>
        <c:varyColors val="0"/>
        <c:ser>
          <c:idx val="0"/>
          <c:order val="0"/>
          <c:tx>
            <c:strRef>
              <c:f>Sheet1!$B$1</c:f>
              <c:strCache>
                <c:ptCount val="1"/>
                <c:pt idx="0">
                  <c:v>Base Demand Met</c:v>
                </c:pt>
              </c:strCache>
            </c:strRef>
          </c:tx>
          <c:spPr>
            <a:solidFill>
              <a:schemeClr val="tx1">
                <a:lumMod val="65000"/>
                <a:lumOff val="35000"/>
              </a:schemeClr>
            </a:solidFill>
            <a:ln>
              <a:noFill/>
            </a:ln>
            <a:effectLst/>
          </c:spPr>
          <c:dLbls>
            <c:spPr>
              <a:solidFill>
                <a:schemeClr val="tx1">
                  <a:lumMod val="65000"/>
                  <a:lumOff val="35000"/>
                </a:schemeClr>
              </a:solidFill>
              <a:ln>
                <a:noFill/>
              </a:ln>
              <a:effectLst/>
            </c:spPr>
            <c:txPr>
              <a:bodyPr rot="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06:00</c:v>
                </c:pt>
                <c:pt idx="1">
                  <c:v>07:00</c:v>
                </c:pt>
                <c:pt idx="2">
                  <c:v>08:00</c:v>
                </c:pt>
                <c:pt idx="3">
                  <c:v>09:00</c:v>
                </c:pt>
                <c:pt idx="4">
                  <c:v>10:00</c:v>
                </c:pt>
                <c:pt idx="5">
                  <c:v>11:00</c:v>
                </c:pt>
                <c:pt idx="6">
                  <c:v>12:00</c:v>
                </c:pt>
                <c:pt idx="7">
                  <c:v>13:00</c:v>
                </c:pt>
                <c:pt idx="8">
                  <c:v>14:00</c:v>
                </c:pt>
                <c:pt idx="9">
                  <c:v>15:00</c:v>
                </c:pt>
                <c:pt idx="10">
                  <c:v>16:00</c:v>
                </c:pt>
                <c:pt idx="11">
                  <c:v>17:00</c:v>
                </c:pt>
              </c:strCache>
            </c:strRef>
          </c:cat>
          <c:val>
            <c:numRef>
              <c:f>Sheet1!$B$2:$B$13</c:f>
              <c:numCache>
                <c:formatCode>0</c:formatCode>
                <c:ptCount val="12"/>
                <c:pt idx="0">
                  <c:v>1169.8712</c:v>
                </c:pt>
                <c:pt idx="1">
                  <c:v>1151.1524000000004</c:v>
                </c:pt>
                <c:pt idx="2">
                  <c:v>1182.4633999999996</c:v>
                </c:pt>
                <c:pt idx="3">
                  <c:v>1185.2842220000002</c:v>
                </c:pt>
                <c:pt idx="4">
                  <c:v>1164.0164</c:v>
                </c:pt>
                <c:pt idx="5">
                  <c:v>1250.3566000000003</c:v>
                </c:pt>
                <c:pt idx="6">
                  <c:v>1283.4056000000005</c:v>
                </c:pt>
                <c:pt idx="7">
                  <c:v>1090.1796000000002</c:v>
                </c:pt>
                <c:pt idx="8">
                  <c:v>1081.5214000000005</c:v>
                </c:pt>
                <c:pt idx="9">
                  <c:v>1262.0663999999997</c:v>
                </c:pt>
                <c:pt idx="10">
                  <c:v>1186.6032</c:v>
                </c:pt>
                <c:pt idx="11">
                  <c:v>1152.6101999999996</c:v>
                </c:pt>
              </c:numCache>
            </c:numRef>
          </c:val>
          <c:extLst>
            <c:ext xmlns:c16="http://schemas.microsoft.com/office/drawing/2014/chart" uri="{C3380CC4-5D6E-409C-BE32-E72D297353CC}">
              <c16:uniqueId val="{00000000-45ED-4D97-A3D4-97A67BC12153}"/>
            </c:ext>
          </c:extLst>
        </c:ser>
        <c:ser>
          <c:idx val="1"/>
          <c:order val="1"/>
          <c:tx>
            <c:strRef>
              <c:f>Sheet1!$C$1</c:f>
              <c:strCache>
                <c:ptCount val="1"/>
                <c:pt idx="0">
                  <c:v>Short term purchase</c:v>
                </c:pt>
              </c:strCache>
            </c:strRef>
          </c:tx>
          <c:spPr>
            <a:solidFill>
              <a:srgbClr val="009A44"/>
            </a:solidFill>
            <a:ln>
              <a:noFill/>
            </a:ln>
            <a:effectLst/>
          </c:spPr>
          <c:dLbls>
            <c:spPr>
              <a:solidFill>
                <a:srgbClr val="009A44"/>
              </a:solidFill>
              <a:ln>
                <a:noFill/>
              </a:ln>
              <a:effectLst/>
            </c:spPr>
            <c:txPr>
              <a:bodyPr rot="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06:00</c:v>
                </c:pt>
                <c:pt idx="1">
                  <c:v>07:00</c:v>
                </c:pt>
                <c:pt idx="2">
                  <c:v>08:00</c:v>
                </c:pt>
                <c:pt idx="3">
                  <c:v>09:00</c:v>
                </c:pt>
                <c:pt idx="4">
                  <c:v>10:00</c:v>
                </c:pt>
                <c:pt idx="5">
                  <c:v>11:00</c:v>
                </c:pt>
                <c:pt idx="6">
                  <c:v>12:00</c:v>
                </c:pt>
                <c:pt idx="7">
                  <c:v>13:00</c:v>
                </c:pt>
                <c:pt idx="8">
                  <c:v>14:00</c:v>
                </c:pt>
                <c:pt idx="9">
                  <c:v>15:00</c:v>
                </c:pt>
                <c:pt idx="10">
                  <c:v>16:00</c:v>
                </c:pt>
                <c:pt idx="11">
                  <c:v>17:00</c:v>
                </c:pt>
              </c:strCache>
            </c:strRef>
          </c:cat>
          <c:val>
            <c:numRef>
              <c:f>Sheet1!$C$2:$C$13</c:f>
              <c:numCache>
                <c:formatCode>0</c:formatCode>
                <c:ptCount val="12"/>
                <c:pt idx="0">
                  <c:v>656.72879999999998</c:v>
                </c:pt>
                <c:pt idx="1">
                  <c:v>588.05759999999998</c:v>
                </c:pt>
                <c:pt idx="2">
                  <c:v>565.08659999999998</c:v>
                </c:pt>
                <c:pt idx="3">
                  <c:v>598.50577799999996</c:v>
                </c:pt>
                <c:pt idx="4">
                  <c:v>665.43360000000007</c:v>
                </c:pt>
                <c:pt idx="5">
                  <c:v>704.36339999999996</c:v>
                </c:pt>
                <c:pt idx="6">
                  <c:v>739.42439999999988</c:v>
                </c:pt>
                <c:pt idx="7">
                  <c:v>828.8904</c:v>
                </c:pt>
                <c:pt idx="8">
                  <c:v>864.91859999999997</c:v>
                </c:pt>
                <c:pt idx="9">
                  <c:v>750.06359999999995</c:v>
                </c:pt>
                <c:pt idx="10">
                  <c:v>804.22679999999991</c:v>
                </c:pt>
                <c:pt idx="11">
                  <c:v>776.41980000000001</c:v>
                </c:pt>
              </c:numCache>
            </c:numRef>
          </c:val>
          <c:extLst>
            <c:ext xmlns:c16="http://schemas.microsoft.com/office/drawing/2014/chart" uri="{C3380CC4-5D6E-409C-BE32-E72D297353CC}">
              <c16:uniqueId val="{00000001-45ED-4D97-A3D4-97A67BC12153}"/>
            </c:ext>
          </c:extLst>
        </c:ser>
        <c:ser>
          <c:idx val="2"/>
          <c:order val="2"/>
          <c:tx>
            <c:strRef>
              <c:f>Sheet1!$D$1</c:f>
              <c:strCache>
                <c:ptCount val="1"/>
                <c:pt idx="0">
                  <c:v>Load Shedding</c:v>
                </c:pt>
              </c:strCache>
            </c:strRef>
          </c:tx>
          <c:spPr>
            <a:solidFill>
              <a:srgbClr val="C4D600"/>
            </a:solidFill>
            <a:ln w="25400">
              <a:noFill/>
            </a:ln>
            <a:effectLst/>
          </c:spPr>
          <c:cat>
            <c:strRef>
              <c:f>Sheet1!$A$2:$A$13</c:f>
              <c:strCache>
                <c:ptCount val="12"/>
                <c:pt idx="0">
                  <c:v>06:00</c:v>
                </c:pt>
                <c:pt idx="1">
                  <c:v>07:00</c:v>
                </c:pt>
                <c:pt idx="2">
                  <c:v>08:00</c:v>
                </c:pt>
                <c:pt idx="3">
                  <c:v>09:00</c:v>
                </c:pt>
                <c:pt idx="4">
                  <c:v>10:00</c:v>
                </c:pt>
                <c:pt idx="5">
                  <c:v>11:00</c:v>
                </c:pt>
                <c:pt idx="6">
                  <c:v>12:00</c:v>
                </c:pt>
                <c:pt idx="7">
                  <c:v>13:00</c:v>
                </c:pt>
                <c:pt idx="8">
                  <c:v>14:00</c:v>
                </c:pt>
                <c:pt idx="9">
                  <c:v>15:00</c:v>
                </c:pt>
                <c:pt idx="10">
                  <c:v>16:00</c:v>
                </c:pt>
                <c:pt idx="11">
                  <c:v>17:00</c:v>
                </c:pt>
              </c:strCache>
            </c:strRef>
          </c:cat>
          <c:val>
            <c:numRef>
              <c:f>Sheet1!$D$2:$D$13</c:f>
              <c:numCache>
                <c:formatCode>0</c:formatCode>
                <c:ptCount val="12"/>
                <c:pt idx="0">
                  <c:v>0</c:v>
                </c:pt>
                <c:pt idx="1">
                  <c:v>0</c:v>
                </c:pt>
                <c:pt idx="2">
                  <c:v>0</c:v>
                </c:pt>
                <c:pt idx="3">
                  <c:v>0</c:v>
                </c:pt>
                <c:pt idx="4">
                  <c:v>0</c:v>
                </c:pt>
                <c:pt idx="5">
                  <c:v>0</c:v>
                </c:pt>
                <c:pt idx="6">
                  <c:v>0</c:v>
                </c:pt>
                <c:pt idx="7">
                  <c:v>0</c:v>
                </c:pt>
                <c:pt idx="8">
                  <c:v>0</c:v>
                </c:pt>
                <c:pt idx="9">
                  <c:v>0</c:v>
                </c:pt>
                <c:pt idx="10">
                  <c:v>0</c:v>
                </c:pt>
                <c:pt idx="11">
                  <c:v>0</c:v>
                </c:pt>
              </c:numCache>
            </c:numRef>
          </c:val>
          <c:extLst>
            <c:ext xmlns:c16="http://schemas.microsoft.com/office/drawing/2014/chart" uri="{C3380CC4-5D6E-409C-BE32-E72D297353CC}">
              <c16:uniqueId val="{00000002-45ED-4D97-A3D4-97A67BC12153}"/>
            </c:ext>
          </c:extLst>
        </c:ser>
        <c:dLbls>
          <c:showLegendKey val="0"/>
          <c:showVal val="0"/>
          <c:showCatName val="0"/>
          <c:showSerName val="0"/>
          <c:showPercent val="0"/>
          <c:showBubbleSize val="0"/>
        </c:dLbls>
        <c:axId val="870970687"/>
        <c:axId val="870971935"/>
      </c:areaChart>
      <c:catAx>
        <c:axId val="870970687"/>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1" i="0" u="none" strike="noStrike" kern="1200" baseline="0">
                <a:solidFill>
                  <a:schemeClr val="tx1"/>
                </a:solidFill>
                <a:latin typeface="+mn-lt"/>
                <a:ea typeface="+mn-ea"/>
                <a:cs typeface="+mn-cs"/>
              </a:defRPr>
            </a:pPr>
            <a:endParaRPr lang="en-US"/>
          </a:p>
        </c:txPr>
        <c:crossAx val="870971935"/>
        <c:crosses val="autoZero"/>
        <c:auto val="1"/>
        <c:lblAlgn val="ctr"/>
        <c:lblOffset val="100"/>
        <c:noMultiLvlLbl val="0"/>
      </c:catAx>
      <c:valAx>
        <c:axId val="870971935"/>
        <c:scaling>
          <c:orientation val="minMax"/>
        </c:scaling>
        <c:delete val="1"/>
        <c:axPos val="l"/>
        <c:numFmt formatCode="0" sourceLinked="1"/>
        <c:majorTickMark val="none"/>
        <c:minorTickMark val="none"/>
        <c:tickLblPos val="nextTo"/>
        <c:crossAx val="870970687"/>
        <c:crosses val="autoZero"/>
        <c:crossBetween val="midCat"/>
      </c:valAx>
      <c:spPr>
        <a:noFill/>
        <a:ln>
          <a:noFill/>
        </a:ln>
        <a:effectLst/>
      </c:spPr>
    </c:plotArea>
    <c:legend>
      <c:legendPos val="b"/>
      <c:legendEntry>
        <c:idx val="0"/>
        <c:txPr>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legendEntry>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legend>
    <c:plotVisOnly val="1"/>
    <c:dispBlanksAs val="zero"/>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bg1"/>
          </a:solidFill>
        </a:defRPr>
      </a:pPr>
      <a:endParaRPr lang="en-US"/>
    </a:p>
  </c:txPr>
  <c:externalData r:id="rId3">
    <c:autoUpdate val="0"/>
  </c:externalData>
</c:chartSpace>
</file>

<file path=ppt/charts/chart4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5309000822884372E-2"/>
          <c:y val="9.8314096111526347E-2"/>
          <c:w val="0.93649740239156742"/>
          <c:h val="0.72924522979102158"/>
        </c:manualLayout>
      </c:layout>
      <c:areaChart>
        <c:grouping val="stacked"/>
        <c:varyColors val="0"/>
        <c:ser>
          <c:idx val="0"/>
          <c:order val="0"/>
          <c:tx>
            <c:strRef>
              <c:f>Sheet1!$B$1</c:f>
              <c:strCache>
                <c:ptCount val="1"/>
                <c:pt idx="0">
                  <c:v>Base Demand Met</c:v>
                </c:pt>
              </c:strCache>
            </c:strRef>
          </c:tx>
          <c:spPr>
            <a:solidFill>
              <a:schemeClr val="tx1">
                <a:lumMod val="65000"/>
                <a:lumOff val="35000"/>
              </a:schemeClr>
            </a:solidFill>
            <a:ln>
              <a:noFill/>
            </a:ln>
            <a:effectLst/>
          </c:spPr>
          <c:dLbls>
            <c:spPr>
              <a:solidFill>
                <a:schemeClr val="tx1">
                  <a:lumMod val="65000"/>
                  <a:lumOff val="35000"/>
                </a:schemeClr>
              </a:solidFill>
              <a:ln>
                <a:noFill/>
              </a:ln>
              <a:effectLst/>
            </c:spPr>
            <c:txPr>
              <a:bodyPr rot="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06:00</c:v>
                </c:pt>
                <c:pt idx="1">
                  <c:v>07:00</c:v>
                </c:pt>
                <c:pt idx="2">
                  <c:v>08:00</c:v>
                </c:pt>
                <c:pt idx="3">
                  <c:v>09:00</c:v>
                </c:pt>
                <c:pt idx="4">
                  <c:v>10:00</c:v>
                </c:pt>
                <c:pt idx="5">
                  <c:v>11:00</c:v>
                </c:pt>
                <c:pt idx="6">
                  <c:v>12:00</c:v>
                </c:pt>
                <c:pt idx="7">
                  <c:v>13:00</c:v>
                </c:pt>
                <c:pt idx="8">
                  <c:v>14:00</c:v>
                </c:pt>
                <c:pt idx="9">
                  <c:v>15:00</c:v>
                </c:pt>
                <c:pt idx="10">
                  <c:v>16:00</c:v>
                </c:pt>
                <c:pt idx="11">
                  <c:v>17:00</c:v>
                </c:pt>
              </c:strCache>
            </c:strRef>
          </c:cat>
          <c:val>
            <c:numRef>
              <c:f>Sheet1!$B$2:$B$13</c:f>
              <c:numCache>
                <c:formatCode>0</c:formatCode>
                <c:ptCount val="12"/>
                <c:pt idx="0">
                  <c:v>1302.0281000000004</c:v>
                </c:pt>
                <c:pt idx="1">
                  <c:v>1353.0110999999997</c:v>
                </c:pt>
                <c:pt idx="2">
                  <c:v>1488.5857499999997</c:v>
                </c:pt>
                <c:pt idx="3">
                  <c:v>1482.9160999999999</c:v>
                </c:pt>
                <c:pt idx="4">
                  <c:v>1469.3796</c:v>
                </c:pt>
                <c:pt idx="5">
                  <c:v>1455.6642999999999</c:v>
                </c:pt>
                <c:pt idx="6">
                  <c:v>1462.8072999999999</c:v>
                </c:pt>
                <c:pt idx="7">
                  <c:v>1500.1781800000001</c:v>
                </c:pt>
                <c:pt idx="8">
                  <c:v>1538.1820799999998</c:v>
                </c:pt>
                <c:pt idx="9">
                  <c:v>1489.4037200000002</c:v>
                </c:pt>
                <c:pt idx="10">
                  <c:v>1480.9077199999997</c:v>
                </c:pt>
                <c:pt idx="11">
                  <c:v>1385.2519699999996</c:v>
                </c:pt>
              </c:numCache>
            </c:numRef>
          </c:val>
          <c:extLst>
            <c:ext xmlns:c16="http://schemas.microsoft.com/office/drawing/2014/chart" uri="{C3380CC4-5D6E-409C-BE32-E72D297353CC}">
              <c16:uniqueId val="{00000000-45ED-4D97-A3D4-97A67BC12153}"/>
            </c:ext>
          </c:extLst>
        </c:ser>
        <c:ser>
          <c:idx val="1"/>
          <c:order val="1"/>
          <c:tx>
            <c:strRef>
              <c:f>Sheet1!$C$1</c:f>
              <c:strCache>
                <c:ptCount val="1"/>
                <c:pt idx="0">
                  <c:v>Short term purchase</c:v>
                </c:pt>
              </c:strCache>
            </c:strRef>
          </c:tx>
          <c:spPr>
            <a:solidFill>
              <a:srgbClr val="009A44"/>
            </a:solidFill>
            <a:ln>
              <a:noFill/>
            </a:ln>
            <a:effectLst/>
          </c:spPr>
          <c:dLbls>
            <c:spPr>
              <a:solidFill>
                <a:srgbClr val="009A44"/>
              </a:solidFill>
              <a:ln>
                <a:noFill/>
              </a:ln>
              <a:effectLst/>
            </c:spPr>
            <c:txPr>
              <a:bodyPr rot="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06:00</c:v>
                </c:pt>
                <c:pt idx="1">
                  <c:v>07:00</c:v>
                </c:pt>
                <c:pt idx="2">
                  <c:v>08:00</c:v>
                </c:pt>
                <c:pt idx="3">
                  <c:v>09:00</c:v>
                </c:pt>
                <c:pt idx="4">
                  <c:v>10:00</c:v>
                </c:pt>
                <c:pt idx="5">
                  <c:v>11:00</c:v>
                </c:pt>
                <c:pt idx="6">
                  <c:v>12:00</c:v>
                </c:pt>
                <c:pt idx="7">
                  <c:v>13:00</c:v>
                </c:pt>
                <c:pt idx="8">
                  <c:v>14:00</c:v>
                </c:pt>
                <c:pt idx="9">
                  <c:v>15:00</c:v>
                </c:pt>
                <c:pt idx="10">
                  <c:v>16:00</c:v>
                </c:pt>
                <c:pt idx="11">
                  <c:v>17:00</c:v>
                </c:pt>
              </c:strCache>
            </c:strRef>
          </c:cat>
          <c:val>
            <c:numRef>
              <c:f>Sheet1!$C$2:$C$13</c:f>
              <c:numCache>
                <c:formatCode>0</c:formatCode>
                <c:ptCount val="12"/>
                <c:pt idx="0">
                  <c:v>138.53489999999999</c:v>
                </c:pt>
                <c:pt idx="1">
                  <c:v>148.18889999999999</c:v>
                </c:pt>
                <c:pt idx="2">
                  <c:v>85.67925000000001</c:v>
                </c:pt>
                <c:pt idx="3">
                  <c:v>124.0539</c:v>
                </c:pt>
                <c:pt idx="4">
                  <c:v>218.18040000000002</c:v>
                </c:pt>
                <c:pt idx="5">
                  <c:v>285.27570000000003</c:v>
                </c:pt>
                <c:pt idx="6">
                  <c:v>338.37270000000001</c:v>
                </c:pt>
                <c:pt idx="7">
                  <c:v>331.42182000000003</c:v>
                </c:pt>
                <c:pt idx="8">
                  <c:v>352.17792000000003</c:v>
                </c:pt>
                <c:pt idx="9">
                  <c:v>442.34627999999998</c:v>
                </c:pt>
                <c:pt idx="10">
                  <c:v>432.69227999999998</c:v>
                </c:pt>
                <c:pt idx="11">
                  <c:v>467.68802999999997</c:v>
                </c:pt>
              </c:numCache>
            </c:numRef>
          </c:val>
          <c:extLst>
            <c:ext xmlns:c16="http://schemas.microsoft.com/office/drawing/2014/chart" uri="{C3380CC4-5D6E-409C-BE32-E72D297353CC}">
              <c16:uniqueId val="{00000001-45ED-4D97-A3D4-97A67BC12153}"/>
            </c:ext>
          </c:extLst>
        </c:ser>
        <c:ser>
          <c:idx val="2"/>
          <c:order val="2"/>
          <c:tx>
            <c:strRef>
              <c:f>Sheet1!$D$1</c:f>
              <c:strCache>
                <c:ptCount val="1"/>
                <c:pt idx="0">
                  <c:v>Load Shedding</c:v>
                </c:pt>
              </c:strCache>
            </c:strRef>
          </c:tx>
          <c:spPr>
            <a:solidFill>
              <a:srgbClr val="C4D600"/>
            </a:solidFill>
            <a:ln w="25400">
              <a:noFill/>
            </a:ln>
            <a:effectLst/>
          </c:spPr>
          <c:cat>
            <c:strRef>
              <c:f>Sheet1!$A$2:$A$13</c:f>
              <c:strCache>
                <c:ptCount val="12"/>
                <c:pt idx="0">
                  <c:v>06:00</c:v>
                </c:pt>
                <c:pt idx="1">
                  <c:v>07:00</c:v>
                </c:pt>
                <c:pt idx="2">
                  <c:v>08:00</c:v>
                </c:pt>
                <c:pt idx="3">
                  <c:v>09:00</c:v>
                </c:pt>
                <c:pt idx="4">
                  <c:v>10:00</c:v>
                </c:pt>
                <c:pt idx="5">
                  <c:v>11:00</c:v>
                </c:pt>
                <c:pt idx="6">
                  <c:v>12:00</c:v>
                </c:pt>
                <c:pt idx="7">
                  <c:v>13:00</c:v>
                </c:pt>
                <c:pt idx="8">
                  <c:v>14:00</c:v>
                </c:pt>
                <c:pt idx="9">
                  <c:v>15:00</c:v>
                </c:pt>
                <c:pt idx="10">
                  <c:v>16:00</c:v>
                </c:pt>
                <c:pt idx="11">
                  <c:v>17:00</c:v>
                </c:pt>
              </c:strCache>
            </c:strRef>
          </c:cat>
          <c:val>
            <c:numRef>
              <c:f>Sheet1!$D$2:$D$13</c:f>
              <c:numCache>
                <c:formatCode>0</c:formatCode>
                <c:ptCount val="12"/>
                <c:pt idx="0">
                  <c:v>0</c:v>
                </c:pt>
                <c:pt idx="1">
                  <c:v>0</c:v>
                </c:pt>
                <c:pt idx="2">
                  <c:v>0</c:v>
                </c:pt>
                <c:pt idx="3">
                  <c:v>0</c:v>
                </c:pt>
                <c:pt idx="4">
                  <c:v>0</c:v>
                </c:pt>
                <c:pt idx="5">
                  <c:v>0</c:v>
                </c:pt>
                <c:pt idx="6">
                  <c:v>0</c:v>
                </c:pt>
                <c:pt idx="7">
                  <c:v>0</c:v>
                </c:pt>
                <c:pt idx="8">
                  <c:v>0</c:v>
                </c:pt>
                <c:pt idx="9">
                  <c:v>0</c:v>
                </c:pt>
                <c:pt idx="10">
                  <c:v>0</c:v>
                </c:pt>
                <c:pt idx="11">
                  <c:v>0</c:v>
                </c:pt>
              </c:numCache>
            </c:numRef>
          </c:val>
          <c:extLst>
            <c:ext xmlns:c16="http://schemas.microsoft.com/office/drawing/2014/chart" uri="{C3380CC4-5D6E-409C-BE32-E72D297353CC}">
              <c16:uniqueId val="{00000002-45ED-4D97-A3D4-97A67BC12153}"/>
            </c:ext>
          </c:extLst>
        </c:ser>
        <c:dLbls>
          <c:showLegendKey val="0"/>
          <c:showVal val="0"/>
          <c:showCatName val="0"/>
          <c:showSerName val="0"/>
          <c:showPercent val="0"/>
          <c:showBubbleSize val="0"/>
        </c:dLbls>
        <c:axId val="870970687"/>
        <c:axId val="870971935"/>
      </c:areaChart>
      <c:catAx>
        <c:axId val="870970687"/>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1" i="0" u="none" strike="noStrike" kern="1200" baseline="0">
                <a:solidFill>
                  <a:schemeClr val="tx1"/>
                </a:solidFill>
                <a:latin typeface="+mn-lt"/>
                <a:ea typeface="+mn-ea"/>
                <a:cs typeface="+mn-cs"/>
              </a:defRPr>
            </a:pPr>
            <a:endParaRPr lang="en-US"/>
          </a:p>
        </c:txPr>
        <c:crossAx val="870971935"/>
        <c:crosses val="autoZero"/>
        <c:auto val="1"/>
        <c:lblAlgn val="ctr"/>
        <c:lblOffset val="100"/>
        <c:noMultiLvlLbl val="0"/>
      </c:catAx>
      <c:valAx>
        <c:axId val="870971935"/>
        <c:scaling>
          <c:orientation val="minMax"/>
        </c:scaling>
        <c:delete val="1"/>
        <c:axPos val="l"/>
        <c:numFmt formatCode="0" sourceLinked="1"/>
        <c:majorTickMark val="none"/>
        <c:minorTickMark val="none"/>
        <c:tickLblPos val="nextTo"/>
        <c:crossAx val="870970687"/>
        <c:crosses val="autoZero"/>
        <c:crossBetween val="midCat"/>
      </c:valAx>
      <c:spPr>
        <a:noFill/>
        <a:ln>
          <a:noFill/>
        </a:ln>
        <a:effectLst/>
      </c:spPr>
    </c:plotArea>
    <c:legend>
      <c:legendPos val="b"/>
      <c:legendEntry>
        <c:idx val="0"/>
        <c:txPr>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legendEntry>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legend>
    <c:plotVisOnly val="1"/>
    <c:dispBlanksAs val="zero"/>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bg1"/>
          </a:solidFill>
        </a:defRPr>
      </a:pPr>
      <a:endParaRPr lang="en-US"/>
    </a:p>
  </c:txPr>
  <c:externalData r:id="rId3">
    <c:autoUpdate val="0"/>
  </c:externalData>
</c:chartSpace>
</file>

<file path=ppt/charts/chart4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5309000822884372E-2"/>
          <c:y val="9.8314096111526347E-2"/>
          <c:w val="0.93649740239156742"/>
          <c:h val="0.72924522979102158"/>
        </c:manualLayout>
      </c:layout>
      <c:areaChart>
        <c:grouping val="stacked"/>
        <c:varyColors val="0"/>
        <c:ser>
          <c:idx val="0"/>
          <c:order val="0"/>
          <c:tx>
            <c:strRef>
              <c:f>Sheet1!$B$1</c:f>
              <c:strCache>
                <c:ptCount val="1"/>
                <c:pt idx="0">
                  <c:v>Base Demand Met</c:v>
                </c:pt>
              </c:strCache>
            </c:strRef>
          </c:tx>
          <c:spPr>
            <a:solidFill>
              <a:schemeClr val="tx1">
                <a:lumMod val="65000"/>
                <a:lumOff val="35000"/>
              </a:schemeClr>
            </a:solidFill>
            <a:ln>
              <a:noFill/>
            </a:ln>
            <a:effectLst/>
          </c:spPr>
          <c:dLbls>
            <c:spPr>
              <a:solidFill>
                <a:schemeClr val="tx1">
                  <a:lumMod val="65000"/>
                  <a:lumOff val="35000"/>
                </a:schemeClr>
              </a:solidFill>
              <a:ln>
                <a:noFill/>
              </a:ln>
              <a:effectLst/>
            </c:spPr>
            <c:txPr>
              <a:bodyPr rot="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06:00</c:v>
                </c:pt>
                <c:pt idx="1">
                  <c:v>07:00</c:v>
                </c:pt>
                <c:pt idx="2">
                  <c:v>08:00</c:v>
                </c:pt>
                <c:pt idx="3">
                  <c:v>09:00</c:v>
                </c:pt>
                <c:pt idx="4">
                  <c:v>10:00</c:v>
                </c:pt>
                <c:pt idx="5">
                  <c:v>11:00</c:v>
                </c:pt>
                <c:pt idx="6">
                  <c:v>12:00</c:v>
                </c:pt>
                <c:pt idx="7">
                  <c:v>13:00</c:v>
                </c:pt>
                <c:pt idx="8">
                  <c:v>14:00</c:v>
                </c:pt>
                <c:pt idx="9">
                  <c:v>15:00</c:v>
                </c:pt>
                <c:pt idx="10">
                  <c:v>16:00</c:v>
                </c:pt>
                <c:pt idx="11">
                  <c:v>17:00</c:v>
                </c:pt>
              </c:strCache>
            </c:strRef>
          </c:cat>
          <c:val>
            <c:numRef>
              <c:f>Sheet1!$B$2:$B$13</c:f>
              <c:numCache>
                <c:formatCode>0</c:formatCode>
                <c:ptCount val="12"/>
                <c:pt idx="0">
                  <c:v>1190.22875</c:v>
                </c:pt>
                <c:pt idx="1">
                  <c:v>1260.5928900000001</c:v>
                </c:pt>
                <c:pt idx="2">
                  <c:v>1229.1411599999999</c:v>
                </c:pt>
                <c:pt idx="3">
                  <c:v>1340.7473099999997</c:v>
                </c:pt>
                <c:pt idx="4">
                  <c:v>1376.85131</c:v>
                </c:pt>
                <c:pt idx="5">
                  <c:v>1447.5045600000001</c:v>
                </c:pt>
                <c:pt idx="6">
                  <c:v>1435.6735600000002</c:v>
                </c:pt>
                <c:pt idx="7">
                  <c:v>1375.3023099999998</c:v>
                </c:pt>
                <c:pt idx="8">
                  <c:v>1447.0280600000001</c:v>
                </c:pt>
                <c:pt idx="9">
                  <c:v>1471.4097700000002</c:v>
                </c:pt>
                <c:pt idx="10">
                  <c:v>1465.6692700000003</c:v>
                </c:pt>
                <c:pt idx="11">
                  <c:v>1292.6640199999999</c:v>
                </c:pt>
              </c:numCache>
            </c:numRef>
          </c:val>
          <c:extLst>
            <c:ext xmlns:c16="http://schemas.microsoft.com/office/drawing/2014/chart" uri="{C3380CC4-5D6E-409C-BE32-E72D297353CC}">
              <c16:uniqueId val="{00000000-45ED-4D97-A3D4-97A67BC12153}"/>
            </c:ext>
          </c:extLst>
        </c:ser>
        <c:ser>
          <c:idx val="1"/>
          <c:order val="1"/>
          <c:tx>
            <c:strRef>
              <c:f>Sheet1!$C$1</c:f>
              <c:strCache>
                <c:ptCount val="1"/>
                <c:pt idx="0">
                  <c:v>Short term purchase</c:v>
                </c:pt>
              </c:strCache>
            </c:strRef>
          </c:tx>
          <c:spPr>
            <a:solidFill>
              <a:srgbClr val="009A44"/>
            </a:solidFill>
            <a:ln>
              <a:noFill/>
            </a:ln>
            <a:effectLst/>
          </c:spPr>
          <c:dLbls>
            <c:spPr>
              <a:solidFill>
                <a:srgbClr val="009A44"/>
              </a:solidFill>
              <a:ln>
                <a:noFill/>
              </a:ln>
              <a:effectLst/>
            </c:spPr>
            <c:txPr>
              <a:bodyPr rot="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06:00</c:v>
                </c:pt>
                <c:pt idx="1">
                  <c:v>07:00</c:v>
                </c:pt>
                <c:pt idx="2">
                  <c:v>08:00</c:v>
                </c:pt>
                <c:pt idx="3">
                  <c:v>09:00</c:v>
                </c:pt>
                <c:pt idx="4">
                  <c:v>10:00</c:v>
                </c:pt>
                <c:pt idx="5">
                  <c:v>11:00</c:v>
                </c:pt>
                <c:pt idx="6">
                  <c:v>12:00</c:v>
                </c:pt>
                <c:pt idx="7">
                  <c:v>13:00</c:v>
                </c:pt>
                <c:pt idx="8">
                  <c:v>14:00</c:v>
                </c:pt>
                <c:pt idx="9">
                  <c:v>15:00</c:v>
                </c:pt>
                <c:pt idx="10">
                  <c:v>16:00</c:v>
                </c:pt>
                <c:pt idx="11">
                  <c:v>17:00</c:v>
                </c:pt>
              </c:strCache>
            </c:strRef>
          </c:cat>
          <c:val>
            <c:numRef>
              <c:f>Sheet1!$C$2:$C$13</c:f>
              <c:numCache>
                <c:formatCode>0</c:formatCode>
                <c:ptCount val="12"/>
                <c:pt idx="0">
                  <c:v>114.64125</c:v>
                </c:pt>
                <c:pt idx="1">
                  <c:v>72.06711</c:v>
                </c:pt>
                <c:pt idx="2">
                  <c:v>120.28884000000001</c:v>
                </c:pt>
                <c:pt idx="3">
                  <c:v>127.77069</c:v>
                </c:pt>
                <c:pt idx="4">
                  <c:v>171.21368999999999</c:v>
                </c:pt>
                <c:pt idx="5">
                  <c:v>235.17144000000002</c:v>
                </c:pt>
                <c:pt idx="6">
                  <c:v>326.88444000000004</c:v>
                </c:pt>
                <c:pt idx="7">
                  <c:v>436.69868999999994</c:v>
                </c:pt>
                <c:pt idx="8">
                  <c:v>367.91394000000003</c:v>
                </c:pt>
                <c:pt idx="9">
                  <c:v>388.52522999999997</c:v>
                </c:pt>
                <c:pt idx="10">
                  <c:v>390.93872999999996</c:v>
                </c:pt>
                <c:pt idx="11">
                  <c:v>409.03998000000001</c:v>
                </c:pt>
              </c:numCache>
            </c:numRef>
          </c:val>
          <c:extLst>
            <c:ext xmlns:c16="http://schemas.microsoft.com/office/drawing/2014/chart" uri="{C3380CC4-5D6E-409C-BE32-E72D297353CC}">
              <c16:uniqueId val="{00000001-45ED-4D97-A3D4-97A67BC12153}"/>
            </c:ext>
          </c:extLst>
        </c:ser>
        <c:ser>
          <c:idx val="2"/>
          <c:order val="2"/>
          <c:tx>
            <c:strRef>
              <c:f>Sheet1!$D$1</c:f>
              <c:strCache>
                <c:ptCount val="1"/>
                <c:pt idx="0">
                  <c:v>Load Shedding</c:v>
                </c:pt>
              </c:strCache>
            </c:strRef>
          </c:tx>
          <c:spPr>
            <a:solidFill>
              <a:srgbClr val="C4D600"/>
            </a:solidFill>
            <a:ln w="25400">
              <a:noFill/>
            </a:ln>
            <a:effectLst/>
          </c:spPr>
          <c:cat>
            <c:strRef>
              <c:f>Sheet1!$A$2:$A$13</c:f>
              <c:strCache>
                <c:ptCount val="12"/>
                <c:pt idx="0">
                  <c:v>06:00</c:v>
                </c:pt>
                <c:pt idx="1">
                  <c:v>07:00</c:v>
                </c:pt>
                <c:pt idx="2">
                  <c:v>08:00</c:v>
                </c:pt>
                <c:pt idx="3">
                  <c:v>09:00</c:v>
                </c:pt>
                <c:pt idx="4">
                  <c:v>10:00</c:v>
                </c:pt>
                <c:pt idx="5">
                  <c:v>11:00</c:v>
                </c:pt>
                <c:pt idx="6">
                  <c:v>12:00</c:v>
                </c:pt>
                <c:pt idx="7">
                  <c:v>13:00</c:v>
                </c:pt>
                <c:pt idx="8">
                  <c:v>14:00</c:v>
                </c:pt>
                <c:pt idx="9">
                  <c:v>15:00</c:v>
                </c:pt>
                <c:pt idx="10">
                  <c:v>16:00</c:v>
                </c:pt>
                <c:pt idx="11">
                  <c:v>17:00</c:v>
                </c:pt>
              </c:strCache>
            </c:strRef>
          </c:cat>
          <c:val>
            <c:numRef>
              <c:f>Sheet1!$D$2:$D$13</c:f>
              <c:numCache>
                <c:formatCode>0</c:formatCode>
                <c:ptCount val="12"/>
                <c:pt idx="0">
                  <c:v>0</c:v>
                </c:pt>
                <c:pt idx="1">
                  <c:v>0</c:v>
                </c:pt>
                <c:pt idx="2">
                  <c:v>0</c:v>
                </c:pt>
                <c:pt idx="3">
                  <c:v>0</c:v>
                </c:pt>
                <c:pt idx="4">
                  <c:v>0</c:v>
                </c:pt>
                <c:pt idx="5">
                  <c:v>0</c:v>
                </c:pt>
                <c:pt idx="6">
                  <c:v>0</c:v>
                </c:pt>
                <c:pt idx="7">
                  <c:v>0</c:v>
                </c:pt>
                <c:pt idx="8">
                  <c:v>0</c:v>
                </c:pt>
                <c:pt idx="9">
                  <c:v>0</c:v>
                </c:pt>
                <c:pt idx="10">
                  <c:v>0</c:v>
                </c:pt>
                <c:pt idx="11">
                  <c:v>0</c:v>
                </c:pt>
              </c:numCache>
            </c:numRef>
          </c:val>
          <c:extLst>
            <c:ext xmlns:c16="http://schemas.microsoft.com/office/drawing/2014/chart" uri="{C3380CC4-5D6E-409C-BE32-E72D297353CC}">
              <c16:uniqueId val="{00000002-45ED-4D97-A3D4-97A67BC12153}"/>
            </c:ext>
          </c:extLst>
        </c:ser>
        <c:dLbls>
          <c:showLegendKey val="0"/>
          <c:showVal val="0"/>
          <c:showCatName val="0"/>
          <c:showSerName val="0"/>
          <c:showPercent val="0"/>
          <c:showBubbleSize val="0"/>
        </c:dLbls>
        <c:axId val="870970687"/>
        <c:axId val="870971935"/>
      </c:areaChart>
      <c:catAx>
        <c:axId val="870970687"/>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1" i="0" u="none" strike="noStrike" kern="1200" baseline="0">
                <a:solidFill>
                  <a:schemeClr val="tx1"/>
                </a:solidFill>
                <a:latin typeface="+mn-lt"/>
                <a:ea typeface="+mn-ea"/>
                <a:cs typeface="+mn-cs"/>
              </a:defRPr>
            </a:pPr>
            <a:endParaRPr lang="en-US"/>
          </a:p>
        </c:txPr>
        <c:crossAx val="870971935"/>
        <c:crosses val="autoZero"/>
        <c:auto val="1"/>
        <c:lblAlgn val="ctr"/>
        <c:lblOffset val="100"/>
        <c:noMultiLvlLbl val="0"/>
      </c:catAx>
      <c:valAx>
        <c:axId val="870971935"/>
        <c:scaling>
          <c:orientation val="minMax"/>
        </c:scaling>
        <c:delete val="1"/>
        <c:axPos val="l"/>
        <c:numFmt formatCode="0" sourceLinked="1"/>
        <c:majorTickMark val="none"/>
        <c:minorTickMark val="none"/>
        <c:tickLblPos val="nextTo"/>
        <c:crossAx val="870970687"/>
        <c:crosses val="autoZero"/>
        <c:crossBetween val="midCat"/>
      </c:valAx>
      <c:spPr>
        <a:noFill/>
        <a:ln>
          <a:noFill/>
        </a:ln>
        <a:effectLst/>
      </c:spPr>
    </c:plotArea>
    <c:legend>
      <c:legendPos val="b"/>
      <c:legendEntry>
        <c:idx val="0"/>
        <c:txPr>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legendEntry>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legend>
    <c:plotVisOnly val="1"/>
    <c:dispBlanksAs val="zero"/>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bg1"/>
          </a:solidFill>
        </a:defRPr>
      </a:pPr>
      <a:endParaRPr lang="en-US"/>
    </a:p>
  </c:txPr>
  <c:externalData r:id="rId3">
    <c:autoUpdate val="0"/>
  </c:externalData>
</c:chartSpace>
</file>

<file path=ppt/charts/chart4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5309000822884372E-2"/>
          <c:y val="9.8314096111526347E-2"/>
          <c:w val="0.93649740239156742"/>
          <c:h val="0.72924522979102158"/>
        </c:manualLayout>
      </c:layout>
      <c:areaChart>
        <c:grouping val="stacked"/>
        <c:varyColors val="0"/>
        <c:ser>
          <c:idx val="0"/>
          <c:order val="0"/>
          <c:tx>
            <c:strRef>
              <c:f>Sheet1!$B$1</c:f>
              <c:strCache>
                <c:ptCount val="1"/>
                <c:pt idx="0">
                  <c:v>Base Demand Met</c:v>
                </c:pt>
              </c:strCache>
            </c:strRef>
          </c:tx>
          <c:spPr>
            <a:solidFill>
              <a:schemeClr val="tx1">
                <a:lumMod val="65000"/>
                <a:lumOff val="35000"/>
              </a:schemeClr>
            </a:solidFill>
            <a:ln>
              <a:noFill/>
            </a:ln>
            <a:effectLst/>
          </c:spPr>
          <c:dLbls>
            <c:spPr>
              <a:solidFill>
                <a:schemeClr val="tx1">
                  <a:lumMod val="65000"/>
                  <a:lumOff val="35000"/>
                </a:schemeClr>
              </a:solidFill>
              <a:ln>
                <a:noFill/>
              </a:ln>
              <a:effectLst/>
            </c:spPr>
            <c:txPr>
              <a:bodyPr rot="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06:00</c:v>
                </c:pt>
                <c:pt idx="1">
                  <c:v>07:00</c:v>
                </c:pt>
                <c:pt idx="2">
                  <c:v>08:00</c:v>
                </c:pt>
                <c:pt idx="3">
                  <c:v>09:00</c:v>
                </c:pt>
                <c:pt idx="4">
                  <c:v>10:00</c:v>
                </c:pt>
                <c:pt idx="5">
                  <c:v>11:00</c:v>
                </c:pt>
                <c:pt idx="6">
                  <c:v>12:00</c:v>
                </c:pt>
                <c:pt idx="7">
                  <c:v>13:00</c:v>
                </c:pt>
                <c:pt idx="8">
                  <c:v>14:00</c:v>
                </c:pt>
                <c:pt idx="9">
                  <c:v>15:00</c:v>
                </c:pt>
                <c:pt idx="10">
                  <c:v>16:00</c:v>
                </c:pt>
                <c:pt idx="11">
                  <c:v>17:00</c:v>
                </c:pt>
              </c:strCache>
            </c:strRef>
          </c:cat>
          <c:val>
            <c:numRef>
              <c:f>Sheet1!$B$2:$B$13</c:f>
              <c:numCache>
                <c:formatCode>0</c:formatCode>
                <c:ptCount val="12"/>
                <c:pt idx="0">
                  <c:v>1348.0455105000003</c:v>
                </c:pt>
                <c:pt idx="1">
                  <c:v>1315.2900000000004</c:v>
                </c:pt>
                <c:pt idx="2">
                  <c:v>1346.4000000000003</c:v>
                </c:pt>
                <c:pt idx="3">
                  <c:v>1378.0792000000001</c:v>
                </c:pt>
                <c:pt idx="4">
                  <c:v>1454.1607000000001</c:v>
                </c:pt>
                <c:pt idx="5">
                  <c:v>1478.6519500000002</c:v>
                </c:pt>
                <c:pt idx="6">
                  <c:v>1513.9964499999996</c:v>
                </c:pt>
                <c:pt idx="7">
                  <c:v>1513.4124499999998</c:v>
                </c:pt>
                <c:pt idx="8">
                  <c:v>1459.3264499999996</c:v>
                </c:pt>
                <c:pt idx="9">
                  <c:v>1442.4456999999998</c:v>
                </c:pt>
                <c:pt idx="10">
                  <c:v>1320.0984499999997</c:v>
                </c:pt>
                <c:pt idx="11">
                  <c:v>1342.1342</c:v>
                </c:pt>
              </c:numCache>
            </c:numRef>
          </c:val>
          <c:extLst>
            <c:ext xmlns:c16="http://schemas.microsoft.com/office/drawing/2014/chart" uri="{C3380CC4-5D6E-409C-BE32-E72D297353CC}">
              <c16:uniqueId val="{00000000-45ED-4D97-A3D4-97A67BC12153}"/>
            </c:ext>
          </c:extLst>
        </c:ser>
        <c:ser>
          <c:idx val="1"/>
          <c:order val="1"/>
          <c:tx>
            <c:strRef>
              <c:f>Sheet1!$C$1</c:f>
              <c:strCache>
                <c:ptCount val="1"/>
                <c:pt idx="0">
                  <c:v>Short term purchase</c:v>
                </c:pt>
              </c:strCache>
            </c:strRef>
          </c:tx>
          <c:spPr>
            <a:solidFill>
              <a:srgbClr val="009A44"/>
            </a:solidFill>
            <a:ln>
              <a:noFill/>
            </a:ln>
            <a:effectLst/>
          </c:spPr>
          <c:dLbls>
            <c:spPr>
              <a:solidFill>
                <a:srgbClr val="009A44"/>
              </a:solidFill>
              <a:ln>
                <a:noFill/>
              </a:ln>
              <a:effectLst/>
            </c:spPr>
            <c:txPr>
              <a:bodyPr rot="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06:00</c:v>
                </c:pt>
                <c:pt idx="1">
                  <c:v>07:00</c:v>
                </c:pt>
                <c:pt idx="2">
                  <c:v>08:00</c:v>
                </c:pt>
                <c:pt idx="3">
                  <c:v>09:00</c:v>
                </c:pt>
                <c:pt idx="4">
                  <c:v>10:00</c:v>
                </c:pt>
                <c:pt idx="5">
                  <c:v>11:00</c:v>
                </c:pt>
                <c:pt idx="6">
                  <c:v>12:00</c:v>
                </c:pt>
                <c:pt idx="7">
                  <c:v>13:00</c:v>
                </c:pt>
                <c:pt idx="8">
                  <c:v>14:00</c:v>
                </c:pt>
                <c:pt idx="9">
                  <c:v>15:00</c:v>
                </c:pt>
                <c:pt idx="10">
                  <c:v>16:00</c:v>
                </c:pt>
                <c:pt idx="11">
                  <c:v>17:00</c:v>
                </c:pt>
              </c:strCache>
            </c:strRef>
          </c:cat>
          <c:val>
            <c:numRef>
              <c:f>Sheet1!$C$2:$C$13</c:f>
              <c:numCache>
                <c:formatCode>0</c:formatCode>
                <c:ptCount val="12"/>
                <c:pt idx="0">
                  <c:v>194.15448949999998</c:v>
                </c:pt>
                <c:pt idx="1">
                  <c:v>193.54</c:v>
                </c:pt>
                <c:pt idx="2">
                  <c:v>193.54</c:v>
                </c:pt>
                <c:pt idx="3">
                  <c:v>197.41079999999999</c:v>
                </c:pt>
                <c:pt idx="4">
                  <c:v>202.24930000000001</c:v>
                </c:pt>
                <c:pt idx="5">
                  <c:v>238.53804999999997</c:v>
                </c:pt>
                <c:pt idx="6">
                  <c:v>253.05355</c:v>
                </c:pt>
                <c:pt idx="7">
                  <c:v>272.40755000000001</c:v>
                </c:pt>
                <c:pt idx="8">
                  <c:v>349.82354999999995</c:v>
                </c:pt>
                <c:pt idx="9">
                  <c:v>444.1742999999999</c:v>
                </c:pt>
                <c:pt idx="10">
                  <c:v>388.53154999999992</c:v>
                </c:pt>
                <c:pt idx="11">
                  <c:v>342.56579999999997</c:v>
                </c:pt>
              </c:numCache>
            </c:numRef>
          </c:val>
          <c:extLst>
            <c:ext xmlns:c16="http://schemas.microsoft.com/office/drawing/2014/chart" uri="{C3380CC4-5D6E-409C-BE32-E72D297353CC}">
              <c16:uniqueId val="{00000001-45ED-4D97-A3D4-97A67BC12153}"/>
            </c:ext>
          </c:extLst>
        </c:ser>
        <c:ser>
          <c:idx val="2"/>
          <c:order val="2"/>
          <c:tx>
            <c:strRef>
              <c:f>Sheet1!$D$1</c:f>
              <c:strCache>
                <c:ptCount val="1"/>
                <c:pt idx="0">
                  <c:v>Load Shedding</c:v>
                </c:pt>
              </c:strCache>
            </c:strRef>
          </c:tx>
          <c:spPr>
            <a:solidFill>
              <a:srgbClr val="C4D600"/>
            </a:solidFill>
            <a:ln w="25400">
              <a:noFill/>
            </a:ln>
            <a:effectLst/>
          </c:spPr>
          <c:cat>
            <c:strRef>
              <c:f>Sheet1!$A$2:$A$13</c:f>
              <c:strCache>
                <c:ptCount val="12"/>
                <c:pt idx="0">
                  <c:v>06:00</c:v>
                </c:pt>
                <c:pt idx="1">
                  <c:v>07:00</c:v>
                </c:pt>
                <c:pt idx="2">
                  <c:v>08:00</c:v>
                </c:pt>
                <c:pt idx="3">
                  <c:v>09:00</c:v>
                </c:pt>
                <c:pt idx="4">
                  <c:v>10:00</c:v>
                </c:pt>
                <c:pt idx="5">
                  <c:v>11:00</c:v>
                </c:pt>
                <c:pt idx="6">
                  <c:v>12:00</c:v>
                </c:pt>
                <c:pt idx="7">
                  <c:v>13:00</c:v>
                </c:pt>
                <c:pt idx="8">
                  <c:v>14:00</c:v>
                </c:pt>
                <c:pt idx="9">
                  <c:v>15:00</c:v>
                </c:pt>
                <c:pt idx="10">
                  <c:v>16:00</c:v>
                </c:pt>
                <c:pt idx="11">
                  <c:v>17:00</c:v>
                </c:pt>
              </c:strCache>
            </c:strRef>
          </c:cat>
          <c:val>
            <c:numRef>
              <c:f>Sheet1!$D$2:$D$13</c:f>
              <c:numCache>
                <c:formatCode>0</c:formatCode>
                <c:ptCount val="12"/>
                <c:pt idx="0">
                  <c:v>0</c:v>
                </c:pt>
                <c:pt idx="1">
                  <c:v>0</c:v>
                </c:pt>
                <c:pt idx="2">
                  <c:v>0</c:v>
                </c:pt>
                <c:pt idx="3">
                  <c:v>0</c:v>
                </c:pt>
                <c:pt idx="4">
                  <c:v>0</c:v>
                </c:pt>
                <c:pt idx="5">
                  <c:v>0</c:v>
                </c:pt>
                <c:pt idx="6">
                  <c:v>0</c:v>
                </c:pt>
                <c:pt idx="7">
                  <c:v>0</c:v>
                </c:pt>
                <c:pt idx="8">
                  <c:v>0</c:v>
                </c:pt>
                <c:pt idx="9">
                  <c:v>0</c:v>
                </c:pt>
                <c:pt idx="10">
                  <c:v>0</c:v>
                </c:pt>
                <c:pt idx="11">
                  <c:v>0</c:v>
                </c:pt>
              </c:numCache>
            </c:numRef>
          </c:val>
          <c:extLst>
            <c:ext xmlns:c16="http://schemas.microsoft.com/office/drawing/2014/chart" uri="{C3380CC4-5D6E-409C-BE32-E72D297353CC}">
              <c16:uniqueId val="{00000002-45ED-4D97-A3D4-97A67BC12153}"/>
            </c:ext>
          </c:extLst>
        </c:ser>
        <c:dLbls>
          <c:showLegendKey val="0"/>
          <c:showVal val="0"/>
          <c:showCatName val="0"/>
          <c:showSerName val="0"/>
          <c:showPercent val="0"/>
          <c:showBubbleSize val="0"/>
        </c:dLbls>
        <c:axId val="870970687"/>
        <c:axId val="870971935"/>
      </c:areaChart>
      <c:catAx>
        <c:axId val="870970687"/>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1" i="0" u="none" strike="noStrike" kern="1200" baseline="0">
                <a:solidFill>
                  <a:schemeClr val="tx1"/>
                </a:solidFill>
                <a:latin typeface="+mn-lt"/>
                <a:ea typeface="+mn-ea"/>
                <a:cs typeface="+mn-cs"/>
              </a:defRPr>
            </a:pPr>
            <a:endParaRPr lang="en-US"/>
          </a:p>
        </c:txPr>
        <c:crossAx val="870971935"/>
        <c:crosses val="autoZero"/>
        <c:auto val="1"/>
        <c:lblAlgn val="ctr"/>
        <c:lblOffset val="100"/>
        <c:noMultiLvlLbl val="0"/>
      </c:catAx>
      <c:valAx>
        <c:axId val="870971935"/>
        <c:scaling>
          <c:orientation val="minMax"/>
        </c:scaling>
        <c:delete val="1"/>
        <c:axPos val="l"/>
        <c:numFmt formatCode="0" sourceLinked="1"/>
        <c:majorTickMark val="none"/>
        <c:minorTickMark val="none"/>
        <c:tickLblPos val="nextTo"/>
        <c:crossAx val="870970687"/>
        <c:crosses val="autoZero"/>
        <c:crossBetween val="midCat"/>
      </c:valAx>
      <c:spPr>
        <a:noFill/>
        <a:ln>
          <a:noFill/>
        </a:ln>
        <a:effectLst/>
      </c:spPr>
    </c:plotArea>
    <c:legend>
      <c:legendPos val="b"/>
      <c:legendEntry>
        <c:idx val="0"/>
        <c:txPr>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legendEntry>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legend>
    <c:plotVisOnly val="1"/>
    <c:dispBlanksAs val="zero"/>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bg1"/>
          </a:solidFill>
        </a:defRPr>
      </a:pPr>
      <a:endParaRPr lang="en-US"/>
    </a:p>
  </c:txPr>
  <c:externalData r:id="rId3">
    <c:autoUpdate val="0"/>
  </c:externalData>
</c:chartSpace>
</file>

<file path=ppt/charts/chart4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5309000822884372E-2"/>
          <c:y val="9.8314096111526347E-2"/>
          <c:w val="0.93649740239156742"/>
          <c:h val="0.72924522979102158"/>
        </c:manualLayout>
      </c:layout>
      <c:areaChart>
        <c:grouping val="stacked"/>
        <c:varyColors val="0"/>
        <c:ser>
          <c:idx val="0"/>
          <c:order val="0"/>
          <c:tx>
            <c:strRef>
              <c:f>Sheet1!$B$1</c:f>
              <c:strCache>
                <c:ptCount val="1"/>
                <c:pt idx="0">
                  <c:v>Base Demand Met</c:v>
                </c:pt>
              </c:strCache>
            </c:strRef>
          </c:tx>
          <c:spPr>
            <a:solidFill>
              <a:schemeClr val="tx1">
                <a:lumMod val="65000"/>
                <a:lumOff val="35000"/>
              </a:schemeClr>
            </a:solidFill>
            <a:ln>
              <a:noFill/>
            </a:ln>
            <a:effectLst/>
          </c:spPr>
          <c:dLbls>
            <c:spPr>
              <a:solidFill>
                <a:schemeClr val="tx1">
                  <a:lumMod val="65000"/>
                  <a:lumOff val="35000"/>
                </a:schemeClr>
              </a:solidFill>
              <a:ln>
                <a:noFill/>
              </a:ln>
              <a:effectLst/>
            </c:spPr>
            <c:txPr>
              <a:bodyPr rot="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06:00</c:v>
                </c:pt>
                <c:pt idx="1">
                  <c:v>07:00</c:v>
                </c:pt>
                <c:pt idx="2">
                  <c:v>08:00</c:v>
                </c:pt>
                <c:pt idx="3">
                  <c:v>09:00</c:v>
                </c:pt>
                <c:pt idx="4">
                  <c:v>10:00</c:v>
                </c:pt>
                <c:pt idx="5">
                  <c:v>11:00</c:v>
                </c:pt>
                <c:pt idx="6">
                  <c:v>12:00</c:v>
                </c:pt>
                <c:pt idx="7">
                  <c:v>13:00</c:v>
                </c:pt>
                <c:pt idx="8">
                  <c:v>14:00</c:v>
                </c:pt>
                <c:pt idx="9">
                  <c:v>15:00</c:v>
                </c:pt>
                <c:pt idx="10">
                  <c:v>16:00</c:v>
                </c:pt>
                <c:pt idx="11">
                  <c:v>17:00</c:v>
                </c:pt>
              </c:strCache>
            </c:strRef>
          </c:cat>
          <c:val>
            <c:numRef>
              <c:f>Sheet1!$B$2:$B$13</c:f>
              <c:numCache>
                <c:formatCode>0</c:formatCode>
                <c:ptCount val="12"/>
                <c:pt idx="0">
                  <c:v>1627.4169297500002</c:v>
                </c:pt>
                <c:pt idx="1">
                  <c:v>1624.456095</c:v>
                </c:pt>
                <c:pt idx="2">
                  <c:v>1448.79867625</c:v>
                </c:pt>
                <c:pt idx="3">
                  <c:v>1487.5800999999999</c:v>
                </c:pt>
                <c:pt idx="4">
                  <c:v>1677.7565999999999</c:v>
                </c:pt>
                <c:pt idx="5">
                  <c:v>1728.5846000000001</c:v>
                </c:pt>
                <c:pt idx="6">
                  <c:v>1752.5138500000003</c:v>
                </c:pt>
                <c:pt idx="7">
                  <c:v>1728.7855999999999</c:v>
                </c:pt>
                <c:pt idx="8">
                  <c:v>1733.0125999999998</c:v>
                </c:pt>
                <c:pt idx="9">
                  <c:v>1684.2779999999998</c:v>
                </c:pt>
                <c:pt idx="10">
                  <c:v>1627.2432500000004</c:v>
                </c:pt>
                <c:pt idx="11">
                  <c:v>1456.13409525</c:v>
                </c:pt>
              </c:numCache>
            </c:numRef>
          </c:val>
          <c:extLst>
            <c:ext xmlns:c16="http://schemas.microsoft.com/office/drawing/2014/chart" uri="{C3380CC4-5D6E-409C-BE32-E72D297353CC}">
              <c16:uniqueId val="{00000000-45ED-4D97-A3D4-97A67BC12153}"/>
            </c:ext>
          </c:extLst>
        </c:ser>
        <c:ser>
          <c:idx val="1"/>
          <c:order val="1"/>
          <c:tx>
            <c:strRef>
              <c:f>Sheet1!$C$1</c:f>
              <c:strCache>
                <c:ptCount val="1"/>
                <c:pt idx="0">
                  <c:v>Short term purchase</c:v>
                </c:pt>
              </c:strCache>
            </c:strRef>
          </c:tx>
          <c:spPr>
            <a:solidFill>
              <a:srgbClr val="009A44"/>
            </a:solidFill>
            <a:ln>
              <a:noFill/>
            </a:ln>
            <a:effectLst/>
          </c:spPr>
          <c:dLbls>
            <c:spPr>
              <a:solidFill>
                <a:srgbClr val="009A44"/>
              </a:solidFill>
              <a:ln>
                <a:noFill/>
              </a:ln>
              <a:effectLst/>
            </c:spPr>
            <c:txPr>
              <a:bodyPr rot="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06:00</c:v>
                </c:pt>
                <c:pt idx="1">
                  <c:v>07:00</c:v>
                </c:pt>
                <c:pt idx="2">
                  <c:v>08:00</c:v>
                </c:pt>
                <c:pt idx="3">
                  <c:v>09:00</c:v>
                </c:pt>
                <c:pt idx="4">
                  <c:v>10:00</c:v>
                </c:pt>
                <c:pt idx="5">
                  <c:v>11:00</c:v>
                </c:pt>
                <c:pt idx="6">
                  <c:v>12:00</c:v>
                </c:pt>
                <c:pt idx="7">
                  <c:v>13:00</c:v>
                </c:pt>
                <c:pt idx="8">
                  <c:v>14:00</c:v>
                </c:pt>
                <c:pt idx="9">
                  <c:v>15:00</c:v>
                </c:pt>
                <c:pt idx="10">
                  <c:v>16:00</c:v>
                </c:pt>
                <c:pt idx="11">
                  <c:v>17:00</c:v>
                </c:pt>
              </c:strCache>
            </c:strRef>
          </c:cat>
          <c:val>
            <c:numRef>
              <c:f>Sheet1!$C$2:$C$13</c:f>
              <c:numCache>
                <c:formatCode>0</c:formatCode>
                <c:ptCount val="12"/>
                <c:pt idx="0">
                  <c:v>164.38307025</c:v>
                </c:pt>
                <c:pt idx="1">
                  <c:v>78.703904999999992</c:v>
                </c:pt>
                <c:pt idx="2">
                  <c:v>195.54132375</c:v>
                </c:pt>
                <c:pt idx="3">
                  <c:v>336.81990000000002</c:v>
                </c:pt>
                <c:pt idx="4">
                  <c:v>225.83340000000001</c:v>
                </c:pt>
                <c:pt idx="5">
                  <c:v>148.62539999999998</c:v>
                </c:pt>
                <c:pt idx="6">
                  <c:v>131.73615000000001</c:v>
                </c:pt>
                <c:pt idx="7">
                  <c:v>138.9744</c:v>
                </c:pt>
                <c:pt idx="8">
                  <c:v>264.43740000000003</c:v>
                </c:pt>
                <c:pt idx="9">
                  <c:v>405.34199999999998</c:v>
                </c:pt>
                <c:pt idx="10">
                  <c:v>523.56674999999996</c:v>
                </c:pt>
                <c:pt idx="11">
                  <c:v>537.48590475000003</c:v>
                </c:pt>
              </c:numCache>
            </c:numRef>
          </c:val>
          <c:extLst>
            <c:ext xmlns:c16="http://schemas.microsoft.com/office/drawing/2014/chart" uri="{C3380CC4-5D6E-409C-BE32-E72D297353CC}">
              <c16:uniqueId val="{00000001-45ED-4D97-A3D4-97A67BC12153}"/>
            </c:ext>
          </c:extLst>
        </c:ser>
        <c:ser>
          <c:idx val="2"/>
          <c:order val="2"/>
          <c:tx>
            <c:strRef>
              <c:f>Sheet1!$D$1</c:f>
              <c:strCache>
                <c:ptCount val="1"/>
                <c:pt idx="0">
                  <c:v>Load Shedding</c:v>
                </c:pt>
              </c:strCache>
            </c:strRef>
          </c:tx>
          <c:spPr>
            <a:solidFill>
              <a:srgbClr val="C4D600"/>
            </a:solidFill>
            <a:ln w="25400">
              <a:noFill/>
            </a:ln>
            <a:effectLst/>
          </c:spPr>
          <c:dLbls>
            <c:dLbl>
              <c:idx val="0"/>
              <c:delete val="1"/>
              <c:extLst>
                <c:ext xmlns:c15="http://schemas.microsoft.com/office/drawing/2012/chart" uri="{CE6537A1-D6FC-4f65-9D91-7224C49458BB}"/>
                <c:ext xmlns:c16="http://schemas.microsoft.com/office/drawing/2014/chart" uri="{C3380CC4-5D6E-409C-BE32-E72D297353CC}">
                  <c16:uniqueId val="{00000001-D5A5-49AD-AF8F-7CFBEB565A88}"/>
                </c:ext>
              </c:extLst>
            </c:dLbl>
            <c:dLbl>
              <c:idx val="1"/>
              <c:delete val="1"/>
              <c:extLst>
                <c:ext xmlns:c15="http://schemas.microsoft.com/office/drawing/2012/chart" uri="{CE6537A1-D6FC-4f65-9D91-7224C49458BB}"/>
                <c:ext xmlns:c16="http://schemas.microsoft.com/office/drawing/2014/chart" uri="{C3380CC4-5D6E-409C-BE32-E72D297353CC}">
                  <c16:uniqueId val="{00000002-D5A5-49AD-AF8F-7CFBEB565A88}"/>
                </c:ext>
              </c:extLst>
            </c:dLbl>
            <c:dLbl>
              <c:idx val="2"/>
              <c:layout>
                <c:manualLayout>
                  <c:x val="-4.7112054258990205E-3"/>
                  <c:y val="-6.308654020052222E-2"/>
                </c:manualLayout>
              </c:layout>
              <c:spPr>
                <a:solidFill>
                  <a:srgbClr val="C4D600"/>
                </a:solid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D5A5-49AD-AF8F-7CFBEB565A88}"/>
                </c:ext>
              </c:extLst>
            </c:dLbl>
            <c:dLbl>
              <c:idx val="3"/>
              <c:delete val="1"/>
              <c:extLst>
                <c:ext xmlns:c15="http://schemas.microsoft.com/office/drawing/2012/chart" uri="{CE6537A1-D6FC-4f65-9D91-7224C49458BB}"/>
                <c:ext xmlns:c16="http://schemas.microsoft.com/office/drawing/2014/chart" uri="{C3380CC4-5D6E-409C-BE32-E72D297353CC}">
                  <c16:uniqueId val="{00000003-D5A5-49AD-AF8F-7CFBEB565A88}"/>
                </c:ext>
              </c:extLst>
            </c:dLbl>
            <c:dLbl>
              <c:idx val="4"/>
              <c:delete val="1"/>
              <c:extLst>
                <c:ext xmlns:c15="http://schemas.microsoft.com/office/drawing/2012/chart" uri="{CE6537A1-D6FC-4f65-9D91-7224C49458BB}">
                  <c15:layout>
                    <c:manualLayout>
                      <c:w val="1.6029876461621344E-2"/>
                      <c:h val="4.277384298467523E-2"/>
                    </c:manualLayout>
                  </c15:layout>
                </c:ext>
                <c:ext xmlns:c16="http://schemas.microsoft.com/office/drawing/2014/chart" uri="{C3380CC4-5D6E-409C-BE32-E72D297353CC}">
                  <c16:uniqueId val="{00000004-D5A5-49AD-AF8F-7CFBEB565A88}"/>
                </c:ext>
              </c:extLst>
            </c:dLbl>
            <c:dLbl>
              <c:idx val="5"/>
              <c:delete val="1"/>
              <c:extLst>
                <c:ext xmlns:c15="http://schemas.microsoft.com/office/drawing/2012/chart" uri="{CE6537A1-D6FC-4f65-9D91-7224C49458BB}"/>
                <c:ext xmlns:c16="http://schemas.microsoft.com/office/drawing/2014/chart" uri="{C3380CC4-5D6E-409C-BE32-E72D297353CC}">
                  <c16:uniqueId val="{00000005-D5A5-49AD-AF8F-7CFBEB565A88}"/>
                </c:ext>
              </c:extLst>
            </c:dLbl>
            <c:dLbl>
              <c:idx val="6"/>
              <c:delete val="1"/>
              <c:extLst>
                <c:ext xmlns:c15="http://schemas.microsoft.com/office/drawing/2012/chart" uri="{CE6537A1-D6FC-4f65-9D91-7224C49458BB}"/>
                <c:ext xmlns:c16="http://schemas.microsoft.com/office/drawing/2014/chart" uri="{C3380CC4-5D6E-409C-BE32-E72D297353CC}">
                  <c16:uniqueId val="{00000006-D5A5-49AD-AF8F-7CFBEB565A88}"/>
                </c:ext>
              </c:extLst>
            </c:dLbl>
            <c:dLbl>
              <c:idx val="7"/>
              <c:delete val="1"/>
              <c:extLst>
                <c:ext xmlns:c15="http://schemas.microsoft.com/office/drawing/2012/chart" uri="{CE6537A1-D6FC-4f65-9D91-7224C49458BB}"/>
                <c:ext xmlns:c16="http://schemas.microsoft.com/office/drawing/2014/chart" uri="{C3380CC4-5D6E-409C-BE32-E72D297353CC}">
                  <c16:uniqueId val="{00000007-D5A5-49AD-AF8F-7CFBEB565A88}"/>
                </c:ext>
              </c:extLst>
            </c:dLbl>
            <c:dLbl>
              <c:idx val="8"/>
              <c:delete val="1"/>
              <c:extLst>
                <c:ext xmlns:c15="http://schemas.microsoft.com/office/drawing/2012/chart" uri="{CE6537A1-D6FC-4f65-9D91-7224C49458BB}"/>
                <c:ext xmlns:c16="http://schemas.microsoft.com/office/drawing/2014/chart" uri="{C3380CC4-5D6E-409C-BE32-E72D297353CC}">
                  <c16:uniqueId val="{00000008-D5A5-49AD-AF8F-7CFBEB565A88}"/>
                </c:ext>
              </c:extLst>
            </c:dLbl>
            <c:dLbl>
              <c:idx val="9"/>
              <c:delete val="1"/>
              <c:extLst>
                <c:ext xmlns:c15="http://schemas.microsoft.com/office/drawing/2012/chart" uri="{CE6537A1-D6FC-4f65-9D91-7224C49458BB}"/>
                <c:ext xmlns:c16="http://schemas.microsoft.com/office/drawing/2014/chart" uri="{C3380CC4-5D6E-409C-BE32-E72D297353CC}">
                  <c16:uniqueId val="{00000009-D5A5-49AD-AF8F-7CFBEB565A88}"/>
                </c:ext>
              </c:extLst>
            </c:dLbl>
            <c:dLbl>
              <c:idx val="10"/>
              <c:delete val="1"/>
              <c:extLst>
                <c:ext xmlns:c15="http://schemas.microsoft.com/office/drawing/2012/chart" uri="{CE6537A1-D6FC-4f65-9D91-7224C49458BB}"/>
                <c:ext xmlns:c16="http://schemas.microsoft.com/office/drawing/2014/chart" uri="{C3380CC4-5D6E-409C-BE32-E72D297353CC}">
                  <c16:uniqueId val="{0000000A-D5A5-49AD-AF8F-7CFBEB565A88}"/>
                </c:ext>
              </c:extLst>
            </c:dLbl>
            <c:dLbl>
              <c:idx val="11"/>
              <c:delete val="1"/>
              <c:extLst>
                <c:ext xmlns:c15="http://schemas.microsoft.com/office/drawing/2012/chart" uri="{CE6537A1-D6FC-4f65-9D91-7224C49458BB}"/>
                <c:ext xmlns:c16="http://schemas.microsoft.com/office/drawing/2014/chart" uri="{C3380CC4-5D6E-409C-BE32-E72D297353CC}">
                  <c16:uniqueId val="{0000000B-D5A5-49AD-AF8F-7CFBEB565A88}"/>
                </c:ext>
              </c:extLst>
            </c:dLbl>
            <c:spPr>
              <a:solidFill>
                <a:srgbClr val="C4D600"/>
              </a:solid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06:00</c:v>
                </c:pt>
                <c:pt idx="1">
                  <c:v>07:00</c:v>
                </c:pt>
                <c:pt idx="2">
                  <c:v>08:00</c:v>
                </c:pt>
                <c:pt idx="3">
                  <c:v>09:00</c:v>
                </c:pt>
                <c:pt idx="4">
                  <c:v>10:00</c:v>
                </c:pt>
                <c:pt idx="5">
                  <c:v>11:00</c:v>
                </c:pt>
                <c:pt idx="6">
                  <c:v>12:00</c:v>
                </c:pt>
                <c:pt idx="7">
                  <c:v>13:00</c:v>
                </c:pt>
                <c:pt idx="8">
                  <c:v>14:00</c:v>
                </c:pt>
                <c:pt idx="9">
                  <c:v>15:00</c:v>
                </c:pt>
                <c:pt idx="10">
                  <c:v>16:00</c:v>
                </c:pt>
                <c:pt idx="11">
                  <c:v>17:00</c:v>
                </c:pt>
              </c:strCache>
            </c:strRef>
          </c:cat>
          <c:val>
            <c:numRef>
              <c:f>Sheet1!$D$2:$D$13</c:f>
              <c:numCache>
                <c:formatCode>0</c:formatCode>
                <c:ptCount val="12"/>
                <c:pt idx="0">
                  <c:v>0</c:v>
                </c:pt>
                <c:pt idx="1">
                  <c:v>0</c:v>
                </c:pt>
                <c:pt idx="2">
                  <c:v>99</c:v>
                </c:pt>
                <c:pt idx="3">
                  <c:v>0</c:v>
                </c:pt>
                <c:pt idx="4">
                  <c:v>0</c:v>
                </c:pt>
                <c:pt idx="5">
                  <c:v>0</c:v>
                </c:pt>
                <c:pt idx="6">
                  <c:v>0</c:v>
                </c:pt>
                <c:pt idx="7">
                  <c:v>0</c:v>
                </c:pt>
                <c:pt idx="8">
                  <c:v>0</c:v>
                </c:pt>
                <c:pt idx="9">
                  <c:v>0</c:v>
                </c:pt>
                <c:pt idx="10">
                  <c:v>0</c:v>
                </c:pt>
                <c:pt idx="11">
                  <c:v>0</c:v>
                </c:pt>
              </c:numCache>
            </c:numRef>
          </c:val>
          <c:extLst>
            <c:ext xmlns:c16="http://schemas.microsoft.com/office/drawing/2014/chart" uri="{C3380CC4-5D6E-409C-BE32-E72D297353CC}">
              <c16:uniqueId val="{00000002-45ED-4D97-A3D4-97A67BC12153}"/>
            </c:ext>
          </c:extLst>
        </c:ser>
        <c:dLbls>
          <c:showLegendKey val="0"/>
          <c:showVal val="0"/>
          <c:showCatName val="0"/>
          <c:showSerName val="0"/>
          <c:showPercent val="0"/>
          <c:showBubbleSize val="0"/>
        </c:dLbls>
        <c:axId val="870970687"/>
        <c:axId val="870971935"/>
      </c:areaChart>
      <c:catAx>
        <c:axId val="870970687"/>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1" i="0" u="none" strike="noStrike" kern="1200" baseline="0">
                <a:solidFill>
                  <a:schemeClr val="tx1"/>
                </a:solidFill>
                <a:latin typeface="+mn-lt"/>
                <a:ea typeface="+mn-ea"/>
                <a:cs typeface="+mn-cs"/>
              </a:defRPr>
            </a:pPr>
            <a:endParaRPr lang="en-US"/>
          </a:p>
        </c:txPr>
        <c:crossAx val="870971935"/>
        <c:crosses val="autoZero"/>
        <c:auto val="1"/>
        <c:lblAlgn val="ctr"/>
        <c:lblOffset val="100"/>
        <c:noMultiLvlLbl val="0"/>
      </c:catAx>
      <c:valAx>
        <c:axId val="870971935"/>
        <c:scaling>
          <c:orientation val="minMax"/>
        </c:scaling>
        <c:delete val="1"/>
        <c:axPos val="l"/>
        <c:numFmt formatCode="0" sourceLinked="1"/>
        <c:majorTickMark val="none"/>
        <c:minorTickMark val="none"/>
        <c:tickLblPos val="nextTo"/>
        <c:crossAx val="870970687"/>
        <c:crosses val="autoZero"/>
        <c:crossBetween val="midCat"/>
      </c:valAx>
      <c:spPr>
        <a:noFill/>
        <a:ln>
          <a:noFill/>
        </a:ln>
        <a:effectLst/>
      </c:spPr>
    </c:plotArea>
    <c:legend>
      <c:legendPos val="b"/>
      <c:legendEntry>
        <c:idx val="0"/>
        <c:txPr>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legendEntry>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legend>
    <c:plotVisOnly val="1"/>
    <c:dispBlanksAs val="zero"/>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bg1"/>
          </a:solidFill>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8.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9.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0.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1.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2.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3.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4.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5.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6.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7.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8.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9.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0.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1.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2.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3.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4.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5.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6.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7.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8.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9.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0.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4" y="1"/>
            <a:ext cx="3170138" cy="479539"/>
          </a:xfrm>
          <a:prstGeom prst="rect">
            <a:avLst/>
          </a:prstGeom>
        </p:spPr>
        <p:txBody>
          <a:bodyPr vert="horz" lIns="90913" tIns="45457" rIns="90913" bIns="45457" rtlCol="0"/>
          <a:lstStyle>
            <a:lvl1pPr algn="l">
              <a:defRPr sz="1100"/>
            </a:lvl1pPr>
          </a:lstStyle>
          <a:p>
            <a:endParaRPr lang="en-US">
              <a:latin typeface="Arial" panose="020B0604020202020204" pitchFamily="34" charset="0"/>
            </a:endParaRPr>
          </a:p>
        </p:txBody>
      </p:sp>
      <p:sp>
        <p:nvSpPr>
          <p:cNvPr id="3" name="Date Placeholder 2"/>
          <p:cNvSpPr>
            <a:spLocks noGrp="1"/>
          </p:cNvSpPr>
          <p:nvPr>
            <p:ph type="dt" sz="quarter" idx="1"/>
          </p:nvPr>
        </p:nvSpPr>
        <p:spPr>
          <a:xfrm>
            <a:off x="4143427" y="1"/>
            <a:ext cx="3170138" cy="479539"/>
          </a:xfrm>
          <a:prstGeom prst="rect">
            <a:avLst/>
          </a:prstGeom>
        </p:spPr>
        <p:txBody>
          <a:bodyPr vert="horz" lIns="90913" tIns="45457" rIns="90913" bIns="45457" rtlCol="0"/>
          <a:lstStyle>
            <a:lvl1pPr algn="r">
              <a:defRPr sz="1100"/>
            </a:lvl1pPr>
          </a:lstStyle>
          <a:p>
            <a:fld id="{B4AD245C-091B-44E2-BFB0-BD94217887F7}" type="datetimeFigureOut">
              <a:rPr lang="en-US" smtClean="0">
                <a:latin typeface="Arial" panose="020B0604020202020204" pitchFamily="34" charset="0"/>
              </a:rPr>
              <a:t>9/18/2023</a:t>
            </a:fld>
            <a:endParaRPr lang="en-US">
              <a:latin typeface="Arial" panose="020B0604020202020204" pitchFamily="34" charset="0"/>
            </a:endParaRPr>
          </a:p>
        </p:txBody>
      </p:sp>
      <p:sp>
        <p:nvSpPr>
          <p:cNvPr id="4" name="Footer Placeholder 3"/>
          <p:cNvSpPr>
            <a:spLocks noGrp="1"/>
          </p:cNvSpPr>
          <p:nvPr>
            <p:ph type="ftr" sz="quarter" idx="2"/>
          </p:nvPr>
        </p:nvSpPr>
        <p:spPr>
          <a:xfrm>
            <a:off x="4" y="9120173"/>
            <a:ext cx="3170138" cy="479539"/>
          </a:xfrm>
          <a:prstGeom prst="rect">
            <a:avLst/>
          </a:prstGeom>
        </p:spPr>
        <p:txBody>
          <a:bodyPr vert="horz" lIns="90913" tIns="45457" rIns="90913" bIns="45457" rtlCol="0" anchor="b"/>
          <a:lstStyle>
            <a:lvl1pPr algn="l">
              <a:defRPr sz="1100"/>
            </a:lvl1pPr>
          </a:lstStyle>
          <a:p>
            <a:endParaRPr lang="en-US">
              <a:latin typeface="Arial" panose="020B0604020202020204" pitchFamily="34" charset="0"/>
            </a:endParaRPr>
          </a:p>
        </p:txBody>
      </p:sp>
      <p:sp>
        <p:nvSpPr>
          <p:cNvPr id="5" name="Slide Number Placeholder 4"/>
          <p:cNvSpPr>
            <a:spLocks noGrp="1"/>
          </p:cNvSpPr>
          <p:nvPr>
            <p:ph type="sldNum" sz="quarter" idx="3"/>
          </p:nvPr>
        </p:nvSpPr>
        <p:spPr>
          <a:xfrm>
            <a:off x="4143427" y="9120173"/>
            <a:ext cx="3170138" cy="479539"/>
          </a:xfrm>
          <a:prstGeom prst="rect">
            <a:avLst/>
          </a:prstGeom>
        </p:spPr>
        <p:txBody>
          <a:bodyPr vert="horz" lIns="90913" tIns="45457" rIns="90913" bIns="45457" rtlCol="0" anchor="b"/>
          <a:lstStyle>
            <a:lvl1pPr algn="r">
              <a:defRPr sz="1100"/>
            </a:lvl1pPr>
          </a:lstStyle>
          <a:p>
            <a:fld id="{9A913F39-CFF6-40F1-84D1-700840B41EAB}" type="slidenum">
              <a:rPr lang="en-US" smtClean="0">
                <a:latin typeface="Arial" panose="020B0604020202020204" pitchFamily="34" charset="0"/>
              </a:rPr>
              <a:t>‹#›</a:t>
            </a:fld>
            <a:endParaRPr lang="en-US">
              <a:latin typeface="Arial" panose="020B0604020202020204" pitchFamily="34" charset="0"/>
            </a:endParaRPr>
          </a:p>
        </p:txBody>
      </p:sp>
    </p:spTree>
    <p:extLst>
      <p:ext uri="{BB962C8B-B14F-4D97-AF65-F5344CB8AC3E}">
        <p14:creationId xmlns:p14="http://schemas.microsoft.com/office/powerpoint/2010/main" val="195481318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169920" cy="480060"/>
          </a:xfrm>
          <a:prstGeom prst="rect">
            <a:avLst/>
          </a:prstGeom>
        </p:spPr>
        <p:txBody>
          <a:bodyPr vert="horz" lIns="98478" tIns="49238" rIns="98478" bIns="49238" rtlCol="0"/>
          <a:lstStyle>
            <a:lvl1pPr algn="l">
              <a:defRPr sz="1200">
                <a:latin typeface="Arial" panose="020B0604020202020204" pitchFamily="34" charset="0"/>
              </a:defRPr>
            </a:lvl1pPr>
          </a:lstStyle>
          <a:p>
            <a:endParaRPr lang="en-US"/>
          </a:p>
        </p:txBody>
      </p:sp>
      <p:sp>
        <p:nvSpPr>
          <p:cNvPr id="3" name="Date Placeholder 2"/>
          <p:cNvSpPr>
            <a:spLocks noGrp="1"/>
          </p:cNvSpPr>
          <p:nvPr>
            <p:ph type="dt" idx="1"/>
          </p:nvPr>
        </p:nvSpPr>
        <p:spPr>
          <a:xfrm>
            <a:off x="4143589" y="1"/>
            <a:ext cx="3169920" cy="480060"/>
          </a:xfrm>
          <a:prstGeom prst="rect">
            <a:avLst/>
          </a:prstGeom>
        </p:spPr>
        <p:txBody>
          <a:bodyPr vert="horz" lIns="98478" tIns="49238" rIns="98478" bIns="49238" rtlCol="0"/>
          <a:lstStyle>
            <a:lvl1pPr algn="r">
              <a:defRPr sz="1200">
                <a:latin typeface="Arial" panose="020B0604020202020204" pitchFamily="34" charset="0"/>
              </a:defRPr>
            </a:lvl1pPr>
          </a:lstStyle>
          <a:p>
            <a:fld id="{0BA5BBE4-AEA3-489A-A28E-0C2FAF2506E3}" type="datetimeFigureOut">
              <a:rPr lang="en-US" smtClean="0"/>
              <a:pPr/>
              <a:t>9/18/2023</a:t>
            </a:fld>
            <a:endParaRPr lang="en-US"/>
          </a:p>
        </p:txBody>
      </p:sp>
      <p:sp>
        <p:nvSpPr>
          <p:cNvPr id="4" name="Slide Image Placeholder 3"/>
          <p:cNvSpPr>
            <a:spLocks noGrp="1" noRot="1" noChangeAspect="1"/>
          </p:cNvSpPr>
          <p:nvPr>
            <p:ph type="sldImg" idx="2"/>
          </p:nvPr>
        </p:nvSpPr>
        <p:spPr>
          <a:xfrm>
            <a:off x="458788" y="720725"/>
            <a:ext cx="6397625" cy="3598863"/>
          </a:xfrm>
          <a:prstGeom prst="rect">
            <a:avLst/>
          </a:prstGeom>
          <a:noFill/>
          <a:ln w="12700">
            <a:solidFill>
              <a:prstClr val="black"/>
            </a:solidFill>
          </a:ln>
        </p:spPr>
        <p:txBody>
          <a:bodyPr vert="horz" lIns="98478" tIns="49238" rIns="98478" bIns="49238" rtlCol="0" anchor="ctr"/>
          <a:lstStyle/>
          <a:p>
            <a:endParaRPr lang="en-GB"/>
          </a:p>
        </p:txBody>
      </p:sp>
      <p:sp>
        <p:nvSpPr>
          <p:cNvPr id="5" name="Notes Placeholder 4"/>
          <p:cNvSpPr>
            <a:spLocks noGrp="1"/>
          </p:cNvSpPr>
          <p:nvPr>
            <p:ph type="body" sz="quarter" idx="3"/>
          </p:nvPr>
        </p:nvSpPr>
        <p:spPr>
          <a:xfrm>
            <a:off x="731520" y="4560571"/>
            <a:ext cx="5852160" cy="4320540"/>
          </a:xfrm>
          <a:prstGeom prst="rect">
            <a:avLst/>
          </a:prstGeom>
        </p:spPr>
        <p:txBody>
          <a:bodyPr vert="horz" lIns="98478" tIns="49238" rIns="98478" bIns="49238"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5"/>
            <a:ext cx="3169920" cy="480060"/>
          </a:xfrm>
          <a:prstGeom prst="rect">
            <a:avLst/>
          </a:prstGeom>
        </p:spPr>
        <p:txBody>
          <a:bodyPr vert="horz" lIns="98478" tIns="49238" rIns="98478" bIns="49238" rtlCol="0" anchor="b"/>
          <a:lstStyle>
            <a:lvl1pPr algn="l">
              <a:defRPr sz="1200">
                <a:latin typeface="Arial" panose="020B0604020202020204" pitchFamily="34" charset="0"/>
              </a:defRPr>
            </a:lvl1pPr>
          </a:lstStyle>
          <a:p>
            <a:endParaRPr lang="en-US"/>
          </a:p>
        </p:txBody>
      </p:sp>
      <p:sp>
        <p:nvSpPr>
          <p:cNvPr id="7" name="Slide Number Placeholder 6"/>
          <p:cNvSpPr>
            <a:spLocks noGrp="1"/>
          </p:cNvSpPr>
          <p:nvPr>
            <p:ph type="sldNum" sz="quarter" idx="5"/>
          </p:nvPr>
        </p:nvSpPr>
        <p:spPr>
          <a:xfrm>
            <a:off x="4143589" y="9119475"/>
            <a:ext cx="3169920" cy="480060"/>
          </a:xfrm>
          <a:prstGeom prst="rect">
            <a:avLst/>
          </a:prstGeom>
        </p:spPr>
        <p:txBody>
          <a:bodyPr vert="horz" lIns="98478" tIns="49238" rIns="98478" bIns="49238" rtlCol="0" anchor="b"/>
          <a:lstStyle>
            <a:lvl1pPr algn="r">
              <a:defRPr sz="1200">
                <a:latin typeface="Arial" panose="020B0604020202020204" pitchFamily="34" charset="0"/>
              </a:defRPr>
            </a:lvl1pPr>
          </a:lstStyle>
          <a:p>
            <a:fld id="{C0F4A2C8-6C88-4E71-83EE-698B9D4FE22F}" type="slidenum">
              <a:rPr lang="en-US" smtClean="0"/>
              <a:pPr/>
              <a:t>‹#›</a:t>
            </a:fld>
            <a:endParaRPr lang="en-US"/>
          </a:p>
        </p:txBody>
      </p:sp>
    </p:spTree>
    <p:extLst>
      <p:ext uri="{BB962C8B-B14F-4D97-AF65-F5344CB8AC3E}">
        <p14:creationId xmlns:p14="http://schemas.microsoft.com/office/powerpoint/2010/main" val="1904730299"/>
      </p:ext>
    </p:extLst>
  </p:cSld>
  <p:clrMap bg1="lt1" tx1="dk1" bg2="lt2" tx2="dk2" accent1="accent1" accent2="accent2" accent3="accent3" accent4="accent4" accent5="accent5" accent6="accent6" hlink="hlink" folHlink="folHlink"/>
  <p:hf hdr="0" ftr="0" dt="0"/>
  <p:notesStyle>
    <a:lvl1pPr marL="0" algn="l" defTabSz="914342" rtl="0" eaLnBrk="1" latinLnBrk="0" hangingPunct="1">
      <a:defRPr sz="1200" kern="1200">
        <a:solidFill>
          <a:schemeClr val="tx1"/>
        </a:solidFill>
        <a:latin typeface="Arial" panose="020B0604020202020204" pitchFamily="34" charset="0"/>
        <a:ea typeface="+mn-ea"/>
        <a:cs typeface="+mn-cs"/>
      </a:defRPr>
    </a:lvl1pPr>
    <a:lvl2pPr marL="457171" algn="l" defTabSz="914342" rtl="0" eaLnBrk="1" latinLnBrk="0" hangingPunct="1">
      <a:defRPr sz="1200" kern="1200">
        <a:solidFill>
          <a:schemeClr val="tx1"/>
        </a:solidFill>
        <a:latin typeface="Arial" panose="020B0604020202020204" pitchFamily="34" charset="0"/>
        <a:ea typeface="+mn-ea"/>
        <a:cs typeface="+mn-cs"/>
      </a:defRPr>
    </a:lvl2pPr>
    <a:lvl3pPr marL="914342" algn="l" defTabSz="914342" rtl="0" eaLnBrk="1" latinLnBrk="0" hangingPunct="1">
      <a:defRPr sz="1200" kern="1200">
        <a:solidFill>
          <a:schemeClr val="tx1"/>
        </a:solidFill>
        <a:latin typeface="Arial" panose="020B0604020202020204" pitchFamily="34" charset="0"/>
        <a:ea typeface="+mn-ea"/>
        <a:cs typeface="+mn-cs"/>
      </a:defRPr>
    </a:lvl3pPr>
    <a:lvl4pPr marL="1371512" algn="l" defTabSz="914342" rtl="0" eaLnBrk="1" latinLnBrk="0" hangingPunct="1">
      <a:defRPr sz="1200" kern="1200">
        <a:solidFill>
          <a:schemeClr val="tx1"/>
        </a:solidFill>
        <a:latin typeface="Arial" panose="020B0604020202020204" pitchFamily="34" charset="0"/>
        <a:ea typeface="+mn-ea"/>
        <a:cs typeface="+mn-cs"/>
      </a:defRPr>
    </a:lvl4pPr>
    <a:lvl5pPr marL="1828683" algn="l" defTabSz="914342" rtl="0" eaLnBrk="1" latinLnBrk="0" hangingPunct="1">
      <a:defRPr sz="1200" kern="1200">
        <a:solidFill>
          <a:schemeClr val="tx1"/>
        </a:solidFill>
        <a:latin typeface="Arial" panose="020B0604020202020204" pitchFamily="34" charset="0"/>
        <a:ea typeface="+mn-ea"/>
        <a:cs typeface="+mn-cs"/>
      </a:defRPr>
    </a:lvl5pPr>
    <a:lvl6pPr marL="2285854" algn="l" defTabSz="914342" rtl="0" eaLnBrk="1" latinLnBrk="0" hangingPunct="1">
      <a:defRPr sz="1200" kern="1200">
        <a:solidFill>
          <a:schemeClr val="tx1"/>
        </a:solidFill>
        <a:latin typeface="+mn-lt"/>
        <a:ea typeface="+mn-ea"/>
        <a:cs typeface="+mn-cs"/>
      </a:defRPr>
    </a:lvl6pPr>
    <a:lvl7pPr marL="2743025" algn="l" defTabSz="914342" rtl="0" eaLnBrk="1" latinLnBrk="0" hangingPunct="1">
      <a:defRPr sz="1200" kern="1200">
        <a:solidFill>
          <a:schemeClr val="tx1"/>
        </a:solidFill>
        <a:latin typeface="+mn-lt"/>
        <a:ea typeface="+mn-ea"/>
        <a:cs typeface="+mn-cs"/>
      </a:defRPr>
    </a:lvl7pPr>
    <a:lvl8pPr marL="3200195" algn="l" defTabSz="914342" rtl="0" eaLnBrk="1" latinLnBrk="0" hangingPunct="1">
      <a:defRPr sz="1200" kern="1200">
        <a:solidFill>
          <a:schemeClr val="tx1"/>
        </a:solidFill>
        <a:latin typeface="+mn-lt"/>
        <a:ea typeface="+mn-ea"/>
        <a:cs typeface="+mn-cs"/>
      </a:defRPr>
    </a:lvl8pPr>
    <a:lvl9pPr marL="3657366" algn="l" defTabSz="914342"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2.emf"/></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8" Type="http://schemas.openxmlformats.org/officeDocument/2006/relationships/tags" Target="../tags/tag12.xml"/><Relationship Id="rId3" Type="http://schemas.openxmlformats.org/officeDocument/2006/relationships/tags" Target="../tags/tag7.xml"/><Relationship Id="rId7" Type="http://schemas.openxmlformats.org/officeDocument/2006/relationships/tags" Target="../tags/tag11.xml"/><Relationship Id="rId2" Type="http://schemas.openxmlformats.org/officeDocument/2006/relationships/tags" Target="../tags/tag6.xml"/><Relationship Id="rId1" Type="http://schemas.openxmlformats.org/officeDocument/2006/relationships/tags" Target="../tags/tag5.xml"/><Relationship Id="rId6" Type="http://schemas.openxmlformats.org/officeDocument/2006/relationships/tags" Target="../tags/tag10.xml"/><Relationship Id="rId5" Type="http://schemas.openxmlformats.org/officeDocument/2006/relationships/tags" Target="../tags/tag9.xml"/><Relationship Id="rId10" Type="http://schemas.openxmlformats.org/officeDocument/2006/relationships/slideMaster" Target="../slideMasters/slideMaster1.xml"/><Relationship Id="rId4" Type="http://schemas.openxmlformats.org/officeDocument/2006/relationships/tags" Target="../tags/tag8.xml"/><Relationship Id="rId9" Type="http://schemas.openxmlformats.org/officeDocument/2006/relationships/tags" Target="../tags/tag1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amp; subtitle">
    <p:spTree>
      <p:nvGrpSpPr>
        <p:cNvPr id="1" name=""/>
        <p:cNvGrpSpPr/>
        <p:nvPr/>
      </p:nvGrpSpPr>
      <p:grpSpPr>
        <a:xfrm>
          <a:off x="0" y="0"/>
          <a:ext cx="0" cy="0"/>
          <a:chOff x="0" y="0"/>
          <a:chExt cx="0" cy="0"/>
        </a:xfrm>
      </p:grpSpPr>
      <p:sp>
        <p:nvSpPr>
          <p:cNvPr id="5" name="Title Placeholder 1"/>
          <p:cNvSpPr>
            <a:spLocks noGrp="1"/>
          </p:cNvSpPr>
          <p:nvPr>
            <p:ph type="title"/>
          </p:nvPr>
        </p:nvSpPr>
        <p:spPr>
          <a:xfrm>
            <a:off x="223735" y="266401"/>
            <a:ext cx="11575915" cy="392860"/>
          </a:xfrm>
          <a:prstGeom prst="rect">
            <a:avLst/>
          </a:prstGeom>
        </p:spPr>
        <p:txBody>
          <a:bodyPr vert="horz" lIns="0" tIns="0" rIns="0" bIns="0" rtlCol="0" anchor="t" anchorCtr="0">
            <a:noAutofit/>
          </a:bodyPr>
          <a:lstStyle>
            <a:lvl1pPr>
              <a:defRPr sz="1800"/>
            </a:lvl1pPr>
          </a:lstStyle>
          <a:p>
            <a:r>
              <a:rPr lang="en-GB" noProof="0"/>
              <a:t>Click to edit Master title style</a:t>
            </a:r>
          </a:p>
        </p:txBody>
      </p:sp>
      <p:sp>
        <p:nvSpPr>
          <p:cNvPr id="4" name="Text Placeholder 8"/>
          <p:cNvSpPr>
            <a:spLocks noGrp="1"/>
          </p:cNvSpPr>
          <p:nvPr>
            <p:ph type="body" sz="quarter" idx="13" hasCustomPrompt="1"/>
          </p:nvPr>
        </p:nvSpPr>
        <p:spPr>
          <a:xfrm>
            <a:off x="223735" y="746809"/>
            <a:ext cx="11575915" cy="392861"/>
          </a:xfrm>
          <a:prstGeom prst="rect">
            <a:avLst/>
          </a:prstGeom>
        </p:spPr>
        <p:txBody>
          <a:bodyPr lIns="0" tIns="0" rIns="0" bIns="0">
            <a:noAutofit/>
          </a:bodyPr>
          <a:lstStyle>
            <a:lvl1pPr marL="0" indent="0">
              <a:buNone/>
              <a:defRPr sz="1600" b="0">
                <a:solidFill>
                  <a:schemeClr val="bg2">
                    <a:lumMod val="50000"/>
                  </a:schemeClr>
                </a:solidFill>
              </a:defRPr>
            </a:lvl1pPr>
          </a:lstStyle>
          <a:p>
            <a:pPr lvl="0"/>
            <a:r>
              <a:rPr lang="en-GB" noProof="0"/>
              <a:t>Click to add subtitle</a:t>
            </a:r>
            <a:endParaRPr lang="en-GB"/>
          </a:p>
        </p:txBody>
      </p:sp>
    </p:spTree>
    <p:extLst>
      <p:ext uri="{BB962C8B-B14F-4D97-AF65-F5344CB8AC3E}">
        <p14:creationId xmlns:p14="http://schemas.microsoft.com/office/powerpoint/2010/main" val="1369830894"/>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mp; subtitle">
    <p:spTree>
      <p:nvGrpSpPr>
        <p:cNvPr id="1" name=""/>
        <p:cNvGrpSpPr/>
        <p:nvPr/>
      </p:nvGrpSpPr>
      <p:grpSpPr>
        <a:xfrm>
          <a:off x="0" y="0"/>
          <a:ext cx="0" cy="0"/>
          <a:chOff x="0" y="0"/>
          <a:chExt cx="0" cy="0"/>
        </a:xfrm>
      </p:grpSpPr>
      <p:sp>
        <p:nvSpPr>
          <p:cNvPr id="5" name="Title Placeholder 1"/>
          <p:cNvSpPr>
            <a:spLocks noGrp="1"/>
          </p:cNvSpPr>
          <p:nvPr>
            <p:ph type="title"/>
          </p:nvPr>
        </p:nvSpPr>
        <p:spPr>
          <a:xfrm>
            <a:off x="330740" y="344225"/>
            <a:ext cx="11546732" cy="392860"/>
          </a:xfrm>
          <a:prstGeom prst="rect">
            <a:avLst/>
          </a:prstGeom>
        </p:spPr>
        <p:txBody>
          <a:bodyPr vert="horz" lIns="0" tIns="0" rIns="0" bIns="0" rtlCol="0" anchor="ctr" anchorCtr="0">
            <a:noAutofit/>
          </a:bodyPr>
          <a:lstStyle>
            <a:lvl1pPr>
              <a:defRPr sz="1800"/>
            </a:lvl1pPr>
          </a:lstStyle>
          <a:p>
            <a:r>
              <a:rPr lang="en-GB" noProof="0"/>
              <a:t>Click to edit Master title style</a:t>
            </a:r>
          </a:p>
        </p:txBody>
      </p:sp>
    </p:spTree>
    <p:extLst>
      <p:ext uri="{BB962C8B-B14F-4D97-AF65-F5344CB8AC3E}">
        <p14:creationId xmlns:p14="http://schemas.microsoft.com/office/powerpoint/2010/main" val="3179902242"/>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958" y="1594"/>
          <a:ext cx="1953" cy="1587"/>
        </p:xfrm>
        <a:graphic>
          <a:graphicData uri="http://schemas.openxmlformats.org/presentationml/2006/ole">
            <mc:AlternateContent xmlns:mc="http://schemas.openxmlformats.org/markup-compatibility/2006">
              <mc:Choice xmlns:v="urn:schemas-microsoft-com:vml" Requires="v">
                <p:oleObj name="think-cell Slide" r:id="rId3" imgW="530" imgH="531" progId="TCLayout.ActiveDocument.1">
                  <p:embed/>
                </p:oleObj>
              </mc:Choice>
              <mc:Fallback>
                <p:oleObj name="think-cell Slide" r:id="rId3" imgW="530" imgH="531" progId="TCLayout.ActiveDocument.1">
                  <p:embed/>
                  <p:pic>
                    <p:nvPicPr>
                      <p:cNvPr id="2" name="Object 1" hidden="1"/>
                      <p:cNvPicPr/>
                      <p:nvPr/>
                    </p:nvPicPr>
                    <p:blipFill>
                      <a:blip r:embed="rId4"/>
                      <a:stretch>
                        <a:fillRect/>
                      </a:stretch>
                    </p:blipFill>
                    <p:spPr>
                      <a:xfrm>
                        <a:off x="1958" y="1594"/>
                        <a:ext cx="1953" cy="1587"/>
                      </a:xfrm>
                      <a:prstGeom prst="rect">
                        <a:avLst/>
                      </a:prstGeom>
                    </p:spPr>
                  </p:pic>
                </p:oleObj>
              </mc:Fallback>
            </mc:AlternateContent>
          </a:graphicData>
        </a:graphic>
      </p:graphicFrame>
    </p:spTree>
    <p:extLst>
      <p:ext uri="{BB962C8B-B14F-4D97-AF65-F5344CB8AC3E}">
        <p14:creationId xmlns:p14="http://schemas.microsoft.com/office/powerpoint/2010/main" val="147648105"/>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2" y="1700214"/>
            <a:ext cx="10418233" cy="1592403"/>
          </a:xfrm>
        </p:spPr>
        <p:txBody>
          <a:bodyPr anchor="b"/>
          <a:lstStyle>
            <a:lvl1pPr>
              <a:lnSpc>
                <a:spcPct val="95000"/>
              </a:lnSpc>
              <a:defRPr sz="280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469901" y="3423546"/>
            <a:ext cx="10418235" cy="1566532"/>
          </a:xfrm>
        </p:spPr>
        <p:txBody>
          <a:bodyPr lIns="0" tIns="0" rIns="0" bIns="0">
            <a:noAutofit/>
          </a:bodyPr>
          <a:lstStyle>
            <a:lvl1pPr marL="0" indent="0">
              <a:lnSpc>
                <a:spcPct val="95000"/>
              </a:lnSpc>
              <a:spcAft>
                <a:spcPts val="0"/>
              </a:spcAft>
              <a:buNone/>
              <a:defRPr sz="2400">
                <a:solidFill>
                  <a:schemeClr val="bg1"/>
                </a:solidFill>
              </a:defRPr>
            </a:lvl1pPr>
            <a:lvl2pPr marL="609600" indent="0">
              <a:buNone/>
              <a:defRPr sz="2667">
                <a:solidFill>
                  <a:schemeClr val="tx1">
                    <a:tint val="75000"/>
                  </a:schemeClr>
                </a:solidFill>
              </a:defRPr>
            </a:lvl2pPr>
            <a:lvl3pPr marL="1219199" indent="0">
              <a:buNone/>
              <a:defRPr sz="2400">
                <a:solidFill>
                  <a:schemeClr val="tx1">
                    <a:tint val="75000"/>
                  </a:schemeClr>
                </a:solidFill>
              </a:defRPr>
            </a:lvl3pPr>
            <a:lvl4pPr marL="1828798" indent="0">
              <a:buNone/>
              <a:defRPr sz="2133">
                <a:solidFill>
                  <a:schemeClr val="tx1">
                    <a:tint val="75000"/>
                  </a:schemeClr>
                </a:solidFill>
              </a:defRPr>
            </a:lvl4pPr>
            <a:lvl5pPr marL="2438398" indent="0">
              <a:buNone/>
              <a:defRPr sz="2133">
                <a:solidFill>
                  <a:schemeClr val="tx1">
                    <a:tint val="75000"/>
                  </a:schemeClr>
                </a:solidFill>
              </a:defRPr>
            </a:lvl5pPr>
            <a:lvl6pPr marL="3047997" indent="0">
              <a:buNone/>
              <a:defRPr sz="2133">
                <a:solidFill>
                  <a:schemeClr val="tx1">
                    <a:tint val="75000"/>
                  </a:schemeClr>
                </a:solidFill>
              </a:defRPr>
            </a:lvl6pPr>
            <a:lvl7pPr marL="3657597" indent="0">
              <a:buNone/>
              <a:defRPr sz="2133">
                <a:solidFill>
                  <a:schemeClr val="tx1">
                    <a:tint val="75000"/>
                  </a:schemeClr>
                </a:solidFill>
              </a:defRPr>
            </a:lvl7pPr>
            <a:lvl8pPr marL="4267195" indent="0">
              <a:buNone/>
              <a:defRPr sz="2133">
                <a:solidFill>
                  <a:schemeClr val="tx1">
                    <a:tint val="75000"/>
                  </a:schemeClr>
                </a:solidFill>
              </a:defRPr>
            </a:lvl8pPr>
            <a:lvl9pPr marL="4876794" indent="0">
              <a:buNone/>
              <a:defRPr sz="2133">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3495909434"/>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userDrawn="1">
  <p:cSld name="2_Title Slide - White">
    <p:bg bwMode="gray">
      <p:bgPr>
        <a:solidFill>
          <a:schemeClr val="bg1"/>
        </a:solid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797791" y="905046"/>
            <a:ext cx="6596417" cy="4947313"/>
          </a:xfrm>
          <a:prstGeom prst="rect">
            <a:avLst/>
          </a:prstGeom>
        </p:spPr>
        <p:txBody>
          <a:bodyPr/>
          <a:lstStyle/>
          <a:p>
            <a:r>
              <a:rPr lang="en-US" noProof="0"/>
              <a:t>Click icon to add picture</a:t>
            </a:r>
          </a:p>
        </p:txBody>
      </p:sp>
      <p:sp>
        <p:nvSpPr>
          <p:cNvPr id="3" name="Subtitle 2"/>
          <p:cNvSpPr>
            <a:spLocks noGrp="1"/>
          </p:cNvSpPr>
          <p:nvPr>
            <p:ph type="subTitle" idx="1" hasCustomPrompt="1"/>
          </p:nvPr>
        </p:nvSpPr>
        <p:spPr bwMode="gray">
          <a:xfrm>
            <a:off x="501653" y="5864232"/>
            <a:ext cx="5594348" cy="505645"/>
          </a:xfrm>
          <a:prstGeom prst="rect">
            <a:avLst/>
          </a:prstGeom>
        </p:spPr>
        <p:txBody>
          <a:bodyPr lIns="0" tIns="0" rIns="0" bIns="0" anchor="b" anchorCtr="0">
            <a:noAutofit/>
          </a:bodyPr>
          <a:lstStyle>
            <a:lvl1pPr marL="0" indent="0" algn="l">
              <a:lnSpc>
                <a:spcPct val="100000"/>
              </a:lnSpc>
              <a:spcAft>
                <a:spcPts val="0"/>
              </a:spcAft>
              <a:buNone/>
              <a:defRPr sz="1600" b="1">
                <a:solidFill>
                  <a:schemeClr val="tx1"/>
                </a:solidFill>
              </a:defRPr>
            </a:lvl1pPr>
            <a:lvl2pPr marL="0" indent="0" algn="l">
              <a:buNone/>
              <a:defRPr sz="1400" b="0"/>
            </a:lvl2pPr>
            <a:lvl3pPr marL="844083" indent="0" algn="ctr">
              <a:buNone/>
              <a:defRPr sz="1662"/>
            </a:lvl3pPr>
            <a:lvl4pPr marL="1266124" indent="0" algn="ctr">
              <a:buNone/>
              <a:defRPr sz="1477"/>
            </a:lvl4pPr>
            <a:lvl5pPr marL="1688165" indent="0" algn="ctr">
              <a:buNone/>
              <a:defRPr sz="1477"/>
            </a:lvl5pPr>
            <a:lvl6pPr marL="2110207" indent="0" algn="ctr">
              <a:buNone/>
              <a:defRPr sz="1477"/>
            </a:lvl6pPr>
            <a:lvl7pPr marL="2532248" indent="0" algn="ctr">
              <a:buNone/>
              <a:defRPr sz="1477"/>
            </a:lvl7pPr>
            <a:lvl8pPr marL="2954289" indent="0" algn="ctr">
              <a:buNone/>
              <a:defRPr sz="1477"/>
            </a:lvl8pPr>
            <a:lvl9pPr marL="3376331" indent="0" algn="ctr">
              <a:buNone/>
              <a:defRPr sz="1477"/>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501651" y="6381750"/>
            <a:ext cx="5594349" cy="298450"/>
          </a:xfrm>
          <a:prstGeom prst="rect">
            <a:avLst/>
          </a:prstGeom>
        </p:spPr>
        <p:txBody>
          <a:bodyPr/>
          <a:lstStyle>
            <a:lvl1pPr>
              <a:spcAft>
                <a:spcPts val="0"/>
              </a:spcAft>
              <a:defRPr sz="100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7" name="Group 6"/>
          <p:cNvGrpSpPr/>
          <p:nvPr userDrawn="1"/>
        </p:nvGrpSpPr>
        <p:grpSpPr>
          <a:xfrm>
            <a:off x="503988" y="378000"/>
            <a:ext cx="1820923" cy="349200"/>
            <a:chOff x="398463" y="404813"/>
            <a:chExt cx="1627187" cy="307976"/>
          </a:xfrm>
          <a:solidFill>
            <a:schemeClr val="tx1"/>
          </a:solidFill>
        </p:grpSpPr>
        <p:sp>
          <p:nvSpPr>
            <p:cNvPr id="8"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prstClr val="white"/>
                </a:solidFill>
                <a:cs typeface="Arial" panose="020B0604020202020204" pitchFamily="34" charset="0"/>
              </a:endParaRPr>
            </a:p>
          </p:txBody>
        </p:sp>
        <p:sp>
          <p:nvSpPr>
            <p:cNvPr id="10"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prstClr val="white"/>
                </a:solidFill>
                <a:cs typeface="Arial" panose="020B0604020202020204" pitchFamily="34" charset="0"/>
              </a:endParaRPr>
            </a:p>
          </p:txBody>
        </p:sp>
        <p:sp>
          <p:nvSpPr>
            <p:cNvPr id="11"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prstClr val="white"/>
                </a:solidFill>
                <a:cs typeface="Arial" panose="020B0604020202020204" pitchFamily="34" charset="0"/>
              </a:endParaRPr>
            </a:p>
          </p:txBody>
        </p:sp>
        <p:sp>
          <p:nvSpPr>
            <p:cNvPr id="12"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prstClr val="white"/>
                </a:solidFill>
                <a:cs typeface="Arial" panose="020B0604020202020204" pitchFamily="34" charset="0"/>
              </a:endParaRPr>
            </a:p>
          </p:txBody>
        </p:sp>
        <p:sp>
          <p:nvSpPr>
            <p:cNvPr id="13"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prstClr val="white"/>
                </a:solidFill>
                <a:cs typeface="Arial" panose="020B0604020202020204" pitchFamily="34" charset="0"/>
              </a:endParaRPr>
            </a:p>
          </p:txBody>
        </p:sp>
        <p:sp>
          <p:nvSpPr>
            <p:cNvPr id="14"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prstClr val="white"/>
                </a:solidFill>
                <a:cs typeface="Arial" panose="020B0604020202020204" pitchFamily="34" charset="0"/>
              </a:endParaRPr>
            </a:p>
          </p:txBody>
        </p:sp>
        <p:sp>
          <p:nvSpPr>
            <p:cNvPr id="15"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prstClr val="white"/>
                </a:solidFill>
                <a:cs typeface="Arial" panose="020B0604020202020204" pitchFamily="34" charset="0"/>
              </a:endParaRPr>
            </a:p>
          </p:txBody>
        </p:sp>
        <p:sp>
          <p:nvSpPr>
            <p:cNvPr id="16"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prstClr val="white"/>
                </a:solidFill>
                <a:cs typeface="Arial" panose="020B0604020202020204" pitchFamily="34" charset="0"/>
              </a:endParaRPr>
            </a:p>
          </p:txBody>
        </p:sp>
        <p:sp>
          <p:nvSpPr>
            <p:cNvPr id="17"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prstClr val="white"/>
                </a:solidFill>
                <a:cs typeface="Arial" panose="020B0604020202020204" pitchFamily="34" charset="0"/>
              </a:endParaRPr>
            </a:p>
          </p:txBody>
        </p:sp>
        <p:sp>
          <p:nvSpPr>
            <p:cNvPr id="18"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prstClr val="white"/>
                </a:solidFill>
                <a:cs typeface="Arial" panose="020B0604020202020204" pitchFamily="34" charset="0"/>
              </a:endParaRPr>
            </a:p>
          </p:txBody>
        </p:sp>
      </p:grpSp>
    </p:spTree>
    <p:extLst>
      <p:ext uri="{BB962C8B-B14F-4D97-AF65-F5344CB8AC3E}">
        <p14:creationId xmlns:p14="http://schemas.microsoft.com/office/powerpoint/2010/main" val="3087602662"/>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3" y="1705670"/>
            <a:ext cx="10418233" cy="1592403"/>
          </a:xfrm>
        </p:spPr>
        <p:txBody>
          <a:bodyPr anchor="ctr"/>
          <a:lstStyle>
            <a:lvl1pPr>
              <a:lnSpc>
                <a:spcPct val="95000"/>
              </a:lnSpc>
              <a:defRPr sz="2400" b="1">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469901" y="3429000"/>
            <a:ext cx="10541000" cy="1566532"/>
          </a:xfrm>
        </p:spPr>
        <p:txBody>
          <a:bodyPr lIns="0" tIns="0" rIns="0" bIns="0">
            <a:noAutofit/>
          </a:bodyPr>
          <a:lstStyle>
            <a:lvl1pPr marL="0" indent="0">
              <a:lnSpc>
                <a:spcPct val="95000"/>
              </a:lnSpc>
              <a:spcAft>
                <a:spcPts val="0"/>
              </a:spcAft>
              <a:buNone/>
              <a:defRPr sz="1800">
                <a:solidFill>
                  <a:schemeClr val="tx1"/>
                </a:solidFill>
              </a:defRPr>
            </a:lvl1pPr>
            <a:lvl2pPr marL="609600" indent="0">
              <a:buNone/>
              <a:defRPr sz="2667">
                <a:solidFill>
                  <a:schemeClr val="tx1">
                    <a:tint val="75000"/>
                  </a:schemeClr>
                </a:solidFill>
              </a:defRPr>
            </a:lvl2pPr>
            <a:lvl3pPr marL="1219199" indent="0">
              <a:buNone/>
              <a:defRPr sz="2400">
                <a:solidFill>
                  <a:schemeClr val="tx1">
                    <a:tint val="75000"/>
                  </a:schemeClr>
                </a:solidFill>
              </a:defRPr>
            </a:lvl3pPr>
            <a:lvl4pPr marL="1828798" indent="0">
              <a:buNone/>
              <a:defRPr sz="2133">
                <a:solidFill>
                  <a:schemeClr val="tx1">
                    <a:tint val="75000"/>
                  </a:schemeClr>
                </a:solidFill>
              </a:defRPr>
            </a:lvl4pPr>
            <a:lvl5pPr marL="2438398" indent="0">
              <a:buNone/>
              <a:defRPr sz="2133">
                <a:solidFill>
                  <a:schemeClr val="tx1">
                    <a:tint val="75000"/>
                  </a:schemeClr>
                </a:solidFill>
              </a:defRPr>
            </a:lvl5pPr>
            <a:lvl6pPr marL="3047997" indent="0">
              <a:buNone/>
              <a:defRPr sz="2133">
                <a:solidFill>
                  <a:schemeClr val="tx1">
                    <a:tint val="75000"/>
                  </a:schemeClr>
                </a:solidFill>
              </a:defRPr>
            </a:lvl6pPr>
            <a:lvl7pPr marL="3657597" indent="0">
              <a:buNone/>
              <a:defRPr sz="2133">
                <a:solidFill>
                  <a:schemeClr val="tx1">
                    <a:tint val="75000"/>
                  </a:schemeClr>
                </a:solidFill>
              </a:defRPr>
            </a:lvl7pPr>
            <a:lvl8pPr marL="4267195" indent="0">
              <a:buNone/>
              <a:defRPr sz="2133">
                <a:solidFill>
                  <a:schemeClr val="tx1">
                    <a:tint val="75000"/>
                  </a:schemeClr>
                </a:solidFill>
              </a:defRPr>
            </a:lvl8pPr>
            <a:lvl9pPr marL="4876794" indent="0">
              <a:buNone/>
              <a:defRPr sz="2133">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976474509"/>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1" i="0">
                <a:solidFill>
                  <a:schemeClr val="tx1"/>
                </a:solidFill>
                <a:latin typeface="Verdana"/>
                <a:cs typeface="Verdana"/>
              </a:defRPr>
            </a:lvl1pPr>
          </a:lstStyle>
          <a:p>
            <a:endParaRPr lang="en-GB"/>
          </a:p>
        </p:txBody>
      </p:sp>
      <p:sp>
        <p:nvSpPr>
          <p:cNvPr id="3" name="Holder 3"/>
          <p:cNvSpPr>
            <a:spLocks noGrp="1"/>
          </p:cNvSpPr>
          <p:nvPr>
            <p:ph type="body" idx="1"/>
          </p:nvPr>
        </p:nvSpPr>
        <p:spPr/>
        <p:txBody>
          <a:bodyPr lIns="0" tIns="0" rIns="0" bIns="0"/>
          <a:lstStyle>
            <a:lvl1pPr>
              <a:defRPr sz="1400" b="0" i="0">
                <a:solidFill>
                  <a:srgbClr val="2C5234"/>
                </a:solidFill>
                <a:latin typeface="Verdana"/>
                <a:cs typeface="Verdana"/>
              </a:defRPr>
            </a:lvl1pPr>
          </a:lstStyle>
          <a:p>
            <a:endParaRPr lang="en-GB"/>
          </a:p>
        </p:txBody>
      </p:sp>
    </p:spTree>
    <p:extLst>
      <p:ext uri="{BB962C8B-B14F-4D97-AF65-F5344CB8AC3E}">
        <p14:creationId xmlns:p14="http://schemas.microsoft.com/office/powerpoint/2010/main" val="6993049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userDrawn="1">
  <p:cSld name="1_End slide">
    <p:spTree>
      <p:nvGrpSpPr>
        <p:cNvPr id="1" name=""/>
        <p:cNvGrpSpPr/>
        <p:nvPr/>
      </p:nvGrpSpPr>
      <p:grpSpPr>
        <a:xfrm>
          <a:off x="0" y="0"/>
          <a:ext cx="0" cy="0"/>
          <a:chOff x="0" y="0"/>
          <a:chExt cx="0" cy="0"/>
        </a:xfrm>
      </p:grpSpPr>
      <p:sp>
        <p:nvSpPr>
          <p:cNvPr id="6" name="Text Placeholder 5"/>
          <p:cNvSpPr>
            <a:spLocks noGrp="1"/>
          </p:cNvSpPr>
          <p:nvPr>
            <p:ph type="body" sz="quarter" idx="13" hasCustomPrompt="1"/>
          </p:nvPr>
        </p:nvSpPr>
        <p:spPr>
          <a:xfrm>
            <a:off x="501652" y="4406629"/>
            <a:ext cx="11200721" cy="1975121"/>
          </a:xfrm>
        </p:spPr>
        <p:txBody>
          <a:bodyPr anchor="b" anchorCtr="0"/>
          <a:lstStyle>
            <a:lvl1pPr>
              <a:lnSpc>
                <a:spcPct val="100000"/>
              </a:lnSpc>
              <a:spcAft>
                <a:spcPts val="600"/>
              </a:spcAft>
              <a:defRPr sz="907"/>
            </a:lvl1pPr>
          </a:lstStyle>
          <a:p>
            <a:pPr lvl="0"/>
            <a:r>
              <a:rPr lang="en-US" noProof="0"/>
              <a:t>Deloitte refers to one or more of Deloitte </a:t>
            </a:r>
            <a:r>
              <a:rPr lang="en-US" noProof="0" err="1"/>
              <a:t>Touche</a:t>
            </a:r>
            <a:r>
              <a:rPr lang="en-US" noProof="0"/>
              <a:t> Tohmatsu Limited, a UK private company limited by guarantee (“DTTL”), its network of member firms, and their related entities. DTTL and each of its member firms are legally separate and independent entities. DTTL (also referred to as “Deloitte Global”) does not provide services to clients. Please see www.deloitte.com/about for a more detailed description of DTTL and its member firms.</a:t>
            </a:r>
          </a:p>
          <a:p>
            <a:pPr lvl="0"/>
            <a:r>
              <a:rPr lang="en-US" noProof="0"/>
              <a:t>This material has been prepared by Deloitte </a:t>
            </a:r>
            <a:r>
              <a:rPr lang="en-US" noProof="0" err="1"/>
              <a:t>Touche</a:t>
            </a:r>
            <a:r>
              <a:rPr lang="en-US" noProof="0"/>
              <a:t> Tohmatsu India LLP (“DTTILLP”), a member of Deloitte </a:t>
            </a:r>
            <a:r>
              <a:rPr lang="en-US" noProof="0" err="1"/>
              <a:t>Touche</a:t>
            </a:r>
            <a:r>
              <a:rPr lang="en-US" noProof="0"/>
              <a:t> Tohmatsu Limited, on a specific request from you and contains proprietary and confidential information. This material may contain information sourced from publicly available information or other third party sources. DTTILLP does not independently verify any such sources and is not responsible for any loss whatsoever caused due to reliance placed on information sourced from such sources. The information contained in this material is intended solely for you. Any disclosure, copying or further distribution of this material or its contents is strictly prohibited.</a:t>
            </a:r>
          </a:p>
          <a:p>
            <a:pPr lvl="0"/>
            <a:r>
              <a:rPr lang="en-US" noProof="0"/>
              <a:t>Nothing in this material creates any contractual relationship between DTTILLP and you. Any mutually binding legal obligations or rights may only be created between you and DTTILLP upon execution of a legally binding contract. By using this material and any information contained in it, the user accepts this entire notice and terms of use.</a:t>
            </a:r>
          </a:p>
          <a:p>
            <a:pPr lvl="0"/>
            <a:r>
              <a:rPr lang="en-US" noProof="0"/>
              <a:t>©2023 Deloitte Touche Tohmatsu India LLP. Member of Deloitte </a:t>
            </a:r>
            <a:r>
              <a:rPr lang="en-US" noProof="0" err="1"/>
              <a:t>Touche</a:t>
            </a:r>
            <a:r>
              <a:rPr lang="en-US" noProof="0"/>
              <a:t> Tohmatsu Limited</a:t>
            </a:r>
          </a:p>
          <a:p>
            <a:pPr lvl="0"/>
            <a:r>
              <a:rPr lang="en-US" noProof="0"/>
              <a:t>Deloitte </a:t>
            </a:r>
            <a:r>
              <a:rPr lang="en-US" noProof="0" err="1"/>
              <a:t>Touche</a:t>
            </a:r>
            <a:r>
              <a:rPr lang="en-US" noProof="0"/>
              <a:t> Tohmatsu India Private Limited (U74140MH199 5PTC093339), a private company limited by shares, was converted into Deloitte </a:t>
            </a:r>
            <a:r>
              <a:rPr lang="en-US" noProof="0" err="1"/>
              <a:t>Touche</a:t>
            </a:r>
            <a:r>
              <a:rPr lang="en-US" noProof="0"/>
              <a:t> Tohmatsu India LLP, a limited liability partnership (LLP Identification No. AAE-8458),with effect from October 1, 2015.</a:t>
            </a:r>
          </a:p>
        </p:txBody>
      </p:sp>
      <p:grpSp>
        <p:nvGrpSpPr>
          <p:cNvPr id="14" name="Group 13"/>
          <p:cNvGrpSpPr>
            <a:grpSpLocks noChangeAspect="1"/>
          </p:cNvGrpSpPr>
          <p:nvPr userDrawn="1"/>
        </p:nvGrpSpPr>
        <p:grpSpPr>
          <a:xfrm>
            <a:off x="475325" y="457200"/>
            <a:ext cx="1998000" cy="374400"/>
            <a:chOff x="398463" y="404813"/>
            <a:chExt cx="1627187" cy="307976"/>
          </a:xfrm>
          <a:solidFill>
            <a:schemeClr val="tx1"/>
          </a:solidFill>
        </p:grpSpPr>
        <p:sp>
          <p:nvSpPr>
            <p:cNvPr id="15"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6"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7"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8"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9"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1"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2"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3"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4"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5"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Tree>
    <p:extLst>
      <p:ext uri="{BB962C8B-B14F-4D97-AF65-F5344CB8AC3E}">
        <p14:creationId xmlns:p14="http://schemas.microsoft.com/office/powerpoint/2010/main" val="24841143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FA617071-6782-40A4-8EE9-750D2DFA04DE}" type="datetimeFigureOut">
              <a:rPr lang="en-IN" smtClean="0"/>
              <a:t>18-09-2023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F884811-8B0C-4694-81BC-C68F47EE42BA}" type="slidenum">
              <a:rPr lang="en-IN" smtClean="0"/>
              <a:t>‹#›</a:t>
            </a:fld>
            <a:endParaRPr lang="en-IN"/>
          </a:p>
        </p:txBody>
      </p:sp>
    </p:spTree>
    <p:extLst>
      <p:ext uri="{BB962C8B-B14F-4D97-AF65-F5344CB8AC3E}">
        <p14:creationId xmlns:p14="http://schemas.microsoft.com/office/powerpoint/2010/main" val="32750593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Title Only">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4064617386"/>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Full Page">
    <p:spTree>
      <p:nvGrpSpPr>
        <p:cNvPr id="1" name=""/>
        <p:cNvGrpSpPr/>
        <p:nvPr/>
      </p:nvGrpSpPr>
      <p:grpSpPr>
        <a:xfrm>
          <a:off x="0" y="0"/>
          <a:ext cx="0" cy="0"/>
          <a:chOff x="0" y="0"/>
          <a:chExt cx="0" cy="0"/>
        </a:xfrm>
      </p:grpSpPr>
      <p:sp>
        <p:nvSpPr>
          <p:cNvPr id="4" name="Freeform 1682"/>
          <p:cNvSpPr>
            <a:spLocks/>
          </p:cNvSpPr>
          <p:nvPr/>
        </p:nvSpPr>
        <p:spPr bwMode="auto">
          <a:xfrm flipH="1">
            <a:off x="8506884" y="615957"/>
            <a:ext cx="1352549" cy="1895475"/>
          </a:xfrm>
          <a:custGeom>
            <a:avLst/>
            <a:gdLst>
              <a:gd name="T0" fmla="*/ 0 w 638"/>
              <a:gd name="T1" fmla="*/ 0 h 1194"/>
              <a:gd name="T2" fmla="*/ 60420 w 638"/>
              <a:gd name="T3" fmla="*/ 174625 h 1194"/>
              <a:gd name="T4" fmla="*/ 124019 w 638"/>
              <a:gd name="T5" fmla="*/ 342900 h 1194"/>
              <a:gd name="T6" fmla="*/ 168539 w 638"/>
              <a:gd name="T7" fmla="*/ 482600 h 1194"/>
              <a:gd name="T8" fmla="*/ 216238 w 638"/>
              <a:gd name="T9" fmla="*/ 631825 h 1194"/>
              <a:gd name="T10" fmla="*/ 260758 w 638"/>
              <a:gd name="T11" fmla="*/ 803275 h 1194"/>
              <a:gd name="T12" fmla="*/ 327537 w 638"/>
              <a:gd name="T13" fmla="*/ 1066800 h 1194"/>
              <a:gd name="T14" fmla="*/ 375237 w 638"/>
              <a:gd name="T15" fmla="*/ 1250950 h 1194"/>
              <a:gd name="T16" fmla="*/ 432477 w 638"/>
              <a:gd name="T17" fmla="*/ 1571625 h 1194"/>
              <a:gd name="T18" fmla="*/ 454736 w 638"/>
              <a:gd name="T19" fmla="*/ 1724025 h 1194"/>
              <a:gd name="T20" fmla="*/ 480176 w 638"/>
              <a:gd name="T21" fmla="*/ 1895475 h 1194"/>
              <a:gd name="T22" fmla="*/ 1014412 w 638"/>
              <a:gd name="T23" fmla="*/ 1895475 h 1194"/>
              <a:gd name="T24" fmla="*/ 992152 w 638"/>
              <a:gd name="T25" fmla="*/ 1812925 h 1194"/>
              <a:gd name="T26" fmla="*/ 950813 w 638"/>
              <a:gd name="T27" fmla="*/ 1682750 h 1194"/>
              <a:gd name="T28" fmla="*/ 909473 w 638"/>
              <a:gd name="T29" fmla="*/ 1555750 h 1194"/>
              <a:gd name="T30" fmla="*/ 871313 w 638"/>
              <a:gd name="T31" fmla="*/ 1447800 h 1194"/>
              <a:gd name="T32" fmla="*/ 785454 w 638"/>
              <a:gd name="T33" fmla="*/ 1244600 h 1194"/>
              <a:gd name="T34" fmla="*/ 725034 w 638"/>
              <a:gd name="T35" fmla="*/ 1108075 h 1194"/>
              <a:gd name="T36" fmla="*/ 674155 w 638"/>
              <a:gd name="T37" fmla="*/ 993775 h 1194"/>
              <a:gd name="T38" fmla="*/ 601015 w 638"/>
              <a:gd name="T39" fmla="*/ 844550 h 1194"/>
              <a:gd name="T40" fmla="*/ 540596 w 638"/>
              <a:gd name="T41" fmla="*/ 746125 h 1194"/>
              <a:gd name="T42" fmla="*/ 486536 w 638"/>
              <a:gd name="T43" fmla="*/ 657225 h 1194"/>
              <a:gd name="T44" fmla="*/ 426117 w 638"/>
              <a:gd name="T45" fmla="*/ 542925 h 1194"/>
              <a:gd name="T46" fmla="*/ 362517 w 638"/>
              <a:gd name="T47" fmla="*/ 454025 h 1194"/>
              <a:gd name="T48" fmla="*/ 276658 w 638"/>
              <a:gd name="T49" fmla="*/ 333375 h 1194"/>
              <a:gd name="T50" fmla="*/ 193978 w 638"/>
              <a:gd name="T51" fmla="*/ 222250 h 1194"/>
              <a:gd name="T52" fmla="*/ 92219 w 638"/>
              <a:gd name="T53" fmla="*/ 82550 h 1194"/>
              <a:gd name="T54" fmla="*/ 47700 w 638"/>
              <a:gd name="T55" fmla="*/ 31750 h 1194"/>
              <a:gd name="T56" fmla="*/ 0 w 638"/>
              <a:gd name="T57" fmla="*/ 0 h 1194"/>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638" h="1194">
                <a:moveTo>
                  <a:pt x="0" y="0"/>
                </a:moveTo>
                <a:lnTo>
                  <a:pt x="38" y="110"/>
                </a:lnTo>
                <a:lnTo>
                  <a:pt x="78" y="216"/>
                </a:lnTo>
                <a:lnTo>
                  <a:pt x="106" y="304"/>
                </a:lnTo>
                <a:lnTo>
                  <a:pt x="136" y="398"/>
                </a:lnTo>
                <a:lnTo>
                  <a:pt x="164" y="506"/>
                </a:lnTo>
                <a:lnTo>
                  <a:pt x="206" y="672"/>
                </a:lnTo>
                <a:lnTo>
                  <a:pt x="236" y="788"/>
                </a:lnTo>
                <a:lnTo>
                  <a:pt x="272" y="990"/>
                </a:lnTo>
                <a:lnTo>
                  <a:pt x="286" y="1086"/>
                </a:lnTo>
                <a:lnTo>
                  <a:pt x="302" y="1194"/>
                </a:lnTo>
                <a:lnTo>
                  <a:pt x="638" y="1194"/>
                </a:lnTo>
                <a:lnTo>
                  <a:pt x="624" y="1142"/>
                </a:lnTo>
                <a:lnTo>
                  <a:pt x="598" y="1060"/>
                </a:lnTo>
                <a:lnTo>
                  <a:pt x="572" y="980"/>
                </a:lnTo>
                <a:lnTo>
                  <a:pt x="548" y="912"/>
                </a:lnTo>
                <a:lnTo>
                  <a:pt x="494" y="784"/>
                </a:lnTo>
                <a:lnTo>
                  <a:pt x="456" y="698"/>
                </a:lnTo>
                <a:lnTo>
                  <a:pt x="424" y="626"/>
                </a:lnTo>
                <a:lnTo>
                  <a:pt x="378" y="532"/>
                </a:lnTo>
                <a:lnTo>
                  <a:pt x="340" y="470"/>
                </a:lnTo>
                <a:lnTo>
                  <a:pt x="306" y="414"/>
                </a:lnTo>
                <a:lnTo>
                  <a:pt x="268" y="342"/>
                </a:lnTo>
                <a:lnTo>
                  <a:pt x="228" y="286"/>
                </a:lnTo>
                <a:lnTo>
                  <a:pt x="174" y="210"/>
                </a:lnTo>
                <a:lnTo>
                  <a:pt x="122" y="140"/>
                </a:lnTo>
                <a:lnTo>
                  <a:pt x="58" y="52"/>
                </a:lnTo>
                <a:lnTo>
                  <a:pt x="30" y="20"/>
                </a:lnTo>
                <a:lnTo>
                  <a:pt x="0"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en-US" sz="1600"/>
          </a:p>
        </p:txBody>
      </p:sp>
      <p:sp>
        <p:nvSpPr>
          <p:cNvPr id="5" name="Freeform 1683"/>
          <p:cNvSpPr>
            <a:spLocks/>
          </p:cNvSpPr>
          <p:nvPr/>
        </p:nvSpPr>
        <p:spPr bwMode="auto">
          <a:xfrm flipH="1">
            <a:off x="9880600" y="3175"/>
            <a:ext cx="950384" cy="584200"/>
          </a:xfrm>
          <a:custGeom>
            <a:avLst/>
            <a:gdLst>
              <a:gd name="T0" fmla="*/ 712788 w 448"/>
              <a:gd name="T1" fmla="*/ 584200 h 372"/>
              <a:gd name="T2" fmla="*/ 617325 w 448"/>
              <a:gd name="T3" fmla="*/ 474270 h 372"/>
              <a:gd name="T4" fmla="*/ 445493 w 448"/>
              <a:gd name="T5" fmla="*/ 326649 h 372"/>
              <a:gd name="T6" fmla="*/ 334119 w 448"/>
              <a:gd name="T7" fmla="*/ 223001 h 372"/>
              <a:gd name="T8" fmla="*/ 222746 w 448"/>
              <a:gd name="T9" fmla="*/ 147620 h 372"/>
              <a:gd name="T10" fmla="*/ 101827 w 448"/>
              <a:gd name="T11" fmla="*/ 69099 h 372"/>
              <a:gd name="T12" fmla="*/ 0 w 448"/>
              <a:gd name="T13" fmla="*/ 0 h 372"/>
              <a:gd name="T14" fmla="*/ 445493 w 448"/>
              <a:gd name="T15" fmla="*/ 0 h 372"/>
              <a:gd name="T16" fmla="*/ 477313 w 448"/>
              <a:gd name="T17" fmla="*/ 56535 h 372"/>
              <a:gd name="T18" fmla="*/ 515498 w 448"/>
              <a:gd name="T19" fmla="*/ 128775 h 372"/>
              <a:gd name="T20" fmla="*/ 550501 w 448"/>
              <a:gd name="T21" fmla="*/ 210438 h 372"/>
              <a:gd name="T22" fmla="*/ 601415 w 448"/>
              <a:gd name="T23" fmla="*/ 323509 h 372"/>
              <a:gd name="T24" fmla="*/ 649146 w 448"/>
              <a:gd name="T25" fmla="*/ 414594 h 372"/>
              <a:gd name="T26" fmla="*/ 690513 w 448"/>
              <a:gd name="T27" fmla="*/ 524524 h 372"/>
              <a:gd name="T28" fmla="*/ 712788 w 448"/>
              <a:gd name="T29" fmla="*/ 584200 h 37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448" h="372">
                <a:moveTo>
                  <a:pt x="448" y="372"/>
                </a:moveTo>
                <a:lnTo>
                  <a:pt x="388" y="302"/>
                </a:lnTo>
                <a:lnTo>
                  <a:pt x="280" y="208"/>
                </a:lnTo>
                <a:lnTo>
                  <a:pt x="210" y="142"/>
                </a:lnTo>
                <a:lnTo>
                  <a:pt x="140" y="94"/>
                </a:lnTo>
                <a:lnTo>
                  <a:pt x="64" y="44"/>
                </a:lnTo>
                <a:lnTo>
                  <a:pt x="0" y="0"/>
                </a:lnTo>
                <a:lnTo>
                  <a:pt x="280" y="0"/>
                </a:lnTo>
                <a:lnTo>
                  <a:pt x="300" y="36"/>
                </a:lnTo>
                <a:lnTo>
                  <a:pt x="324" y="82"/>
                </a:lnTo>
                <a:lnTo>
                  <a:pt x="346" y="134"/>
                </a:lnTo>
                <a:lnTo>
                  <a:pt x="378" y="206"/>
                </a:lnTo>
                <a:lnTo>
                  <a:pt x="408" y="264"/>
                </a:lnTo>
                <a:lnTo>
                  <a:pt x="434" y="334"/>
                </a:lnTo>
                <a:lnTo>
                  <a:pt x="448" y="372"/>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en-US" sz="1600"/>
          </a:p>
        </p:txBody>
      </p:sp>
      <p:sp>
        <p:nvSpPr>
          <p:cNvPr id="6" name="Line 1086"/>
          <p:cNvSpPr>
            <a:spLocks noChangeShapeType="1"/>
          </p:cNvSpPr>
          <p:nvPr/>
        </p:nvSpPr>
        <p:spPr bwMode="auto">
          <a:xfrm>
            <a:off x="645587" y="617545"/>
            <a:ext cx="2116" cy="1587"/>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7" name="Line 1087"/>
          <p:cNvSpPr>
            <a:spLocks noChangeShapeType="1"/>
          </p:cNvSpPr>
          <p:nvPr/>
        </p:nvSpPr>
        <p:spPr bwMode="auto">
          <a:xfrm>
            <a:off x="645587" y="617545"/>
            <a:ext cx="2116" cy="1587"/>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8" name="Rectangle 1088"/>
          <p:cNvSpPr>
            <a:spLocks noChangeArrowheads="1"/>
          </p:cNvSpPr>
          <p:nvPr/>
        </p:nvSpPr>
        <p:spPr bwMode="auto">
          <a:xfrm>
            <a:off x="645587" y="617545"/>
            <a:ext cx="2116" cy="158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spcBef>
                <a:spcPct val="50000"/>
              </a:spcBef>
              <a:buFontTx/>
              <a:buChar char="•"/>
            </a:pPr>
            <a:endParaRPr lang="en-US" sz="1300" b="0"/>
          </a:p>
        </p:txBody>
      </p:sp>
      <p:sp>
        <p:nvSpPr>
          <p:cNvPr id="9" name="Rectangle 1089"/>
          <p:cNvSpPr>
            <a:spLocks noChangeArrowheads="1"/>
          </p:cNvSpPr>
          <p:nvPr/>
        </p:nvSpPr>
        <p:spPr bwMode="auto">
          <a:xfrm>
            <a:off x="645587" y="617545"/>
            <a:ext cx="2116"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50000"/>
              </a:spcBef>
              <a:buFontTx/>
              <a:buChar char="•"/>
            </a:pPr>
            <a:endParaRPr lang="en-US" sz="1300" b="0"/>
          </a:p>
        </p:txBody>
      </p:sp>
      <p:sp>
        <p:nvSpPr>
          <p:cNvPr id="10" name="Freeform 1098"/>
          <p:cNvSpPr>
            <a:spLocks/>
          </p:cNvSpPr>
          <p:nvPr/>
        </p:nvSpPr>
        <p:spPr bwMode="auto">
          <a:xfrm>
            <a:off x="649822" y="617545"/>
            <a:ext cx="4233" cy="1587"/>
          </a:xfrm>
          <a:custGeom>
            <a:avLst/>
            <a:gdLst>
              <a:gd name="T0" fmla="*/ 0 w 2"/>
              <a:gd name="T1" fmla="*/ 0 h 1587"/>
              <a:gd name="T2" fmla="*/ 3175 w 2"/>
              <a:gd name="T3" fmla="*/ 0 h 1587"/>
              <a:gd name="T4" fmla="*/ 3175 w 2"/>
              <a:gd name="T5" fmla="*/ 0 h 1587"/>
              <a:gd name="T6" fmla="*/ 3175 w 2"/>
              <a:gd name="T7" fmla="*/ 0 h 1587"/>
              <a:gd name="T8" fmla="*/ 0 w 2"/>
              <a:gd name="T9" fmla="*/ 0 h 1587"/>
              <a:gd name="T10" fmla="*/ 0 w 2"/>
              <a:gd name="T11" fmla="*/ 0 h 1587"/>
              <a:gd name="T12" fmla="*/ 0 w 2"/>
              <a:gd name="T13" fmla="*/ 0 h 1587"/>
              <a:gd name="T14" fmla="*/ 0 w 2"/>
              <a:gd name="T15" fmla="*/ 0 h 1587"/>
              <a:gd name="T16" fmla="*/ 0 w 2"/>
              <a:gd name="T17" fmla="*/ 0 h 1587"/>
              <a:gd name="T18" fmla="*/ 0 w 2"/>
              <a:gd name="T19" fmla="*/ 0 h 1587"/>
              <a:gd name="T20" fmla="*/ 0 w 2"/>
              <a:gd name="T21" fmla="*/ 0 h 1587"/>
              <a:gd name="T22" fmla="*/ 0 w 2"/>
              <a:gd name="T23" fmla="*/ 0 h 1587"/>
              <a:gd name="T24" fmla="*/ 0 w 2"/>
              <a:gd name="T25" fmla="*/ 0 h 1587"/>
              <a:gd name="T26" fmla="*/ 0 w 2"/>
              <a:gd name="T27" fmla="*/ 0 h 1587"/>
              <a:gd name="T28" fmla="*/ 0 w 2"/>
              <a:gd name="T29" fmla="*/ 0 h 1587"/>
              <a:gd name="T30" fmla="*/ 0 w 2"/>
              <a:gd name="T31" fmla="*/ 0 h 1587"/>
              <a:gd name="T32" fmla="*/ 0 w 2"/>
              <a:gd name="T33" fmla="*/ 0 h 1587"/>
              <a:gd name="T34" fmla="*/ 3175 w 2"/>
              <a:gd name="T35" fmla="*/ 0 h 1587"/>
              <a:gd name="T36" fmla="*/ 3175 w 2"/>
              <a:gd name="T37" fmla="*/ 0 h 1587"/>
              <a:gd name="T38" fmla="*/ 3175 w 2"/>
              <a:gd name="T39" fmla="*/ 0 h 1587"/>
              <a:gd name="T40" fmla="*/ 0 w 2"/>
              <a:gd name="T41" fmla="*/ 0 h 1587"/>
              <a:gd name="T42" fmla="*/ 0 w 2"/>
              <a:gd name="T43" fmla="*/ 0 h 1587"/>
              <a:gd name="T44" fmla="*/ 0 w 2"/>
              <a:gd name="T45" fmla="*/ 0 h 1587"/>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2" h="1587">
                <a:moveTo>
                  <a:pt x="0" y="0"/>
                </a:moveTo>
                <a:lnTo>
                  <a:pt x="2" y="0"/>
                </a:lnTo>
                <a:lnTo>
                  <a:pt x="0" y="0"/>
                </a:lnTo>
                <a:lnTo>
                  <a:pt x="2"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11" name="Freeform 1115"/>
          <p:cNvSpPr>
            <a:spLocks/>
          </p:cNvSpPr>
          <p:nvPr/>
        </p:nvSpPr>
        <p:spPr bwMode="auto">
          <a:xfrm>
            <a:off x="611722" y="473075"/>
            <a:ext cx="4233" cy="3175"/>
          </a:xfrm>
          <a:custGeom>
            <a:avLst/>
            <a:gdLst>
              <a:gd name="T0" fmla="*/ 0 w 2"/>
              <a:gd name="T1" fmla="*/ 3175 h 2"/>
              <a:gd name="T2" fmla="*/ 0 w 2"/>
              <a:gd name="T3" fmla="*/ 3175 h 2"/>
              <a:gd name="T4" fmla="*/ 0 w 2"/>
              <a:gd name="T5" fmla="*/ 3175 h 2"/>
              <a:gd name="T6" fmla="*/ 0 w 2"/>
              <a:gd name="T7" fmla="*/ 3175 h 2"/>
              <a:gd name="T8" fmla="*/ 0 w 2"/>
              <a:gd name="T9" fmla="*/ 3175 h 2"/>
              <a:gd name="T10" fmla="*/ 0 w 2"/>
              <a:gd name="T11" fmla="*/ 3175 h 2"/>
              <a:gd name="T12" fmla="*/ 3175 w 2"/>
              <a:gd name="T13" fmla="*/ 3175 h 2"/>
              <a:gd name="T14" fmla="*/ 3175 w 2"/>
              <a:gd name="T15" fmla="*/ 3175 h 2"/>
              <a:gd name="T16" fmla="*/ 3175 w 2"/>
              <a:gd name="T17" fmla="*/ 0 h 2"/>
              <a:gd name="T18" fmla="*/ 0 w 2"/>
              <a:gd name="T19" fmla="*/ 3175 h 2"/>
              <a:gd name="T20" fmla="*/ 0 w 2"/>
              <a:gd name="T21" fmla="*/ 3175 h 2"/>
              <a:gd name="T22" fmla="*/ 0 w 2"/>
              <a:gd name="T23" fmla="*/ 3175 h 2"/>
              <a:gd name="T24" fmla="*/ 0 w 2"/>
              <a:gd name="T25" fmla="*/ 3175 h 2"/>
              <a:gd name="T26" fmla="*/ 0 w 2"/>
              <a:gd name="T27" fmla="*/ 3175 h 2"/>
              <a:gd name="T28" fmla="*/ 3175 w 2"/>
              <a:gd name="T29" fmla="*/ 3175 h 2"/>
              <a:gd name="T30" fmla="*/ 3175 w 2"/>
              <a:gd name="T31" fmla="*/ 3175 h 2"/>
              <a:gd name="T32" fmla="*/ 3175 w 2"/>
              <a:gd name="T33" fmla="*/ 3175 h 2"/>
              <a:gd name="T34" fmla="*/ 3175 w 2"/>
              <a:gd name="T35" fmla="*/ 3175 h 2"/>
              <a:gd name="T36" fmla="*/ 3175 w 2"/>
              <a:gd name="T37" fmla="*/ 3175 h 2"/>
              <a:gd name="T38" fmla="*/ 3175 w 2"/>
              <a:gd name="T39" fmla="*/ 3175 h 2"/>
              <a:gd name="T40" fmla="*/ 0 w 2"/>
              <a:gd name="T41" fmla="*/ 3175 h 2"/>
              <a:gd name="T42" fmla="*/ 0 w 2"/>
              <a:gd name="T43" fmla="*/ 3175 h 2"/>
              <a:gd name="T44" fmla="*/ 0 w 2"/>
              <a:gd name="T45" fmla="*/ 3175 h 2"/>
              <a:gd name="T46" fmla="*/ 0 w 2"/>
              <a:gd name="T47" fmla="*/ 3175 h 2"/>
              <a:gd name="T48" fmla="*/ 0 w 2"/>
              <a:gd name="T49" fmla="*/ 3175 h 2"/>
              <a:gd name="T50" fmla="*/ 0 w 2"/>
              <a:gd name="T51" fmla="*/ 3175 h 2"/>
              <a:gd name="T52" fmla="*/ 0 w 2"/>
              <a:gd name="T53" fmla="*/ 3175 h 2"/>
              <a:gd name="T54" fmla="*/ 3175 w 2"/>
              <a:gd name="T55" fmla="*/ 3175 h 2"/>
              <a:gd name="T56" fmla="*/ 0 w 2"/>
              <a:gd name="T57" fmla="*/ 3175 h 2"/>
              <a:gd name="T58" fmla="*/ 3175 w 2"/>
              <a:gd name="T59" fmla="*/ 3175 h 2"/>
              <a:gd name="T60" fmla="*/ 3175 w 2"/>
              <a:gd name="T61" fmla="*/ 3175 h 2"/>
              <a:gd name="T62" fmla="*/ 3175 w 2"/>
              <a:gd name="T63" fmla="*/ 3175 h 2"/>
              <a:gd name="T64" fmla="*/ 0 w 2"/>
              <a:gd name="T65" fmla="*/ 3175 h 2"/>
              <a:gd name="T66" fmla="*/ 0 w 2"/>
              <a:gd name="T67" fmla="*/ 3175 h 2"/>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2" h="2">
                <a:moveTo>
                  <a:pt x="0" y="2"/>
                </a:moveTo>
                <a:lnTo>
                  <a:pt x="0" y="2"/>
                </a:lnTo>
                <a:lnTo>
                  <a:pt x="2" y="2"/>
                </a:lnTo>
                <a:lnTo>
                  <a:pt x="2" y="0"/>
                </a:lnTo>
                <a:lnTo>
                  <a:pt x="0" y="2"/>
                </a:lnTo>
                <a:lnTo>
                  <a:pt x="2" y="2"/>
                </a:lnTo>
                <a:lnTo>
                  <a:pt x="0" y="2"/>
                </a:lnTo>
                <a:lnTo>
                  <a:pt x="2" y="2"/>
                </a:lnTo>
                <a:lnTo>
                  <a:pt x="0" y="2"/>
                </a:lnTo>
                <a:lnTo>
                  <a:pt x="2" y="2"/>
                </a:lnTo>
                <a:lnTo>
                  <a:pt x="0" y="2"/>
                </a:lnTo>
                <a:lnTo>
                  <a:pt x="2" y="2"/>
                </a:lnTo>
                <a:lnTo>
                  <a:pt x="0"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12" name="Freeform 1120"/>
          <p:cNvSpPr>
            <a:spLocks/>
          </p:cNvSpPr>
          <p:nvPr/>
        </p:nvSpPr>
        <p:spPr bwMode="auto">
          <a:xfrm>
            <a:off x="611722" y="463554"/>
            <a:ext cx="4233" cy="3175"/>
          </a:xfrm>
          <a:custGeom>
            <a:avLst/>
            <a:gdLst>
              <a:gd name="T0" fmla="*/ 0 w 2"/>
              <a:gd name="T1" fmla="*/ 0 h 2"/>
              <a:gd name="T2" fmla="*/ 0 w 2"/>
              <a:gd name="T3" fmla="*/ 3175 h 2"/>
              <a:gd name="T4" fmla="*/ 0 w 2"/>
              <a:gd name="T5" fmla="*/ 3175 h 2"/>
              <a:gd name="T6" fmla="*/ 0 w 2"/>
              <a:gd name="T7" fmla="*/ 3175 h 2"/>
              <a:gd name="T8" fmla="*/ 3175 w 2"/>
              <a:gd name="T9" fmla="*/ 3175 h 2"/>
              <a:gd name="T10" fmla="*/ 3175 w 2"/>
              <a:gd name="T11" fmla="*/ 0 h 2"/>
              <a:gd name="T12" fmla="*/ 3175 w 2"/>
              <a:gd name="T13" fmla="*/ 0 h 2"/>
              <a:gd name="T14" fmla="*/ 3175 w 2"/>
              <a:gd name="T15" fmla="*/ 0 h 2"/>
              <a:gd name="T16" fmla="*/ 0 w 2"/>
              <a:gd name="T17" fmla="*/ 0 h 2"/>
              <a:gd name="T18" fmla="*/ 0 w 2"/>
              <a:gd name="T19" fmla="*/ 3175 h 2"/>
              <a:gd name="T20" fmla="*/ 0 w 2"/>
              <a:gd name="T21" fmla="*/ 3175 h 2"/>
              <a:gd name="T22" fmla="*/ 3175 w 2"/>
              <a:gd name="T23" fmla="*/ 0 h 2"/>
              <a:gd name="T24" fmla="*/ 3175 w 2"/>
              <a:gd name="T25" fmla="*/ 0 h 2"/>
              <a:gd name="T26" fmla="*/ 3175 w 2"/>
              <a:gd name="T27" fmla="*/ 0 h 2"/>
              <a:gd name="T28" fmla="*/ 3175 w 2"/>
              <a:gd name="T29" fmla="*/ 3175 h 2"/>
              <a:gd name="T30" fmla="*/ 0 w 2"/>
              <a:gd name="T31" fmla="*/ 3175 h 2"/>
              <a:gd name="T32" fmla="*/ 0 w 2"/>
              <a:gd name="T33" fmla="*/ 3175 h 2"/>
              <a:gd name="T34" fmla="*/ 0 w 2"/>
              <a:gd name="T35" fmla="*/ 3175 h 2"/>
              <a:gd name="T36" fmla="*/ 0 w 2"/>
              <a:gd name="T37" fmla="*/ 3175 h 2"/>
              <a:gd name="T38" fmla="*/ 0 w 2"/>
              <a:gd name="T39" fmla="*/ 3175 h 2"/>
              <a:gd name="T40" fmla="*/ 0 w 2"/>
              <a:gd name="T41" fmla="*/ 3175 h 2"/>
              <a:gd name="T42" fmla="*/ 0 w 2"/>
              <a:gd name="T43" fmla="*/ 3175 h 2"/>
              <a:gd name="T44" fmla="*/ 0 w 2"/>
              <a:gd name="T45" fmla="*/ 3175 h 2"/>
              <a:gd name="T46" fmla="*/ 3175 w 2"/>
              <a:gd name="T47" fmla="*/ 3175 h 2"/>
              <a:gd name="T48" fmla="*/ 0 w 2"/>
              <a:gd name="T49" fmla="*/ 3175 h 2"/>
              <a:gd name="T50" fmla="*/ 0 w 2"/>
              <a:gd name="T51" fmla="*/ 3175 h 2"/>
              <a:gd name="T52" fmla="*/ 3175 w 2"/>
              <a:gd name="T53" fmla="*/ 3175 h 2"/>
              <a:gd name="T54" fmla="*/ 3175 w 2"/>
              <a:gd name="T55" fmla="*/ 3175 h 2"/>
              <a:gd name="T56" fmla="*/ 3175 w 2"/>
              <a:gd name="T57" fmla="*/ 0 h 2"/>
              <a:gd name="T58" fmla="*/ 0 w 2"/>
              <a:gd name="T59" fmla="*/ 0 h 2"/>
              <a:gd name="T60" fmla="*/ 0 w 2"/>
              <a:gd name="T61" fmla="*/ 0 h 2"/>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2" h="2">
                <a:moveTo>
                  <a:pt x="0" y="0"/>
                </a:moveTo>
                <a:lnTo>
                  <a:pt x="0" y="2"/>
                </a:lnTo>
                <a:lnTo>
                  <a:pt x="2" y="2"/>
                </a:lnTo>
                <a:lnTo>
                  <a:pt x="2" y="0"/>
                </a:lnTo>
                <a:lnTo>
                  <a:pt x="0" y="0"/>
                </a:lnTo>
                <a:lnTo>
                  <a:pt x="0" y="2"/>
                </a:lnTo>
                <a:lnTo>
                  <a:pt x="2" y="0"/>
                </a:lnTo>
                <a:lnTo>
                  <a:pt x="2" y="2"/>
                </a:lnTo>
                <a:lnTo>
                  <a:pt x="0" y="2"/>
                </a:lnTo>
                <a:lnTo>
                  <a:pt x="2" y="2"/>
                </a:lnTo>
                <a:lnTo>
                  <a:pt x="0" y="2"/>
                </a:lnTo>
                <a:lnTo>
                  <a:pt x="2" y="2"/>
                </a:lnTo>
                <a:lnTo>
                  <a:pt x="2"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13" name="Freeform 1134"/>
          <p:cNvSpPr>
            <a:spLocks/>
          </p:cNvSpPr>
          <p:nvPr/>
        </p:nvSpPr>
        <p:spPr bwMode="auto">
          <a:xfrm>
            <a:off x="937689" y="514350"/>
            <a:ext cx="4233" cy="6350"/>
          </a:xfrm>
          <a:custGeom>
            <a:avLst/>
            <a:gdLst>
              <a:gd name="T0" fmla="*/ 3175 w 2"/>
              <a:gd name="T1" fmla="*/ 6350 h 4"/>
              <a:gd name="T2" fmla="*/ 3175 w 2"/>
              <a:gd name="T3" fmla="*/ 6350 h 4"/>
              <a:gd name="T4" fmla="*/ 3175 w 2"/>
              <a:gd name="T5" fmla="*/ 6350 h 4"/>
              <a:gd name="T6" fmla="*/ 3175 w 2"/>
              <a:gd name="T7" fmla="*/ 3175 h 4"/>
              <a:gd name="T8" fmla="*/ 3175 w 2"/>
              <a:gd name="T9" fmla="*/ 0 h 4"/>
              <a:gd name="T10" fmla="*/ 3175 w 2"/>
              <a:gd name="T11" fmla="*/ 0 h 4"/>
              <a:gd name="T12" fmla="*/ 3175 w 2"/>
              <a:gd name="T13" fmla="*/ 0 h 4"/>
              <a:gd name="T14" fmla="*/ 0 w 2"/>
              <a:gd name="T15" fmla="*/ 3175 h 4"/>
              <a:gd name="T16" fmla="*/ 3175 w 2"/>
              <a:gd name="T17" fmla="*/ 6350 h 4"/>
              <a:gd name="T18" fmla="*/ 3175 w 2"/>
              <a:gd name="T19" fmla="*/ 3175 h 4"/>
              <a:gd name="T20" fmla="*/ 3175 w 2"/>
              <a:gd name="T21" fmla="*/ 3175 h 4"/>
              <a:gd name="T22" fmla="*/ 3175 w 2"/>
              <a:gd name="T23" fmla="*/ 0 h 4"/>
              <a:gd name="T24" fmla="*/ 3175 w 2"/>
              <a:gd name="T25" fmla="*/ 3175 h 4"/>
              <a:gd name="T26" fmla="*/ 3175 w 2"/>
              <a:gd name="T27" fmla="*/ 3175 h 4"/>
              <a:gd name="T28" fmla="*/ 3175 w 2"/>
              <a:gd name="T29" fmla="*/ 3175 h 4"/>
              <a:gd name="T30" fmla="*/ 3175 w 2"/>
              <a:gd name="T31" fmla="*/ 3175 h 4"/>
              <a:gd name="T32" fmla="*/ 3175 w 2"/>
              <a:gd name="T33" fmla="*/ 3175 h 4"/>
              <a:gd name="T34" fmla="*/ 3175 w 2"/>
              <a:gd name="T35" fmla="*/ 3175 h 4"/>
              <a:gd name="T36" fmla="*/ 3175 w 2"/>
              <a:gd name="T37" fmla="*/ 3175 h 4"/>
              <a:gd name="T38" fmla="*/ 3175 w 2"/>
              <a:gd name="T39" fmla="*/ 3175 h 4"/>
              <a:gd name="T40" fmla="*/ 3175 w 2"/>
              <a:gd name="T41" fmla="*/ 3175 h 4"/>
              <a:gd name="T42" fmla="*/ 3175 w 2"/>
              <a:gd name="T43" fmla="*/ 3175 h 4"/>
              <a:gd name="T44" fmla="*/ 3175 w 2"/>
              <a:gd name="T45" fmla="*/ 3175 h 4"/>
              <a:gd name="T46" fmla="*/ 3175 w 2"/>
              <a:gd name="T47" fmla="*/ 3175 h 4"/>
              <a:gd name="T48" fmla="*/ 3175 w 2"/>
              <a:gd name="T49" fmla="*/ 3175 h 4"/>
              <a:gd name="T50" fmla="*/ 3175 w 2"/>
              <a:gd name="T51" fmla="*/ 3175 h 4"/>
              <a:gd name="T52" fmla="*/ 0 w 2"/>
              <a:gd name="T53" fmla="*/ 3175 h 4"/>
              <a:gd name="T54" fmla="*/ 3175 w 2"/>
              <a:gd name="T55" fmla="*/ 6350 h 4"/>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2" h="4">
                <a:moveTo>
                  <a:pt x="2" y="4"/>
                </a:moveTo>
                <a:lnTo>
                  <a:pt x="2" y="4"/>
                </a:lnTo>
                <a:lnTo>
                  <a:pt x="2" y="2"/>
                </a:lnTo>
                <a:lnTo>
                  <a:pt x="2" y="0"/>
                </a:lnTo>
                <a:lnTo>
                  <a:pt x="0" y="2"/>
                </a:lnTo>
                <a:lnTo>
                  <a:pt x="2" y="4"/>
                </a:lnTo>
                <a:lnTo>
                  <a:pt x="2" y="2"/>
                </a:lnTo>
                <a:lnTo>
                  <a:pt x="2" y="0"/>
                </a:lnTo>
                <a:lnTo>
                  <a:pt x="2" y="2"/>
                </a:lnTo>
                <a:lnTo>
                  <a:pt x="0" y="2"/>
                </a:lnTo>
                <a:lnTo>
                  <a:pt x="2" y="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14" name="Freeform 1141"/>
          <p:cNvSpPr>
            <a:spLocks/>
          </p:cNvSpPr>
          <p:nvPr/>
        </p:nvSpPr>
        <p:spPr bwMode="auto">
          <a:xfrm>
            <a:off x="941919" y="479425"/>
            <a:ext cx="2116" cy="6350"/>
          </a:xfrm>
          <a:custGeom>
            <a:avLst/>
            <a:gdLst>
              <a:gd name="T0" fmla="*/ 0 w 1587"/>
              <a:gd name="T1" fmla="*/ 6350 h 4"/>
              <a:gd name="T2" fmla="*/ 0 w 1587"/>
              <a:gd name="T3" fmla="*/ 3175 h 4"/>
              <a:gd name="T4" fmla="*/ 0 w 1587"/>
              <a:gd name="T5" fmla="*/ 0 h 4"/>
              <a:gd name="T6" fmla="*/ 0 w 1587"/>
              <a:gd name="T7" fmla="*/ 0 h 4"/>
              <a:gd name="T8" fmla="*/ 0 w 1587"/>
              <a:gd name="T9" fmla="*/ 3175 h 4"/>
              <a:gd name="T10" fmla="*/ 0 w 1587"/>
              <a:gd name="T11" fmla="*/ 3175 h 4"/>
              <a:gd name="T12" fmla="*/ 0 w 1587"/>
              <a:gd name="T13" fmla="*/ 6350 h 4"/>
              <a:gd name="T14" fmla="*/ 0 w 1587"/>
              <a:gd name="T15" fmla="*/ 3175 h 4"/>
              <a:gd name="T16" fmla="*/ 0 w 1587"/>
              <a:gd name="T17" fmla="*/ 3175 h 4"/>
              <a:gd name="T18" fmla="*/ 0 w 1587"/>
              <a:gd name="T19" fmla="*/ 3175 h 4"/>
              <a:gd name="T20" fmla="*/ 0 w 1587"/>
              <a:gd name="T21" fmla="*/ 3175 h 4"/>
              <a:gd name="T22" fmla="*/ 0 w 1587"/>
              <a:gd name="T23" fmla="*/ 3175 h 4"/>
              <a:gd name="T24" fmla="*/ 0 w 1587"/>
              <a:gd name="T25" fmla="*/ 3175 h 4"/>
              <a:gd name="T26" fmla="*/ 0 w 1587"/>
              <a:gd name="T27" fmla="*/ 3175 h 4"/>
              <a:gd name="T28" fmla="*/ 0 w 1587"/>
              <a:gd name="T29" fmla="*/ 6350 h 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587" h="4">
                <a:moveTo>
                  <a:pt x="0" y="4"/>
                </a:moveTo>
                <a:lnTo>
                  <a:pt x="0" y="2"/>
                </a:lnTo>
                <a:lnTo>
                  <a:pt x="0" y="0"/>
                </a:lnTo>
                <a:lnTo>
                  <a:pt x="0" y="2"/>
                </a:lnTo>
                <a:lnTo>
                  <a:pt x="0" y="4"/>
                </a:lnTo>
                <a:lnTo>
                  <a:pt x="0" y="2"/>
                </a:lnTo>
                <a:lnTo>
                  <a:pt x="0" y="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15" name="Freeform 1148"/>
          <p:cNvSpPr>
            <a:spLocks/>
          </p:cNvSpPr>
          <p:nvPr/>
        </p:nvSpPr>
        <p:spPr bwMode="auto">
          <a:xfrm>
            <a:off x="924989" y="460376"/>
            <a:ext cx="4233" cy="3175"/>
          </a:xfrm>
          <a:custGeom>
            <a:avLst/>
            <a:gdLst>
              <a:gd name="T0" fmla="*/ 3175 w 2"/>
              <a:gd name="T1" fmla="*/ 3175 h 2"/>
              <a:gd name="T2" fmla="*/ 3175 w 2"/>
              <a:gd name="T3" fmla="*/ 0 h 2"/>
              <a:gd name="T4" fmla="*/ 3175 w 2"/>
              <a:gd name="T5" fmla="*/ 0 h 2"/>
              <a:gd name="T6" fmla="*/ 3175 w 2"/>
              <a:gd name="T7" fmla="*/ 0 h 2"/>
              <a:gd name="T8" fmla="*/ 3175 w 2"/>
              <a:gd name="T9" fmla="*/ 0 h 2"/>
              <a:gd name="T10" fmla="*/ 0 w 2"/>
              <a:gd name="T11" fmla="*/ 0 h 2"/>
              <a:gd name="T12" fmla="*/ 0 w 2"/>
              <a:gd name="T13" fmla="*/ 0 h 2"/>
              <a:gd name="T14" fmla="*/ 0 w 2"/>
              <a:gd name="T15" fmla="*/ 3175 h 2"/>
              <a:gd name="T16" fmla="*/ 0 w 2"/>
              <a:gd name="T17" fmla="*/ 3175 h 2"/>
              <a:gd name="T18" fmla="*/ 0 w 2"/>
              <a:gd name="T19" fmla="*/ 3175 h 2"/>
              <a:gd name="T20" fmla="*/ 3175 w 2"/>
              <a:gd name="T21" fmla="*/ 3175 h 2"/>
              <a:gd name="T22" fmla="*/ 3175 w 2"/>
              <a:gd name="T23" fmla="*/ 3175 h 2"/>
              <a:gd name="T24" fmla="*/ 3175 w 2"/>
              <a:gd name="T25" fmla="*/ 0 h 2"/>
              <a:gd name="T26" fmla="*/ 3175 w 2"/>
              <a:gd name="T27" fmla="*/ 0 h 2"/>
              <a:gd name="T28" fmla="*/ 3175 w 2"/>
              <a:gd name="T29" fmla="*/ 0 h 2"/>
              <a:gd name="T30" fmla="*/ 0 w 2"/>
              <a:gd name="T31" fmla="*/ 3175 h 2"/>
              <a:gd name="T32" fmla="*/ 3175 w 2"/>
              <a:gd name="T33" fmla="*/ 3175 h 2"/>
              <a:gd name="T34" fmla="*/ 3175 w 2"/>
              <a:gd name="T35" fmla="*/ 0 h 2"/>
              <a:gd name="T36" fmla="*/ 0 w 2"/>
              <a:gd name="T37" fmla="*/ 3175 h 2"/>
              <a:gd name="T38" fmla="*/ 3175 w 2"/>
              <a:gd name="T39" fmla="*/ 3175 h 2"/>
              <a:gd name="T40" fmla="*/ 0 w 2"/>
              <a:gd name="T41" fmla="*/ 3175 h 2"/>
              <a:gd name="T42" fmla="*/ 0 w 2"/>
              <a:gd name="T43" fmla="*/ 3175 h 2"/>
              <a:gd name="T44" fmla="*/ 0 w 2"/>
              <a:gd name="T45" fmla="*/ 3175 h 2"/>
              <a:gd name="T46" fmla="*/ 0 w 2"/>
              <a:gd name="T47" fmla="*/ 3175 h 2"/>
              <a:gd name="T48" fmla="*/ 0 w 2"/>
              <a:gd name="T49" fmla="*/ 3175 h 2"/>
              <a:gd name="T50" fmla="*/ 0 w 2"/>
              <a:gd name="T51" fmla="*/ 3175 h 2"/>
              <a:gd name="T52" fmla="*/ 0 w 2"/>
              <a:gd name="T53" fmla="*/ 3175 h 2"/>
              <a:gd name="T54" fmla="*/ 0 w 2"/>
              <a:gd name="T55" fmla="*/ 3175 h 2"/>
              <a:gd name="T56" fmla="*/ 0 w 2"/>
              <a:gd name="T57" fmla="*/ 3175 h 2"/>
              <a:gd name="T58" fmla="*/ 3175 w 2"/>
              <a:gd name="T59" fmla="*/ 3175 h 2"/>
              <a:gd name="T60" fmla="*/ 3175 w 2"/>
              <a:gd name="T61" fmla="*/ 3175 h 2"/>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2" h="2">
                <a:moveTo>
                  <a:pt x="2" y="2"/>
                </a:moveTo>
                <a:lnTo>
                  <a:pt x="2" y="0"/>
                </a:lnTo>
                <a:lnTo>
                  <a:pt x="0" y="0"/>
                </a:lnTo>
                <a:lnTo>
                  <a:pt x="0" y="2"/>
                </a:lnTo>
                <a:lnTo>
                  <a:pt x="2" y="2"/>
                </a:lnTo>
                <a:lnTo>
                  <a:pt x="2" y="0"/>
                </a:lnTo>
                <a:lnTo>
                  <a:pt x="0" y="2"/>
                </a:lnTo>
                <a:lnTo>
                  <a:pt x="2" y="2"/>
                </a:lnTo>
                <a:lnTo>
                  <a:pt x="2" y="0"/>
                </a:lnTo>
                <a:lnTo>
                  <a:pt x="0" y="2"/>
                </a:lnTo>
                <a:lnTo>
                  <a:pt x="2" y="2"/>
                </a:lnTo>
                <a:lnTo>
                  <a:pt x="0" y="2"/>
                </a:lnTo>
                <a:lnTo>
                  <a:pt x="2"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16" name="Freeform 1150"/>
          <p:cNvSpPr>
            <a:spLocks/>
          </p:cNvSpPr>
          <p:nvPr/>
        </p:nvSpPr>
        <p:spPr bwMode="auto">
          <a:xfrm>
            <a:off x="912287" y="447677"/>
            <a:ext cx="2116" cy="3175"/>
          </a:xfrm>
          <a:custGeom>
            <a:avLst/>
            <a:gdLst>
              <a:gd name="T0" fmla="*/ 0 w 1587"/>
              <a:gd name="T1" fmla="*/ 3175 h 2"/>
              <a:gd name="T2" fmla="*/ 0 w 1587"/>
              <a:gd name="T3" fmla="*/ 0 h 2"/>
              <a:gd name="T4" fmla="*/ 0 w 1587"/>
              <a:gd name="T5" fmla="*/ 3175 h 2"/>
              <a:gd name="T6" fmla="*/ 0 60000 65536"/>
              <a:gd name="T7" fmla="*/ 0 60000 65536"/>
              <a:gd name="T8" fmla="*/ 0 60000 65536"/>
            </a:gdLst>
            <a:ahLst/>
            <a:cxnLst>
              <a:cxn ang="T6">
                <a:pos x="T0" y="T1"/>
              </a:cxn>
              <a:cxn ang="T7">
                <a:pos x="T2" y="T3"/>
              </a:cxn>
              <a:cxn ang="T8">
                <a:pos x="T4" y="T5"/>
              </a:cxn>
            </a:cxnLst>
            <a:rect l="0" t="0" r="r" b="b"/>
            <a:pathLst>
              <a:path w="1587" h="2">
                <a:moveTo>
                  <a:pt x="0" y="2"/>
                </a:moveTo>
                <a:lnTo>
                  <a:pt x="0" y="0"/>
                </a:lnTo>
                <a:lnTo>
                  <a:pt x="0"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17" name="Freeform 1152"/>
          <p:cNvSpPr>
            <a:spLocks/>
          </p:cNvSpPr>
          <p:nvPr/>
        </p:nvSpPr>
        <p:spPr bwMode="auto">
          <a:xfrm>
            <a:off x="912289" y="447677"/>
            <a:ext cx="4233" cy="3175"/>
          </a:xfrm>
          <a:custGeom>
            <a:avLst/>
            <a:gdLst>
              <a:gd name="T0" fmla="*/ 3175 w 2"/>
              <a:gd name="T1" fmla="*/ 0 h 2"/>
              <a:gd name="T2" fmla="*/ 0 w 2"/>
              <a:gd name="T3" fmla="*/ 0 h 2"/>
              <a:gd name="T4" fmla="*/ 0 w 2"/>
              <a:gd name="T5" fmla="*/ 0 h 2"/>
              <a:gd name="T6" fmla="*/ 0 w 2"/>
              <a:gd name="T7" fmla="*/ 0 h 2"/>
              <a:gd name="T8" fmla="*/ 0 w 2"/>
              <a:gd name="T9" fmla="*/ 3175 h 2"/>
              <a:gd name="T10" fmla="*/ 3175 w 2"/>
              <a:gd name="T11" fmla="*/ 3175 h 2"/>
              <a:gd name="T12" fmla="*/ 3175 w 2"/>
              <a:gd name="T13" fmla="*/ 0 h 2"/>
              <a:gd name="T14" fmla="*/ 0 w 2"/>
              <a:gd name="T15" fmla="*/ 0 h 2"/>
              <a:gd name="T16" fmla="*/ 0 w 2"/>
              <a:gd name="T17" fmla="*/ 0 h 2"/>
              <a:gd name="T18" fmla="*/ 0 w 2"/>
              <a:gd name="T19" fmla="*/ 0 h 2"/>
              <a:gd name="T20" fmla="*/ 0 w 2"/>
              <a:gd name="T21" fmla="*/ 3175 h 2"/>
              <a:gd name="T22" fmla="*/ 3175 w 2"/>
              <a:gd name="T23" fmla="*/ 3175 h 2"/>
              <a:gd name="T24" fmla="*/ 3175 w 2"/>
              <a:gd name="T25" fmla="*/ 0 h 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 h="2">
                <a:moveTo>
                  <a:pt x="2" y="0"/>
                </a:moveTo>
                <a:lnTo>
                  <a:pt x="0" y="0"/>
                </a:lnTo>
                <a:lnTo>
                  <a:pt x="0" y="2"/>
                </a:lnTo>
                <a:lnTo>
                  <a:pt x="2" y="2"/>
                </a:lnTo>
                <a:lnTo>
                  <a:pt x="2" y="0"/>
                </a:lnTo>
                <a:lnTo>
                  <a:pt x="0" y="0"/>
                </a:lnTo>
                <a:lnTo>
                  <a:pt x="0" y="2"/>
                </a:lnTo>
                <a:lnTo>
                  <a:pt x="2" y="2"/>
                </a:lnTo>
                <a:lnTo>
                  <a:pt x="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18" name="Freeform 1154"/>
          <p:cNvSpPr>
            <a:spLocks/>
          </p:cNvSpPr>
          <p:nvPr/>
        </p:nvSpPr>
        <p:spPr bwMode="auto">
          <a:xfrm>
            <a:off x="886887" y="434975"/>
            <a:ext cx="4233" cy="1588"/>
          </a:xfrm>
          <a:custGeom>
            <a:avLst/>
            <a:gdLst>
              <a:gd name="T0" fmla="*/ 3175 w 2"/>
              <a:gd name="T1" fmla="*/ 0 h 1588"/>
              <a:gd name="T2" fmla="*/ 0 w 2"/>
              <a:gd name="T3" fmla="*/ 0 h 1588"/>
              <a:gd name="T4" fmla="*/ 3175 w 2"/>
              <a:gd name="T5" fmla="*/ 0 h 1588"/>
              <a:gd name="T6" fmla="*/ 0 60000 65536"/>
              <a:gd name="T7" fmla="*/ 0 60000 65536"/>
              <a:gd name="T8" fmla="*/ 0 60000 65536"/>
            </a:gdLst>
            <a:ahLst/>
            <a:cxnLst>
              <a:cxn ang="T6">
                <a:pos x="T0" y="T1"/>
              </a:cxn>
              <a:cxn ang="T7">
                <a:pos x="T2" y="T3"/>
              </a:cxn>
              <a:cxn ang="T8">
                <a:pos x="T4" y="T5"/>
              </a:cxn>
            </a:cxnLst>
            <a:rect l="0" t="0" r="r" b="b"/>
            <a:pathLst>
              <a:path w="2" h="1588">
                <a:moveTo>
                  <a:pt x="2" y="0"/>
                </a:moveTo>
                <a:lnTo>
                  <a:pt x="0" y="0"/>
                </a:lnTo>
                <a:lnTo>
                  <a:pt x="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19" name="Freeform 1156"/>
          <p:cNvSpPr>
            <a:spLocks/>
          </p:cNvSpPr>
          <p:nvPr/>
        </p:nvSpPr>
        <p:spPr bwMode="auto">
          <a:xfrm>
            <a:off x="886887" y="431801"/>
            <a:ext cx="4233" cy="3175"/>
          </a:xfrm>
          <a:custGeom>
            <a:avLst/>
            <a:gdLst>
              <a:gd name="T0" fmla="*/ 3175 w 2"/>
              <a:gd name="T1" fmla="*/ 3175 h 2"/>
              <a:gd name="T2" fmla="*/ 0 w 2"/>
              <a:gd name="T3" fmla="*/ 0 h 2"/>
              <a:gd name="T4" fmla="*/ 0 w 2"/>
              <a:gd name="T5" fmla="*/ 0 h 2"/>
              <a:gd name="T6" fmla="*/ 0 w 2"/>
              <a:gd name="T7" fmla="*/ 3175 h 2"/>
              <a:gd name="T8" fmla="*/ 3175 w 2"/>
              <a:gd name="T9" fmla="*/ 3175 h 2"/>
              <a:gd name="T10" fmla="*/ 3175 w 2"/>
              <a:gd name="T11" fmla="*/ 3175 h 2"/>
              <a:gd name="T12" fmla="*/ 3175 w 2"/>
              <a:gd name="T13" fmla="*/ 3175 h 2"/>
              <a:gd name="T14" fmla="*/ 0 w 2"/>
              <a:gd name="T15" fmla="*/ 0 h 2"/>
              <a:gd name="T16" fmla="*/ 0 w 2"/>
              <a:gd name="T17" fmla="*/ 0 h 2"/>
              <a:gd name="T18" fmla="*/ 0 w 2"/>
              <a:gd name="T19" fmla="*/ 3175 h 2"/>
              <a:gd name="T20" fmla="*/ 3175 w 2"/>
              <a:gd name="T21" fmla="*/ 3175 h 2"/>
              <a:gd name="T22" fmla="*/ 3175 w 2"/>
              <a:gd name="T23" fmla="*/ 3175 h 2"/>
              <a:gd name="T24" fmla="*/ 3175 w 2"/>
              <a:gd name="T25" fmla="*/ 3175 h 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 h="2">
                <a:moveTo>
                  <a:pt x="2" y="2"/>
                </a:moveTo>
                <a:lnTo>
                  <a:pt x="0" y="0"/>
                </a:lnTo>
                <a:lnTo>
                  <a:pt x="0" y="2"/>
                </a:lnTo>
                <a:lnTo>
                  <a:pt x="2" y="2"/>
                </a:lnTo>
                <a:lnTo>
                  <a:pt x="0" y="0"/>
                </a:lnTo>
                <a:lnTo>
                  <a:pt x="0" y="2"/>
                </a:lnTo>
                <a:lnTo>
                  <a:pt x="2"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20" name="Freeform 1163"/>
          <p:cNvSpPr>
            <a:spLocks/>
          </p:cNvSpPr>
          <p:nvPr/>
        </p:nvSpPr>
        <p:spPr bwMode="auto">
          <a:xfrm>
            <a:off x="814917" y="415932"/>
            <a:ext cx="8467" cy="3175"/>
          </a:xfrm>
          <a:custGeom>
            <a:avLst/>
            <a:gdLst>
              <a:gd name="T0" fmla="*/ 3175 w 4"/>
              <a:gd name="T1" fmla="*/ 3175 h 2"/>
              <a:gd name="T2" fmla="*/ 3175 w 4"/>
              <a:gd name="T3" fmla="*/ 3175 h 2"/>
              <a:gd name="T4" fmla="*/ 6350 w 4"/>
              <a:gd name="T5" fmla="*/ 3175 h 2"/>
              <a:gd name="T6" fmla="*/ 6350 w 4"/>
              <a:gd name="T7" fmla="*/ 0 h 2"/>
              <a:gd name="T8" fmla="*/ 6350 w 4"/>
              <a:gd name="T9" fmla="*/ 0 h 2"/>
              <a:gd name="T10" fmla="*/ 3175 w 4"/>
              <a:gd name="T11" fmla="*/ 0 h 2"/>
              <a:gd name="T12" fmla="*/ 3175 w 4"/>
              <a:gd name="T13" fmla="*/ 0 h 2"/>
              <a:gd name="T14" fmla="*/ 0 w 4"/>
              <a:gd name="T15" fmla="*/ 3175 h 2"/>
              <a:gd name="T16" fmla="*/ 3175 w 4"/>
              <a:gd name="T17" fmla="*/ 3175 h 2"/>
              <a:gd name="T18" fmla="*/ 3175 w 4"/>
              <a:gd name="T19" fmla="*/ 0 h 2"/>
              <a:gd name="T20" fmla="*/ 6350 w 4"/>
              <a:gd name="T21" fmla="*/ 3175 h 2"/>
              <a:gd name="T22" fmla="*/ 6350 w 4"/>
              <a:gd name="T23" fmla="*/ 0 h 2"/>
              <a:gd name="T24" fmla="*/ 6350 w 4"/>
              <a:gd name="T25" fmla="*/ 0 h 2"/>
              <a:gd name="T26" fmla="*/ 3175 w 4"/>
              <a:gd name="T27" fmla="*/ 0 h 2"/>
              <a:gd name="T28" fmla="*/ 3175 w 4"/>
              <a:gd name="T29" fmla="*/ 0 h 2"/>
              <a:gd name="T30" fmla="*/ 0 w 4"/>
              <a:gd name="T31" fmla="*/ 0 h 2"/>
              <a:gd name="T32" fmla="*/ 3175 w 4"/>
              <a:gd name="T33" fmla="*/ 3175 h 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 h="2">
                <a:moveTo>
                  <a:pt x="2" y="2"/>
                </a:moveTo>
                <a:lnTo>
                  <a:pt x="2" y="2"/>
                </a:lnTo>
                <a:lnTo>
                  <a:pt x="4" y="2"/>
                </a:lnTo>
                <a:lnTo>
                  <a:pt x="4" y="0"/>
                </a:lnTo>
                <a:lnTo>
                  <a:pt x="2" y="0"/>
                </a:lnTo>
                <a:lnTo>
                  <a:pt x="0" y="2"/>
                </a:lnTo>
                <a:lnTo>
                  <a:pt x="2" y="2"/>
                </a:lnTo>
                <a:lnTo>
                  <a:pt x="2" y="0"/>
                </a:lnTo>
                <a:lnTo>
                  <a:pt x="4" y="2"/>
                </a:lnTo>
                <a:lnTo>
                  <a:pt x="4" y="0"/>
                </a:lnTo>
                <a:lnTo>
                  <a:pt x="2" y="0"/>
                </a:lnTo>
                <a:lnTo>
                  <a:pt x="0" y="0"/>
                </a:lnTo>
                <a:lnTo>
                  <a:pt x="2"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21" name="Freeform 1172"/>
          <p:cNvSpPr>
            <a:spLocks/>
          </p:cNvSpPr>
          <p:nvPr/>
        </p:nvSpPr>
        <p:spPr bwMode="auto">
          <a:xfrm>
            <a:off x="776822" y="476253"/>
            <a:ext cx="4233" cy="3175"/>
          </a:xfrm>
          <a:custGeom>
            <a:avLst/>
            <a:gdLst>
              <a:gd name="T0" fmla="*/ 0 w 2"/>
              <a:gd name="T1" fmla="*/ 3175 h 2"/>
              <a:gd name="T2" fmla="*/ 0 w 2"/>
              <a:gd name="T3" fmla="*/ 3175 h 2"/>
              <a:gd name="T4" fmla="*/ 3175 w 2"/>
              <a:gd name="T5" fmla="*/ 3175 h 2"/>
              <a:gd name="T6" fmla="*/ 0 w 2"/>
              <a:gd name="T7" fmla="*/ 0 h 2"/>
              <a:gd name="T8" fmla="*/ 0 w 2"/>
              <a:gd name="T9" fmla="*/ 0 h 2"/>
              <a:gd name="T10" fmla="*/ 0 w 2"/>
              <a:gd name="T11" fmla="*/ 0 h 2"/>
              <a:gd name="T12" fmla="*/ 0 w 2"/>
              <a:gd name="T13" fmla="*/ 3175 h 2"/>
              <a:gd name="T14" fmla="*/ 0 w 2"/>
              <a:gd name="T15" fmla="*/ 3175 h 2"/>
              <a:gd name="T16" fmla="*/ 0 w 2"/>
              <a:gd name="T17" fmla="*/ 3175 h 2"/>
              <a:gd name="T18" fmla="*/ 0 w 2"/>
              <a:gd name="T19" fmla="*/ 3175 h 2"/>
              <a:gd name="T20" fmla="*/ 0 w 2"/>
              <a:gd name="T21" fmla="*/ 3175 h 2"/>
              <a:gd name="T22" fmla="*/ 0 w 2"/>
              <a:gd name="T23" fmla="*/ 3175 h 2"/>
              <a:gd name="T24" fmla="*/ 0 w 2"/>
              <a:gd name="T25" fmla="*/ 3175 h 2"/>
              <a:gd name="T26" fmla="*/ 0 w 2"/>
              <a:gd name="T27" fmla="*/ 3175 h 2"/>
              <a:gd name="T28" fmla="*/ 0 w 2"/>
              <a:gd name="T29" fmla="*/ 3175 h 2"/>
              <a:gd name="T30" fmla="*/ 0 w 2"/>
              <a:gd name="T31" fmla="*/ 3175 h 2"/>
              <a:gd name="T32" fmla="*/ 0 w 2"/>
              <a:gd name="T33" fmla="*/ 3175 h 2"/>
              <a:gd name="T34" fmla="*/ 0 w 2"/>
              <a:gd name="T35" fmla="*/ 3175 h 2"/>
              <a:gd name="T36" fmla="*/ 0 w 2"/>
              <a:gd name="T37" fmla="*/ 3175 h 2"/>
              <a:gd name="T38" fmla="*/ 0 w 2"/>
              <a:gd name="T39" fmla="*/ 3175 h 2"/>
              <a:gd name="T40" fmla="*/ 0 w 2"/>
              <a:gd name="T41" fmla="*/ 3175 h 2"/>
              <a:gd name="T42" fmla="*/ 0 w 2"/>
              <a:gd name="T43" fmla="*/ 3175 h 2"/>
              <a:gd name="T44" fmla="*/ 0 w 2"/>
              <a:gd name="T45" fmla="*/ 3175 h 2"/>
              <a:gd name="T46" fmla="*/ 0 w 2"/>
              <a:gd name="T47" fmla="*/ 3175 h 2"/>
              <a:gd name="T48" fmla="*/ 0 w 2"/>
              <a:gd name="T49" fmla="*/ 3175 h 2"/>
              <a:gd name="T50" fmla="*/ 0 w 2"/>
              <a:gd name="T51" fmla="*/ 3175 h 2"/>
              <a:gd name="T52" fmla="*/ 0 w 2"/>
              <a:gd name="T53" fmla="*/ 3175 h 2"/>
              <a:gd name="T54" fmla="*/ 0 w 2"/>
              <a:gd name="T55" fmla="*/ 3175 h 2"/>
              <a:gd name="T56" fmla="*/ 0 w 2"/>
              <a:gd name="T57" fmla="*/ 3175 h 2"/>
              <a:gd name="T58" fmla="*/ 0 w 2"/>
              <a:gd name="T59" fmla="*/ 3175 h 2"/>
              <a:gd name="T60" fmla="*/ 0 w 2"/>
              <a:gd name="T61" fmla="*/ 3175 h 2"/>
              <a:gd name="T62" fmla="*/ 0 w 2"/>
              <a:gd name="T63" fmla="*/ 3175 h 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2" h="2">
                <a:moveTo>
                  <a:pt x="0" y="2"/>
                </a:moveTo>
                <a:lnTo>
                  <a:pt x="0" y="2"/>
                </a:lnTo>
                <a:lnTo>
                  <a:pt x="2" y="2"/>
                </a:lnTo>
                <a:lnTo>
                  <a:pt x="0" y="0"/>
                </a:lnTo>
                <a:lnTo>
                  <a:pt x="0"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22" name="Freeform 1177"/>
          <p:cNvSpPr>
            <a:spLocks/>
          </p:cNvSpPr>
          <p:nvPr/>
        </p:nvSpPr>
        <p:spPr bwMode="auto">
          <a:xfrm>
            <a:off x="742956" y="534995"/>
            <a:ext cx="4233" cy="3175"/>
          </a:xfrm>
          <a:custGeom>
            <a:avLst/>
            <a:gdLst>
              <a:gd name="T0" fmla="*/ 0 w 2"/>
              <a:gd name="T1" fmla="*/ 3175 h 2"/>
              <a:gd name="T2" fmla="*/ 3175 w 2"/>
              <a:gd name="T3" fmla="*/ 3175 h 2"/>
              <a:gd name="T4" fmla="*/ 3175 w 2"/>
              <a:gd name="T5" fmla="*/ 3175 h 2"/>
              <a:gd name="T6" fmla="*/ 3175 w 2"/>
              <a:gd name="T7" fmla="*/ 0 h 2"/>
              <a:gd name="T8" fmla="*/ 3175 w 2"/>
              <a:gd name="T9" fmla="*/ 0 h 2"/>
              <a:gd name="T10" fmla="*/ 3175 w 2"/>
              <a:gd name="T11" fmla="*/ 0 h 2"/>
              <a:gd name="T12" fmla="*/ 0 w 2"/>
              <a:gd name="T13" fmla="*/ 0 h 2"/>
              <a:gd name="T14" fmla="*/ 0 w 2"/>
              <a:gd name="T15" fmla="*/ 0 h 2"/>
              <a:gd name="T16" fmla="*/ 0 w 2"/>
              <a:gd name="T17" fmla="*/ 0 h 2"/>
              <a:gd name="T18" fmla="*/ 0 w 2"/>
              <a:gd name="T19" fmla="*/ 0 h 2"/>
              <a:gd name="T20" fmla="*/ 0 w 2"/>
              <a:gd name="T21" fmla="*/ 0 h 2"/>
              <a:gd name="T22" fmla="*/ 0 w 2"/>
              <a:gd name="T23" fmla="*/ 0 h 2"/>
              <a:gd name="T24" fmla="*/ 0 w 2"/>
              <a:gd name="T25" fmla="*/ 0 h 2"/>
              <a:gd name="T26" fmla="*/ 0 w 2"/>
              <a:gd name="T27" fmla="*/ 0 h 2"/>
              <a:gd name="T28" fmla="*/ 0 w 2"/>
              <a:gd name="T29" fmla="*/ 0 h 2"/>
              <a:gd name="T30" fmla="*/ 0 w 2"/>
              <a:gd name="T31" fmla="*/ 0 h 2"/>
              <a:gd name="T32" fmla="*/ 0 w 2"/>
              <a:gd name="T33" fmla="*/ 0 h 2"/>
              <a:gd name="T34" fmla="*/ 0 w 2"/>
              <a:gd name="T35" fmla="*/ 0 h 2"/>
              <a:gd name="T36" fmla="*/ 0 w 2"/>
              <a:gd name="T37" fmla="*/ 0 h 2"/>
              <a:gd name="T38" fmla="*/ 0 w 2"/>
              <a:gd name="T39" fmla="*/ 3175 h 2"/>
              <a:gd name="T40" fmla="*/ 0 w 2"/>
              <a:gd name="T41" fmla="*/ 3175 h 2"/>
              <a:gd name="T42" fmla="*/ 3175 w 2"/>
              <a:gd name="T43" fmla="*/ 3175 h 2"/>
              <a:gd name="T44" fmla="*/ 3175 w 2"/>
              <a:gd name="T45" fmla="*/ 0 h 2"/>
              <a:gd name="T46" fmla="*/ 3175 w 2"/>
              <a:gd name="T47" fmla="*/ 0 h 2"/>
              <a:gd name="T48" fmla="*/ 3175 w 2"/>
              <a:gd name="T49" fmla="*/ 0 h 2"/>
              <a:gd name="T50" fmla="*/ 3175 w 2"/>
              <a:gd name="T51" fmla="*/ 0 h 2"/>
              <a:gd name="T52" fmla="*/ 3175 w 2"/>
              <a:gd name="T53" fmla="*/ 0 h 2"/>
              <a:gd name="T54" fmla="*/ 3175 w 2"/>
              <a:gd name="T55" fmla="*/ 0 h 2"/>
              <a:gd name="T56" fmla="*/ 3175 w 2"/>
              <a:gd name="T57" fmla="*/ 0 h 2"/>
              <a:gd name="T58" fmla="*/ 3175 w 2"/>
              <a:gd name="T59" fmla="*/ 0 h 2"/>
              <a:gd name="T60" fmla="*/ 3175 w 2"/>
              <a:gd name="T61" fmla="*/ 0 h 2"/>
              <a:gd name="T62" fmla="*/ 3175 w 2"/>
              <a:gd name="T63" fmla="*/ 0 h 2"/>
              <a:gd name="T64" fmla="*/ 3175 w 2"/>
              <a:gd name="T65" fmla="*/ 0 h 2"/>
              <a:gd name="T66" fmla="*/ 3175 w 2"/>
              <a:gd name="T67" fmla="*/ 3175 h 2"/>
              <a:gd name="T68" fmla="*/ 3175 w 2"/>
              <a:gd name="T69" fmla="*/ 0 h 2"/>
              <a:gd name="T70" fmla="*/ 3175 w 2"/>
              <a:gd name="T71" fmla="*/ 0 h 2"/>
              <a:gd name="T72" fmla="*/ 0 w 2"/>
              <a:gd name="T73" fmla="*/ 0 h 2"/>
              <a:gd name="T74" fmla="*/ 0 w 2"/>
              <a:gd name="T75" fmla="*/ 0 h 2"/>
              <a:gd name="T76" fmla="*/ 0 w 2"/>
              <a:gd name="T77" fmla="*/ 3175 h 2"/>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2" h="2">
                <a:moveTo>
                  <a:pt x="0" y="2"/>
                </a:moveTo>
                <a:lnTo>
                  <a:pt x="2" y="2"/>
                </a:lnTo>
                <a:lnTo>
                  <a:pt x="2" y="0"/>
                </a:lnTo>
                <a:lnTo>
                  <a:pt x="0" y="0"/>
                </a:lnTo>
                <a:lnTo>
                  <a:pt x="0" y="2"/>
                </a:lnTo>
                <a:lnTo>
                  <a:pt x="2" y="2"/>
                </a:lnTo>
                <a:lnTo>
                  <a:pt x="2" y="0"/>
                </a:lnTo>
                <a:lnTo>
                  <a:pt x="2" y="2"/>
                </a:lnTo>
                <a:lnTo>
                  <a:pt x="2" y="0"/>
                </a:lnTo>
                <a:lnTo>
                  <a:pt x="0" y="0"/>
                </a:lnTo>
                <a:lnTo>
                  <a:pt x="0"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23" name="Freeform 1180"/>
          <p:cNvSpPr>
            <a:spLocks/>
          </p:cNvSpPr>
          <p:nvPr/>
        </p:nvSpPr>
        <p:spPr bwMode="auto">
          <a:xfrm>
            <a:off x="747189" y="530232"/>
            <a:ext cx="4233" cy="4763"/>
          </a:xfrm>
          <a:custGeom>
            <a:avLst/>
            <a:gdLst>
              <a:gd name="T0" fmla="*/ 0 w 2"/>
              <a:gd name="T1" fmla="*/ 4763 h 3"/>
              <a:gd name="T2" fmla="*/ 0 w 2"/>
              <a:gd name="T3" fmla="*/ 4763 h 3"/>
              <a:gd name="T4" fmla="*/ 3175 w 2"/>
              <a:gd name="T5" fmla="*/ 4763 h 3"/>
              <a:gd name="T6" fmla="*/ 3175 w 2"/>
              <a:gd name="T7" fmla="*/ 4763 h 3"/>
              <a:gd name="T8" fmla="*/ 0 w 2"/>
              <a:gd name="T9" fmla="*/ 0 h 3"/>
              <a:gd name="T10" fmla="*/ 0 w 2"/>
              <a:gd name="T11" fmla="*/ 0 h 3"/>
              <a:gd name="T12" fmla="*/ 0 w 2"/>
              <a:gd name="T13" fmla="*/ 0 h 3"/>
              <a:gd name="T14" fmla="*/ 0 w 2"/>
              <a:gd name="T15" fmla="*/ 4763 h 3"/>
              <a:gd name="T16" fmla="*/ 0 w 2"/>
              <a:gd name="T17" fmla="*/ 4763 h 3"/>
              <a:gd name="T18" fmla="*/ 0 w 2"/>
              <a:gd name="T19" fmla="*/ 4763 h 3"/>
              <a:gd name="T20" fmla="*/ 0 w 2"/>
              <a:gd name="T21" fmla="*/ 4763 h 3"/>
              <a:gd name="T22" fmla="*/ 0 w 2"/>
              <a:gd name="T23" fmla="*/ 0 h 3"/>
              <a:gd name="T24" fmla="*/ 0 w 2"/>
              <a:gd name="T25" fmla="*/ 4763 h 3"/>
              <a:gd name="T26" fmla="*/ 0 w 2"/>
              <a:gd name="T27" fmla="*/ 4763 h 3"/>
              <a:gd name="T28" fmla="*/ 0 w 2"/>
              <a:gd name="T29" fmla="*/ 4763 h 3"/>
              <a:gd name="T30" fmla="*/ 0 w 2"/>
              <a:gd name="T31" fmla="*/ 4763 h 3"/>
              <a:gd name="T32" fmla="*/ 0 w 2"/>
              <a:gd name="T33" fmla="*/ 4763 h 3"/>
              <a:gd name="T34" fmla="*/ 0 w 2"/>
              <a:gd name="T35" fmla="*/ 4763 h 3"/>
              <a:gd name="T36" fmla="*/ 0 w 2"/>
              <a:gd name="T37" fmla="*/ 4763 h 3"/>
              <a:gd name="T38" fmla="*/ 0 w 2"/>
              <a:gd name="T39" fmla="*/ 4763 h 3"/>
              <a:gd name="T40" fmla="*/ 0 w 2"/>
              <a:gd name="T41" fmla="*/ 4763 h 3"/>
              <a:gd name="T42" fmla="*/ 0 w 2"/>
              <a:gd name="T43" fmla="*/ 4763 h 3"/>
              <a:gd name="T44" fmla="*/ 0 w 2"/>
              <a:gd name="T45" fmla="*/ 4763 h 3"/>
              <a:gd name="T46" fmla="*/ 0 w 2"/>
              <a:gd name="T47" fmla="*/ 4763 h 3"/>
              <a:gd name="T48" fmla="*/ 0 w 2"/>
              <a:gd name="T49" fmla="*/ 4763 h 3"/>
              <a:gd name="T50" fmla="*/ 0 w 2"/>
              <a:gd name="T51" fmla="*/ 4763 h 3"/>
              <a:gd name="T52" fmla="*/ 0 w 2"/>
              <a:gd name="T53" fmla="*/ 4763 h 3"/>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2" h="3">
                <a:moveTo>
                  <a:pt x="0" y="3"/>
                </a:moveTo>
                <a:lnTo>
                  <a:pt x="0" y="3"/>
                </a:lnTo>
                <a:lnTo>
                  <a:pt x="2" y="3"/>
                </a:lnTo>
                <a:lnTo>
                  <a:pt x="0" y="0"/>
                </a:lnTo>
                <a:lnTo>
                  <a:pt x="0" y="3"/>
                </a:lnTo>
                <a:lnTo>
                  <a:pt x="0" y="0"/>
                </a:lnTo>
                <a:lnTo>
                  <a:pt x="0" y="3"/>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24" name="Line 1187"/>
          <p:cNvSpPr>
            <a:spLocks noChangeShapeType="1"/>
          </p:cNvSpPr>
          <p:nvPr/>
        </p:nvSpPr>
        <p:spPr bwMode="auto">
          <a:xfrm>
            <a:off x="759887" y="520700"/>
            <a:ext cx="2116" cy="15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25" name="Line 1188"/>
          <p:cNvSpPr>
            <a:spLocks noChangeShapeType="1"/>
          </p:cNvSpPr>
          <p:nvPr/>
        </p:nvSpPr>
        <p:spPr bwMode="auto">
          <a:xfrm>
            <a:off x="759887" y="520700"/>
            <a:ext cx="2116" cy="15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26" name="Freeform 1208"/>
          <p:cNvSpPr>
            <a:spLocks/>
          </p:cNvSpPr>
          <p:nvPr/>
        </p:nvSpPr>
        <p:spPr bwMode="auto">
          <a:xfrm>
            <a:off x="793751" y="557220"/>
            <a:ext cx="2116" cy="1587"/>
          </a:xfrm>
          <a:custGeom>
            <a:avLst/>
            <a:gdLst>
              <a:gd name="T0" fmla="*/ 0 w 1587"/>
              <a:gd name="T1" fmla="*/ 0 h 1587"/>
              <a:gd name="T2" fmla="*/ 0 w 1587"/>
              <a:gd name="T3" fmla="*/ 0 h 1587"/>
              <a:gd name="T4" fmla="*/ 0 w 1587"/>
              <a:gd name="T5" fmla="*/ 0 h 1587"/>
              <a:gd name="T6" fmla="*/ 0 60000 65536"/>
              <a:gd name="T7" fmla="*/ 0 60000 65536"/>
              <a:gd name="T8" fmla="*/ 0 60000 65536"/>
            </a:gdLst>
            <a:ahLst/>
            <a:cxnLst>
              <a:cxn ang="T6">
                <a:pos x="T0" y="T1"/>
              </a:cxn>
              <a:cxn ang="T7">
                <a:pos x="T2" y="T3"/>
              </a:cxn>
              <a:cxn ang="T8">
                <a:pos x="T4" y="T5"/>
              </a:cxn>
            </a:cxnLst>
            <a:rect l="0" t="0" r="r" b="b"/>
            <a:pathLst>
              <a:path w="1587" h="1587">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27" name="Freeform 1210"/>
          <p:cNvSpPr>
            <a:spLocks/>
          </p:cNvSpPr>
          <p:nvPr/>
        </p:nvSpPr>
        <p:spPr bwMode="auto">
          <a:xfrm>
            <a:off x="793756" y="557220"/>
            <a:ext cx="4233" cy="3175"/>
          </a:xfrm>
          <a:custGeom>
            <a:avLst/>
            <a:gdLst>
              <a:gd name="T0" fmla="*/ 0 w 2"/>
              <a:gd name="T1" fmla="*/ 3175 h 2"/>
              <a:gd name="T2" fmla="*/ 0 w 2"/>
              <a:gd name="T3" fmla="*/ 3175 h 2"/>
              <a:gd name="T4" fmla="*/ 3175 w 2"/>
              <a:gd name="T5" fmla="*/ 3175 h 2"/>
              <a:gd name="T6" fmla="*/ 3175 w 2"/>
              <a:gd name="T7" fmla="*/ 0 h 2"/>
              <a:gd name="T8" fmla="*/ 3175 w 2"/>
              <a:gd name="T9" fmla="*/ 0 h 2"/>
              <a:gd name="T10" fmla="*/ 0 w 2"/>
              <a:gd name="T11" fmla="*/ 0 h 2"/>
              <a:gd name="T12" fmla="*/ 0 w 2"/>
              <a:gd name="T13" fmla="*/ 0 h 2"/>
              <a:gd name="T14" fmla="*/ 0 w 2"/>
              <a:gd name="T15" fmla="*/ 0 h 2"/>
              <a:gd name="T16" fmla="*/ 0 w 2"/>
              <a:gd name="T17" fmla="*/ 3175 h 2"/>
              <a:gd name="T18" fmla="*/ 0 w 2"/>
              <a:gd name="T19" fmla="*/ 3175 h 2"/>
              <a:gd name="T20" fmla="*/ 3175 w 2"/>
              <a:gd name="T21" fmla="*/ 3175 h 2"/>
              <a:gd name="T22" fmla="*/ 3175 w 2"/>
              <a:gd name="T23" fmla="*/ 0 h 2"/>
              <a:gd name="T24" fmla="*/ 3175 w 2"/>
              <a:gd name="T25" fmla="*/ 0 h 2"/>
              <a:gd name="T26" fmla="*/ 0 w 2"/>
              <a:gd name="T27" fmla="*/ 0 h 2"/>
              <a:gd name="T28" fmla="*/ 0 w 2"/>
              <a:gd name="T29" fmla="*/ 0 h 2"/>
              <a:gd name="T30" fmla="*/ 0 w 2"/>
              <a:gd name="T31" fmla="*/ 0 h 2"/>
              <a:gd name="T32" fmla="*/ 0 w 2"/>
              <a:gd name="T33" fmla="*/ 3175 h 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 h="2">
                <a:moveTo>
                  <a:pt x="0" y="2"/>
                </a:moveTo>
                <a:lnTo>
                  <a:pt x="0" y="2"/>
                </a:lnTo>
                <a:lnTo>
                  <a:pt x="2" y="2"/>
                </a:lnTo>
                <a:lnTo>
                  <a:pt x="2" y="0"/>
                </a:lnTo>
                <a:lnTo>
                  <a:pt x="0" y="0"/>
                </a:lnTo>
                <a:lnTo>
                  <a:pt x="0" y="2"/>
                </a:lnTo>
                <a:lnTo>
                  <a:pt x="2" y="2"/>
                </a:lnTo>
                <a:lnTo>
                  <a:pt x="2" y="0"/>
                </a:lnTo>
                <a:lnTo>
                  <a:pt x="0" y="0"/>
                </a:lnTo>
                <a:lnTo>
                  <a:pt x="0"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28" name="Freeform 1214"/>
          <p:cNvSpPr>
            <a:spLocks/>
          </p:cNvSpPr>
          <p:nvPr/>
        </p:nvSpPr>
        <p:spPr bwMode="auto">
          <a:xfrm>
            <a:off x="793756" y="557220"/>
            <a:ext cx="4233" cy="3175"/>
          </a:xfrm>
          <a:custGeom>
            <a:avLst/>
            <a:gdLst>
              <a:gd name="T0" fmla="*/ 0 w 2"/>
              <a:gd name="T1" fmla="*/ 3175 h 2"/>
              <a:gd name="T2" fmla="*/ 3175 w 2"/>
              <a:gd name="T3" fmla="*/ 3175 h 2"/>
              <a:gd name="T4" fmla="*/ 0 w 2"/>
              <a:gd name="T5" fmla="*/ 0 h 2"/>
              <a:gd name="T6" fmla="*/ 0 w 2"/>
              <a:gd name="T7" fmla="*/ 3175 h 2"/>
              <a:gd name="T8" fmla="*/ 0 w 2"/>
              <a:gd name="T9" fmla="*/ 3175 h 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 h="2">
                <a:moveTo>
                  <a:pt x="0" y="2"/>
                </a:moveTo>
                <a:lnTo>
                  <a:pt x="2" y="2"/>
                </a:lnTo>
                <a:lnTo>
                  <a:pt x="0" y="0"/>
                </a:lnTo>
                <a:lnTo>
                  <a:pt x="0"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29" name="Rectangle 1215"/>
          <p:cNvSpPr>
            <a:spLocks noChangeArrowheads="1"/>
          </p:cNvSpPr>
          <p:nvPr/>
        </p:nvSpPr>
        <p:spPr bwMode="auto">
          <a:xfrm>
            <a:off x="793751" y="627070"/>
            <a:ext cx="2116" cy="158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spcBef>
                <a:spcPct val="50000"/>
              </a:spcBef>
              <a:buFontTx/>
              <a:buChar char="•"/>
            </a:pPr>
            <a:endParaRPr lang="en-US" sz="1300" b="0"/>
          </a:p>
        </p:txBody>
      </p:sp>
      <p:sp>
        <p:nvSpPr>
          <p:cNvPr id="30" name="Freeform 1217"/>
          <p:cNvSpPr>
            <a:spLocks/>
          </p:cNvSpPr>
          <p:nvPr/>
        </p:nvSpPr>
        <p:spPr bwMode="auto">
          <a:xfrm>
            <a:off x="793751" y="627070"/>
            <a:ext cx="2116" cy="1587"/>
          </a:xfrm>
          <a:custGeom>
            <a:avLst/>
            <a:gdLst>
              <a:gd name="T0" fmla="*/ 0 w 1587"/>
              <a:gd name="T1" fmla="*/ 0 h 1587"/>
              <a:gd name="T2" fmla="*/ 0 w 1587"/>
              <a:gd name="T3" fmla="*/ 0 h 1587"/>
              <a:gd name="T4" fmla="*/ 0 w 1587"/>
              <a:gd name="T5" fmla="*/ 0 h 1587"/>
              <a:gd name="T6" fmla="*/ 0 w 1587"/>
              <a:gd name="T7" fmla="*/ 0 h 1587"/>
              <a:gd name="T8" fmla="*/ 0 w 1587"/>
              <a:gd name="T9" fmla="*/ 0 h 1587"/>
              <a:gd name="T10" fmla="*/ 0 w 1587"/>
              <a:gd name="T11" fmla="*/ 0 h 1587"/>
              <a:gd name="T12" fmla="*/ 0 w 1587"/>
              <a:gd name="T13" fmla="*/ 0 h 1587"/>
              <a:gd name="T14" fmla="*/ 0 w 1587"/>
              <a:gd name="T15" fmla="*/ 0 h 1587"/>
              <a:gd name="T16" fmla="*/ 0 w 1587"/>
              <a:gd name="T17" fmla="*/ 0 h 1587"/>
              <a:gd name="T18" fmla="*/ 0 w 1587"/>
              <a:gd name="T19" fmla="*/ 0 h 1587"/>
              <a:gd name="T20" fmla="*/ 0 w 1587"/>
              <a:gd name="T21" fmla="*/ 0 h 1587"/>
              <a:gd name="T22" fmla="*/ 0 w 1587"/>
              <a:gd name="T23" fmla="*/ 0 h 1587"/>
              <a:gd name="T24" fmla="*/ 0 w 1587"/>
              <a:gd name="T25" fmla="*/ 0 h 1587"/>
              <a:gd name="T26" fmla="*/ 0 w 1587"/>
              <a:gd name="T27" fmla="*/ 0 h 1587"/>
              <a:gd name="T28" fmla="*/ 0 w 1587"/>
              <a:gd name="T29" fmla="*/ 0 h 1587"/>
              <a:gd name="T30" fmla="*/ 0 w 1587"/>
              <a:gd name="T31" fmla="*/ 0 h 1587"/>
              <a:gd name="T32" fmla="*/ 0 w 1587"/>
              <a:gd name="T33" fmla="*/ 0 h 1587"/>
              <a:gd name="T34" fmla="*/ 0 w 1587"/>
              <a:gd name="T35" fmla="*/ 0 h 1587"/>
              <a:gd name="T36" fmla="*/ 0 w 1587"/>
              <a:gd name="T37" fmla="*/ 0 h 1587"/>
              <a:gd name="T38" fmla="*/ 0 w 1587"/>
              <a:gd name="T39" fmla="*/ 0 h 1587"/>
              <a:gd name="T40" fmla="*/ 0 w 1587"/>
              <a:gd name="T41" fmla="*/ 0 h 1587"/>
              <a:gd name="T42" fmla="*/ 0 w 1587"/>
              <a:gd name="T43" fmla="*/ 0 h 1587"/>
              <a:gd name="T44" fmla="*/ 0 w 1587"/>
              <a:gd name="T45" fmla="*/ 0 h 1587"/>
              <a:gd name="T46" fmla="*/ 0 w 1587"/>
              <a:gd name="T47" fmla="*/ 0 h 1587"/>
              <a:gd name="T48" fmla="*/ 0 w 1587"/>
              <a:gd name="T49" fmla="*/ 0 h 1587"/>
              <a:gd name="T50" fmla="*/ 0 w 1587"/>
              <a:gd name="T51" fmla="*/ 0 h 1587"/>
              <a:gd name="T52" fmla="*/ 0 w 1587"/>
              <a:gd name="T53" fmla="*/ 0 h 1587"/>
              <a:gd name="T54" fmla="*/ 0 w 1587"/>
              <a:gd name="T55" fmla="*/ 0 h 1587"/>
              <a:gd name="T56" fmla="*/ 0 w 1587"/>
              <a:gd name="T57" fmla="*/ 0 h 1587"/>
              <a:gd name="T58" fmla="*/ 0 w 1587"/>
              <a:gd name="T59" fmla="*/ 0 h 1587"/>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1587" h="1587">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31" name="Freeform 1219"/>
          <p:cNvSpPr>
            <a:spLocks/>
          </p:cNvSpPr>
          <p:nvPr/>
        </p:nvSpPr>
        <p:spPr bwMode="auto">
          <a:xfrm>
            <a:off x="975787" y="541345"/>
            <a:ext cx="2116" cy="1587"/>
          </a:xfrm>
          <a:custGeom>
            <a:avLst/>
            <a:gdLst>
              <a:gd name="T0" fmla="*/ 0 w 1587"/>
              <a:gd name="T1" fmla="*/ 0 h 1587"/>
              <a:gd name="T2" fmla="*/ 0 w 1587"/>
              <a:gd name="T3" fmla="*/ 0 h 1587"/>
              <a:gd name="T4" fmla="*/ 0 w 1587"/>
              <a:gd name="T5" fmla="*/ 0 h 1587"/>
              <a:gd name="T6" fmla="*/ 0 60000 65536"/>
              <a:gd name="T7" fmla="*/ 0 60000 65536"/>
              <a:gd name="T8" fmla="*/ 0 60000 65536"/>
            </a:gdLst>
            <a:ahLst/>
            <a:cxnLst>
              <a:cxn ang="T6">
                <a:pos x="T0" y="T1"/>
              </a:cxn>
              <a:cxn ang="T7">
                <a:pos x="T2" y="T3"/>
              </a:cxn>
              <a:cxn ang="T8">
                <a:pos x="T4" y="T5"/>
              </a:cxn>
            </a:cxnLst>
            <a:rect l="0" t="0" r="r" b="b"/>
            <a:pathLst>
              <a:path w="1587" h="1587">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32" name="Freeform 1221"/>
          <p:cNvSpPr>
            <a:spLocks/>
          </p:cNvSpPr>
          <p:nvPr/>
        </p:nvSpPr>
        <p:spPr bwMode="auto">
          <a:xfrm>
            <a:off x="975789" y="541345"/>
            <a:ext cx="4233" cy="3175"/>
          </a:xfrm>
          <a:custGeom>
            <a:avLst/>
            <a:gdLst>
              <a:gd name="T0" fmla="*/ 3175 w 2"/>
              <a:gd name="T1" fmla="*/ 0 h 2"/>
              <a:gd name="T2" fmla="*/ 3175 w 2"/>
              <a:gd name="T3" fmla="*/ 0 h 2"/>
              <a:gd name="T4" fmla="*/ 3175 w 2"/>
              <a:gd name="T5" fmla="*/ 0 h 2"/>
              <a:gd name="T6" fmla="*/ 0 w 2"/>
              <a:gd name="T7" fmla="*/ 0 h 2"/>
              <a:gd name="T8" fmla="*/ 0 w 2"/>
              <a:gd name="T9" fmla="*/ 0 h 2"/>
              <a:gd name="T10" fmla="*/ 0 w 2"/>
              <a:gd name="T11" fmla="*/ 3175 h 2"/>
              <a:gd name="T12" fmla="*/ 3175 w 2"/>
              <a:gd name="T13" fmla="*/ 0 h 2"/>
              <a:gd name="T14" fmla="*/ 3175 w 2"/>
              <a:gd name="T15" fmla="*/ 0 h 2"/>
              <a:gd name="T16" fmla="*/ 3175 w 2"/>
              <a:gd name="T17" fmla="*/ 0 h 2"/>
              <a:gd name="T18" fmla="*/ 0 w 2"/>
              <a:gd name="T19" fmla="*/ 0 h 2"/>
              <a:gd name="T20" fmla="*/ 0 w 2"/>
              <a:gd name="T21" fmla="*/ 0 h 2"/>
              <a:gd name="T22" fmla="*/ 0 w 2"/>
              <a:gd name="T23" fmla="*/ 3175 h 2"/>
              <a:gd name="T24" fmla="*/ 3175 w 2"/>
              <a:gd name="T25" fmla="*/ 0 h 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 h="2">
                <a:moveTo>
                  <a:pt x="2" y="0"/>
                </a:moveTo>
                <a:lnTo>
                  <a:pt x="2" y="0"/>
                </a:lnTo>
                <a:lnTo>
                  <a:pt x="0" y="0"/>
                </a:lnTo>
                <a:lnTo>
                  <a:pt x="0" y="2"/>
                </a:lnTo>
                <a:lnTo>
                  <a:pt x="2" y="0"/>
                </a:lnTo>
                <a:lnTo>
                  <a:pt x="0" y="0"/>
                </a:lnTo>
                <a:lnTo>
                  <a:pt x="0" y="2"/>
                </a:lnTo>
                <a:lnTo>
                  <a:pt x="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33" name="Freeform 1234"/>
          <p:cNvSpPr>
            <a:spLocks/>
          </p:cNvSpPr>
          <p:nvPr/>
        </p:nvSpPr>
        <p:spPr bwMode="auto">
          <a:xfrm>
            <a:off x="963089" y="550870"/>
            <a:ext cx="4233" cy="1587"/>
          </a:xfrm>
          <a:custGeom>
            <a:avLst/>
            <a:gdLst>
              <a:gd name="T0" fmla="*/ 0 w 2"/>
              <a:gd name="T1" fmla="*/ 0 h 1587"/>
              <a:gd name="T2" fmla="*/ 0 w 2"/>
              <a:gd name="T3" fmla="*/ 0 h 1587"/>
              <a:gd name="T4" fmla="*/ 3175 w 2"/>
              <a:gd name="T5" fmla="*/ 0 h 1587"/>
              <a:gd name="T6" fmla="*/ 3175 w 2"/>
              <a:gd name="T7" fmla="*/ 0 h 1587"/>
              <a:gd name="T8" fmla="*/ 3175 w 2"/>
              <a:gd name="T9" fmla="*/ 0 h 1587"/>
              <a:gd name="T10" fmla="*/ 3175 w 2"/>
              <a:gd name="T11" fmla="*/ 0 h 1587"/>
              <a:gd name="T12" fmla="*/ 0 w 2"/>
              <a:gd name="T13" fmla="*/ 0 h 1587"/>
              <a:gd name="T14" fmla="*/ 0 w 2"/>
              <a:gd name="T15" fmla="*/ 0 h 1587"/>
              <a:gd name="T16" fmla="*/ 0 w 2"/>
              <a:gd name="T17" fmla="*/ 0 h 1587"/>
              <a:gd name="T18" fmla="*/ 0 w 2"/>
              <a:gd name="T19" fmla="*/ 0 h 1587"/>
              <a:gd name="T20" fmla="*/ 0 w 2"/>
              <a:gd name="T21" fmla="*/ 0 h 1587"/>
              <a:gd name="T22" fmla="*/ 0 w 2"/>
              <a:gd name="T23" fmla="*/ 0 h 1587"/>
              <a:gd name="T24" fmla="*/ 3175 w 2"/>
              <a:gd name="T25" fmla="*/ 0 h 1587"/>
              <a:gd name="T26" fmla="*/ 3175 w 2"/>
              <a:gd name="T27" fmla="*/ 0 h 1587"/>
              <a:gd name="T28" fmla="*/ 3175 w 2"/>
              <a:gd name="T29" fmla="*/ 0 h 1587"/>
              <a:gd name="T30" fmla="*/ 0 w 2"/>
              <a:gd name="T31" fmla="*/ 0 h 1587"/>
              <a:gd name="T32" fmla="*/ 0 w 2"/>
              <a:gd name="T33" fmla="*/ 0 h 1587"/>
              <a:gd name="T34" fmla="*/ 3175 w 2"/>
              <a:gd name="T35" fmla="*/ 0 h 1587"/>
              <a:gd name="T36" fmla="*/ 0 w 2"/>
              <a:gd name="T37" fmla="*/ 0 h 1587"/>
              <a:gd name="T38" fmla="*/ 0 w 2"/>
              <a:gd name="T39" fmla="*/ 0 h 1587"/>
              <a:gd name="T40" fmla="*/ 0 w 2"/>
              <a:gd name="T41" fmla="*/ 0 h 1587"/>
              <a:gd name="T42" fmla="*/ 0 w 2"/>
              <a:gd name="T43" fmla="*/ 0 h 1587"/>
              <a:gd name="T44" fmla="*/ 0 w 2"/>
              <a:gd name="T45" fmla="*/ 0 h 1587"/>
              <a:gd name="T46" fmla="*/ 0 w 2"/>
              <a:gd name="T47" fmla="*/ 0 h 1587"/>
              <a:gd name="T48" fmla="*/ 0 w 2"/>
              <a:gd name="T49" fmla="*/ 0 h 1587"/>
              <a:gd name="T50" fmla="*/ 0 w 2"/>
              <a:gd name="T51" fmla="*/ 0 h 1587"/>
              <a:gd name="T52" fmla="*/ 0 w 2"/>
              <a:gd name="T53" fmla="*/ 0 h 1587"/>
              <a:gd name="T54" fmla="*/ 0 w 2"/>
              <a:gd name="T55" fmla="*/ 0 h 1587"/>
              <a:gd name="T56" fmla="*/ 0 w 2"/>
              <a:gd name="T57" fmla="*/ 0 h 1587"/>
              <a:gd name="T58" fmla="*/ 0 w 2"/>
              <a:gd name="T59" fmla="*/ 0 h 1587"/>
              <a:gd name="T60" fmla="*/ 0 w 2"/>
              <a:gd name="T61" fmla="*/ 0 h 1587"/>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2" h="1587">
                <a:moveTo>
                  <a:pt x="0" y="0"/>
                </a:moveTo>
                <a:lnTo>
                  <a:pt x="0" y="0"/>
                </a:lnTo>
                <a:lnTo>
                  <a:pt x="2" y="0"/>
                </a:lnTo>
                <a:lnTo>
                  <a:pt x="0" y="0"/>
                </a:lnTo>
                <a:lnTo>
                  <a:pt x="2" y="0"/>
                </a:lnTo>
                <a:lnTo>
                  <a:pt x="0" y="0"/>
                </a:lnTo>
                <a:lnTo>
                  <a:pt x="2"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34" name="Line 1237"/>
          <p:cNvSpPr>
            <a:spLocks noChangeShapeType="1"/>
          </p:cNvSpPr>
          <p:nvPr/>
        </p:nvSpPr>
        <p:spPr bwMode="auto">
          <a:xfrm>
            <a:off x="971551" y="544520"/>
            <a:ext cx="2116" cy="1587"/>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35" name="Line 1238"/>
          <p:cNvSpPr>
            <a:spLocks noChangeShapeType="1"/>
          </p:cNvSpPr>
          <p:nvPr/>
        </p:nvSpPr>
        <p:spPr bwMode="auto">
          <a:xfrm>
            <a:off x="971551" y="544520"/>
            <a:ext cx="2116" cy="1587"/>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36" name="Freeform 1240"/>
          <p:cNvSpPr>
            <a:spLocks/>
          </p:cNvSpPr>
          <p:nvPr/>
        </p:nvSpPr>
        <p:spPr bwMode="auto">
          <a:xfrm>
            <a:off x="971551" y="541345"/>
            <a:ext cx="2116" cy="3175"/>
          </a:xfrm>
          <a:custGeom>
            <a:avLst/>
            <a:gdLst>
              <a:gd name="T0" fmla="*/ 0 w 1587"/>
              <a:gd name="T1" fmla="*/ 3175 h 2"/>
              <a:gd name="T2" fmla="*/ 0 w 1587"/>
              <a:gd name="T3" fmla="*/ 3175 h 2"/>
              <a:gd name="T4" fmla="*/ 0 w 1587"/>
              <a:gd name="T5" fmla="*/ 0 h 2"/>
              <a:gd name="T6" fmla="*/ 0 w 1587"/>
              <a:gd name="T7" fmla="*/ 3175 h 2"/>
              <a:gd name="T8" fmla="*/ 0 w 1587"/>
              <a:gd name="T9" fmla="*/ 3175 h 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87" h="2">
                <a:moveTo>
                  <a:pt x="0" y="2"/>
                </a:moveTo>
                <a:lnTo>
                  <a:pt x="0" y="2"/>
                </a:lnTo>
                <a:lnTo>
                  <a:pt x="0" y="0"/>
                </a:lnTo>
                <a:lnTo>
                  <a:pt x="0"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37" name="Freeform 1243"/>
          <p:cNvSpPr>
            <a:spLocks/>
          </p:cNvSpPr>
          <p:nvPr/>
        </p:nvSpPr>
        <p:spPr bwMode="auto">
          <a:xfrm>
            <a:off x="971556" y="538170"/>
            <a:ext cx="4233" cy="3175"/>
          </a:xfrm>
          <a:custGeom>
            <a:avLst/>
            <a:gdLst>
              <a:gd name="T0" fmla="*/ 3175 w 2"/>
              <a:gd name="T1" fmla="*/ 3175 h 2"/>
              <a:gd name="T2" fmla="*/ 3175 w 2"/>
              <a:gd name="T3" fmla="*/ 3175 h 2"/>
              <a:gd name="T4" fmla="*/ 3175 w 2"/>
              <a:gd name="T5" fmla="*/ 3175 h 2"/>
              <a:gd name="T6" fmla="*/ 3175 w 2"/>
              <a:gd name="T7" fmla="*/ 3175 h 2"/>
              <a:gd name="T8" fmla="*/ 0 w 2"/>
              <a:gd name="T9" fmla="*/ 3175 h 2"/>
              <a:gd name="T10" fmla="*/ 0 w 2"/>
              <a:gd name="T11" fmla="*/ 3175 h 2"/>
              <a:gd name="T12" fmla="*/ 3175 w 2"/>
              <a:gd name="T13" fmla="*/ 3175 h 2"/>
              <a:gd name="T14" fmla="*/ 0 w 2"/>
              <a:gd name="T15" fmla="*/ 3175 h 2"/>
              <a:gd name="T16" fmla="*/ 0 w 2"/>
              <a:gd name="T17" fmla="*/ 3175 h 2"/>
              <a:gd name="T18" fmla="*/ 0 w 2"/>
              <a:gd name="T19" fmla="*/ 3175 h 2"/>
              <a:gd name="T20" fmla="*/ 0 w 2"/>
              <a:gd name="T21" fmla="*/ 3175 h 2"/>
              <a:gd name="T22" fmla="*/ 0 w 2"/>
              <a:gd name="T23" fmla="*/ 3175 h 2"/>
              <a:gd name="T24" fmla="*/ 0 w 2"/>
              <a:gd name="T25" fmla="*/ 3175 h 2"/>
              <a:gd name="T26" fmla="*/ 0 w 2"/>
              <a:gd name="T27" fmla="*/ 3175 h 2"/>
              <a:gd name="T28" fmla="*/ 0 w 2"/>
              <a:gd name="T29" fmla="*/ 3175 h 2"/>
              <a:gd name="T30" fmla="*/ 0 w 2"/>
              <a:gd name="T31" fmla="*/ 3175 h 2"/>
              <a:gd name="T32" fmla="*/ 0 w 2"/>
              <a:gd name="T33" fmla="*/ 3175 h 2"/>
              <a:gd name="T34" fmla="*/ 0 w 2"/>
              <a:gd name="T35" fmla="*/ 3175 h 2"/>
              <a:gd name="T36" fmla="*/ 0 w 2"/>
              <a:gd name="T37" fmla="*/ 3175 h 2"/>
              <a:gd name="T38" fmla="*/ 3175 w 2"/>
              <a:gd name="T39" fmla="*/ 3175 h 2"/>
              <a:gd name="T40" fmla="*/ 3175 w 2"/>
              <a:gd name="T41" fmla="*/ 3175 h 2"/>
              <a:gd name="T42" fmla="*/ 3175 w 2"/>
              <a:gd name="T43" fmla="*/ 3175 h 2"/>
              <a:gd name="T44" fmla="*/ 3175 w 2"/>
              <a:gd name="T45" fmla="*/ 3175 h 2"/>
              <a:gd name="T46" fmla="*/ 3175 w 2"/>
              <a:gd name="T47" fmla="*/ 3175 h 2"/>
              <a:gd name="T48" fmla="*/ 0 w 2"/>
              <a:gd name="T49" fmla="*/ 0 h 2"/>
              <a:gd name="T50" fmla="*/ 0 w 2"/>
              <a:gd name="T51" fmla="*/ 3175 h 2"/>
              <a:gd name="T52" fmla="*/ 0 w 2"/>
              <a:gd name="T53" fmla="*/ 3175 h 2"/>
              <a:gd name="T54" fmla="*/ 0 w 2"/>
              <a:gd name="T55" fmla="*/ 3175 h 2"/>
              <a:gd name="T56" fmla="*/ 3175 w 2"/>
              <a:gd name="T57" fmla="*/ 3175 h 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 h="2">
                <a:moveTo>
                  <a:pt x="2" y="2"/>
                </a:moveTo>
                <a:lnTo>
                  <a:pt x="2" y="2"/>
                </a:lnTo>
                <a:lnTo>
                  <a:pt x="0" y="2"/>
                </a:lnTo>
                <a:lnTo>
                  <a:pt x="2" y="2"/>
                </a:lnTo>
                <a:lnTo>
                  <a:pt x="0" y="2"/>
                </a:lnTo>
                <a:lnTo>
                  <a:pt x="2" y="2"/>
                </a:lnTo>
                <a:lnTo>
                  <a:pt x="0" y="0"/>
                </a:lnTo>
                <a:lnTo>
                  <a:pt x="0" y="2"/>
                </a:lnTo>
                <a:lnTo>
                  <a:pt x="2"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38" name="Freeform 1246"/>
          <p:cNvSpPr>
            <a:spLocks/>
          </p:cNvSpPr>
          <p:nvPr/>
        </p:nvSpPr>
        <p:spPr bwMode="auto">
          <a:xfrm>
            <a:off x="967322" y="547695"/>
            <a:ext cx="4233" cy="3175"/>
          </a:xfrm>
          <a:custGeom>
            <a:avLst/>
            <a:gdLst>
              <a:gd name="T0" fmla="*/ 0 w 2"/>
              <a:gd name="T1" fmla="*/ 3175 h 2"/>
              <a:gd name="T2" fmla="*/ 0 w 2"/>
              <a:gd name="T3" fmla="*/ 3175 h 2"/>
              <a:gd name="T4" fmla="*/ 3175 w 2"/>
              <a:gd name="T5" fmla="*/ 0 h 2"/>
              <a:gd name="T6" fmla="*/ 3175 w 2"/>
              <a:gd name="T7" fmla="*/ 0 h 2"/>
              <a:gd name="T8" fmla="*/ 0 w 2"/>
              <a:gd name="T9" fmla="*/ 0 h 2"/>
              <a:gd name="T10" fmla="*/ 0 w 2"/>
              <a:gd name="T11" fmla="*/ 0 h 2"/>
              <a:gd name="T12" fmla="*/ 0 w 2"/>
              <a:gd name="T13" fmla="*/ 3175 h 2"/>
              <a:gd name="T14" fmla="*/ 0 w 2"/>
              <a:gd name="T15" fmla="*/ 3175 h 2"/>
              <a:gd name="T16" fmla="*/ 3175 w 2"/>
              <a:gd name="T17" fmla="*/ 0 h 2"/>
              <a:gd name="T18" fmla="*/ 3175 w 2"/>
              <a:gd name="T19" fmla="*/ 0 h 2"/>
              <a:gd name="T20" fmla="*/ 0 w 2"/>
              <a:gd name="T21" fmla="*/ 0 h 2"/>
              <a:gd name="T22" fmla="*/ 0 w 2"/>
              <a:gd name="T23" fmla="*/ 0 h 2"/>
              <a:gd name="T24" fmla="*/ 0 w 2"/>
              <a:gd name="T25" fmla="*/ 0 h 2"/>
              <a:gd name="T26" fmla="*/ 0 w 2"/>
              <a:gd name="T27" fmla="*/ 0 h 2"/>
              <a:gd name="T28" fmla="*/ 0 w 2"/>
              <a:gd name="T29" fmla="*/ 0 h 2"/>
              <a:gd name="T30" fmla="*/ 0 w 2"/>
              <a:gd name="T31" fmla="*/ 0 h 2"/>
              <a:gd name="T32" fmla="*/ 0 w 2"/>
              <a:gd name="T33" fmla="*/ 0 h 2"/>
              <a:gd name="T34" fmla="*/ 0 w 2"/>
              <a:gd name="T35" fmla="*/ 0 h 2"/>
              <a:gd name="T36" fmla="*/ 0 w 2"/>
              <a:gd name="T37" fmla="*/ 0 h 2"/>
              <a:gd name="T38" fmla="*/ 0 w 2"/>
              <a:gd name="T39" fmla="*/ 0 h 2"/>
              <a:gd name="T40" fmla="*/ 0 w 2"/>
              <a:gd name="T41" fmla="*/ 0 h 2"/>
              <a:gd name="T42" fmla="*/ 0 w 2"/>
              <a:gd name="T43" fmla="*/ 0 h 2"/>
              <a:gd name="T44" fmla="*/ 0 w 2"/>
              <a:gd name="T45" fmla="*/ 0 h 2"/>
              <a:gd name="T46" fmla="*/ 0 w 2"/>
              <a:gd name="T47" fmla="*/ 3175 h 2"/>
              <a:gd name="T48" fmla="*/ 0 w 2"/>
              <a:gd name="T49" fmla="*/ 3175 h 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2" h="2">
                <a:moveTo>
                  <a:pt x="0" y="2"/>
                </a:moveTo>
                <a:lnTo>
                  <a:pt x="0" y="2"/>
                </a:lnTo>
                <a:lnTo>
                  <a:pt x="2" y="0"/>
                </a:lnTo>
                <a:lnTo>
                  <a:pt x="0" y="0"/>
                </a:lnTo>
                <a:lnTo>
                  <a:pt x="0" y="2"/>
                </a:lnTo>
                <a:lnTo>
                  <a:pt x="2" y="0"/>
                </a:lnTo>
                <a:lnTo>
                  <a:pt x="0" y="0"/>
                </a:lnTo>
                <a:lnTo>
                  <a:pt x="0"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39" name="Freeform 1250"/>
          <p:cNvSpPr>
            <a:spLocks/>
          </p:cNvSpPr>
          <p:nvPr/>
        </p:nvSpPr>
        <p:spPr bwMode="auto">
          <a:xfrm>
            <a:off x="975789" y="530225"/>
            <a:ext cx="4233" cy="1588"/>
          </a:xfrm>
          <a:custGeom>
            <a:avLst/>
            <a:gdLst>
              <a:gd name="T0" fmla="*/ 3175 w 2"/>
              <a:gd name="T1" fmla="*/ 0 h 1588"/>
              <a:gd name="T2" fmla="*/ 0 w 2"/>
              <a:gd name="T3" fmla="*/ 0 h 1588"/>
              <a:gd name="T4" fmla="*/ 3175 w 2"/>
              <a:gd name="T5" fmla="*/ 0 h 1588"/>
              <a:gd name="T6" fmla="*/ 0 60000 65536"/>
              <a:gd name="T7" fmla="*/ 0 60000 65536"/>
              <a:gd name="T8" fmla="*/ 0 60000 65536"/>
            </a:gdLst>
            <a:ahLst/>
            <a:cxnLst>
              <a:cxn ang="T6">
                <a:pos x="T0" y="T1"/>
              </a:cxn>
              <a:cxn ang="T7">
                <a:pos x="T2" y="T3"/>
              </a:cxn>
              <a:cxn ang="T8">
                <a:pos x="T4" y="T5"/>
              </a:cxn>
            </a:cxnLst>
            <a:rect l="0" t="0" r="r" b="b"/>
            <a:pathLst>
              <a:path w="2" h="1588">
                <a:moveTo>
                  <a:pt x="2" y="0"/>
                </a:moveTo>
                <a:lnTo>
                  <a:pt x="0" y="0"/>
                </a:lnTo>
                <a:lnTo>
                  <a:pt x="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40" name="Freeform 1252"/>
          <p:cNvSpPr>
            <a:spLocks/>
          </p:cNvSpPr>
          <p:nvPr/>
        </p:nvSpPr>
        <p:spPr bwMode="auto">
          <a:xfrm>
            <a:off x="975789" y="527050"/>
            <a:ext cx="4233" cy="7938"/>
          </a:xfrm>
          <a:custGeom>
            <a:avLst/>
            <a:gdLst>
              <a:gd name="T0" fmla="*/ 3175 w 2"/>
              <a:gd name="T1" fmla="*/ 3175 h 5"/>
              <a:gd name="T2" fmla="*/ 3175 w 2"/>
              <a:gd name="T3" fmla="*/ 3175 h 5"/>
              <a:gd name="T4" fmla="*/ 0 w 2"/>
              <a:gd name="T5" fmla="*/ 0 h 5"/>
              <a:gd name="T6" fmla="*/ 0 w 2"/>
              <a:gd name="T7" fmla="*/ 3175 h 5"/>
              <a:gd name="T8" fmla="*/ 0 w 2"/>
              <a:gd name="T9" fmla="*/ 3175 h 5"/>
              <a:gd name="T10" fmla="*/ 3175 w 2"/>
              <a:gd name="T11" fmla="*/ 7938 h 5"/>
              <a:gd name="T12" fmla="*/ 3175 w 2"/>
              <a:gd name="T13" fmla="*/ 3175 h 5"/>
              <a:gd name="T14" fmla="*/ 3175 w 2"/>
              <a:gd name="T15" fmla="*/ 3175 h 5"/>
              <a:gd name="T16" fmla="*/ 0 w 2"/>
              <a:gd name="T17" fmla="*/ 0 h 5"/>
              <a:gd name="T18" fmla="*/ 0 w 2"/>
              <a:gd name="T19" fmla="*/ 3175 h 5"/>
              <a:gd name="T20" fmla="*/ 0 w 2"/>
              <a:gd name="T21" fmla="*/ 3175 h 5"/>
              <a:gd name="T22" fmla="*/ 3175 w 2"/>
              <a:gd name="T23" fmla="*/ 7938 h 5"/>
              <a:gd name="T24" fmla="*/ 3175 w 2"/>
              <a:gd name="T25" fmla="*/ 3175 h 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 h="5">
                <a:moveTo>
                  <a:pt x="2" y="2"/>
                </a:moveTo>
                <a:lnTo>
                  <a:pt x="2" y="2"/>
                </a:lnTo>
                <a:lnTo>
                  <a:pt x="0" y="0"/>
                </a:lnTo>
                <a:lnTo>
                  <a:pt x="0" y="2"/>
                </a:lnTo>
                <a:lnTo>
                  <a:pt x="2" y="5"/>
                </a:lnTo>
                <a:lnTo>
                  <a:pt x="2" y="2"/>
                </a:lnTo>
                <a:lnTo>
                  <a:pt x="0" y="0"/>
                </a:lnTo>
                <a:lnTo>
                  <a:pt x="0" y="2"/>
                </a:lnTo>
                <a:lnTo>
                  <a:pt x="2" y="5"/>
                </a:lnTo>
                <a:lnTo>
                  <a:pt x="2"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41" name="Freeform 1255"/>
          <p:cNvSpPr>
            <a:spLocks/>
          </p:cNvSpPr>
          <p:nvPr/>
        </p:nvSpPr>
        <p:spPr bwMode="auto">
          <a:xfrm>
            <a:off x="950389" y="550870"/>
            <a:ext cx="4233" cy="1587"/>
          </a:xfrm>
          <a:custGeom>
            <a:avLst/>
            <a:gdLst>
              <a:gd name="T0" fmla="*/ 0 w 2"/>
              <a:gd name="T1" fmla="*/ 0 h 1587"/>
              <a:gd name="T2" fmla="*/ 3175 w 2"/>
              <a:gd name="T3" fmla="*/ 0 h 1587"/>
              <a:gd name="T4" fmla="*/ 3175 w 2"/>
              <a:gd name="T5" fmla="*/ 0 h 1587"/>
              <a:gd name="T6" fmla="*/ 3175 w 2"/>
              <a:gd name="T7" fmla="*/ 0 h 1587"/>
              <a:gd name="T8" fmla="*/ 3175 w 2"/>
              <a:gd name="T9" fmla="*/ 0 h 1587"/>
              <a:gd name="T10" fmla="*/ 0 w 2"/>
              <a:gd name="T11" fmla="*/ 0 h 1587"/>
              <a:gd name="T12" fmla="*/ 0 w 2"/>
              <a:gd name="T13" fmla="*/ 0 h 1587"/>
              <a:gd name="T14" fmla="*/ 0 w 2"/>
              <a:gd name="T15" fmla="*/ 0 h 1587"/>
              <a:gd name="T16" fmla="*/ 0 w 2"/>
              <a:gd name="T17" fmla="*/ 0 h 1587"/>
              <a:gd name="T18" fmla="*/ 3175 w 2"/>
              <a:gd name="T19" fmla="*/ 0 h 1587"/>
              <a:gd name="T20" fmla="*/ 3175 w 2"/>
              <a:gd name="T21" fmla="*/ 0 h 1587"/>
              <a:gd name="T22" fmla="*/ 3175 w 2"/>
              <a:gd name="T23" fmla="*/ 0 h 1587"/>
              <a:gd name="T24" fmla="*/ 3175 w 2"/>
              <a:gd name="T25" fmla="*/ 0 h 1587"/>
              <a:gd name="T26" fmla="*/ 3175 w 2"/>
              <a:gd name="T27" fmla="*/ 0 h 1587"/>
              <a:gd name="T28" fmla="*/ 3175 w 2"/>
              <a:gd name="T29" fmla="*/ 0 h 1587"/>
              <a:gd name="T30" fmla="*/ 3175 w 2"/>
              <a:gd name="T31" fmla="*/ 0 h 1587"/>
              <a:gd name="T32" fmla="*/ 3175 w 2"/>
              <a:gd name="T33" fmla="*/ 0 h 1587"/>
              <a:gd name="T34" fmla="*/ 3175 w 2"/>
              <a:gd name="T35" fmla="*/ 0 h 1587"/>
              <a:gd name="T36" fmla="*/ 3175 w 2"/>
              <a:gd name="T37" fmla="*/ 0 h 1587"/>
              <a:gd name="T38" fmla="*/ 3175 w 2"/>
              <a:gd name="T39" fmla="*/ 0 h 1587"/>
              <a:gd name="T40" fmla="*/ 3175 w 2"/>
              <a:gd name="T41" fmla="*/ 0 h 1587"/>
              <a:gd name="T42" fmla="*/ 3175 w 2"/>
              <a:gd name="T43" fmla="*/ 0 h 1587"/>
              <a:gd name="T44" fmla="*/ 3175 w 2"/>
              <a:gd name="T45" fmla="*/ 0 h 1587"/>
              <a:gd name="T46" fmla="*/ 3175 w 2"/>
              <a:gd name="T47" fmla="*/ 0 h 1587"/>
              <a:gd name="T48" fmla="*/ 3175 w 2"/>
              <a:gd name="T49" fmla="*/ 0 h 1587"/>
              <a:gd name="T50" fmla="*/ 3175 w 2"/>
              <a:gd name="T51" fmla="*/ 0 h 1587"/>
              <a:gd name="T52" fmla="*/ 3175 w 2"/>
              <a:gd name="T53" fmla="*/ 0 h 1587"/>
              <a:gd name="T54" fmla="*/ 3175 w 2"/>
              <a:gd name="T55" fmla="*/ 0 h 1587"/>
              <a:gd name="T56" fmla="*/ 3175 w 2"/>
              <a:gd name="T57" fmla="*/ 0 h 1587"/>
              <a:gd name="T58" fmla="*/ 0 w 2"/>
              <a:gd name="T59" fmla="*/ 0 h 1587"/>
              <a:gd name="T60" fmla="*/ 0 w 2"/>
              <a:gd name="T61" fmla="*/ 0 h 1587"/>
              <a:gd name="T62" fmla="*/ 0 w 2"/>
              <a:gd name="T63" fmla="*/ 0 h 1587"/>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2" h="1587">
                <a:moveTo>
                  <a:pt x="0" y="0"/>
                </a:moveTo>
                <a:lnTo>
                  <a:pt x="2" y="0"/>
                </a:lnTo>
                <a:lnTo>
                  <a:pt x="0" y="0"/>
                </a:lnTo>
                <a:lnTo>
                  <a:pt x="2"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42" name="Rectangle 1256"/>
          <p:cNvSpPr>
            <a:spLocks noChangeArrowheads="1"/>
          </p:cNvSpPr>
          <p:nvPr/>
        </p:nvSpPr>
        <p:spPr bwMode="auto">
          <a:xfrm>
            <a:off x="963087" y="550870"/>
            <a:ext cx="2116" cy="158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spcBef>
                <a:spcPct val="50000"/>
              </a:spcBef>
              <a:buFontTx/>
              <a:buChar char="•"/>
            </a:pPr>
            <a:endParaRPr lang="en-US" sz="1300" b="0"/>
          </a:p>
        </p:txBody>
      </p:sp>
      <p:sp>
        <p:nvSpPr>
          <p:cNvPr id="43" name="Freeform 1258"/>
          <p:cNvSpPr>
            <a:spLocks/>
          </p:cNvSpPr>
          <p:nvPr/>
        </p:nvSpPr>
        <p:spPr bwMode="auto">
          <a:xfrm>
            <a:off x="963087" y="550870"/>
            <a:ext cx="2116" cy="1587"/>
          </a:xfrm>
          <a:custGeom>
            <a:avLst/>
            <a:gdLst>
              <a:gd name="T0" fmla="*/ 0 w 1587"/>
              <a:gd name="T1" fmla="*/ 0 h 1587"/>
              <a:gd name="T2" fmla="*/ 0 w 1587"/>
              <a:gd name="T3" fmla="*/ 0 h 1587"/>
              <a:gd name="T4" fmla="*/ 0 w 1587"/>
              <a:gd name="T5" fmla="*/ 0 h 1587"/>
              <a:gd name="T6" fmla="*/ 0 w 1587"/>
              <a:gd name="T7" fmla="*/ 0 h 1587"/>
              <a:gd name="T8" fmla="*/ 0 w 1587"/>
              <a:gd name="T9" fmla="*/ 0 h 1587"/>
              <a:gd name="T10" fmla="*/ 0 w 1587"/>
              <a:gd name="T11" fmla="*/ 0 h 1587"/>
              <a:gd name="T12" fmla="*/ 0 w 1587"/>
              <a:gd name="T13" fmla="*/ 0 h 1587"/>
              <a:gd name="T14" fmla="*/ 0 w 1587"/>
              <a:gd name="T15" fmla="*/ 0 h 1587"/>
              <a:gd name="T16" fmla="*/ 0 w 1587"/>
              <a:gd name="T17" fmla="*/ 0 h 1587"/>
              <a:gd name="T18" fmla="*/ 0 w 1587"/>
              <a:gd name="T19" fmla="*/ 0 h 1587"/>
              <a:gd name="T20" fmla="*/ 0 w 1587"/>
              <a:gd name="T21" fmla="*/ 0 h 1587"/>
              <a:gd name="T22" fmla="*/ 0 w 1587"/>
              <a:gd name="T23" fmla="*/ 0 h 1587"/>
              <a:gd name="T24" fmla="*/ 0 w 1587"/>
              <a:gd name="T25" fmla="*/ 0 h 1587"/>
              <a:gd name="T26" fmla="*/ 0 w 1587"/>
              <a:gd name="T27" fmla="*/ 0 h 1587"/>
              <a:gd name="T28" fmla="*/ 0 w 1587"/>
              <a:gd name="T29" fmla="*/ 0 h 1587"/>
              <a:gd name="T30" fmla="*/ 0 w 1587"/>
              <a:gd name="T31" fmla="*/ 0 h 1587"/>
              <a:gd name="T32" fmla="*/ 0 w 1587"/>
              <a:gd name="T33" fmla="*/ 0 h 1587"/>
              <a:gd name="T34" fmla="*/ 0 w 1587"/>
              <a:gd name="T35" fmla="*/ 0 h 1587"/>
              <a:gd name="T36" fmla="*/ 0 w 1587"/>
              <a:gd name="T37" fmla="*/ 0 h 1587"/>
              <a:gd name="T38" fmla="*/ 0 w 1587"/>
              <a:gd name="T39" fmla="*/ 0 h 1587"/>
              <a:gd name="T40" fmla="*/ 0 w 1587"/>
              <a:gd name="T41" fmla="*/ 0 h 1587"/>
              <a:gd name="T42" fmla="*/ 0 w 1587"/>
              <a:gd name="T43" fmla="*/ 0 h 1587"/>
              <a:gd name="T44" fmla="*/ 0 w 1587"/>
              <a:gd name="T45" fmla="*/ 0 h 1587"/>
              <a:gd name="T46" fmla="*/ 0 w 1587"/>
              <a:gd name="T47" fmla="*/ 0 h 1587"/>
              <a:gd name="T48" fmla="*/ 0 w 1587"/>
              <a:gd name="T49" fmla="*/ 0 h 1587"/>
              <a:gd name="T50" fmla="*/ 0 w 1587"/>
              <a:gd name="T51" fmla="*/ 0 h 1587"/>
              <a:gd name="T52" fmla="*/ 0 w 1587"/>
              <a:gd name="T53" fmla="*/ 0 h 1587"/>
              <a:gd name="T54" fmla="*/ 0 w 1587"/>
              <a:gd name="T55" fmla="*/ 0 h 1587"/>
              <a:gd name="T56" fmla="*/ 0 w 1587"/>
              <a:gd name="T57" fmla="*/ 0 h 1587"/>
              <a:gd name="T58" fmla="*/ 0 w 1587"/>
              <a:gd name="T59" fmla="*/ 0 h 1587"/>
              <a:gd name="T60" fmla="*/ 0 w 1587"/>
              <a:gd name="T61" fmla="*/ 0 h 1587"/>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1587" h="1587">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44" name="Freeform 1266"/>
          <p:cNvSpPr>
            <a:spLocks/>
          </p:cNvSpPr>
          <p:nvPr/>
        </p:nvSpPr>
        <p:spPr bwMode="auto">
          <a:xfrm>
            <a:off x="971551" y="534995"/>
            <a:ext cx="2116" cy="1587"/>
          </a:xfrm>
          <a:custGeom>
            <a:avLst/>
            <a:gdLst>
              <a:gd name="T0" fmla="*/ 0 w 1587"/>
              <a:gd name="T1" fmla="*/ 0 h 1587"/>
              <a:gd name="T2" fmla="*/ 0 w 1587"/>
              <a:gd name="T3" fmla="*/ 0 h 1587"/>
              <a:gd name="T4" fmla="*/ 0 w 1587"/>
              <a:gd name="T5" fmla="*/ 0 h 1587"/>
              <a:gd name="T6" fmla="*/ 0 w 1587"/>
              <a:gd name="T7" fmla="*/ 0 h 1587"/>
              <a:gd name="T8" fmla="*/ 0 w 1587"/>
              <a:gd name="T9" fmla="*/ 0 h 1587"/>
              <a:gd name="T10" fmla="*/ 0 w 1587"/>
              <a:gd name="T11" fmla="*/ 0 h 1587"/>
              <a:gd name="T12" fmla="*/ 0 w 1587"/>
              <a:gd name="T13" fmla="*/ 0 h 1587"/>
              <a:gd name="T14" fmla="*/ 0 w 1587"/>
              <a:gd name="T15" fmla="*/ 0 h 1587"/>
              <a:gd name="T16" fmla="*/ 0 w 1587"/>
              <a:gd name="T17" fmla="*/ 0 h 1587"/>
              <a:gd name="T18" fmla="*/ 0 w 1587"/>
              <a:gd name="T19" fmla="*/ 0 h 1587"/>
              <a:gd name="T20" fmla="*/ 0 w 1587"/>
              <a:gd name="T21" fmla="*/ 0 h 1587"/>
              <a:gd name="T22" fmla="*/ 0 w 1587"/>
              <a:gd name="T23" fmla="*/ 0 h 1587"/>
              <a:gd name="T24" fmla="*/ 0 w 1587"/>
              <a:gd name="T25" fmla="*/ 0 h 1587"/>
              <a:gd name="T26" fmla="*/ 0 w 1587"/>
              <a:gd name="T27" fmla="*/ 0 h 1587"/>
              <a:gd name="T28" fmla="*/ 0 w 1587"/>
              <a:gd name="T29" fmla="*/ 0 h 1587"/>
              <a:gd name="T30" fmla="*/ 0 w 1587"/>
              <a:gd name="T31" fmla="*/ 0 h 1587"/>
              <a:gd name="T32" fmla="*/ 0 w 1587"/>
              <a:gd name="T33" fmla="*/ 0 h 1587"/>
              <a:gd name="T34" fmla="*/ 0 w 1587"/>
              <a:gd name="T35" fmla="*/ 0 h 1587"/>
              <a:gd name="T36" fmla="*/ 0 w 1587"/>
              <a:gd name="T37" fmla="*/ 0 h 1587"/>
              <a:gd name="T38" fmla="*/ 0 w 1587"/>
              <a:gd name="T39" fmla="*/ 0 h 1587"/>
              <a:gd name="T40" fmla="*/ 0 w 1587"/>
              <a:gd name="T41" fmla="*/ 0 h 1587"/>
              <a:gd name="T42" fmla="*/ 0 w 1587"/>
              <a:gd name="T43" fmla="*/ 0 h 1587"/>
              <a:gd name="T44" fmla="*/ 0 w 1587"/>
              <a:gd name="T45" fmla="*/ 0 h 1587"/>
              <a:gd name="T46" fmla="*/ 0 w 1587"/>
              <a:gd name="T47" fmla="*/ 0 h 1587"/>
              <a:gd name="T48" fmla="*/ 0 w 1587"/>
              <a:gd name="T49" fmla="*/ 0 h 1587"/>
              <a:gd name="T50" fmla="*/ 0 w 1587"/>
              <a:gd name="T51" fmla="*/ 0 h 1587"/>
              <a:gd name="T52" fmla="*/ 0 w 1587"/>
              <a:gd name="T53" fmla="*/ 0 h 1587"/>
              <a:gd name="T54" fmla="*/ 0 w 1587"/>
              <a:gd name="T55" fmla="*/ 0 h 1587"/>
              <a:gd name="T56" fmla="*/ 0 w 1587"/>
              <a:gd name="T57" fmla="*/ 0 h 1587"/>
              <a:gd name="T58" fmla="*/ 0 w 1587"/>
              <a:gd name="T59" fmla="*/ 0 h 1587"/>
              <a:gd name="T60" fmla="*/ 0 w 1587"/>
              <a:gd name="T61" fmla="*/ 0 h 1587"/>
              <a:gd name="T62" fmla="*/ 0 w 1587"/>
              <a:gd name="T63" fmla="*/ 0 h 1587"/>
              <a:gd name="T64" fmla="*/ 0 w 1587"/>
              <a:gd name="T65" fmla="*/ 0 h 1587"/>
              <a:gd name="T66" fmla="*/ 0 w 1587"/>
              <a:gd name="T67" fmla="*/ 0 h 1587"/>
              <a:gd name="T68" fmla="*/ 0 w 1587"/>
              <a:gd name="T69" fmla="*/ 0 h 1587"/>
              <a:gd name="T70" fmla="*/ 0 w 1587"/>
              <a:gd name="T71" fmla="*/ 0 h 1587"/>
              <a:gd name="T72" fmla="*/ 0 w 1587"/>
              <a:gd name="T73" fmla="*/ 0 h 1587"/>
              <a:gd name="T74" fmla="*/ 0 w 1587"/>
              <a:gd name="T75" fmla="*/ 0 h 1587"/>
              <a:gd name="T76" fmla="*/ 0 w 1587"/>
              <a:gd name="T77" fmla="*/ 0 h 1587"/>
              <a:gd name="T78" fmla="*/ 0 w 1587"/>
              <a:gd name="T79" fmla="*/ 0 h 1587"/>
              <a:gd name="T80" fmla="*/ 0 w 1587"/>
              <a:gd name="T81" fmla="*/ 0 h 1587"/>
              <a:gd name="T82" fmla="*/ 0 w 1587"/>
              <a:gd name="T83" fmla="*/ 0 h 1587"/>
              <a:gd name="T84" fmla="*/ 0 w 1587"/>
              <a:gd name="T85" fmla="*/ 0 h 1587"/>
              <a:gd name="T86" fmla="*/ 0 w 1587"/>
              <a:gd name="T87" fmla="*/ 0 h 158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587" h="1587">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45" name="Freeform 1269"/>
          <p:cNvSpPr>
            <a:spLocks/>
          </p:cNvSpPr>
          <p:nvPr/>
        </p:nvSpPr>
        <p:spPr bwMode="auto">
          <a:xfrm>
            <a:off x="971556" y="530232"/>
            <a:ext cx="4233" cy="4763"/>
          </a:xfrm>
          <a:custGeom>
            <a:avLst/>
            <a:gdLst>
              <a:gd name="T0" fmla="*/ 0 w 2"/>
              <a:gd name="T1" fmla="*/ 4763 h 3"/>
              <a:gd name="T2" fmla="*/ 3175 w 2"/>
              <a:gd name="T3" fmla="*/ 0 h 3"/>
              <a:gd name="T4" fmla="*/ 3175 w 2"/>
              <a:gd name="T5" fmla="*/ 0 h 3"/>
              <a:gd name="T6" fmla="*/ 3175 w 2"/>
              <a:gd name="T7" fmla="*/ 0 h 3"/>
              <a:gd name="T8" fmla="*/ 3175 w 2"/>
              <a:gd name="T9" fmla="*/ 0 h 3"/>
              <a:gd name="T10" fmla="*/ 0 w 2"/>
              <a:gd name="T11" fmla="*/ 0 h 3"/>
              <a:gd name="T12" fmla="*/ 0 w 2"/>
              <a:gd name="T13" fmla="*/ 0 h 3"/>
              <a:gd name="T14" fmla="*/ 0 w 2"/>
              <a:gd name="T15" fmla="*/ 4763 h 3"/>
              <a:gd name="T16" fmla="*/ 0 w 2"/>
              <a:gd name="T17" fmla="*/ 4763 h 3"/>
              <a:gd name="T18" fmla="*/ 3175 w 2"/>
              <a:gd name="T19" fmla="*/ 0 h 3"/>
              <a:gd name="T20" fmla="*/ 3175 w 2"/>
              <a:gd name="T21" fmla="*/ 0 h 3"/>
              <a:gd name="T22" fmla="*/ 0 w 2"/>
              <a:gd name="T23" fmla="*/ 0 h 3"/>
              <a:gd name="T24" fmla="*/ 0 w 2"/>
              <a:gd name="T25" fmla="*/ 0 h 3"/>
              <a:gd name="T26" fmla="*/ 0 w 2"/>
              <a:gd name="T27" fmla="*/ 0 h 3"/>
              <a:gd name="T28" fmla="*/ 0 w 2"/>
              <a:gd name="T29" fmla="*/ 0 h 3"/>
              <a:gd name="T30" fmla="*/ 0 w 2"/>
              <a:gd name="T31" fmla="*/ 0 h 3"/>
              <a:gd name="T32" fmla="*/ 0 w 2"/>
              <a:gd name="T33" fmla="*/ 0 h 3"/>
              <a:gd name="T34" fmla="*/ 0 w 2"/>
              <a:gd name="T35" fmla="*/ 0 h 3"/>
              <a:gd name="T36" fmla="*/ 0 w 2"/>
              <a:gd name="T37" fmla="*/ 0 h 3"/>
              <a:gd name="T38" fmla="*/ 0 w 2"/>
              <a:gd name="T39" fmla="*/ 4763 h 3"/>
              <a:gd name="T40" fmla="*/ 0 w 2"/>
              <a:gd name="T41" fmla="*/ 4763 h 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 h="3">
                <a:moveTo>
                  <a:pt x="0" y="3"/>
                </a:moveTo>
                <a:lnTo>
                  <a:pt x="2" y="0"/>
                </a:lnTo>
                <a:lnTo>
                  <a:pt x="0" y="0"/>
                </a:lnTo>
                <a:lnTo>
                  <a:pt x="0" y="3"/>
                </a:lnTo>
                <a:lnTo>
                  <a:pt x="2" y="0"/>
                </a:lnTo>
                <a:lnTo>
                  <a:pt x="0" y="0"/>
                </a:lnTo>
                <a:lnTo>
                  <a:pt x="0" y="3"/>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46" name="Line 1270"/>
          <p:cNvSpPr>
            <a:spLocks noChangeShapeType="1"/>
          </p:cNvSpPr>
          <p:nvPr/>
        </p:nvSpPr>
        <p:spPr bwMode="auto">
          <a:xfrm>
            <a:off x="971551" y="530225"/>
            <a:ext cx="2116" cy="15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47" name="Line 1271"/>
          <p:cNvSpPr>
            <a:spLocks noChangeShapeType="1"/>
          </p:cNvSpPr>
          <p:nvPr/>
        </p:nvSpPr>
        <p:spPr bwMode="auto">
          <a:xfrm>
            <a:off x="971551" y="530225"/>
            <a:ext cx="2116" cy="15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48" name="Rectangle 1272"/>
          <p:cNvSpPr>
            <a:spLocks noChangeArrowheads="1"/>
          </p:cNvSpPr>
          <p:nvPr/>
        </p:nvSpPr>
        <p:spPr bwMode="auto">
          <a:xfrm>
            <a:off x="971551" y="530225"/>
            <a:ext cx="2116" cy="15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spcBef>
                <a:spcPct val="50000"/>
              </a:spcBef>
              <a:buFontTx/>
              <a:buChar char="•"/>
            </a:pPr>
            <a:endParaRPr lang="en-US" sz="1300" b="0"/>
          </a:p>
        </p:txBody>
      </p:sp>
      <p:sp>
        <p:nvSpPr>
          <p:cNvPr id="49" name="Rectangle 1273"/>
          <p:cNvSpPr>
            <a:spLocks noChangeArrowheads="1"/>
          </p:cNvSpPr>
          <p:nvPr/>
        </p:nvSpPr>
        <p:spPr bwMode="auto">
          <a:xfrm>
            <a:off x="971551" y="530225"/>
            <a:ext cx="2116" cy="1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50000"/>
              </a:spcBef>
              <a:buFontTx/>
              <a:buChar char="•"/>
            </a:pPr>
            <a:endParaRPr lang="en-US" sz="1300" b="0"/>
          </a:p>
        </p:txBody>
      </p:sp>
      <p:sp>
        <p:nvSpPr>
          <p:cNvPr id="50" name="Line 1274"/>
          <p:cNvSpPr>
            <a:spLocks noChangeShapeType="1"/>
          </p:cNvSpPr>
          <p:nvPr/>
        </p:nvSpPr>
        <p:spPr bwMode="auto">
          <a:xfrm>
            <a:off x="971551" y="527050"/>
            <a:ext cx="2116" cy="15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51" name="Line 1275"/>
          <p:cNvSpPr>
            <a:spLocks noChangeShapeType="1"/>
          </p:cNvSpPr>
          <p:nvPr/>
        </p:nvSpPr>
        <p:spPr bwMode="auto">
          <a:xfrm>
            <a:off x="971551" y="527050"/>
            <a:ext cx="2116" cy="15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52" name="Freeform 1277"/>
          <p:cNvSpPr>
            <a:spLocks/>
          </p:cNvSpPr>
          <p:nvPr/>
        </p:nvSpPr>
        <p:spPr bwMode="auto">
          <a:xfrm>
            <a:off x="971551" y="523882"/>
            <a:ext cx="2116" cy="3175"/>
          </a:xfrm>
          <a:custGeom>
            <a:avLst/>
            <a:gdLst>
              <a:gd name="T0" fmla="*/ 0 w 1587"/>
              <a:gd name="T1" fmla="*/ 3175 h 2"/>
              <a:gd name="T2" fmla="*/ 0 w 1587"/>
              <a:gd name="T3" fmla="*/ 3175 h 2"/>
              <a:gd name="T4" fmla="*/ 0 w 1587"/>
              <a:gd name="T5" fmla="*/ 0 h 2"/>
              <a:gd name="T6" fmla="*/ 0 w 1587"/>
              <a:gd name="T7" fmla="*/ 3175 h 2"/>
              <a:gd name="T8" fmla="*/ 0 w 1587"/>
              <a:gd name="T9" fmla="*/ 3175 h 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87" h="2">
                <a:moveTo>
                  <a:pt x="0" y="2"/>
                </a:moveTo>
                <a:lnTo>
                  <a:pt x="0" y="2"/>
                </a:lnTo>
                <a:lnTo>
                  <a:pt x="0" y="0"/>
                </a:lnTo>
                <a:lnTo>
                  <a:pt x="0"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53" name="Freeform 1287"/>
          <p:cNvSpPr>
            <a:spLocks/>
          </p:cNvSpPr>
          <p:nvPr/>
        </p:nvSpPr>
        <p:spPr bwMode="auto">
          <a:xfrm>
            <a:off x="958856" y="514350"/>
            <a:ext cx="4233" cy="3175"/>
          </a:xfrm>
          <a:custGeom>
            <a:avLst/>
            <a:gdLst>
              <a:gd name="T0" fmla="*/ 0 w 2"/>
              <a:gd name="T1" fmla="*/ 0 h 2"/>
              <a:gd name="T2" fmla="*/ 0 w 2"/>
              <a:gd name="T3" fmla="*/ 3175 h 2"/>
              <a:gd name="T4" fmla="*/ 3175 w 2"/>
              <a:gd name="T5" fmla="*/ 3175 h 2"/>
              <a:gd name="T6" fmla="*/ 3175 w 2"/>
              <a:gd name="T7" fmla="*/ 3175 h 2"/>
              <a:gd name="T8" fmla="*/ 3175 w 2"/>
              <a:gd name="T9" fmla="*/ 3175 h 2"/>
              <a:gd name="T10" fmla="*/ 3175 w 2"/>
              <a:gd name="T11" fmla="*/ 0 h 2"/>
              <a:gd name="T12" fmla="*/ 0 w 2"/>
              <a:gd name="T13" fmla="*/ 0 h 2"/>
              <a:gd name="T14" fmla="*/ 0 w 2"/>
              <a:gd name="T15" fmla="*/ 0 h 2"/>
              <a:gd name="T16" fmla="*/ 0 w 2"/>
              <a:gd name="T17" fmla="*/ 3175 h 2"/>
              <a:gd name="T18" fmla="*/ 0 w 2"/>
              <a:gd name="T19" fmla="*/ 3175 h 2"/>
              <a:gd name="T20" fmla="*/ 0 w 2"/>
              <a:gd name="T21" fmla="*/ 3175 h 2"/>
              <a:gd name="T22" fmla="*/ 0 w 2"/>
              <a:gd name="T23" fmla="*/ 3175 h 2"/>
              <a:gd name="T24" fmla="*/ 3175 w 2"/>
              <a:gd name="T25" fmla="*/ 3175 h 2"/>
              <a:gd name="T26" fmla="*/ 3175 w 2"/>
              <a:gd name="T27" fmla="*/ 3175 h 2"/>
              <a:gd name="T28" fmla="*/ 0 w 2"/>
              <a:gd name="T29" fmla="*/ 0 h 2"/>
              <a:gd name="T30" fmla="*/ 0 w 2"/>
              <a:gd name="T31" fmla="*/ 0 h 2"/>
              <a:gd name="T32" fmla="*/ 0 w 2"/>
              <a:gd name="T33" fmla="*/ 0 h 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 h="2">
                <a:moveTo>
                  <a:pt x="0" y="0"/>
                </a:moveTo>
                <a:lnTo>
                  <a:pt x="0" y="2"/>
                </a:lnTo>
                <a:lnTo>
                  <a:pt x="2" y="2"/>
                </a:lnTo>
                <a:lnTo>
                  <a:pt x="2" y="0"/>
                </a:lnTo>
                <a:lnTo>
                  <a:pt x="0" y="0"/>
                </a:lnTo>
                <a:lnTo>
                  <a:pt x="0" y="2"/>
                </a:lnTo>
                <a:lnTo>
                  <a:pt x="2" y="2"/>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54" name="Freeform 1290"/>
          <p:cNvSpPr>
            <a:spLocks/>
          </p:cNvSpPr>
          <p:nvPr/>
        </p:nvSpPr>
        <p:spPr bwMode="auto">
          <a:xfrm>
            <a:off x="958856" y="517527"/>
            <a:ext cx="4233" cy="3175"/>
          </a:xfrm>
          <a:custGeom>
            <a:avLst/>
            <a:gdLst>
              <a:gd name="T0" fmla="*/ 0 w 2"/>
              <a:gd name="T1" fmla="*/ 3175 h 2"/>
              <a:gd name="T2" fmla="*/ 0 w 2"/>
              <a:gd name="T3" fmla="*/ 3175 h 2"/>
              <a:gd name="T4" fmla="*/ 3175 w 2"/>
              <a:gd name="T5" fmla="*/ 3175 h 2"/>
              <a:gd name="T6" fmla="*/ 3175 w 2"/>
              <a:gd name="T7" fmla="*/ 3175 h 2"/>
              <a:gd name="T8" fmla="*/ 3175 w 2"/>
              <a:gd name="T9" fmla="*/ 3175 h 2"/>
              <a:gd name="T10" fmla="*/ 3175 w 2"/>
              <a:gd name="T11" fmla="*/ 0 h 2"/>
              <a:gd name="T12" fmla="*/ 0 w 2"/>
              <a:gd name="T13" fmla="*/ 0 h 2"/>
              <a:gd name="T14" fmla="*/ 0 w 2"/>
              <a:gd name="T15" fmla="*/ 0 h 2"/>
              <a:gd name="T16" fmla="*/ 0 w 2"/>
              <a:gd name="T17" fmla="*/ 0 h 2"/>
              <a:gd name="T18" fmla="*/ 0 w 2"/>
              <a:gd name="T19" fmla="*/ 0 h 2"/>
              <a:gd name="T20" fmla="*/ 3175 w 2"/>
              <a:gd name="T21" fmla="*/ 0 h 2"/>
              <a:gd name="T22" fmla="*/ 0 w 2"/>
              <a:gd name="T23" fmla="*/ 0 h 2"/>
              <a:gd name="T24" fmla="*/ 0 w 2"/>
              <a:gd name="T25" fmla="*/ 0 h 2"/>
              <a:gd name="T26" fmla="*/ 0 w 2"/>
              <a:gd name="T27" fmla="*/ 0 h 2"/>
              <a:gd name="T28" fmla="*/ 0 w 2"/>
              <a:gd name="T29" fmla="*/ 0 h 2"/>
              <a:gd name="T30" fmla="*/ 0 w 2"/>
              <a:gd name="T31" fmla="*/ 3175 h 2"/>
              <a:gd name="T32" fmla="*/ 0 w 2"/>
              <a:gd name="T33" fmla="*/ 3175 h 2"/>
              <a:gd name="T34" fmla="*/ 0 w 2"/>
              <a:gd name="T35" fmla="*/ 3175 h 2"/>
              <a:gd name="T36" fmla="*/ 0 w 2"/>
              <a:gd name="T37" fmla="*/ 0 h 2"/>
              <a:gd name="T38" fmla="*/ 0 w 2"/>
              <a:gd name="T39" fmla="*/ 0 h 2"/>
              <a:gd name="T40" fmla="*/ 0 w 2"/>
              <a:gd name="T41" fmla="*/ 0 h 2"/>
              <a:gd name="T42" fmla="*/ 0 w 2"/>
              <a:gd name="T43" fmla="*/ 0 h 2"/>
              <a:gd name="T44" fmla="*/ 0 w 2"/>
              <a:gd name="T45" fmla="*/ 0 h 2"/>
              <a:gd name="T46" fmla="*/ 0 w 2"/>
              <a:gd name="T47" fmla="*/ 0 h 2"/>
              <a:gd name="T48" fmla="*/ 0 w 2"/>
              <a:gd name="T49" fmla="*/ 3175 h 2"/>
              <a:gd name="T50" fmla="*/ 3175 w 2"/>
              <a:gd name="T51" fmla="*/ 3175 h 2"/>
              <a:gd name="T52" fmla="*/ 3175 w 2"/>
              <a:gd name="T53" fmla="*/ 0 h 2"/>
              <a:gd name="T54" fmla="*/ 3175 w 2"/>
              <a:gd name="T55" fmla="*/ 0 h 2"/>
              <a:gd name="T56" fmla="*/ 0 w 2"/>
              <a:gd name="T57" fmla="*/ 0 h 2"/>
              <a:gd name="T58" fmla="*/ 0 w 2"/>
              <a:gd name="T59" fmla="*/ 0 h 2"/>
              <a:gd name="T60" fmla="*/ 0 w 2"/>
              <a:gd name="T61" fmla="*/ 3175 h 2"/>
              <a:gd name="T62" fmla="*/ 0 w 2"/>
              <a:gd name="T63" fmla="*/ 3175 h 2"/>
              <a:gd name="T64" fmla="*/ 3175 w 2"/>
              <a:gd name="T65" fmla="*/ 3175 h 2"/>
              <a:gd name="T66" fmla="*/ 3175 w 2"/>
              <a:gd name="T67" fmla="*/ 3175 h 2"/>
              <a:gd name="T68" fmla="*/ 0 w 2"/>
              <a:gd name="T69" fmla="*/ 3175 h 2"/>
              <a:gd name="T70" fmla="*/ 0 w 2"/>
              <a:gd name="T71" fmla="*/ 3175 h 2"/>
              <a:gd name="T72" fmla="*/ 0 w 2"/>
              <a:gd name="T73" fmla="*/ 3175 h 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2" h="2">
                <a:moveTo>
                  <a:pt x="0" y="2"/>
                </a:moveTo>
                <a:lnTo>
                  <a:pt x="0" y="2"/>
                </a:lnTo>
                <a:lnTo>
                  <a:pt x="2" y="2"/>
                </a:lnTo>
                <a:lnTo>
                  <a:pt x="2" y="0"/>
                </a:lnTo>
                <a:lnTo>
                  <a:pt x="0" y="0"/>
                </a:lnTo>
                <a:lnTo>
                  <a:pt x="2" y="0"/>
                </a:lnTo>
                <a:lnTo>
                  <a:pt x="0" y="0"/>
                </a:lnTo>
                <a:lnTo>
                  <a:pt x="0" y="2"/>
                </a:lnTo>
                <a:lnTo>
                  <a:pt x="0" y="0"/>
                </a:lnTo>
                <a:lnTo>
                  <a:pt x="0" y="2"/>
                </a:lnTo>
                <a:lnTo>
                  <a:pt x="2" y="2"/>
                </a:lnTo>
                <a:lnTo>
                  <a:pt x="2" y="0"/>
                </a:lnTo>
                <a:lnTo>
                  <a:pt x="0" y="0"/>
                </a:lnTo>
                <a:lnTo>
                  <a:pt x="0" y="2"/>
                </a:lnTo>
                <a:lnTo>
                  <a:pt x="2" y="2"/>
                </a:lnTo>
                <a:lnTo>
                  <a:pt x="0"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55" name="Rectangle 1335"/>
          <p:cNvSpPr>
            <a:spLocks noChangeArrowheads="1"/>
          </p:cNvSpPr>
          <p:nvPr/>
        </p:nvSpPr>
        <p:spPr bwMode="auto">
          <a:xfrm>
            <a:off x="624419" y="508000"/>
            <a:ext cx="2116" cy="158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spcBef>
                <a:spcPct val="50000"/>
              </a:spcBef>
              <a:buFontTx/>
              <a:buChar char="•"/>
            </a:pPr>
            <a:endParaRPr lang="en-US" sz="1300" b="0"/>
          </a:p>
        </p:txBody>
      </p:sp>
      <p:sp>
        <p:nvSpPr>
          <p:cNvPr id="56" name="Rectangle 1336"/>
          <p:cNvSpPr>
            <a:spLocks noChangeArrowheads="1"/>
          </p:cNvSpPr>
          <p:nvPr/>
        </p:nvSpPr>
        <p:spPr bwMode="auto">
          <a:xfrm>
            <a:off x="632887" y="495300"/>
            <a:ext cx="2116" cy="158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spcBef>
                <a:spcPct val="50000"/>
              </a:spcBef>
              <a:buFontTx/>
              <a:buChar char="•"/>
            </a:pPr>
            <a:endParaRPr lang="en-US" sz="1300" b="0"/>
          </a:p>
        </p:txBody>
      </p:sp>
      <p:sp>
        <p:nvSpPr>
          <p:cNvPr id="57" name="Rectangle 1337"/>
          <p:cNvSpPr>
            <a:spLocks noChangeArrowheads="1"/>
          </p:cNvSpPr>
          <p:nvPr/>
        </p:nvSpPr>
        <p:spPr bwMode="auto">
          <a:xfrm>
            <a:off x="632887" y="495300"/>
            <a:ext cx="2116" cy="158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spcBef>
                <a:spcPct val="50000"/>
              </a:spcBef>
              <a:buFontTx/>
              <a:buChar char="•"/>
            </a:pPr>
            <a:endParaRPr lang="en-US" sz="1300" b="0"/>
          </a:p>
        </p:txBody>
      </p:sp>
      <p:sp>
        <p:nvSpPr>
          <p:cNvPr id="58" name="Rectangle 1340"/>
          <p:cNvSpPr>
            <a:spLocks noChangeArrowheads="1"/>
          </p:cNvSpPr>
          <p:nvPr/>
        </p:nvSpPr>
        <p:spPr bwMode="auto">
          <a:xfrm>
            <a:off x="624419" y="508000"/>
            <a:ext cx="2116" cy="15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spcBef>
                <a:spcPct val="50000"/>
              </a:spcBef>
              <a:buFontTx/>
              <a:buChar char="•"/>
            </a:pPr>
            <a:endParaRPr lang="en-US" sz="1300" b="0"/>
          </a:p>
        </p:txBody>
      </p:sp>
      <p:sp>
        <p:nvSpPr>
          <p:cNvPr id="59" name="Rectangle 1341"/>
          <p:cNvSpPr>
            <a:spLocks noChangeArrowheads="1"/>
          </p:cNvSpPr>
          <p:nvPr/>
        </p:nvSpPr>
        <p:spPr bwMode="auto">
          <a:xfrm>
            <a:off x="624419" y="508000"/>
            <a:ext cx="2116" cy="15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spcBef>
                <a:spcPct val="50000"/>
              </a:spcBef>
              <a:buFontTx/>
              <a:buChar char="•"/>
            </a:pPr>
            <a:endParaRPr lang="en-US" sz="1300" b="0"/>
          </a:p>
        </p:txBody>
      </p:sp>
      <p:sp>
        <p:nvSpPr>
          <p:cNvPr id="60" name="Rectangle 1342"/>
          <p:cNvSpPr>
            <a:spLocks noChangeArrowheads="1"/>
          </p:cNvSpPr>
          <p:nvPr/>
        </p:nvSpPr>
        <p:spPr bwMode="auto">
          <a:xfrm>
            <a:off x="624419" y="508000"/>
            <a:ext cx="2116" cy="15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spcBef>
                <a:spcPct val="50000"/>
              </a:spcBef>
              <a:buFontTx/>
              <a:buChar char="•"/>
            </a:pPr>
            <a:endParaRPr lang="en-US" sz="1300" b="0"/>
          </a:p>
        </p:txBody>
      </p:sp>
      <p:sp>
        <p:nvSpPr>
          <p:cNvPr id="61" name="Rectangle 1343"/>
          <p:cNvSpPr>
            <a:spLocks noChangeArrowheads="1"/>
          </p:cNvSpPr>
          <p:nvPr/>
        </p:nvSpPr>
        <p:spPr bwMode="auto">
          <a:xfrm>
            <a:off x="624419" y="508000"/>
            <a:ext cx="2116" cy="158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spcBef>
                <a:spcPct val="50000"/>
              </a:spcBef>
              <a:buFontTx/>
              <a:buChar char="•"/>
            </a:pPr>
            <a:endParaRPr lang="en-US" sz="1300" b="0"/>
          </a:p>
        </p:txBody>
      </p:sp>
      <p:sp>
        <p:nvSpPr>
          <p:cNvPr id="62" name="Rectangle 1344"/>
          <p:cNvSpPr>
            <a:spLocks noChangeArrowheads="1"/>
          </p:cNvSpPr>
          <p:nvPr/>
        </p:nvSpPr>
        <p:spPr bwMode="auto">
          <a:xfrm>
            <a:off x="620187" y="485780"/>
            <a:ext cx="2116" cy="31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spcBef>
                <a:spcPct val="50000"/>
              </a:spcBef>
              <a:buFontTx/>
              <a:buChar char="•"/>
            </a:pPr>
            <a:endParaRPr lang="en-US" sz="1300" b="0"/>
          </a:p>
        </p:txBody>
      </p:sp>
      <p:sp>
        <p:nvSpPr>
          <p:cNvPr id="324" name="Title 323"/>
          <p:cNvSpPr>
            <a:spLocks noGrp="1"/>
          </p:cNvSpPr>
          <p:nvPr>
            <p:ph type="title"/>
          </p:nvPr>
        </p:nvSpPr>
        <p:spPr>
          <a:xfrm>
            <a:off x="457868" y="301632"/>
            <a:ext cx="11252869" cy="1031875"/>
          </a:xfrm>
        </p:spPr>
        <p:txBody>
          <a:bodyPr/>
          <a:lstStyle>
            <a:lvl1pPr>
              <a:defRPr b="0" i="0" cap="none" baseline="0">
                <a:solidFill>
                  <a:srgbClr val="021F43"/>
                </a:solidFill>
                <a:latin typeface="+mn-lt"/>
                <a:cs typeface="Andes ExtraLight"/>
              </a:defRPr>
            </a:lvl1pPr>
          </a:lstStyle>
          <a:p>
            <a:r>
              <a:rPr lang="en-US"/>
              <a:t>Click to edit Master title style</a:t>
            </a:r>
          </a:p>
        </p:txBody>
      </p:sp>
      <p:sp>
        <p:nvSpPr>
          <p:cNvPr id="331" name="Content Placeholder 330"/>
          <p:cNvSpPr>
            <a:spLocks noGrp="1"/>
          </p:cNvSpPr>
          <p:nvPr>
            <p:ph sz="quarter" idx="10"/>
          </p:nvPr>
        </p:nvSpPr>
        <p:spPr>
          <a:xfrm>
            <a:off x="457871" y="1460504"/>
            <a:ext cx="11253740" cy="4600863"/>
          </a:xfrm>
        </p:spPr>
        <p:txBody>
          <a:bodyPr>
            <a:normAutofit/>
          </a:bodyPr>
          <a:lstStyle>
            <a:lvl1pPr>
              <a:lnSpc>
                <a:spcPct val="130000"/>
              </a:lnSpc>
              <a:spcBef>
                <a:spcPts val="1200"/>
              </a:spcBef>
              <a:defRPr>
                <a:solidFill>
                  <a:srgbClr val="7F7F7F"/>
                </a:solidFill>
              </a:defRPr>
            </a:lvl1pPr>
            <a:lvl2pPr>
              <a:lnSpc>
                <a:spcPct val="130000"/>
              </a:lnSpc>
              <a:spcBef>
                <a:spcPts val="1200"/>
              </a:spcBef>
              <a:buClr>
                <a:schemeClr val="tx2">
                  <a:lumMod val="50000"/>
                  <a:lumOff val="50000"/>
                </a:schemeClr>
              </a:buClr>
              <a:defRPr>
                <a:solidFill>
                  <a:srgbClr val="7F7F7F"/>
                </a:solidFill>
              </a:defRPr>
            </a:lvl2pPr>
            <a:lvl3pPr marL="557770">
              <a:lnSpc>
                <a:spcPct val="130000"/>
              </a:lnSpc>
              <a:spcBef>
                <a:spcPts val="0"/>
              </a:spcBef>
              <a:buClr>
                <a:schemeClr val="tx2">
                  <a:lumMod val="50000"/>
                  <a:lumOff val="50000"/>
                </a:schemeClr>
              </a:buClr>
              <a:defRPr>
                <a:solidFill>
                  <a:srgbClr val="7F7F7F"/>
                </a:solidFill>
              </a:defRPr>
            </a:lvl3pPr>
            <a:lvl4pPr>
              <a:lnSpc>
                <a:spcPct val="130000"/>
              </a:lnSpc>
              <a:spcBef>
                <a:spcPts val="0"/>
              </a:spcBef>
              <a:buClr>
                <a:schemeClr val="tx2">
                  <a:lumMod val="50000"/>
                  <a:lumOff val="50000"/>
                </a:schemeClr>
              </a:buClr>
              <a:defRPr>
                <a:solidFill>
                  <a:srgbClr val="7F7F7F"/>
                </a:solidFill>
              </a:defRPr>
            </a:lvl4pPr>
            <a:lvl5pPr>
              <a:lnSpc>
                <a:spcPct val="130000"/>
              </a:lnSpc>
              <a:spcBef>
                <a:spcPts val="0"/>
              </a:spcBef>
              <a:buClr>
                <a:schemeClr val="tx2">
                  <a:lumMod val="50000"/>
                  <a:lumOff val="50000"/>
                </a:schemeClr>
              </a:buClr>
              <a:defRPr>
                <a:solidFill>
                  <a:srgbClr val="7F7F7F"/>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3" name="Footer Placeholder 6"/>
          <p:cNvSpPr>
            <a:spLocks noGrp="1"/>
          </p:cNvSpPr>
          <p:nvPr>
            <p:ph type="ftr" sz="quarter" idx="11"/>
          </p:nvPr>
        </p:nvSpPr>
        <p:spPr/>
        <p:txBody>
          <a:bodyPr/>
          <a:lstStyle>
            <a:lvl1pPr>
              <a:defRPr dirty="0"/>
            </a:lvl1pPr>
          </a:lstStyle>
          <a:p>
            <a:pPr>
              <a:defRPr/>
            </a:pPr>
            <a:r>
              <a:rPr lang="en-US"/>
              <a:t>Footer</a:t>
            </a:r>
          </a:p>
        </p:txBody>
      </p:sp>
      <p:sp>
        <p:nvSpPr>
          <p:cNvPr id="64" name="Slide Number Placeholder 7"/>
          <p:cNvSpPr>
            <a:spLocks noGrp="1"/>
          </p:cNvSpPr>
          <p:nvPr>
            <p:ph type="sldNum" sz="quarter" idx="12"/>
          </p:nvPr>
        </p:nvSpPr>
        <p:spPr/>
        <p:txBody>
          <a:bodyPr/>
          <a:lstStyle>
            <a:lvl1pPr>
              <a:defRPr smtClean="0"/>
            </a:lvl1pPr>
          </a:lstStyle>
          <a:p>
            <a:pPr>
              <a:defRPr/>
            </a:pPr>
            <a:fld id="{61903BDA-C71E-4227-8D99-52DC2D06BE02}" type="slidenum">
              <a:rPr lang="en-US"/>
              <a:pPr>
                <a:defRPr/>
              </a:pPr>
              <a:t>‹#›</a:t>
            </a:fld>
            <a:endParaRPr lang="en-US"/>
          </a:p>
        </p:txBody>
      </p:sp>
    </p:spTree>
    <p:extLst>
      <p:ext uri="{BB962C8B-B14F-4D97-AF65-F5344CB8AC3E}">
        <p14:creationId xmlns:p14="http://schemas.microsoft.com/office/powerpoint/2010/main" val="268185543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Section Divider">
    <p:spTree>
      <p:nvGrpSpPr>
        <p:cNvPr id="1" name=""/>
        <p:cNvGrpSpPr/>
        <p:nvPr/>
      </p:nvGrpSpPr>
      <p:grpSpPr>
        <a:xfrm>
          <a:off x="0" y="0"/>
          <a:ext cx="0" cy="0"/>
          <a:chOff x="0" y="0"/>
          <a:chExt cx="0" cy="0"/>
        </a:xfrm>
      </p:grpSpPr>
      <p:sp>
        <p:nvSpPr>
          <p:cNvPr id="13" name="Section Divider Title"/>
          <p:cNvSpPr>
            <a:spLocks noGrp="1"/>
          </p:cNvSpPr>
          <p:nvPr>
            <p:ph type="title" hasCustomPrompt="1"/>
            <p:custDataLst>
              <p:tags r:id="rId1"/>
            </p:custDataLst>
          </p:nvPr>
        </p:nvSpPr>
        <p:spPr>
          <a:xfrm>
            <a:off x="641455" y="886235"/>
            <a:ext cx="3504394" cy="1303525"/>
          </a:xfrm>
        </p:spPr>
        <p:txBody>
          <a:bodyPr wrap="square" tIns="0" bIns="0" anchor="t">
            <a:spAutoFit/>
          </a:bodyPr>
          <a:lstStyle>
            <a:lvl1pPr algn="l">
              <a:defRPr sz="2824" b="1" i="1" cap="none">
                <a:solidFill>
                  <a:schemeClr val="tx2"/>
                </a:solidFill>
              </a:defRPr>
            </a:lvl1pPr>
          </a:lstStyle>
          <a:p>
            <a:r>
              <a:rPr lang="en-GB" noProof="0"/>
              <a:t>Click to add Section Divider Title</a:t>
            </a:r>
          </a:p>
        </p:txBody>
      </p:sp>
      <p:sp>
        <p:nvSpPr>
          <p:cNvPr id="25" name="DividerTOCPlaceholder"/>
          <p:cNvSpPr txBox="1"/>
          <p:nvPr userDrawn="1">
            <p:custDataLst>
              <p:tags r:id="rId2"/>
            </p:custDataLst>
          </p:nvPr>
        </p:nvSpPr>
        <p:spPr>
          <a:xfrm>
            <a:off x="4350545" y="908471"/>
            <a:ext cx="7204364" cy="5209941"/>
          </a:xfrm>
          <a:prstGeom prst="rect">
            <a:avLst/>
          </a:prstGeom>
          <a:noFill/>
          <a:ln>
            <a:noFill/>
          </a:ln>
        </p:spPr>
        <p:txBody>
          <a:bodyPr wrap="square" lIns="0" tIns="0" rIns="0" bIns="0" rtlCol="0">
            <a:noAutofit/>
          </a:bodyPr>
          <a:lstStyle/>
          <a:p>
            <a:endParaRPr lang="en-GB" sz="1588" noProof="1">
              <a:solidFill>
                <a:schemeClr val="tx1"/>
              </a:solidFill>
              <a:latin typeface="Georgia" pitchFamily="18" charset="0"/>
              <a:cs typeface="Arial" pitchFamily="34" charset="0"/>
            </a:endParaRPr>
          </a:p>
        </p:txBody>
      </p:sp>
      <p:sp>
        <p:nvSpPr>
          <p:cNvPr id="23" name="Page Number"/>
          <p:cNvSpPr txBox="1"/>
          <p:nvPr userDrawn="1">
            <p:custDataLst>
              <p:tags r:id="rId3"/>
            </p:custDataLst>
          </p:nvPr>
        </p:nvSpPr>
        <p:spPr>
          <a:xfrm>
            <a:off x="11172306" y="6454588"/>
            <a:ext cx="387927" cy="137160"/>
          </a:xfrm>
          <a:prstGeom prst="rect">
            <a:avLst/>
          </a:prstGeom>
          <a:noFill/>
        </p:spPr>
        <p:txBody>
          <a:bodyPr wrap="none" lIns="0" tIns="0" rIns="0" bIns="0" rtlCol="0">
            <a:noAutofit/>
          </a:bodyPr>
          <a:lstStyle/>
          <a:p>
            <a:pPr algn="r">
              <a:lnSpc>
                <a:spcPts val="882"/>
              </a:lnSpc>
            </a:pPr>
            <a:endParaRPr lang="en-GB" sz="971" noProof="1"/>
          </a:p>
        </p:txBody>
      </p:sp>
      <p:sp>
        <p:nvSpPr>
          <p:cNvPr id="24" name="HeaderTOCPlaceholder"/>
          <p:cNvSpPr txBox="1"/>
          <p:nvPr userDrawn="1">
            <p:custDataLst>
              <p:tags r:id="rId4"/>
            </p:custDataLst>
          </p:nvPr>
        </p:nvSpPr>
        <p:spPr>
          <a:xfrm>
            <a:off x="4341090" y="621255"/>
            <a:ext cx="7204364" cy="122213"/>
          </a:xfrm>
          <a:prstGeom prst="rect">
            <a:avLst/>
          </a:prstGeom>
          <a:noFill/>
          <a:ln>
            <a:noFill/>
          </a:ln>
        </p:spPr>
        <p:txBody>
          <a:bodyPr wrap="square" lIns="0" tIns="0" rIns="0" bIns="0" rtlCol="0">
            <a:spAutoFit/>
          </a:bodyPr>
          <a:lstStyle/>
          <a:p>
            <a:endParaRPr lang="en-GB" sz="794" noProof="1">
              <a:solidFill>
                <a:schemeClr val="tx1"/>
              </a:solidFill>
              <a:latin typeface="+mn-lt"/>
              <a:cs typeface="Arial" pitchFamily="34" charset="0"/>
            </a:endParaRPr>
          </a:p>
        </p:txBody>
      </p:sp>
      <p:cxnSp>
        <p:nvCxnSpPr>
          <p:cNvPr id="28" name="Straight Connector 27"/>
          <p:cNvCxnSpPr/>
          <p:nvPr userDrawn="1"/>
        </p:nvCxnSpPr>
        <p:spPr>
          <a:xfrm>
            <a:off x="642851" y="6252882"/>
            <a:ext cx="10906299" cy="0"/>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
        <p:nvSpPr>
          <p:cNvPr id="17" name="Section Footer"/>
          <p:cNvSpPr txBox="1"/>
          <p:nvPr userDrawn="1">
            <p:custDataLst>
              <p:tags r:id="rId5"/>
            </p:custDataLst>
          </p:nvPr>
        </p:nvSpPr>
        <p:spPr>
          <a:xfrm>
            <a:off x="642851" y="6290233"/>
            <a:ext cx="3513513" cy="149400"/>
          </a:xfrm>
          <a:prstGeom prst="rect">
            <a:avLst/>
          </a:prstGeom>
          <a:noFill/>
          <a:ln>
            <a:noFill/>
          </a:ln>
        </p:spPr>
        <p:txBody>
          <a:bodyPr wrap="square" lIns="0" tIns="0" rIns="0" bIns="0" rtlCol="0" anchor="b" anchorCtr="0">
            <a:spAutoFit/>
          </a:bodyPr>
          <a:lstStyle/>
          <a:p>
            <a:endParaRPr lang="en-GB" sz="971" noProof="1">
              <a:solidFill>
                <a:schemeClr val="tx1"/>
              </a:solidFill>
            </a:endParaRPr>
          </a:p>
        </p:txBody>
      </p:sp>
      <p:sp>
        <p:nvSpPr>
          <p:cNvPr id="29" name="Section Header"/>
          <p:cNvSpPr txBox="1"/>
          <p:nvPr userDrawn="1">
            <p:custDataLst>
              <p:tags r:id="rId6"/>
            </p:custDataLst>
          </p:nvPr>
        </p:nvSpPr>
        <p:spPr>
          <a:xfrm>
            <a:off x="642850" y="621254"/>
            <a:ext cx="3678035" cy="121024"/>
          </a:xfrm>
          <a:prstGeom prst="rect">
            <a:avLst/>
          </a:prstGeom>
          <a:noFill/>
        </p:spPr>
        <p:txBody>
          <a:bodyPr wrap="square" lIns="0" tIns="0" rIns="0" bIns="0" rtlCol="0" anchor="b" anchorCtr="0">
            <a:noAutofit/>
          </a:bodyPr>
          <a:lstStyle/>
          <a:p>
            <a:endParaRPr lang="en-GB" sz="794" noProof="1">
              <a:solidFill>
                <a:schemeClr val="tx1"/>
              </a:solidFill>
            </a:endParaRPr>
          </a:p>
        </p:txBody>
      </p:sp>
      <p:sp>
        <p:nvSpPr>
          <p:cNvPr id="21" name="Draft stamp" hidden="1"/>
          <p:cNvSpPr txBox="1"/>
          <p:nvPr userDrawn="1">
            <p:custDataLst>
              <p:tags r:id="rId7"/>
            </p:custDataLst>
          </p:nvPr>
        </p:nvSpPr>
        <p:spPr>
          <a:xfrm>
            <a:off x="4344786" y="6442386"/>
            <a:ext cx="2582487" cy="149400"/>
          </a:xfrm>
          <a:prstGeom prst="rect">
            <a:avLst/>
          </a:prstGeom>
          <a:noFill/>
          <a:ln>
            <a:noFill/>
          </a:ln>
        </p:spPr>
        <p:txBody>
          <a:bodyPr wrap="square" lIns="0" tIns="0" rIns="0" bIns="0" rtlCol="0">
            <a:spAutoFit/>
          </a:bodyPr>
          <a:lstStyle/>
          <a:p>
            <a:pPr algn="l"/>
            <a:r>
              <a:rPr lang="en-GB" sz="971" noProof="1"/>
              <a:t>Final</a:t>
            </a:r>
          </a:p>
        </p:txBody>
      </p:sp>
      <p:sp>
        <p:nvSpPr>
          <p:cNvPr id="14" name="Date/Filepath" hidden="1"/>
          <p:cNvSpPr txBox="1"/>
          <p:nvPr userDrawn="1">
            <p:custDataLst>
              <p:tags r:id="rId8"/>
            </p:custDataLst>
          </p:nvPr>
        </p:nvSpPr>
        <p:spPr>
          <a:xfrm>
            <a:off x="3999350" y="145213"/>
            <a:ext cx="7536873" cy="244426"/>
          </a:xfrm>
          <a:prstGeom prst="rect">
            <a:avLst/>
          </a:prstGeom>
          <a:noFill/>
        </p:spPr>
        <p:txBody>
          <a:bodyPr wrap="square" lIns="0" tIns="0" rIns="0" bIns="0" rtlCol="0" anchor="b" anchorCtr="0">
            <a:spAutoFit/>
          </a:bodyPr>
          <a:lstStyle/>
          <a:p>
            <a:pPr algn="r"/>
            <a:r>
              <a:rPr lang="en-GB" sz="794" noProof="1"/>
              <a:t>04/09/2018 C:\PwC Works\1. RUMSL\Agar-Shajapur-Neemuch Solar Park\Conference 4th Sep\RUMSL Solar Parks - Railway Transaction under Optimum Scheduling R06.pptx</a:t>
            </a:r>
          </a:p>
        </p:txBody>
      </p:sp>
      <p:sp>
        <p:nvSpPr>
          <p:cNvPr id="11" name="Slide Tags" hidden="1"/>
          <p:cNvSpPr txBox="1"/>
          <p:nvPr userDrawn="1">
            <p:custDataLst>
              <p:tags r:id="rId9"/>
            </p:custDataLst>
          </p:nvPr>
        </p:nvSpPr>
        <p:spPr>
          <a:xfrm>
            <a:off x="0" y="201706"/>
            <a:ext cx="1939636" cy="336695"/>
          </a:xfrm>
          <a:prstGeom prst="rect">
            <a:avLst/>
          </a:prstGeom>
          <a:noFill/>
        </p:spPr>
        <p:txBody>
          <a:bodyPr wrap="square" rtlCol="0">
            <a:spAutoFit/>
          </a:bodyPr>
          <a:lstStyle/>
          <a:p>
            <a:r>
              <a:rPr lang="en-GB" sz="1588" noProof="1"/>
              <a:t>Slide Tags</a:t>
            </a:r>
          </a:p>
        </p:txBody>
      </p:sp>
      <p:cxnSp>
        <p:nvCxnSpPr>
          <p:cNvPr id="20" name="Frame Line"/>
          <p:cNvCxnSpPr/>
          <p:nvPr userDrawn="1"/>
        </p:nvCxnSpPr>
        <p:spPr>
          <a:xfrm flipV="1">
            <a:off x="461818" y="823408"/>
            <a:ext cx="11083639" cy="127059"/>
          </a:xfrm>
          <a:prstGeom prst="bentConnector3">
            <a:avLst>
              <a:gd name="adj1" fmla="val 0"/>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666144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2_Title &amp; subtitle">
    <p:spTree>
      <p:nvGrpSpPr>
        <p:cNvPr id="1" name=""/>
        <p:cNvGrpSpPr/>
        <p:nvPr/>
      </p:nvGrpSpPr>
      <p:grpSpPr>
        <a:xfrm>
          <a:off x="0" y="0"/>
          <a:ext cx="0" cy="0"/>
          <a:chOff x="0" y="0"/>
          <a:chExt cx="0" cy="0"/>
        </a:xfrm>
      </p:grpSpPr>
      <p:sp>
        <p:nvSpPr>
          <p:cNvPr id="10" name="Text Placeholder 8"/>
          <p:cNvSpPr>
            <a:spLocks noGrp="1"/>
          </p:cNvSpPr>
          <p:nvPr>
            <p:ph type="body" sz="quarter" idx="13" hasCustomPrompt="1"/>
          </p:nvPr>
        </p:nvSpPr>
        <p:spPr>
          <a:xfrm>
            <a:off x="528000" y="901915"/>
            <a:ext cx="11136000" cy="436410"/>
          </a:xfrm>
          <a:prstGeom prst="rect">
            <a:avLst/>
          </a:prstGeom>
        </p:spPr>
        <p:txBody>
          <a:bodyPr lIns="0" tIns="0" rIns="0" bIns="0">
            <a:noAutofit/>
          </a:bodyPr>
          <a:lstStyle>
            <a:lvl1pPr marL="0" indent="0">
              <a:buNone/>
              <a:defRPr sz="1632" b="0">
                <a:solidFill>
                  <a:srgbClr val="575757"/>
                </a:solidFill>
              </a:defRPr>
            </a:lvl1pPr>
          </a:lstStyle>
          <a:p>
            <a:pPr lvl="0"/>
            <a:r>
              <a:rPr lang="en-US"/>
              <a:t>Click to add subtitle</a:t>
            </a:r>
          </a:p>
        </p:txBody>
      </p:sp>
      <p:sp>
        <p:nvSpPr>
          <p:cNvPr id="11" name="Title Placeholder 1"/>
          <p:cNvSpPr>
            <a:spLocks noGrp="1"/>
          </p:cNvSpPr>
          <p:nvPr>
            <p:ph type="title" hasCustomPrompt="1"/>
          </p:nvPr>
        </p:nvSpPr>
        <p:spPr>
          <a:xfrm>
            <a:off x="528000" y="295684"/>
            <a:ext cx="11136000" cy="469492"/>
          </a:xfrm>
          <a:prstGeom prst="rect">
            <a:avLst/>
          </a:prstGeom>
        </p:spPr>
        <p:txBody>
          <a:bodyPr vert="horz" lIns="0" tIns="0" rIns="0" bIns="0" rtlCol="0" anchor="t" anchorCtr="0">
            <a:noAutofit/>
          </a:bodyPr>
          <a:lstStyle>
            <a:lvl1pPr>
              <a:defRPr/>
            </a:lvl1pPr>
          </a:lstStyle>
          <a:p>
            <a:r>
              <a:rPr lang="en-US"/>
              <a:t>Click to add title</a:t>
            </a:r>
          </a:p>
        </p:txBody>
      </p:sp>
    </p:spTree>
    <p:extLst>
      <p:ext uri="{BB962C8B-B14F-4D97-AF65-F5344CB8AC3E}">
        <p14:creationId xmlns:p14="http://schemas.microsoft.com/office/powerpoint/2010/main" val="3575812946"/>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oleObject" Target="../embeddings/oleObject1.bin"/><Relationship Id="rId2" Type="http://schemas.openxmlformats.org/officeDocument/2006/relationships/slideLayout" Target="../slideLayouts/slideLayout2.xml"/><Relationship Id="rId16" Type="http://schemas.openxmlformats.org/officeDocument/2006/relationships/tags" Target="../tags/tag3.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2.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15"/>
            </p:custDataLst>
            <p:extLst>
              <p:ext uri="{D42A27DB-BD31-4B8C-83A1-F6EECF244321}">
                <p14:modId xmlns:p14="http://schemas.microsoft.com/office/powerpoint/2010/main" val="1644318490"/>
              </p:ext>
            </p:extLst>
          </p:nvPr>
        </p:nvGraphicFramePr>
        <p:xfrm>
          <a:off x="2121" y="1592"/>
          <a:ext cx="2117" cy="1587"/>
        </p:xfrm>
        <a:graphic>
          <a:graphicData uri="http://schemas.openxmlformats.org/presentationml/2006/ole">
            <mc:AlternateContent xmlns:mc="http://schemas.openxmlformats.org/markup-compatibility/2006">
              <mc:Choice xmlns:v="urn:schemas-microsoft-com:vml" Requires="v">
                <p:oleObj name="think-cell Slide" r:id="rId17" imgW="270" imgH="270" progId="TCLayout.ActiveDocument.1">
                  <p:embed/>
                </p:oleObj>
              </mc:Choice>
              <mc:Fallback>
                <p:oleObj name="think-cell Slide" r:id="rId17" imgW="270" imgH="270" progId="TCLayout.ActiveDocument.1">
                  <p:embed/>
                  <p:pic>
                    <p:nvPicPr>
                      <p:cNvPr id="4" name="Object 3" hidden="1"/>
                      <p:cNvPicPr/>
                      <p:nvPr/>
                    </p:nvPicPr>
                    <p:blipFill>
                      <a:blip r:embed="rId18"/>
                      <a:stretch>
                        <a:fillRect/>
                      </a:stretch>
                    </p:blipFill>
                    <p:spPr>
                      <a:xfrm>
                        <a:off x="2121" y="1592"/>
                        <a:ext cx="2117" cy="1587"/>
                      </a:xfrm>
                      <a:prstGeom prst="rect">
                        <a:avLst/>
                      </a:prstGeom>
                    </p:spPr>
                  </p:pic>
                </p:oleObj>
              </mc:Fallback>
            </mc:AlternateContent>
          </a:graphicData>
        </a:graphic>
      </p:graphicFrame>
      <p:sp>
        <p:nvSpPr>
          <p:cNvPr id="5" name="Rectangle 4" hidden="1"/>
          <p:cNvSpPr/>
          <p:nvPr userDrawn="1">
            <p:custDataLst>
              <p:tags r:id="rId16"/>
            </p:custDataLst>
          </p:nvPr>
        </p:nvSpPr>
        <p:spPr bwMode="gray">
          <a:xfrm>
            <a:off x="0" y="0"/>
            <a:ext cx="140074" cy="140074"/>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lvl="0" indent="0" algn="ctr" eaLnBrk="1">
              <a:lnSpc>
                <a:spcPct val="106000"/>
              </a:lnSpc>
              <a:buFont typeface="Wingdings 2" pitchFamily="18" charset="2"/>
              <a:buNone/>
            </a:pPr>
            <a:endParaRPr lang="en-US" sz="2667"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2" name="Title Placeholder 1"/>
          <p:cNvSpPr>
            <a:spLocks noGrp="1"/>
          </p:cNvSpPr>
          <p:nvPr>
            <p:ph type="title"/>
          </p:nvPr>
        </p:nvSpPr>
        <p:spPr bwMode="gray">
          <a:xfrm>
            <a:off x="501653" y="317505"/>
            <a:ext cx="11188700" cy="692150"/>
          </a:xfrm>
          <a:prstGeom prst="rect">
            <a:avLst/>
          </a:prstGeom>
        </p:spPr>
        <p:txBody>
          <a:bodyPr vert="horz" lIns="0" tIns="0" rIns="0" bIns="0" rtlCol="0" anchor="ctr" anchorCtr="0">
            <a:noAutofit/>
          </a:bodyPr>
          <a:lstStyle/>
          <a:p>
            <a:r>
              <a:rPr lang="en-US" noProof="0"/>
              <a:t>Click to edit Master title style</a:t>
            </a:r>
          </a:p>
        </p:txBody>
      </p:sp>
      <p:sp>
        <p:nvSpPr>
          <p:cNvPr id="18" name="TextBox 17"/>
          <p:cNvSpPr txBox="1"/>
          <p:nvPr userDrawn="1"/>
        </p:nvSpPr>
        <p:spPr>
          <a:xfrm>
            <a:off x="501652" y="6629408"/>
            <a:ext cx="5355169" cy="201260"/>
          </a:xfrm>
          <a:prstGeom prst="rect">
            <a:avLst/>
          </a:prstGeom>
          <a:noFill/>
        </p:spPr>
        <p:txBody>
          <a:bodyPr wrap="square" lIns="0" tIns="0" rIns="0" bIns="0" rtlCol="0">
            <a:noAutofit/>
          </a:bodyPr>
          <a:lstStyle/>
          <a:p>
            <a:pPr>
              <a:spcBef>
                <a:spcPts val="800"/>
              </a:spcBef>
              <a:buSzPct val="100000"/>
              <a:buFont typeface="Arial"/>
              <a:buNone/>
            </a:pPr>
            <a:r>
              <a:rPr lang="fr-FR" sz="700">
                <a:solidFill>
                  <a:prstClr val="black"/>
                </a:solidFill>
              </a:rPr>
              <a:t>© 2023 Deloitte Touche Tohmatsu India LLP</a:t>
            </a:r>
          </a:p>
        </p:txBody>
      </p:sp>
      <p:sp>
        <p:nvSpPr>
          <p:cNvPr id="19" name="Text Placeholder 18"/>
          <p:cNvSpPr>
            <a:spLocks noGrp="1"/>
          </p:cNvSpPr>
          <p:nvPr>
            <p:ph type="body" idx="1"/>
          </p:nvPr>
        </p:nvSpPr>
        <p:spPr>
          <a:xfrm>
            <a:off x="501652" y="1147864"/>
            <a:ext cx="11188700" cy="5233887"/>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3" name="TextBox 2"/>
          <p:cNvSpPr txBox="1"/>
          <p:nvPr userDrawn="1"/>
        </p:nvSpPr>
        <p:spPr>
          <a:xfrm>
            <a:off x="11382379" y="6629405"/>
            <a:ext cx="307976" cy="100027"/>
          </a:xfrm>
          <a:prstGeom prst="rect">
            <a:avLst/>
          </a:prstGeom>
          <a:noFill/>
        </p:spPr>
        <p:txBody>
          <a:bodyPr wrap="square" lIns="0" tIns="0" rIns="0" bIns="0" rtlCol="0">
            <a:noAutofit/>
          </a:bodyPr>
          <a:lstStyle/>
          <a:p>
            <a:pPr algn="r">
              <a:spcBef>
                <a:spcPts val="800"/>
              </a:spcBef>
              <a:buSzPct val="100000"/>
              <a:buFont typeface="Arial"/>
              <a:buNone/>
            </a:pPr>
            <a:fld id="{C58DF478-B544-4ED8-9ED4-6A2648E2D233}" type="slidenum">
              <a:rPr lang="en-US" sz="867" smtClean="0">
                <a:solidFill>
                  <a:prstClr val="black"/>
                </a:solidFill>
              </a:rPr>
              <a:pPr algn="r">
                <a:spcBef>
                  <a:spcPts val="800"/>
                </a:spcBef>
                <a:buSzPct val="100000"/>
                <a:buFont typeface="Arial"/>
                <a:buNone/>
              </a:pPr>
              <a:t>‹#›</a:t>
            </a:fld>
            <a:endParaRPr lang="en-US" sz="867">
              <a:solidFill>
                <a:prstClr val="black"/>
              </a:solidFill>
            </a:endParaRPr>
          </a:p>
        </p:txBody>
      </p:sp>
    </p:spTree>
    <p:extLst>
      <p:ext uri="{BB962C8B-B14F-4D97-AF65-F5344CB8AC3E}">
        <p14:creationId xmlns:p14="http://schemas.microsoft.com/office/powerpoint/2010/main" val="3197474883"/>
      </p:ext>
    </p:extLst>
  </p:cSld>
  <p:clrMap bg1="lt1" tx1="dk1" bg2="lt2" tx2="dk2" accent1="accent1" accent2="accent2" accent3="accent3" accent4="accent4" accent5="accent5" accent6="accent6" hlink="hlink" folHlink="folHlink"/>
  <p:sldLayoutIdLst>
    <p:sldLayoutId id="2147484092" r:id="rId1"/>
    <p:sldLayoutId id="2147484057" r:id="rId2"/>
    <p:sldLayoutId id="2147484063" r:id="rId3"/>
    <p:sldLayoutId id="2147483770" r:id="rId4"/>
    <p:sldLayoutId id="2147484089" r:id="rId5"/>
    <p:sldLayoutId id="2147483775" r:id="rId6"/>
    <p:sldLayoutId id="2147484090" r:id="rId7"/>
    <p:sldLayoutId id="2147483766" r:id="rId8"/>
    <p:sldLayoutId id="2147484094" r:id="rId9"/>
    <p:sldLayoutId id="2147484096" r:id="rId10"/>
    <p:sldLayoutId id="2147484097" r:id="rId11"/>
    <p:sldLayoutId id="2147484098" r:id="rId12"/>
    <p:sldLayoutId id="2147484099" r:id="rId13"/>
  </p:sldLayoutIdLst>
  <p:transition>
    <p:fade/>
  </p:transition>
  <p:hf hdr="0" dt="0"/>
  <p:txStyles>
    <p:titleStyle>
      <a:lvl1pPr algn="l" defTabSz="1219231" rtl="0" eaLnBrk="1" latinLnBrk="0" hangingPunct="1">
        <a:spcBef>
          <a:spcPct val="0"/>
        </a:spcBef>
        <a:buNone/>
        <a:defRPr sz="2000" b="1" kern="1200">
          <a:solidFill>
            <a:schemeClr val="tx1"/>
          </a:solidFill>
          <a:latin typeface="+mj-lt"/>
          <a:ea typeface="+mj-ea"/>
          <a:cs typeface="+mj-cs"/>
        </a:defRPr>
      </a:lvl1pPr>
    </p:titleStyle>
    <p:body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p:bodyStyle>
    <p:otherStyle>
      <a:defPPr>
        <a:defRPr lang="en-US"/>
      </a:defPPr>
      <a:lvl1pPr marL="0" algn="l" defTabSz="1219231" rtl="0" eaLnBrk="1" latinLnBrk="0" hangingPunct="1">
        <a:defRPr sz="2400" kern="1200">
          <a:solidFill>
            <a:schemeClr val="tx1"/>
          </a:solidFill>
          <a:latin typeface="+mn-lt"/>
          <a:ea typeface="+mn-ea"/>
          <a:cs typeface="+mn-cs"/>
        </a:defRPr>
      </a:lvl1pPr>
      <a:lvl2pPr marL="609616" algn="l" defTabSz="1219231" rtl="0" eaLnBrk="1" latinLnBrk="0" hangingPunct="1">
        <a:defRPr sz="2400" kern="1200">
          <a:solidFill>
            <a:schemeClr val="tx1"/>
          </a:solidFill>
          <a:latin typeface="+mn-lt"/>
          <a:ea typeface="+mn-ea"/>
          <a:cs typeface="+mn-cs"/>
        </a:defRPr>
      </a:lvl2pPr>
      <a:lvl3pPr marL="1219231" algn="l" defTabSz="1219231" rtl="0" eaLnBrk="1" latinLnBrk="0" hangingPunct="1">
        <a:defRPr sz="2400" kern="1200">
          <a:solidFill>
            <a:schemeClr val="tx1"/>
          </a:solidFill>
          <a:latin typeface="+mn-lt"/>
          <a:ea typeface="+mn-ea"/>
          <a:cs typeface="+mn-cs"/>
        </a:defRPr>
      </a:lvl3pPr>
      <a:lvl4pPr marL="1828848" algn="l" defTabSz="1219231" rtl="0" eaLnBrk="1" latinLnBrk="0" hangingPunct="1">
        <a:defRPr sz="2400" kern="1200">
          <a:solidFill>
            <a:schemeClr val="tx1"/>
          </a:solidFill>
          <a:latin typeface="+mn-lt"/>
          <a:ea typeface="+mn-ea"/>
          <a:cs typeface="+mn-cs"/>
        </a:defRPr>
      </a:lvl4pPr>
      <a:lvl5pPr marL="2438464" algn="l" defTabSz="1219231" rtl="0" eaLnBrk="1" latinLnBrk="0" hangingPunct="1">
        <a:defRPr sz="2400" kern="1200">
          <a:solidFill>
            <a:schemeClr val="tx1"/>
          </a:solidFill>
          <a:latin typeface="+mn-lt"/>
          <a:ea typeface="+mn-ea"/>
          <a:cs typeface="+mn-cs"/>
        </a:defRPr>
      </a:lvl5pPr>
      <a:lvl6pPr marL="3048080" algn="l" defTabSz="1219231" rtl="0" eaLnBrk="1" latinLnBrk="0" hangingPunct="1">
        <a:defRPr sz="2400" kern="1200">
          <a:solidFill>
            <a:schemeClr val="tx1"/>
          </a:solidFill>
          <a:latin typeface="+mn-lt"/>
          <a:ea typeface="+mn-ea"/>
          <a:cs typeface="+mn-cs"/>
        </a:defRPr>
      </a:lvl6pPr>
      <a:lvl7pPr marL="3657695" algn="l" defTabSz="1219231" rtl="0" eaLnBrk="1" latinLnBrk="0" hangingPunct="1">
        <a:defRPr sz="2400" kern="1200">
          <a:solidFill>
            <a:schemeClr val="tx1"/>
          </a:solidFill>
          <a:latin typeface="+mn-lt"/>
          <a:ea typeface="+mn-ea"/>
          <a:cs typeface="+mn-cs"/>
        </a:defRPr>
      </a:lvl7pPr>
      <a:lvl8pPr marL="4267311" algn="l" defTabSz="1219231" rtl="0" eaLnBrk="1" latinLnBrk="0" hangingPunct="1">
        <a:defRPr sz="2400" kern="1200">
          <a:solidFill>
            <a:schemeClr val="tx1"/>
          </a:solidFill>
          <a:latin typeface="+mn-lt"/>
          <a:ea typeface="+mn-ea"/>
          <a:cs typeface="+mn-cs"/>
        </a:defRPr>
      </a:lvl8pPr>
      <a:lvl9pPr marL="4876928" algn="l" defTabSz="1219231"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556" userDrawn="1">
          <p15:clr>
            <a:srgbClr val="F26B43"/>
          </p15:clr>
        </p15:guide>
        <p15:guide id="2" pos="359" userDrawn="1">
          <p15:clr>
            <a:srgbClr val="F26B43"/>
          </p15:clr>
        </p15:guide>
        <p15:guide id="3" pos="8345" userDrawn="1">
          <p15:clr>
            <a:srgbClr val="F26B43"/>
          </p15:clr>
        </p15:guide>
        <p15:guide id="4" orient="horz" pos="227" userDrawn="1">
          <p15:clr>
            <a:srgbClr val="F26B43"/>
          </p15:clr>
        </p15:guide>
        <p15:guide id="5" orient="horz" pos="1189" userDrawn="1">
          <p15:clr>
            <a:srgbClr val="F26B43"/>
          </p15:clr>
        </p15:guide>
        <p15:guide id="6" orient="horz" pos="725"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Layout" Target="../slideLayouts/slideLayout7.xml"/><Relationship Id="rId1" Type="http://schemas.openxmlformats.org/officeDocument/2006/relationships/tags" Target="../tags/tag14.xml"/><Relationship Id="rId5" Type="http://schemas.openxmlformats.org/officeDocument/2006/relationships/image" Target="../media/image4.emf"/><Relationship Id="rId4" Type="http://schemas.openxmlformats.org/officeDocument/2006/relationships/oleObject" Target="../embeddings/oleObject3.bin"/></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1.xml"/><Relationship Id="rId1" Type="http://schemas.openxmlformats.org/officeDocument/2006/relationships/tags" Target="../tags/tag15.xml"/><Relationship Id="rId5" Type="http://schemas.openxmlformats.org/officeDocument/2006/relationships/chart" Target="../charts/chart1.xml"/><Relationship Id="rId4" Type="http://schemas.openxmlformats.org/officeDocument/2006/relationships/image" Target="../media/image4.emf"/></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1.xml"/><Relationship Id="rId1" Type="http://schemas.openxmlformats.org/officeDocument/2006/relationships/tags" Target="../tags/tag16.xml"/><Relationship Id="rId5" Type="http://schemas.openxmlformats.org/officeDocument/2006/relationships/chart" Target="../charts/chart2.xml"/><Relationship Id="rId4" Type="http://schemas.openxmlformats.org/officeDocument/2006/relationships/image" Target="../media/image4.emf"/></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1.xml"/><Relationship Id="rId1" Type="http://schemas.openxmlformats.org/officeDocument/2006/relationships/tags" Target="../tags/tag17.xml"/><Relationship Id="rId5" Type="http://schemas.openxmlformats.org/officeDocument/2006/relationships/chart" Target="../charts/chart3.xml"/><Relationship Id="rId4" Type="http://schemas.openxmlformats.org/officeDocument/2006/relationships/image" Target="../media/image4.emf"/></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1.xml"/><Relationship Id="rId1" Type="http://schemas.openxmlformats.org/officeDocument/2006/relationships/tags" Target="../tags/tag18.xml"/><Relationship Id="rId5" Type="http://schemas.openxmlformats.org/officeDocument/2006/relationships/chart" Target="../charts/chart4.xml"/><Relationship Id="rId4" Type="http://schemas.openxmlformats.org/officeDocument/2006/relationships/image" Target="../media/image4.emf"/></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1.xml"/><Relationship Id="rId1" Type="http://schemas.openxmlformats.org/officeDocument/2006/relationships/tags" Target="../tags/tag19.xml"/><Relationship Id="rId5" Type="http://schemas.openxmlformats.org/officeDocument/2006/relationships/chart" Target="../charts/chart5.xml"/><Relationship Id="rId4" Type="http://schemas.openxmlformats.org/officeDocument/2006/relationships/image" Target="../media/image4.emf"/></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1.xml"/><Relationship Id="rId1" Type="http://schemas.openxmlformats.org/officeDocument/2006/relationships/tags" Target="../tags/tag20.xml"/><Relationship Id="rId5" Type="http://schemas.openxmlformats.org/officeDocument/2006/relationships/chart" Target="../charts/chart6.xml"/><Relationship Id="rId4" Type="http://schemas.openxmlformats.org/officeDocument/2006/relationships/image" Target="../media/image4.emf"/></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1.xml"/><Relationship Id="rId1" Type="http://schemas.openxmlformats.org/officeDocument/2006/relationships/tags" Target="../tags/tag21.xml"/><Relationship Id="rId5" Type="http://schemas.openxmlformats.org/officeDocument/2006/relationships/chart" Target="../charts/chart7.xml"/><Relationship Id="rId4" Type="http://schemas.openxmlformats.org/officeDocument/2006/relationships/image" Target="../media/image4.emf"/></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1.xml"/><Relationship Id="rId1" Type="http://schemas.openxmlformats.org/officeDocument/2006/relationships/tags" Target="../tags/tag22.xml"/><Relationship Id="rId5" Type="http://schemas.openxmlformats.org/officeDocument/2006/relationships/chart" Target="../charts/chart8.xml"/><Relationship Id="rId4" Type="http://schemas.openxmlformats.org/officeDocument/2006/relationships/image" Target="../media/image4.emf"/></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1.xml"/><Relationship Id="rId1" Type="http://schemas.openxmlformats.org/officeDocument/2006/relationships/tags" Target="../tags/tag23.xml"/><Relationship Id="rId5" Type="http://schemas.openxmlformats.org/officeDocument/2006/relationships/chart" Target="../charts/chart9.xml"/><Relationship Id="rId4" Type="http://schemas.openxmlformats.org/officeDocument/2006/relationships/image" Target="../media/image4.emf"/></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1.xml"/><Relationship Id="rId1" Type="http://schemas.openxmlformats.org/officeDocument/2006/relationships/tags" Target="../tags/tag24.xml"/><Relationship Id="rId5" Type="http://schemas.openxmlformats.org/officeDocument/2006/relationships/chart" Target="../charts/chart10.xml"/><Relationship Id="rId4" Type="http://schemas.openxmlformats.org/officeDocument/2006/relationships/image" Target="../media/image4.emf"/></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1.xml"/><Relationship Id="rId1" Type="http://schemas.openxmlformats.org/officeDocument/2006/relationships/tags" Target="../tags/tag25.xml"/><Relationship Id="rId5" Type="http://schemas.openxmlformats.org/officeDocument/2006/relationships/chart" Target="../charts/chart11.xml"/><Relationship Id="rId4" Type="http://schemas.openxmlformats.org/officeDocument/2006/relationships/image" Target="../media/image4.emf"/></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1.xml"/><Relationship Id="rId1" Type="http://schemas.openxmlformats.org/officeDocument/2006/relationships/tags" Target="../tags/tag26.xml"/><Relationship Id="rId5" Type="http://schemas.openxmlformats.org/officeDocument/2006/relationships/chart" Target="../charts/chart12.xml"/><Relationship Id="rId4" Type="http://schemas.openxmlformats.org/officeDocument/2006/relationships/image" Target="../media/image4.emf"/></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1.xml"/><Relationship Id="rId1" Type="http://schemas.openxmlformats.org/officeDocument/2006/relationships/tags" Target="../tags/tag27.xml"/><Relationship Id="rId5" Type="http://schemas.openxmlformats.org/officeDocument/2006/relationships/chart" Target="../charts/chart13.xml"/><Relationship Id="rId4" Type="http://schemas.openxmlformats.org/officeDocument/2006/relationships/image" Target="../media/image4.emf"/></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1.xml"/><Relationship Id="rId1" Type="http://schemas.openxmlformats.org/officeDocument/2006/relationships/tags" Target="../tags/tag28.xml"/><Relationship Id="rId5" Type="http://schemas.openxmlformats.org/officeDocument/2006/relationships/chart" Target="../charts/chart14.xml"/><Relationship Id="rId4" Type="http://schemas.openxmlformats.org/officeDocument/2006/relationships/image" Target="../media/image4.emf"/></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1.xml"/><Relationship Id="rId1" Type="http://schemas.openxmlformats.org/officeDocument/2006/relationships/tags" Target="../tags/tag29.xml"/><Relationship Id="rId5" Type="http://schemas.openxmlformats.org/officeDocument/2006/relationships/chart" Target="../charts/chart15.xml"/><Relationship Id="rId4" Type="http://schemas.openxmlformats.org/officeDocument/2006/relationships/image" Target="../media/image4.emf"/></Relationships>
</file>

<file path=ppt/slides/_rels/slide18.xml.rels><?xml version="1.0" encoding="UTF-8" standalone="yes"?>
<Relationships xmlns="http://schemas.openxmlformats.org/package/2006/relationships"><Relationship Id="rId13" Type="http://schemas.openxmlformats.org/officeDocument/2006/relationships/tags" Target="../tags/tag42.xml"/><Relationship Id="rId18" Type="http://schemas.openxmlformats.org/officeDocument/2006/relationships/tags" Target="../tags/tag47.xml"/><Relationship Id="rId26" Type="http://schemas.openxmlformats.org/officeDocument/2006/relationships/tags" Target="../tags/tag55.xml"/><Relationship Id="rId39" Type="http://schemas.openxmlformats.org/officeDocument/2006/relationships/tags" Target="../tags/tag68.xml"/><Relationship Id="rId21" Type="http://schemas.openxmlformats.org/officeDocument/2006/relationships/tags" Target="../tags/tag50.xml"/><Relationship Id="rId34" Type="http://schemas.openxmlformats.org/officeDocument/2006/relationships/tags" Target="../tags/tag63.xml"/><Relationship Id="rId42" Type="http://schemas.openxmlformats.org/officeDocument/2006/relationships/tags" Target="../tags/tag71.xml"/><Relationship Id="rId47" Type="http://schemas.openxmlformats.org/officeDocument/2006/relationships/tags" Target="../tags/tag76.xml"/><Relationship Id="rId50" Type="http://schemas.openxmlformats.org/officeDocument/2006/relationships/oleObject" Target="../embeddings/oleObject19.bin"/><Relationship Id="rId7" Type="http://schemas.openxmlformats.org/officeDocument/2006/relationships/tags" Target="../tags/tag36.xml"/><Relationship Id="rId2" Type="http://schemas.openxmlformats.org/officeDocument/2006/relationships/tags" Target="../tags/tag31.xml"/><Relationship Id="rId16" Type="http://schemas.openxmlformats.org/officeDocument/2006/relationships/tags" Target="../tags/tag45.xml"/><Relationship Id="rId29" Type="http://schemas.openxmlformats.org/officeDocument/2006/relationships/tags" Target="../tags/tag58.xml"/><Relationship Id="rId11" Type="http://schemas.openxmlformats.org/officeDocument/2006/relationships/tags" Target="../tags/tag40.xml"/><Relationship Id="rId24" Type="http://schemas.openxmlformats.org/officeDocument/2006/relationships/tags" Target="../tags/tag53.xml"/><Relationship Id="rId32" Type="http://schemas.openxmlformats.org/officeDocument/2006/relationships/tags" Target="../tags/tag61.xml"/><Relationship Id="rId37" Type="http://schemas.openxmlformats.org/officeDocument/2006/relationships/tags" Target="../tags/tag66.xml"/><Relationship Id="rId40" Type="http://schemas.openxmlformats.org/officeDocument/2006/relationships/tags" Target="../tags/tag69.xml"/><Relationship Id="rId45" Type="http://schemas.openxmlformats.org/officeDocument/2006/relationships/tags" Target="../tags/tag74.xml"/><Relationship Id="rId5" Type="http://schemas.openxmlformats.org/officeDocument/2006/relationships/tags" Target="../tags/tag34.xml"/><Relationship Id="rId15" Type="http://schemas.openxmlformats.org/officeDocument/2006/relationships/tags" Target="../tags/tag44.xml"/><Relationship Id="rId23" Type="http://schemas.openxmlformats.org/officeDocument/2006/relationships/tags" Target="../tags/tag52.xml"/><Relationship Id="rId28" Type="http://schemas.openxmlformats.org/officeDocument/2006/relationships/tags" Target="../tags/tag57.xml"/><Relationship Id="rId36" Type="http://schemas.openxmlformats.org/officeDocument/2006/relationships/tags" Target="../tags/tag65.xml"/><Relationship Id="rId49" Type="http://schemas.openxmlformats.org/officeDocument/2006/relationships/slideLayout" Target="../slideLayouts/slideLayout1.xml"/><Relationship Id="rId10" Type="http://schemas.openxmlformats.org/officeDocument/2006/relationships/tags" Target="../tags/tag39.xml"/><Relationship Id="rId19" Type="http://schemas.openxmlformats.org/officeDocument/2006/relationships/tags" Target="../tags/tag48.xml"/><Relationship Id="rId31" Type="http://schemas.openxmlformats.org/officeDocument/2006/relationships/tags" Target="../tags/tag60.xml"/><Relationship Id="rId44" Type="http://schemas.openxmlformats.org/officeDocument/2006/relationships/tags" Target="../tags/tag73.xml"/><Relationship Id="rId52" Type="http://schemas.openxmlformats.org/officeDocument/2006/relationships/chart" Target="../charts/chart16.xml"/><Relationship Id="rId4" Type="http://schemas.openxmlformats.org/officeDocument/2006/relationships/tags" Target="../tags/tag33.xml"/><Relationship Id="rId9" Type="http://schemas.openxmlformats.org/officeDocument/2006/relationships/tags" Target="../tags/tag38.xml"/><Relationship Id="rId14" Type="http://schemas.openxmlformats.org/officeDocument/2006/relationships/tags" Target="../tags/tag43.xml"/><Relationship Id="rId22" Type="http://schemas.openxmlformats.org/officeDocument/2006/relationships/tags" Target="../tags/tag51.xml"/><Relationship Id="rId27" Type="http://schemas.openxmlformats.org/officeDocument/2006/relationships/tags" Target="../tags/tag56.xml"/><Relationship Id="rId30" Type="http://schemas.openxmlformats.org/officeDocument/2006/relationships/tags" Target="../tags/tag59.xml"/><Relationship Id="rId35" Type="http://schemas.openxmlformats.org/officeDocument/2006/relationships/tags" Target="../tags/tag64.xml"/><Relationship Id="rId43" Type="http://schemas.openxmlformats.org/officeDocument/2006/relationships/tags" Target="../tags/tag72.xml"/><Relationship Id="rId48" Type="http://schemas.openxmlformats.org/officeDocument/2006/relationships/tags" Target="../tags/tag77.xml"/><Relationship Id="rId8" Type="http://schemas.openxmlformats.org/officeDocument/2006/relationships/tags" Target="../tags/tag37.xml"/><Relationship Id="rId51" Type="http://schemas.openxmlformats.org/officeDocument/2006/relationships/image" Target="../media/image4.emf"/><Relationship Id="rId3" Type="http://schemas.openxmlformats.org/officeDocument/2006/relationships/tags" Target="../tags/tag32.xml"/><Relationship Id="rId12" Type="http://schemas.openxmlformats.org/officeDocument/2006/relationships/tags" Target="../tags/tag41.xml"/><Relationship Id="rId17" Type="http://schemas.openxmlformats.org/officeDocument/2006/relationships/tags" Target="../tags/tag46.xml"/><Relationship Id="rId25" Type="http://schemas.openxmlformats.org/officeDocument/2006/relationships/tags" Target="../tags/tag54.xml"/><Relationship Id="rId33" Type="http://schemas.openxmlformats.org/officeDocument/2006/relationships/tags" Target="../tags/tag62.xml"/><Relationship Id="rId38" Type="http://schemas.openxmlformats.org/officeDocument/2006/relationships/tags" Target="../tags/tag67.xml"/><Relationship Id="rId46" Type="http://schemas.openxmlformats.org/officeDocument/2006/relationships/tags" Target="../tags/tag75.xml"/><Relationship Id="rId20" Type="http://schemas.openxmlformats.org/officeDocument/2006/relationships/tags" Target="../tags/tag49.xml"/><Relationship Id="rId41" Type="http://schemas.openxmlformats.org/officeDocument/2006/relationships/tags" Target="../tags/tag70.xml"/><Relationship Id="rId1" Type="http://schemas.openxmlformats.org/officeDocument/2006/relationships/tags" Target="../tags/tag30.xml"/><Relationship Id="rId6" Type="http://schemas.openxmlformats.org/officeDocument/2006/relationships/tags" Target="../tags/tag35.xml"/></Relationships>
</file>

<file path=ppt/slides/_rels/slide1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Layout" Target="../slideLayouts/slideLayout7.xml"/><Relationship Id="rId1" Type="http://schemas.openxmlformats.org/officeDocument/2006/relationships/tags" Target="../tags/tag78.xml"/><Relationship Id="rId5" Type="http://schemas.openxmlformats.org/officeDocument/2006/relationships/image" Target="../media/image4.emf"/><Relationship Id="rId4" Type="http://schemas.openxmlformats.org/officeDocument/2006/relationships/oleObject" Target="../embeddings/oleObject20.bin"/></Relationships>
</file>

<file path=ppt/slides/_rels/slide20.xml.rels><?xml version="1.0" encoding="UTF-8" standalone="yes"?>
<Relationships xmlns="http://schemas.openxmlformats.org/package/2006/relationships"><Relationship Id="rId26" Type="http://schemas.openxmlformats.org/officeDocument/2006/relationships/tags" Target="../tags/tag104.xml"/><Relationship Id="rId21" Type="http://schemas.openxmlformats.org/officeDocument/2006/relationships/tags" Target="../tags/tag99.xml"/><Relationship Id="rId42" Type="http://schemas.openxmlformats.org/officeDocument/2006/relationships/tags" Target="../tags/tag120.xml"/><Relationship Id="rId47" Type="http://schemas.openxmlformats.org/officeDocument/2006/relationships/tags" Target="../tags/tag125.xml"/><Relationship Id="rId63" Type="http://schemas.openxmlformats.org/officeDocument/2006/relationships/tags" Target="../tags/tag141.xml"/><Relationship Id="rId68" Type="http://schemas.openxmlformats.org/officeDocument/2006/relationships/tags" Target="../tags/tag146.xml"/><Relationship Id="rId16" Type="http://schemas.openxmlformats.org/officeDocument/2006/relationships/tags" Target="../tags/tag94.xml"/><Relationship Id="rId11" Type="http://schemas.openxmlformats.org/officeDocument/2006/relationships/tags" Target="../tags/tag89.xml"/><Relationship Id="rId24" Type="http://schemas.openxmlformats.org/officeDocument/2006/relationships/tags" Target="../tags/tag102.xml"/><Relationship Id="rId32" Type="http://schemas.openxmlformats.org/officeDocument/2006/relationships/tags" Target="../tags/tag110.xml"/><Relationship Id="rId37" Type="http://schemas.openxmlformats.org/officeDocument/2006/relationships/tags" Target="../tags/tag115.xml"/><Relationship Id="rId40" Type="http://schemas.openxmlformats.org/officeDocument/2006/relationships/tags" Target="../tags/tag118.xml"/><Relationship Id="rId45" Type="http://schemas.openxmlformats.org/officeDocument/2006/relationships/tags" Target="../tags/tag123.xml"/><Relationship Id="rId53" Type="http://schemas.openxmlformats.org/officeDocument/2006/relationships/tags" Target="../tags/tag131.xml"/><Relationship Id="rId58" Type="http://schemas.openxmlformats.org/officeDocument/2006/relationships/tags" Target="../tags/tag136.xml"/><Relationship Id="rId66" Type="http://schemas.openxmlformats.org/officeDocument/2006/relationships/tags" Target="../tags/tag144.xml"/><Relationship Id="rId74" Type="http://schemas.openxmlformats.org/officeDocument/2006/relationships/tags" Target="../tags/tag152.xml"/><Relationship Id="rId79" Type="http://schemas.openxmlformats.org/officeDocument/2006/relationships/slide" Target="slide42.xml"/><Relationship Id="rId5" Type="http://schemas.openxmlformats.org/officeDocument/2006/relationships/tags" Target="../tags/tag83.xml"/><Relationship Id="rId61" Type="http://schemas.openxmlformats.org/officeDocument/2006/relationships/tags" Target="../tags/tag139.xml"/><Relationship Id="rId19" Type="http://schemas.openxmlformats.org/officeDocument/2006/relationships/tags" Target="../tags/tag97.xml"/><Relationship Id="rId14" Type="http://schemas.openxmlformats.org/officeDocument/2006/relationships/tags" Target="../tags/tag92.xml"/><Relationship Id="rId22" Type="http://schemas.openxmlformats.org/officeDocument/2006/relationships/tags" Target="../tags/tag100.xml"/><Relationship Id="rId27" Type="http://schemas.openxmlformats.org/officeDocument/2006/relationships/tags" Target="../tags/tag105.xml"/><Relationship Id="rId30" Type="http://schemas.openxmlformats.org/officeDocument/2006/relationships/tags" Target="../tags/tag108.xml"/><Relationship Id="rId35" Type="http://schemas.openxmlformats.org/officeDocument/2006/relationships/tags" Target="../tags/tag113.xml"/><Relationship Id="rId43" Type="http://schemas.openxmlformats.org/officeDocument/2006/relationships/tags" Target="../tags/tag121.xml"/><Relationship Id="rId48" Type="http://schemas.openxmlformats.org/officeDocument/2006/relationships/tags" Target="../tags/tag126.xml"/><Relationship Id="rId56" Type="http://schemas.openxmlformats.org/officeDocument/2006/relationships/tags" Target="../tags/tag134.xml"/><Relationship Id="rId64" Type="http://schemas.openxmlformats.org/officeDocument/2006/relationships/tags" Target="../tags/tag142.xml"/><Relationship Id="rId69" Type="http://schemas.openxmlformats.org/officeDocument/2006/relationships/tags" Target="../tags/tag147.xml"/><Relationship Id="rId77" Type="http://schemas.openxmlformats.org/officeDocument/2006/relationships/image" Target="../media/image4.emf"/><Relationship Id="rId8" Type="http://schemas.openxmlformats.org/officeDocument/2006/relationships/tags" Target="../tags/tag86.xml"/><Relationship Id="rId51" Type="http://schemas.openxmlformats.org/officeDocument/2006/relationships/tags" Target="../tags/tag129.xml"/><Relationship Id="rId72" Type="http://schemas.openxmlformats.org/officeDocument/2006/relationships/tags" Target="../tags/tag150.xml"/><Relationship Id="rId3" Type="http://schemas.openxmlformats.org/officeDocument/2006/relationships/tags" Target="../tags/tag81.xml"/><Relationship Id="rId12" Type="http://schemas.openxmlformats.org/officeDocument/2006/relationships/tags" Target="../tags/tag90.xml"/><Relationship Id="rId17" Type="http://schemas.openxmlformats.org/officeDocument/2006/relationships/tags" Target="../tags/tag95.xml"/><Relationship Id="rId25" Type="http://schemas.openxmlformats.org/officeDocument/2006/relationships/tags" Target="../tags/tag103.xml"/><Relationship Id="rId33" Type="http://schemas.openxmlformats.org/officeDocument/2006/relationships/tags" Target="../tags/tag111.xml"/><Relationship Id="rId38" Type="http://schemas.openxmlformats.org/officeDocument/2006/relationships/tags" Target="../tags/tag116.xml"/><Relationship Id="rId46" Type="http://schemas.openxmlformats.org/officeDocument/2006/relationships/tags" Target="../tags/tag124.xml"/><Relationship Id="rId59" Type="http://schemas.openxmlformats.org/officeDocument/2006/relationships/tags" Target="../tags/tag137.xml"/><Relationship Id="rId67" Type="http://schemas.openxmlformats.org/officeDocument/2006/relationships/tags" Target="../tags/tag145.xml"/><Relationship Id="rId20" Type="http://schemas.openxmlformats.org/officeDocument/2006/relationships/tags" Target="../tags/tag98.xml"/><Relationship Id="rId41" Type="http://schemas.openxmlformats.org/officeDocument/2006/relationships/tags" Target="../tags/tag119.xml"/><Relationship Id="rId54" Type="http://schemas.openxmlformats.org/officeDocument/2006/relationships/tags" Target="../tags/tag132.xml"/><Relationship Id="rId62" Type="http://schemas.openxmlformats.org/officeDocument/2006/relationships/tags" Target="../tags/tag140.xml"/><Relationship Id="rId70" Type="http://schemas.openxmlformats.org/officeDocument/2006/relationships/tags" Target="../tags/tag148.xml"/><Relationship Id="rId75" Type="http://schemas.openxmlformats.org/officeDocument/2006/relationships/slideLayout" Target="../slideLayouts/slideLayout1.xml"/><Relationship Id="rId1" Type="http://schemas.openxmlformats.org/officeDocument/2006/relationships/tags" Target="../tags/tag79.xml"/><Relationship Id="rId6" Type="http://schemas.openxmlformats.org/officeDocument/2006/relationships/tags" Target="../tags/tag84.xml"/><Relationship Id="rId15" Type="http://schemas.openxmlformats.org/officeDocument/2006/relationships/tags" Target="../tags/tag93.xml"/><Relationship Id="rId23" Type="http://schemas.openxmlformats.org/officeDocument/2006/relationships/tags" Target="../tags/tag101.xml"/><Relationship Id="rId28" Type="http://schemas.openxmlformats.org/officeDocument/2006/relationships/tags" Target="../tags/tag106.xml"/><Relationship Id="rId36" Type="http://schemas.openxmlformats.org/officeDocument/2006/relationships/tags" Target="../tags/tag114.xml"/><Relationship Id="rId49" Type="http://schemas.openxmlformats.org/officeDocument/2006/relationships/tags" Target="../tags/tag127.xml"/><Relationship Id="rId57" Type="http://schemas.openxmlformats.org/officeDocument/2006/relationships/tags" Target="../tags/tag135.xml"/><Relationship Id="rId10" Type="http://schemas.openxmlformats.org/officeDocument/2006/relationships/tags" Target="../tags/tag88.xml"/><Relationship Id="rId31" Type="http://schemas.openxmlformats.org/officeDocument/2006/relationships/tags" Target="../tags/tag109.xml"/><Relationship Id="rId44" Type="http://schemas.openxmlformats.org/officeDocument/2006/relationships/tags" Target="../tags/tag122.xml"/><Relationship Id="rId52" Type="http://schemas.openxmlformats.org/officeDocument/2006/relationships/tags" Target="../tags/tag130.xml"/><Relationship Id="rId60" Type="http://schemas.openxmlformats.org/officeDocument/2006/relationships/tags" Target="../tags/tag138.xml"/><Relationship Id="rId65" Type="http://schemas.openxmlformats.org/officeDocument/2006/relationships/tags" Target="../tags/tag143.xml"/><Relationship Id="rId73" Type="http://schemas.openxmlformats.org/officeDocument/2006/relationships/tags" Target="../tags/tag151.xml"/><Relationship Id="rId78" Type="http://schemas.openxmlformats.org/officeDocument/2006/relationships/chart" Target="../charts/chart17.xml"/><Relationship Id="rId4" Type="http://schemas.openxmlformats.org/officeDocument/2006/relationships/tags" Target="../tags/tag82.xml"/><Relationship Id="rId9" Type="http://schemas.openxmlformats.org/officeDocument/2006/relationships/tags" Target="../tags/tag87.xml"/><Relationship Id="rId13" Type="http://schemas.openxmlformats.org/officeDocument/2006/relationships/tags" Target="../tags/tag91.xml"/><Relationship Id="rId18" Type="http://schemas.openxmlformats.org/officeDocument/2006/relationships/tags" Target="../tags/tag96.xml"/><Relationship Id="rId39" Type="http://schemas.openxmlformats.org/officeDocument/2006/relationships/tags" Target="../tags/tag117.xml"/><Relationship Id="rId34" Type="http://schemas.openxmlformats.org/officeDocument/2006/relationships/tags" Target="../tags/tag112.xml"/><Relationship Id="rId50" Type="http://schemas.openxmlformats.org/officeDocument/2006/relationships/tags" Target="../tags/tag128.xml"/><Relationship Id="rId55" Type="http://schemas.openxmlformats.org/officeDocument/2006/relationships/tags" Target="../tags/tag133.xml"/><Relationship Id="rId76" Type="http://schemas.openxmlformats.org/officeDocument/2006/relationships/oleObject" Target="../embeddings/oleObject21.bin"/><Relationship Id="rId7" Type="http://schemas.openxmlformats.org/officeDocument/2006/relationships/tags" Target="../tags/tag85.xml"/><Relationship Id="rId71" Type="http://schemas.openxmlformats.org/officeDocument/2006/relationships/tags" Target="../tags/tag149.xml"/><Relationship Id="rId2" Type="http://schemas.openxmlformats.org/officeDocument/2006/relationships/tags" Target="../tags/tag80.xml"/><Relationship Id="rId29" Type="http://schemas.openxmlformats.org/officeDocument/2006/relationships/tags" Target="../tags/tag107.xml"/></Relationships>
</file>

<file path=ppt/slides/_rels/slide21.xml.rels><?xml version="1.0" encoding="UTF-8" standalone="yes"?>
<Relationships xmlns="http://schemas.openxmlformats.org/package/2006/relationships"><Relationship Id="rId26" Type="http://schemas.openxmlformats.org/officeDocument/2006/relationships/tags" Target="../tags/tag178.xml"/><Relationship Id="rId21" Type="http://schemas.openxmlformats.org/officeDocument/2006/relationships/tags" Target="../tags/tag173.xml"/><Relationship Id="rId42" Type="http://schemas.openxmlformats.org/officeDocument/2006/relationships/tags" Target="../tags/tag194.xml"/><Relationship Id="rId47" Type="http://schemas.openxmlformats.org/officeDocument/2006/relationships/tags" Target="../tags/tag199.xml"/><Relationship Id="rId63" Type="http://schemas.openxmlformats.org/officeDocument/2006/relationships/tags" Target="../tags/tag215.xml"/><Relationship Id="rId68" Type="http://schemas.openxmlformats.org/officeDocument/2006/relationships/tags" Target="../tags/tag220.xml"/><Relationship Id="rId16" Type="http://schemas.openxmlformats.org/officeDocument/2006/relationships/tags" Target="../tags/tag168.xml"/><Relationship Id="rId11" Type="http://schemas.openxmlformats.org/officeDocument/2006/relationships/tags" Target="../tags/tag163.xml"/><Relationship Id="rId32" Type="http://schemas.openxmlformats.org/officeDocument/2006/relationships/tags" Target="../tags/tag184.xml"/><Relationship Id="rId37" Type="http://schemas.openxmlformats.org/officeDocument/2006/relationships/tags" Target="../tags/tag189.xml"/><Relationship Id="rId53" Type="http://schemas.openxmlformats.org/officeDocument/2006/relationships/tags" Target="../tags/tag205.xml"/><Relationship Id="rId58" Type="http://schemas.openxmlformats.org/officeDocument/2006/relationships/tags" Target="../tags/tag210.xml"/><Relationship Id="rId74" Type="http://schemas.openxmlformats.org/officeDocument/2006/relationships/tags" Target="../tags/tag226.xml"/><Relationship Id="rId79" Type="http://schemas.openxmlformats.org/officeDocument/2006/relationships/image" Target="../media/image4.emf"/><Relationship Id="rId5" Type="http://schemas.openxmlformats.org/officeDocument/2006/relationships/tags" Target="../tags/tag157.xml"/><Relationship Id="rId61" Type="http://schemas.openxmlformats.org/officeDocument/2006/relationships/tags" Target="../tags/tag213.xml"/><Relationship Id="rId19" Type="http://schemas.openxmlformats.org/officeDocument/2006/relationships/tags" Target="../tags/tag171.xml"/><Relationship Id="rId14" Type="http://schemas.openxmlformats.org/officeDocument/2006/relationships/tags" Target="../tags/tag166.xml"/><Relationship Id="rId22" Type="http://schemas.openxmlformats.org/officeDocument/2006/relationships/tags" Target="../tags/tag174.xml"/><Relationship Id="rId27" Type="http://schemas.openxmlformats.org/officeDocument/2006/relationships/tags" Target="../tags/tag179.xml"/><Relationship Id="rId30" Type="http://schemas.openxmlformats.org/officeDocument/2006/relationships/tags" Target="../tags/tag182.xml"/><Relationship Id="rId35" Type="http://schemas.openxmlformats.org/officeDocument/2006/relationships/tags" Target="../tags/tag187.xml"/><Relationship Id="rId43" Type="http://schemas.openxmlformats.org/officeDocument/2006/relationships/tags" Target="../tags/tag195.xml"/><Relationship Id="rId48" Type="http://schemas.openxmlformats.org/officeDocument/2006/relationships/tags" Target="../tags/tag200.xml"/><Relationship Id="rId56" Type="http://schemas.openxmlformats.org/officeDocument/2006/relationships/tags" Target="../tags/tag208.xml"/><Relationship Id="rId64" Type="http://schemas.openxmlformats.org/officeDocument/2006/relationships/tags" Target="../tags/tag216.xml"/><Relationship Id="rId69" Type="http://schemas.openxmlformats.org/officeDocument/2006/relationships/tags" Target="../tags/tag221.xml"/><Relationship Id="rId77" Type="http://schemas.openxmlformats.org/officeDocument/2006/relationships/slideLayout" Target="../slideLayouts/slideLayout1.xml"/><Relationship Id="rId8" Type="http://schemas.openxmlformats.org/officeDocument/2006/relationships/tags" Target="../tags/tag160.xml"/><Relationship Id="rId51" Type="http://schemas.openxmlformats.org/officeDocument/2006/relationships/tags" Target="../tags/tag203.xml"/><Relationship Id="rId72" Type="http://schemas.openxmlformats.org/officeDocument/2006/relationships/tags" Target="../tags/tag224.xml"/><Relationship Id="rId80" Type="http://schemas.openxmlformats.org/officeDocument/2006/relationships/chart" Target="../charts/chart18.xml"/><Relationship Id="rId3" Type="http://schemas.openxmlformats.org/officeDocument/2006/relationships/tags" Target="../tags/tag155.xml"/><Relationship Id="rId12" Type="http://schemas.openxmlformats.org/officeDocument/2006/relationships/tags" Target="../tags/tag164.xml"/><Relationship Id="rId17" Type="http://schemas.openxmlformats.org/officeDocument/2006/relationships/tags" Target="../tags/tag169.xml"/><Relationship Id="rId25" Type="http://schemas.openxmlformats.org/officeDocument/2006/relationships/tags" Target="../tags/tag177.xml"/><Relationship Id="rId33" Type="http://schemas.openxmlformats.org/officeDocument/2006/relationships/tags" Target="../tags/tag185.xml"/><Relationship Id="rId38" Type="http://schemas.openxmlformats.org/officeDocument/2006/relationships/tags" Target="../tags/tag190.xml"/><Relationship Id="rId46" Type="http://schemas.openxmlformats.org/officeDocument/2006/relationships/tags" Target="../tags/tag198.xml"/><Relationship Id="rId59" Type="http://schemas.openxmlformats.org/officeDocument/2006/relationships/tags" Target="../tags/tag211.xml"/><Relationship Id="rId67" Type="http://schemas.openxmlformats.org/officeDocument/2006/relationships/tags" Target="../tags/tag219.xml"/><Relationship Id="rId20" Type="http://schemas.openxmlformats.org/officeDocument/2006/relationships/tags" Target="../tags/tag172.xml"/><Relationship Id="rId41" Type="http://schemas.openxmlformats.org/officeDocument/2006/relationships/tags" Target="../tags/tag193.xml"/><Relationship Id="rId54" Type="http://schemas.openxmlformats.org/officeDocument/2006/relationships/tags" Target="../tags/tag206.xml"/><Relationship Id="rId62" Type="http://schemas.openxmlformats.org/officeDocument/2006/relationships/tags" Target="../tags/tag214.xml"/><Relationship Id="rId70" Type="http://schemas.openxmlformats.org/officeDocument/2006/relationships/tags" Target="../tags/tag222.xml"/><Relationship Id="rId75" Type="http://schemas.openxmlformats.org/officeDocument/2006/relationships/tags" Target="../tags/tag227.xml"/><Relationship Id="rId1" Type="http://schemas.openxmlformats.org/officeDocument/2006/relationships/tags" Target="../tags/tag153.xml"/><Relationship Id="rId6" Type="http://schemas.openxmlformats.org/officeDocument/2006/relationships/tags" Target="../tags/tag158.xml"/><Relationship Id="rId15" Type="http://schemas.openxmlformats.org/officeDocument/2006/relationships/tags" Target="../tags/tag167.xml"/><Relationship Id="rId23" Type="http://schemas.openxmlformats.org/officeDocument/2006/relationships/tags" Target="../tags/tag175.xml"/><Relationship Id="rId28" Type="http://schemas.openxmlformats.org/officeDocument/2006/relationships/tags" Target="../tags/tag180.xml"/><Relationship Id="rId36" Type="http://schemas.openxmlformats.org/officeDocument/2006/relationships/tags" Target="../tags/tag188.xml"/><Relationship Id="rId49" Type="http://schemas.openxmlformats.org/officeDocument/2006/relationships/tags" Target="../tags/tag201.xml"/><Relationship Id="rId57" Type="http://schemas.openxmlformats.org/officeDocument/2006/relationships/tags" Target="../tags/tag209.xml"/><Relationship Id="rId10" Type="http://schemas.openxmlformats.org/officeDocument/2006/relationships/tags" Target="../tags/tag162.xml"/><Relationship Id="rId31" Type="http://schemas.openxmlformats.org/officeDocument/2006/relationships/tags" Target="../tags/tag183.xml"/><Relationship Id="rId44" Type="http://schemas.openxmlformats.org/officeDocument/2006/relationships/tags" Target="../tags/tag196.xml"/><Relationship Id="rId52" Type="http://schemas.openxmlformats.org/officeDocument/2006/relationships/tags" Target="../tags/tag204.xml"/><Relationship Id="rId60" Type="http://schemas.openxmlformats.org/officeDocument/2006/relationships/tags" Target="../tags/tag212.xml"/><Relationship Id="rId65" Type="http://schemas.openxmlformats.org/officeDocument/2006/relationships/tags" Target="../tags/tag217.xml"/><Relationship Id="rId73" Type="http://schemas.openxmlformats.org/officeDocument/2006/relationships/tags" Target="../tags/tag225.xml"/><Relationship Id="rId78" Type="http://schemas.openxmlformats.org/officeDocument/2006/relationships/oleObject" Target="../embeddings/oleObject22.bin"/><Relationship Id="rId81" Type="http://schemas.openxmlformats.org/officeDocument/2006/relationships/slide" Target="slide42.xml"/><Relationship Id="rId4" Type="http://schemas.openxmlformats.org/officeDocument/2006/relationships/tags" Target="../tags/tag156.xml"/><Relationship Id="rId9" Type="http://schemas.openxmlformats.org/officeDocument/2006/relationships/tags" Target="../tags/tag161.xml"/><Relationship Id="rId13" Type="http://schemas.openxmlformats.org/officeDocument/2006/relationships/tags" Target="../tags/tag165.xml"/><Relationship Id="rId18" Type="http://schemas.openxmlformats.org/officeDocument/2006/relationships/tags" Target="../tags/tag170.xml"/><Relationship Id="rId39" Type="http://schemas.openxmlformats.org/officeDocument/2006/relationships/tags" Target="../tags/tag191.xml"/><Relationship Id="rId34" Type="http://schemas.openxmlformats.org/officeDocument/2006/relationships/tags" Target="../tags/tag186.xml"/><Relationship Id="rId50" Type="http://schemas.openxmlformats.org/officeDocument/2006/relationships/tags" Target="../tags/tag202.xml"/><Relationship Id="rId55" Type="http://schemas.openxmlformats.org/officeDocument/2006/relationships/tags" Target="../tags/tag207.xml"/><Relationship Id="rId76" Type="http://schemas.openxmlformats.org/officeDocument/2006/relationships/tags" Target="../tags/tag228.xml"/><Relationship Id="rId7" Type="http://schemas.openxmlformats.org/officeDocument/2006/relationships/tags" Target="../tags/tag159.xml"/><Relationship Id="rId71" Type="http://schemas.openxmlformats.org/officeDocument/2006/relationships/tags" Target="../tags/tag223.xml"/><Relationship Id="rId2" Type="http://schemas.openxmlformats.org/officeDocument/2006/relationships/tags" Target="../tags/tag154.xml"/><Relationship Id="rId29" Type="http://schemas.openxmlformats.org/officeDocument/2006/relationships/tags" Target="../tags/tag181.xml"/><Relationship Id="rId24" Type="http://schemas.openxmlformats.org/officeDocument/2006/relationships/tags" Target="../tags/tag176.xml"/><Relationship Id="rId40" Type="http://schemas.openxmlformats.org/officeDocument/2006/relationships/tags" Target="../tags/tag192.xml"/><Relationship Id="rId45" Type="http://schemas.openxmlformats.org/officeDocument/2006/relationships/tags" Target="../tags/tag197.xml"/><Relationship Id="rId66" Type="http://schemas.openxmlformats.org/officeDocument/2006/relationships/tags" Target="../tags/tag218.xml"/></Relationships>
</file>

<file path=ppt/slides/_rels/slide22.xml.rels><?xml version="1.0" encoding="UTF-8" standalone="yes"?>
<Relationships xmlns="http://schemas.openxmlformats.org/package/2006/relationships"><Relationship Id="rId26" Type="http://schemas.openxmlformats.org/officeDocument/2006/relationships/tags" Target="../tags/tag254.xml"/><Relationship Id="rId21" Type="http://schemas.openxmlformats.org/officeDocument/2006/relationships/tags" Target="../tags/tag249.xml"/><Relationship Id="rId42" Type="http://schemas.openxmlformats.org/officeDocument/2006/relationships/tags" Target="../tags/tag270.xml"/><Relationship Id="rId47" Type="http://schemas.openxmlformats.org/officeDocument/2006/relationships/tags" Target="../tags/tag275.xml"/><Relationship Id="rId63" Type="http://schemas.openxmlformats.org/officeDocument/2006/relationships/tags" Target="../tags/tag291.xml"/><Relationship Id="rId68" Type="http://schemas.openxmlformats.org/officeDocument/2006/relationships/tags" Target="../tags/tag296.xml"/><Relationship Id="rId16" Type="http://schemas.openxmlformats.org/officeDocument/2006/relationships/tags" Target="../tags/tag244.xml"/><Relationship Id="rId11" Type="http://schemas.openxmlformats.org/officeDocument/2006/relationships/tags" Target="../tags/tag239.xml"/><Relationship Id="rId24" Type="http://schemas.openxmlformats.org/officeDocument/2006/relationships/tags" Target="../tags/tag252.xml"/><Relationship Id="rId32" Type="http://schemas.openxmlformats.org/officeDocument/2006/relationships/tags" Target="../tags/tag260.xml"/><Relationship Id="rId37" Type="http://schemas.openxmlformats.org/officeDocument/2006/relationships/tags" Target="../tags/tag265.xml"/><Relationship Id="rId40" Type="http://schemas.openxmlformats.org/officeDocument/2006/relationships/tags" Target="../tags/tag268.xml"/><Relationship Id="rId45" Type="http://schemas.openxmlformats.org/officeDocument/2006/relationships/tags" Target="../tags/tag273.xml"/><Relationship Id="rId53" Type="http://schemas.openxmlformats.org/officeDocument/2006/relationships/tags" Target="../tags/tag281.xml"/><Relationship Id="rId58" Type="http://schemas.openxmlformats.org/officeDocument/2006/relationships/tags" Target="../tags/tag286.xml"/><Relationship Id="rId66" Type="http://schemas.openxmlformats.org/officeDocument/2006/relationships/tags" Target="../tags/tag294.xml"/><Relationship Id="rId74" Type="http://schemas.openxmlformats.org/officeDocument/2006/relationships/tags" Target="../tags/tag302.xml"/><Relationship Id="rId79" Type="http://schemas.openxmlformats.org/officeDocument/2006/relationships/slide" Target="slide43.xml"/><Relationship Id="rId5" Type="http://schemas.openxmlformats.org/officeDocument/2006/relationships/tags" Target="../tags/tag233.xml"/><Relationship Id="rId61" Type="http://schemas.openxmlformats.org/officeDocument/2006/relationships/tags" Target="../tags/tag289.xml"/><Relationship Id="rId19" Type="http://schemas.openxmlformats.org/officeDocument/2006/relationships/tags" Target="../tags/tag247.xml"/><Relationship Id="rId14" Type="http://schemas.openxmlformats.org/officeDocument/2006/relationships/tags" Target="../tags/tag242.xml"/><Relationship Id="rId22" Type="http://schemas.openxmlformats.org/officeDocument/2006/relationships/tags" Target="../tags/tag250.xml"/><Relationship Id="rId27" Type="http://schemas.openxmlformats.org/officeDocument/2006/relationships/tags" Target="../tags/tag255.xml"/><Relationship Id="rId30" Type="http://schemas.openxmlformats.org/officeDocument/2006/relationships/tags" Target="../tags/tag258.xml"/><Relationship Id="rId35" Type="http://schemas.openxmlformats.org/officeDocument/2006/relationships/tags" Target="../tags/tag263.xml"/><Relationship Id="rId43" Type="http://schemas.openxmlformats.org/officeDocument/2006/relationships/tags" Target="../tags/tag271.xml"/><Relationship Id="rId48" Type="http://schemas.openxmlformats.org/officeDocument/2006/relationships/tags" Target="../tags/tag276.xml"/><Relationship Id="rId56" Type="http://schemas.openxmlformats.org/officeDocument/2006/relationships/tags" Target="../tags/tag284.xml"/><Relationship Id="rId64" Type="http://schemas.openxmlformats.org/officeDocument/2006/relationships/tags" Target="../tags/tag292.xml"/><Relationship Id="rId69" Type="http://schemas.openxmlformats.org/officeDocument/2006/relationships/tags" Target="../tags/tag297.xml"/><Relationship Id="rId77" Type="http://schemas.openxmlformats.org/officeDocument/2006/relationships/image" Target="../media/image4.emf"/><Relationship Id="rId8" Type="http://schemas.openxmlformats.org/officeDocument/2006/relationships/tags" Target="../tags/tag236.xml"/><Relationship Id="rId51" Type="http://schemas.openxmlformats.org/officeDocument/2006/relationships/tags" Target="../tags/tag279.xml"/><Relationship Id="rId72" Type="http://schemas.openxmlformats.org/officeDocument/2006/relationships/tags" Target="../tags/tag300.xml"/><Relationship Id="rId3" Type="http://schemas.openxmlformats.org/officeDocument/2006/relationships/tags" Target="../tags/tag231.xml"/><Relationship Id="rId12" Type="http://schemas.openxmlformats.org/officeDocument/2006/relationships/tags" Target="../tags/tag240.xml"/><Relationship Id="rId17" Type="http://schemas.openxmlformats.org/officeDocument/2006/relationships/tags" Target="../tags/tag245.xml"/><Relationship Id="rId25" Type="http://schemas.openxmlformats.org/officeDocument/2006/relationships/tags" Target="../tags/tag253.xml"/><Relationship Id="rId33" Type="http://schemas.openxmlformats.org/officeDocument/2006/relationships/tags" Target="../tags/tag261.xml"/><Relationship Id="rId38" Type="http://schemas.openxmlformats.org/officeDocument/2006/relationships/tags" Target="../tags/tag266.xml"/><Relationship Id="rId46" Type="http://schemas.openxmlformats.org/officeDocument/2006/relationships/tags" Target="../tags/tag274.xml"/><Relationship Id="rId59" Type="http://schemas.openxmlformats.org/officeDocument/2006/relationships/tags" Target="../tags/tag287.xml"/><Relationship Id="rId67" Type="http://schemas.openxmlformats.org/officeDocument/2006/relationships/tags" Target="../tags/tag295.xml"/><Relationship Id="rId20" Type="http://schemas.openxmlformats.org/officeDocument/2006/relationships/tags" Target="../tags/tag248.xml"/><Relationship Id="rId41" Type="http://schemas.openxmlformats.org/officeDocument/2006/relationships/tags" Target="../tags/tag269.xml"/><Relationship Id="rId54" Type="http://schemas.openxmlformats.org/officeDocument/2006/relationships/tags" Target="../tags/tag282.xml"/><Relationship Id="rId62" Type="http://schemas.openxmlformats.org/officeDocument/2006/relationships/tags" Target="../tags/tag290.xml"/><Relationship Id="rId70" Type="http://schemas.openxmlformats.org/officeDocument/2006/relationships/tags" Target="../tags/tag298.xml"/><Relationship Id="rId75" Type="http://schemas.openxmlformats.org/officeDocument/2006/relationships/slideLayout" Target="../slideLayouts/slideLayout1.xml"/><Relationship Id="rId1" Type="http://schemas.openxmlformats.org/officeDocument/2006/relationships/tags" Target="../tags/tag229.xml"/><Relationship Id="rId6" Type="http://schemas.openxmlformats.org/officeDocument/2006/relationships/tags" Target="../tags/tag234.xml"/><Relationship Id="rId15" Type="http://schemas.openxmlformats.org/officeDocument/2006/relationships/tags" Target="../tags/tag243.xml"/><Relationship Id="rId23" Type="http://schemas.openxmlformats.org/officeDocument/2006/relationships/tags" Target="../tags/tag251.xml"/><Relationship Id="rId28" Type="http://schemas.openxmlformats.org/officeDocument/2006/relationships/tags" Target="../tags/tag256.xml"/><Relationship Id="rId36" Type="http://schemas.openxmlformats.org/officeDocument/2006/relationships/tags" Target="../tags/tag264.xml"/><Relationship Id="rId49" Type="http://schemas.openxmlformats.org/officeDocument/2006/relationships/tags" Target="../tags/tag277.xml"/><Relationship Id="rId57" Type="http://schemas.openxmlformats.org/officeDocument/2006/relationships/tags" Target="../tags/tag285.xml"/><Relationship Id="rId10" Type="http://schemas.openxmlformats.org/officeDocument/2006/relationships/tags" Target="../tags/tag238.xml"/><Relationship Id="rId31" Type="http://schemas.openxmlformats.org/officeDocument/2006/relationships/tags" Target="../tags/tag259.xml"/><Relationship Id="rId44" Type="http://schemas.openxmlformats.org/officeDocument/2006/relationships/tags" Target="../tags/tag272.xml"/><Relationship Id="rId52" Type="http://schemas.openxmlformats.org/officeDocument/2006/relationships/tags" Target="../tags/tag280.xml"/><Relationship Id="rId60" Type="http://schemas.openxmlformats.org/officeDocument/2006/relationships/tags" Target="../tags/tag288.xml"/><Relationship Id="rId65" Type="http://schemas.openxmlformats.org/officeDocument/2006/relationships/tags" Target="../tags/tag293.xml"/><Relationship Id="rId73" Type="http://schemas.openxmlformats.org/officeDocument/2006/relationships/tags" Target="../tags/tag301.xml"/><Relationship Id="rId78" Type="http://schemas.openxmlformats.org/officeDocument/2006/relationships/chart" Target="../charts/chart19.xml"/><Relationship Id="rId4" Type="http://schemas.openxmlformats.org/officeDocument/2006/relationships/tags" Target="../tags/tag232.xml"/><Relationship Id="rId9" Type="http://schemas.openxmlformats.org/officeDocument/2006/relationships/tags" Target="../tags/tag237.xml"/><Relationship Id="rId13" Type="http://schemas.openxmlformats.org/officeDocument/2006/relationships/tags" Target="../tags/tag241.xml"/><Relationship Id="rId18" Type="http://schemas.openxmlformats.org/officeDocument/2006/relationships/tags" Target="../tags/tag246.xml"/><Relationship Id="rId39" Type="http://schemas.openxmlformats.org/officeDocument/2006/relationships/tags" Target="../tags/tag267.xml"/><Relationship Id="rId34" Type="http://schemas.openxmlformats.org/officeDocument/2006/relationships/tags" Target="../tags/tag262.xml"/><Relationship Id="rId50" Type="http://schemas.openxmlformats.org/officeDocument/2006/relationships/tags" Target="../tags/tag278.xml"/><Relationship Id="rId55" Type="http://schemas.openxmlformats.org/officeDocument/2006/relationships/tags" Target="../tags/tag283.xml"/><Relationship Id="rId76" Type="http://schemas.openxmlformats.org/officeDocument/2006/relationships/oleObject" Target="../embeddings/oleObject23.bin"/><Relationship Id="rId7" Type="http://schemas.openxmlformats.org/officeDocument/2006/relationships/tags" Target="../tags/tag235.xml"/><Relationship Id="rId71" Type="http://schemas.openxmlformats.org/officeDocument/2006/relationships/tags" Target="../tags/tag299.xml"/><Relationship Id="rId2" Type="http://schemas.openxmlformats.org/officeDocument/2006/relationships/tags" Target="../tags/tag230.xml"/><Relationship Id="rId29" Type="http://schemas.openxmlformats.org/officeDocument/2006/relationships/tags" Target="../tags/tag257.xml"/></Relationships>
</file>

<file path=ppt/slides/_rels/slide23.xml.rels><?xml version="1.0" encoding="UTF-8" standalone="yes"?>
<Relationships xmlns="http://schemas.openxmlformats.org/package/2006/relationships"><Relationship Id="rId26" Type="http://schemas.openxmlformats.org/officeDocument/2006/relationships/tags" Target="../tags/tag328.xml"/><Relationship Id="rId21" Type="http://schemas.openxmlformats.org/officeDocument/2006/relationships/tags" Target="../tags/tag323.xml"/><Relationship Id="rId42" Type="http://schemas.openxmlformats.org/officeDocument/2006/relationships/tags" Target="../tags/tag344.xml"/><Relationship Id="rId47" Type="http://schemas.openxmlformats.org/officeDocument/2006/relationships/tags" Target="../tags/tag349.xml"/><Relationship Id="rId63" Type="http://schemas.openxmlformats.org/officeDocument/2006/relationships/tags" Target="../tags/tag365.xml"/><Relationship Id="rId68" Type="http://schemas.openxmlformats.org/officeDocument/2006/relationships/tags" Target="../tags/tag370.xml"/><Relationship Id="rId84" Type="http://schemas.openxmlformats.org/officeDocument/2006/relationships/image" Target="../media/image4.emf"/><Relationship Id="rId16" Type="http://schemas.openxmlformats.org/officeDocument/2006/relationships/tags" Target="../tags/tag318.xml"/><Relationship Id="rId11" Type="http://schemas.openxmlformats.org/officeDocument/2006/relationships/tags" Target="../tags/tag313.xml"/><Relationship Id="rId32" Type="http://schemas.openxmlformats.org/officeDocument/2006/relationships/tags" Target="../tags/tag334.xml"/><Relationship Id="rId37" Type="http://schemas.openxmlformats.org/officeDocument/2006/relationships/tags" Target="../tags/tag339.xml"/><Relationship Id="rId53" Type="http://schemas.openxmlformats.org/officeDocument/2006/relationships/tags" Target="../tags/tag355.xml"/><Relationship Id="rId58" Type="http://schemas.openxmlformats.org/officeDocument/2006/relationships/tags" Target="../tags/tag360.xml"/><Relationship Id="rId74" Type="http://schemas.openxmlformats.org/officeDocument/2006/relationships/tags" Target="../tags/tag376.xml"/><Relationship Id="rId79" Type="http://schemas.openxmlformats.org/officeDocument/2006/relationships/tags" Target="../tags/tag381.xml"/><Relationship Id="rId5" Type="http://schemas.openxmlformats.org/officeDocument/2006/relationships/tags" Target="../tags/tag307.xml"/><Relationship Id="rId19" Type="http://schemas.openxmlformats.org/officeDocument/2006/relationships/tags" Target="../tags/tag321.xml"/><Relationship Id="rId14" Type="http://schemas.openxmlformats.org/officeDocument/2006/relationships/tags" Target="../tags/tag316.xml"/><Relationship Id="rId22" Type="http://schemas.openxmlformats.org/officeDocument/2006/relationships/tags" Target="../tags/tag324.xml"/><Relationship Id="rId27" Type="http://schemas.openxmlformats.org/officeDocument/2006/relationships/tags" Target="../tags/tag329.xml"/><Relationship Id="rId30" Type="http://schemas.openxmlformats.org/officeDocument/2006/relationships/tags" Target="../tags/tag332.xml"/><Relationship Id="rId35" Type="http://schemas.openxmlformats.org/officeDocument/2006/relationships/tags" Target="../tags/tag337.xml"/><Relationship Id="rId43" Type="http://schemas.openxmlformats.org/officeDocument/2006/relationships/tags" Target="../tags/tag345.xml"/><Relationship Id="rId48" Type="http://schemas.openxmlformats.org/officeDocument/2006/relationships/tags" Target="../tags/tag350.xml"/><Relationship Id="rId56" Type="http://schemas.openxmlformats.org/officeDocument/2006/relationships/tags" Target="../tags/tag358.xml"/><Relationship Id="rId64" Type="http://schemas.openxmlformats.org/officeDocument/2006/relationships/tags" Target="../tags/tag366.xml"/><Relationship Id="rId69" Type="http://schemas.openxmlformats.org/officeDocument/2006/relationships/tags" Target="../tags/tag371.xml"/><Relationship Id="rId77" Type="http://schemas.openxmlformats.org/officeDocument/2006/relationships/tags" Target="../tags/tag379.xml"/><Relationship Id="rId8" Type="http://schemas.openxmlformats.org/officeDocument/2006/relationships/tags" Target="../tags/tag310.xml"/><Relationship Id="rId51" Type="http://schemas.openxmlformats.org/officeDocument/2006/relationships/tags" Target="../tags/tag353.xml"/><Relationship Id="rId72" Type="http://schemas.openxmlformats.org/officeDocument/2006/relationships/tags" Target="../tags/tag374.xml"/><Relationship Id="rId80" Type="http://schemas.openxmlformats.org/officeDocument/2006/relationships/tags" Target="../tags/tag382.xml"/><Relationship Id="rId85" Type="http://schemas.openxmlformats.org/officeDocument/2006/relationships/chart" Target="../charts/chart20.xml"/><Relationship Id="rId3" Type="http://schemas.openxmlformats.org/officeDocument/2006/relationships/tags" Target="../tags/tag305.xml"/><Relationship Id="rId12" Type="http://schemas.openxmlformats.org/officeDocument/2006/relationships/tags" Target="../tags/tag314.xml"/><Relationship Id="rId17" Type="http://schemas.openxmlformats.org/officeDocument/2006/relationships/tags" Target="../tags/tag319.xml"/><Relationship Id="rId25" Type="http://schemas.openxmlformats.org/officeDocument/2006/relationships/tags" Target="../tags/tag327.xml"/><Relationship Id="rId33" Type="http://schemas.openxmlformats.org/officeDocument/2006/relationships/tags" Target="../tags/tag335.xml"/><Relationship Id="rId38" Type="http://schemas.openxmlformats.org/officeDocument/2006/relationships/tags" Target="../tags/tag340.xml"/><Relationship Id="rId46" Type="http://schemas.openxmlformats.org/officeDocument/2006/relationships/tags" Target="../tags/tag348.xml"/><Relationship Id="rId59" Type="http://schemas.openxmlformats.org/officeDocument/2006/relationships/tags" Target="../tags/tag361.xml"/><Relationship Id="rId67" Type="http://schemas.openxmlformats.org/officeDocument/2006/relationships/tags" Target="../tags/tag369.xml"/><Relationship Id="rId20" Type="http://schemas.openxmlformats.org/officeDocument/2006/relationships/tags" Target="../tags/tag322.xml"/><Relationship Id="rId41" Type="http://schemas.openxmlformats.org/officeDocument/2006/relationships/tags" Target="../tags/tag343.xml"/><Relationship Id="rId54" Type="http://schemas.openxmlformats.org/officeDocument/2006/relationships/tags" Target="../tags/tag356.xml"/><Relationship Id="rId62" Type="http://schemas.openxmlformats.org/officeDocument/2006/relationships/tags" Target="../tags/tag364.xml"/><Relationship Id="rId70" Type="http://schemas.openxmlformats.org/officeDocument/2006/relationships/tags" Target="../tags/tag372.xml"/><Relationship Id="rId75" Type="http://schemas.openxmlformats.org/officeDocument/2006/relationships/tags" Target="../tags/tag377.xml"/><Relationship Id="rId83" Type="http://schemas.openxmlformats.org/officeDocument/2006/relationships/oleObject" Target="../embeddings/oleObject24.bin"/><Relationship Id="rId1" Type="http://schemas.openxmlformats.org/officeDocument/2006/relationships/tags" Target="../tags/tag303.xml"/><Relationship Id="rId6" Type="http://schemas.openxmlformats.org/officeDocument/2006/relationships/tags" Target="../tags/tag308.xml"/><Relationship Id="rId15" Type="http://schemas.openxmlformats.org/officeDocument/2006/relationships/tags" Target="../tags/tag317.xml"/><Relationship Id="rId23" Type="http://schemas.openxmlformats.org/officeDocument/2006/relationships/tags" Target="../tags/tag325.xml"/><Relationship Id="rId28" Type="http://schemas.openxmlformats.org/officeDocument/2006/relationships/tags" Target="../tags/tag330.xml"/><Relationship Id="rId36" Type="http://schemas.openxmlformats.org/officeDocument/2006/relationships/tags" Target="../tags/tag338.xml"/><Relationship Id="rId49" Type="http://schemas.openxmlformats.org/officeDocument/2006/relationships/tags" Target="../tags/tag351.xml"/><Relationship Id="rId57" Type="http://schemas.openxmlformats.org/officeDocument/2006/relationships/tags" Target="../tags/tag359.xml"/><Relationship Id="rId10" Type="http://schemas.openxmlformats.org/officeDocument/2006/relationships/tags" Target="../tags/tag312.xml"/><Relationship Id="rId31" Type="http://schemas.openxmlformats.org/officeDocument/2006/relationships/tags" Target="../tags/tag333.xml"/><Relationship Id="rId44" Type="http://schemas.openxmlformats.org/officeDocument/2006/relationships/tags" Target="../tags/tag346.xml"/><Relationship Id="rId52" Type="http://schemas.openxmlformats.org/officeDocument/2006/relationships/tags" Target="../tags/tag354.xml"/><Relationship Id="rId60" Type="http://schemas.openxmlformats.org/officeDocument/2006/relationships/tags" Target="../tags/tag362.xml"/><Relationship Id="rId65" Type="http://schemas.openxmlformats.org/officeDocument/2006/relationships/tags" Target="../tags/tag367.xml"/><Relationship Id="rId73" Type="http://schemas.openxmlformats.org/officeDocument/2006/relationships/tags" Target="../tags/tag375.xml"/><Relationship Id="rId78" Type="http://schemas.openxmlformats.org/officeDocument/2006/relationships/tags" Target="../tags/tag380.xml"/><Relationship Id="rId81" Type="http://schemas.openxmlformats.org/officeDocument/2006/relationships/tags" Target="../tags/tag383.xml"/><Relationship Id="rId86" Type="http://schemas.openxmlformats.org/officeDocument/2006/relationships/slide" Target="slide43.xml"/><Relationship Id="rId4" Type="http://schemas.openxmlformats.org/officeDocument/2006/relationships/tags" Target="../tags/tag306.xml"/><Relationship Id="rId9" Type="http://schemas.openxmlformats.org/officeDocument/2006/relationships/tags" Target="../tags/tag311.xml"/><Relationship Id="rId13" Type="http://schemas.openxmlformats.org/officeDocument/2006/relationships/tags" Target="../tags/tag315.xml"/><Relationship Id="rId18" Type="http://schemas.openxmlformats.org/officeDocument/2006/relationships/tags" Target="../tags/tag320.xml"/><Relationship Id="rId39" Type="http://schemas.openxmlformats.org/officeDocument/2006/relationships/tags" Target="../tags/tag341.xml"/><Relationship Id="rId34" Type="http://schemas.openxmlformats.org/officeDocument/2006/relationships/tags" Target="../tags/tag336.xml"/><Relationship Id="rId50" Type="http://schemas.openxmlformats.org/officeDocument/2006/relationships/tags" Target="../tags/tag352.xml"/><Relationship Id="rId55" Type="http://schemas.openxmlformats.org/officeDocument/2006/relationships/tags" Target="../tags/tag357.xml"/><Relationship Id="rId76" Type="http://schemas.openxmlformats.org/officeDocument/2006/relationships/tags" Target="../tags/tag378.xml"/><Relationship Id="rId7" Type="http://schemas.openxmlformats.org/officeDocument/2006/relationships/tags" Target="../tags/tag309.xml"/><Relationship Id="rId71" Type="http://schemas.openxmlformats.org/officeDocument/2006/relationships/tags" Target="../tags/tag373.xml"/><Relationship Id="rId2" Type="http://schemas.openxmlformats.org/officeDocument/2006/relationships/tags" Target="../tags/tag304.xml"/><Relationship Id="rId29" Type="http://schemas.openxmlformats.org/officeDocument/2006/relationships/tags" Target="../tags/tag331.xml"/><Relationship Id="rId24" Type="http://schemas.openxmlformats.org/officeDocument/2006/relationships/tags" Target="../tags/tag326.xml"/><Relationship Id="rId40" Type="http://schemas.openxmlformats.org/officeDocument/2006/relationships/tags" Target="../tags/tag342.xml"/><Relationship Id="rId45" Type="http://schemas.openxmlformats.org/officeDocument/2006/relationships/tags" Target="../tags/tag347.xml"/><Relationship Id="rId66" Type="http://schemas.openxmlformats.org/officeDocument/2006/relationships/tags" Target="../tags/tag368.xml"/><Relationship Id="rId61" Type="http://schemas.openxmlformats.org/officeDocument/2006/relationships/tags" Target="../tags/tag363.xml"/><Relationship Id="rId82"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6" Type="http://schemas.openxmlformats.org/officeDocument/2006/relationships/tags" Target="../tags/tag409.xml"/><Relationship Id="rId21" Type="http://schemas.openxmlformats.org/officeDocument/2006/relationships/tags" Target="../tags/tag404.xml"/><Relationship Id="rId42" Type="http://schemas.openxmlformats.org/officeDocument/2006/relationships/tags" Target="../tags/tag425.xml"/><Relationship Id="rId47" Type="http://schemas.openxmlformats.org/officeDocument/2006/relationships/tags" Target="../tags/tag430.xml"/><Relationship Id="rId63" Type="http://schemas.openxmlformats.org/officeDocument/2006/relationships/tags" Target="../tags/tag446.xml"/><Relationship Id="rId68" Type="http://schemas.openxmlformats.org/officeDocument/2006/relationships/tags" Target="../tags/tag451.xml"/><Relationship Id="rId84" Type="http://schemas.openxmlformats.org/officeDocument/2006/relationships/image" Target="../media/image4.emf"/><Relationship Id="rId16" Type="http://schemas.openxmlformats.org/officeDocument/2006/relationships/tags" Target="../tags/tag399.xml"/><Relationship Id="rId11" Type="http://schemas.openxmlformats.org/officeDocument/2006/relationships/tags" Target="../tags/tag394.xml"/><Relationship Id="rId32" Type="http://schemas.openxmlformats.org/officeDocument/2006/relationships/tags" Target="../tags/tag415.xml"/><Relationship Id="rId37" Type="http://schemas.openxmlformats.org/officeDocument/2006/relationships/tags" Target="../tags/tag420.xml"/><Relationship Id="rId53" Type="http://schemas.openxmlformats.org/officeDocument/2006/relationships/tags" Target="../tags/tag436.xml"/><Relationship Id="rId58" Type="http://schemas.openxmlformats.org/officeDocument/2006/relationships/tags" Target="../tags/tag441.xml"/><Relationship Id="rId74" Type="http://schemas.openxmlformats.org/officeDocument/2006/relationships/tags" Target="../tags/tag457.xml"/><Relationship Id="rId79" Type="http://schemas.openxmlformats.org/officeDocument/2006/relationships/tags" Target="../tags/tag462.xml"/><Relationship Id="rId5" Type="http://schemas.openxmlformats.org/officeDocument/2006/relationships/tags" Target="../tags/tag388.xml"/><Relationship Id="rId19" Type="http://schemas.openxmlformats.org/officeDocument/2006/relationships/tags" Target="../tags/tag402.xml"/><Relationship Id="rId14" Type="http://schemas.openxmlformats.org/officeDocument/2006/relationships/tags" Target="../tags/tag397.xml"/><Relationship Id="rId22" Type="http://schemas.openxmlformats.org/officeDocument/2006/relationships/tags" Target="../tags/tag405.xml"/><Relationship Id="rId27" Type="http://schemas.openxmlformats.org/officeDocument/2006/relationships/tags" Target="../tags/tag410.xml"/><Relationship Id="rId30" Type="http://schemas.openxmlformats.org/officeDocument/2006/relationships/tags" Target="../tags/tag413.xml"/><Relationship Id="rId35" Type="http://schemas.openxmlformats.org/officeDocument/2006/relationships/tags" Target="../tags/tag418.xml"/><Relationship Id="rId43" Type="http://schemas.openxmlformats.org/officeDocument/2006/relationships/tags" Target="../tags/tag426.xml"/><Relationship Id="rId48" Type="http://schemas.openxmlformats.org/officeDocument/2006/relationships/tags" Target="../tags/tag431.xml"/><Relationship Id="rId56" Type="http://schemas.openxmlformats.org/officeDocument/2006/relationships/tags" Target="../tags/tag439.xml"/><Relationship Id="rId64" Type="http://schemas.openxmlformats.org/officeDocument/2006/relationships/tags" Target="../tags/tag447.xml"/><Relationship Id="rId69" Type="http://schemas.openxmlformats.org/officeDocument/2006/relationships/tags" Target="../tags/tag452.xml"/><Relationship Id="rId77" Type="http://schemas.openxmlformats.org/officeDocument/2006/relationships/tags" Target="../tags/tag460.xml"/><Relationship Id="rId8" Type="http://schemas.openxmlformats.org/officeDocument/2006/relationships/tags" Target="../tags/tag391.xml"/><Relationship Id="rId51" Type="http://schemas.openxmlformats.org/officeDocument/2006/relationships/tags" Target="../tags/tag434.xml"/><Relationship Id="rId72" Type="http://schemas.openxmlformats.org/officeDocument/2006/relationships/tags" Target="../tags/tag455.xml"/><Relationship Id="rId80" Type="http://schemas.openxmlformats.org/officeDocument/2006/relationships/tags" Target="../tags/tag463.xml"/><Relationship Id="rId85" Type="http://schemas.openxmlformats.org/officeDocument/2006/relationships/chart" Target="../charts/chart21.xml"/><Relationship Id="rId3" Type="http://schemas.openxmlformats.org/officeDocument/2006/relationships/tags" Target="../tags/tag386.xml"/><Relationship Id="rId12" Type="http://schemas.openxmlformats.org/officeDocument/2006/relationships/tags" Target="../tags/tag395.xml"/><Relationship Id="rId17" Type="http://schemas.openxmlformats.org/officeDocument/2006/relationships/tags" Target="../tags/tag400.xml"/><Relationship Id="rId25" Type="http://schemas.openxmlformats.org/officeDocument/2006/relationships/tags" Target="../tags/tag408.xml"/><Relationship Id="rId33" Type="http://schemas.openxmlformats.org/officeDocument/2006/relationships/tags" Target="../tags/tag416.xml"/><Relationship Id="rId38" Type="http://schemas.openxmlformats.org/officeDocument/2006/relationships/tags" Target="../tags/tag421.xml"/><Relationship Id="rId46" Type="http://schemas.openxmlformats.org/officeDocument/2006/relationships/tags" Target="../tags/tag429.xml"/><Relationship Id="rId59" Type="http://schemas.openxmlformats.org/officeDocument/2006/relationships/tags" Target="../tags/tag442.xml"/><Relationship Id="rId67" Type="http://schemas.openxmlformats.org/officeDocument/2006/relationships/tags" Target="../tags/tag450.xml"/><Relationship Id="rId20" Type="http://schemas.openxmlformats.org/officeDocument/2006/relationships/tags" Target="../tags/tag403.xml"/><Relationship Id="rId41" Type="http://schemas.openxmlformats.org/officeDocument/2006/relationships/tags" Target="../tags/tag424.xml"/><Relationship Id="rId54" Type="http://schemas.openxmlformats.org/officeDocument/2006/relationships/tags" Target="../tags/tag437.xml"/><Relationship Id="rId62" Type="http://schemas.openxmlformats.org/officeDocument/2006/relationships/tags" Target="../tags/tag445.xml"/><Relationship Id="rId70" Type="http://schemas.openxmlformats.org/officeDocument/2006/relationships/tags" Target="../tags/tag453.xml"/><Relationship Id="rId75" Type="http://schemas.openxmlformats.org/officeDocument/2006/relationships/tags" Target="../tags/tag458.xml"/><Relationship Id="rId83" Type="http://schemas.openxmlformats.org/officeDocument/2006/relationships/oleObject" Target="../embeddings/oleObject25.bin"/><Relationship Id="rId1" Type="http://schemas.openxmlformats.org/officeDocument/2006/relationships/tags" Target="../tags/tag384.xml"/><Relationship Id="rId6" Type="http://schemas.openxmlformats.org/officeDocument/2006/relationships/tags" Target="../tags/tag389.xml"/><Relationship Id="rId15" Type="http://schemas.openxmlformats.org/officeDocument/2006/relationships/tags" Target="../tags/tag398.xml"/><Relationship Id="rId23" Type="http://schemas.openxmlformats.org/officeDocument/2006/relationships/tags" Target="../tags/tag406.xml"/><Relationship Id="rId28" Type="http://schemas.openxmlformats.org/officeDocument/2006/relationships/tags" Target="../tags/tag411.xml"/><Relationship Id="rId36" Type="http://schemas.openxmlformats.org/officeDocument/2006/relationships/tags" Target="../tags/tag419.xml"/><Relationship Id="rId49" Type="http://schemas.openxmlformats.org/officeDocument/2006/relationships/tags" Target="../tags/tag432.xml"/><Relationship Id="rId57" Type="http://schemas.openxmlformats.org/officeDocument/2006/relationships/tags" Target="../tags/tag440.xml"/><Relationship Id="rId10" Type="http://schemas.openxmlformats.org/officeDocument/2006/relationships/tags" Target="../tags/tag393.xml"/><Relationship Id="rId31" Type="http://schemas.openxmlformats.org/officeDocument/2006/relationships/tags" Target="../tags/tag414.xml"/><Relationship Id="rId44" Type="http://schemas.openxmlformats.org/officeDocument/2006/relationships/tags" Target="../tags/tag427.xml"/><Relationship Id="rId52" Type="http://schemas.openxmlformats.org/officeDocument/2006/relationships/tags" Target="../tags/tag435.xml"/><Relationship Id="rId60" Type="http://schemas.openxmlformats.org/officeDocument/2006/relationships/tags" Target="../tags/tag443.xml"/><Relationship Id="rId65" Type="http://schemas.openxmlformats.org/officeDocument/2006/relationships/tags" Target="../tags/tag448.xml"/><Relationship Id="rId73" Type="http://schemas.openxmlformats.org/officeDocument/2006/relationships/tags" Target="../tags/tag456.xml"/><Relationship Id="rId78" Type="http://schemas.openxmlformats.org/officeDocument/2006/relationships/tags" Target="../tags/tag461.xml"/><Relationship Id="rId81" Type="http://schemas.openxmlformats.org/officeDocument/2006/relationships/tags" Target="../tags/tag464.xml"/><Relationship Id="rId86" Type="http://schemas.openxmlformats.org/officeDocument/2006/relationships/slide" Target="slide44.xml"/><Relationship Id="rId4" Type="http://schemas.openxmlformats.org/officeDocument/2006/relationships/tags" Target="../tags/tag387.xml"/><Relationship Id="rId9" Type="http://schemas.openxmlformats.org/officeDocument/2006/relationships/tags" Target="../tags/tag392.xml"/><Relationship Id="rId13" Type="http://schemas.openxmlformats.org/officeDocument/2006/relationships/tags" Target="../tags/tag396.xml"/><Relationship Id="rId18" Type="http://schemas.openxmlformats.org/officeDocument/2006/relationships/tags" Target="../tags/tag401.xml"/><Relationship Id="rId39" Type="http://schemas.openxmlformats.org/officeDocument/2006/relationships/tags" Target="../tags/tag422.xml"/><Relationship Id="rId34" Type="http://schemas.openxmlformats.org/officeDocument/2006/relationships/tags" Target="../tags/tag417.xml"/><Relationship Id="rId50" Type="http://schemas.openxmlformats.org/officeDocument/2006/relationships/tags" Target="../tags/tag433.xml"/><Relationship Id="rId55" Type="http://schemas.openxmlformats.org/officeDocument/2006/relationships/tags" Target="../tags/tag438.xml"/><Relationship Id="rId76" Type="http://schemas.openxmlformats.org/officeDocument/2006/relationships/tags" Target="../tags/tag459.xml"/><Relationship Id="rId7" Type="http://schemas.openxmlformats.org/officeDocument/2006/relationships/tags" Target="../tags/tag390.xml"/><Relationship Id="rId71" Type="http://schemas.openxmlformats.org/officeDocument/2006/relationships/tags" Target="../tags/tag454.xml"/><Relationship Id="rId2" Type="http://schemas.openxmlformats.org/officeDocument/2006/relationships/tags" Target="../tags/tag385.xml"/><Relationship Id="rId29" Type="http://schemas.openxmlformats.org/officeDocument/2006/relationships/tags" Target="../tags/tag412.xml"/><Relationship Id="rId24" Type="http://schemas.openxmlformats.org/officeDocument/2006/relationships/tags" Target="../tags/tag407.xml"/><Relationship Id="rId40" Type="http://schemas.openxmlformats.org/officeDocument/2006/relationships/tags" Target="../tags/tag423.xml"/><Relationship Id="rId45" Type="http://schemas.openxmlformats.org/officeDocument/2006/relationships/tags" Target="../tags/tag428.xml"/><Relationship Id="rId66" Type="http://schemas.openxmlformats.org/officeDocument/2006/relationships/tags" Target="../tags/tag449.xml"/><Relationship Id="rId61" Type="http://schemas.openxmlformats.org/officeDocument/2006/relationships/tags" Target="../tags/tag444.xml"/><Relationship Id="rId82"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Layout" Target="../slideLayouts/slideLayout7.xml"/><Relationship Id="rId1" Type="http://schemas.openxmlformats.org/officeDocument/2006/relationships/tags" Target="../tags/tag465.xml"/><Relationship Id="rId5" Type="http://schemas.openxmlformats.org/officeDocument/2006/relationships/image" Target="../media/image4.emf"/><Relationship Id="rId4" Type="http://schemas.openxmlformats.org/officeDocument/2006/relationships/oleObject" Target="../embeddings/oleObject26.bin"/></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1.xml"/><Relationship Id="rId1" Type="http://schemas.openxmlformats.org/officeDocument/2006/relationships/tags" Target="../tags/tag466.xml"/><Relationship Id="rId5" Type="http://schemas.openxmlformats.org/officeDocument/2006/relationships/chart" Target="../charts/chart22.xml"/><Relationship Id="rId4" Type="http://schemas.openxmlformats.org/officeDocument/2006/relationships/image" Target="../media/image4.emf"/></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Layout" Target="../slideLayouts/slideLayout1.xml"/><Relationship Id="rId1" Type="http://schemas.openxmlformats.org/officeDocument/2006/relationships/tags" Target="../tags/tag467.xml"/><Relationship Id="rId5" Type="http://schemas.openxmlformats.org/officeDocument/2006/relationships/chart" Target="../charts/chart23.xml"/><Relationship Id="rId4" Type="http://schemas.openxmlformats.org/officeDocument/2006/relationships/image" Target="../media/image4.emf"/></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Layout" Target="../slideLayouts/slideLayout1.xml"/><Relationship Id="rId1" Type="http://schemas.openxmlformats.org/officeDocument/2006/relationships/tags" Target="../tags/tag468.xml"/><Relationship Id="rId5" Type="http://schemas.openxmlformats.org/officeDocument/2006/relationships/chart" Target="../charts/chart24.xml"/><Relationship Id="rId4" Type="http://schemas.openxmlformats.org/officeDocument/2006/relationships/image" Target="../media/image4.emf"/></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slideLayout" Target="../slideLayouts/slideLayout1.xml"/><Relationship Id="rId1" Type="http://schemas.openxmlformats.org/officeDocument/2006/relationships/tags" Target="../tags/tag469.xml"/><Relationship Id="rId5" Type="http://schemas.openxmlformats.org/officeDocument/2006/relationships/chart" Target="../charts/chart25.xml"/><Relationship Id="rId4" Type="http://schemas.openxmlformats.org/officeDocument/2006/relationships/image" Target="../media/image4.emf"/></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slideLayout" Target="../slideLayouts/slideLayout1.xml"/><Relationship Id="rId1" Type="http://schemas.openxmlformats.org/officeDocument/2006/relationships/tags" Target="../tags/tag470.xml"/><Relationship Id="rId5" Type="http://schemas.openxmlformats.org/officeDocument/2006/relationships/chart" Target="../charts/chart26.xml"/><Relationship Id="rId4" Type="http://schemas.openxmlformats.org/officeDocument/2006/relationships/image" Target="../media/image4.emf"/></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slideLayout" Target="../slideLayouts/slideLayout1.xml"/><Relationship Id="rId1" Type="http://schemas.openxmlformats.org/officeDocument/2006/relationships/tags" Target="../tags/tag471.xml"/><Relationship Id="rId5" Type="http://schemas.openxmlformats.org/officeDocument/2006/relationships/chart" Target="../charts/chart27.xml"/><Relationship Id="rId4" Type="http://schemas.openxmlformats.org/officeDocument/2006/relationships/image" Target="../media/image4.emf"/></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33.bin"/><Relationship Id="rId2" Type="http://schemas.openxmlformats.org/officeDocument/2006/relationships/slideLayout" Target="../slideLayouts/slideLayout1.xml"/><Relationship Id="rId1" Type="http://schemas.openxmlformats.org/officeDocument/2006/relationships/tags" Target="../tags/tag472.xml"/><Relationship Id="rId5" Type="http://schemas.openxmlformats.org/officeDocument/2006/relationships/chart" Target="../charts/chart28.xml"/><Relationship Id="rId4" Type="http://schemas.openxmlformats.org/officeDocument/2006/relationships/image" Target="../media/image4.emf"/></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Layout" Target="../slideLayouts/slideLayout1.xml"/><Relationship Id="rId1" Type="http://schemas.openxmlformats.org/officeDocument/2006/relationships/tags" Target="../tags/tag473.xml"/><Relationship Id="rId5" Type="http://schemas.openxmlformats.org/officeDocument/2006/relationships/chart" Target="../charts/chart29.xml"/><Relationship Id="rId4" Type="http://schemas.openxmlformats.org/officeDocument/2006/relationships/image" Target="../media/image4.emf"/></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35.bin"/><Relationship Id="rId2" Type="http://schemas.openxmlformats.org/officeDocument/2006/relationships/slideLayout" Target="../slideLayouts/slideLayout1.xml"/><Relationship Id="rId1" Type="http://schemas.openxmlformats.org/officeDocument/2006/relationships/tags" Target="../tags/tag474.xml"/><Relationship Id="rId5" Type="http://schemas.openxmlformats.org/officeDocument/2006/relationships/chart" Target="../charts/chart30.xml"/><Relationship Id="rId4" Type="http://schemas.openxmlformats.org/officeDocument/2006/relationships/image" Target="../media/image4.emf"/></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36.bin"/><Relationship Id="rId2" Type="http://schemas.openxmlformats.org/officeDocument/2006/relationships/slideLayout" Target="../slideLayouts/slideLayout1.xml"/><Relationship Id="rId1" Type="http://schemas.openxmlformats.org/officeDocument/2006/relationships/tags" Target="../tags/tag475.xml"/><Relationship Id="rId5" Type="http://schemas.openxmlformats.org/officeDocument/2006/relationships/chart" Target="../charts/chart31.xml"/><Relationship Id="rId4" Type="http://schemas.openxmlformats.org/officeDocument/2006/relationships/image" Target="../media/image4.emf"/></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37.bin"/><Relationship Id="rId2" Type="http://schemas.openxmlformats.org/officeDocument/2006/relationships/slideLayout" Target="../slideLayouts/slideLayout1.xml"/><Relationship Id="rId1" Type="http://schemas.openxmlformats.org/officeDocument/2006/relationships/tags" Target="../tags/tag476.xml"/><Relationship Id="rId5" Type="http://schemas.openxmlformats.org/officeDocument/2006/relationships/chart" Target="../charts/chart32.xml"/><Relationship Id="rId4" Type="http://schemas.openxmlformats.org/officeDocument/2006/relationships/image" Target="../media/image4.emf"/></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38.bin"/><Relationship Id="rId2" Type="http://schemas.openxmlformats.org/officeDocument/2006/relationships/slideLayout" Target="../slideLayouts/slideLayout1.xml"/><Relationship Id="rId1" Type="http://schemas.openxmlformats.org/officeDocument/2006/relationships/tags" Target="../tags/tag477.xml"/><Relationship Id="rId5" Type="http://schemas.openxmlformats.org/officeDocument/2006/relationships/chart" Target="../charts/chart33.xml"/><Relationship Id="rId4" Type="http://schemas.openxmlformats.org/officeDocument/2006/relationships/image" Target="../media/image4.emf"/></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39.bin"/><Relationship Id="rId2" Type="http://schemas.openxmlformats.org/officeDocument/2006/relationships/slideLayout" Target="../slideLayouts/slideLayout1.xml"/><Relationship Id="rId1" Type="http://schemas.openxmlformats.org/officeDocument/2006/relationships/tags" Target="../tags/tag478.xml"/><Relationship Id="rId5" Type="http://schemas.openxmlformats.org/officeDocument/2006/relationships/chart" Target="../charts/chart34.xml"/><Relationship Id="rId4" Type="http://schemas.openxmlformats.org/officeDocument/2006/relationships/image" Target="../media/image4.emf"/></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40.bin"/><Relationship Id="rId2" Type="http://schemas.openxmlformats.org/officeDocument/2006/relationships/slideLayout" Target="../slideLayouts/slideLayout1.xml"/><Relationship Id="rId1" Type="http://schemas.openxmlformats.org/officeDocument/2006/relationships/tags" Target="../tags/tag479.xml"/><Relationship Id="rId5" Type="http://schemas.openxmlformats.org/officeDocument/2006/relationships/chart" Target="../charts/chart35.xml"/><Relationship Id="rId4" Type="http://schemas.openxmlformats.org/officeDocument/2006/relationships/image" Target="../media/image4.emf"/></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41.bin"/><Relationship Id="rId2" Type="http://schemas.openxmlformats.org/officeDocument/2006/relationships/slideLayout" Target="../slideLayouts/slideLayout1.xml"/><Relationship Id="rId1" Type="http://schemas.openxmlformats.org/officeDocument/2006/relationships/tags" Target="../tags/tag480.xml"/><Relationship Id="rId5" Type="http://schemas.openxmlformats.org/officeDocument/2006/relationships/chart" Target="../charts/chart36.xml"/><Relationship Id="rId4" Type="http://schemas.openxmlformats.org/officeDocument/2006/relationships/image" Target="../media/image4.emf"/></Relationships>
</file>

<file path=ppt/slides/_rels/slide4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Layout" Target="../slideLayouts/slideLayout7.xml"/><Relationship Id="rId1" Type="http://schemas.openxmlformats.org/officeDocument/2006/relationships/tags" Target="../tags/tag481.xml"/><Relationship Id="rId5" Type="http://schemas.openxmlformats.org/officeDocument/2006/relationships/image" Target="../media/image4.emf"/><Relationship Id="rId4" Type="http://schemas.openxmlformats.org/officeDocument/2006/relationships/oleObject" Target="../embeddings/oleObject42.bin"/></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43.bin"/><Relationship Id="rId2" Type="http://schemas.openxmlformats.org/officeDocument/2006/relationships/slideLayout" Target="../slideLayouts/slideLayout1.xml"/><Relationship Id="rId1" Type="http://schemas.openxmlformats.org/officeDocument/2006/relationships/tags" Target="../tags/tag482.xml"/><Relationship Id="rId4" Type="http://schemas.openxmlformats.org/officeDocument/2006/relationships/image" Target="../media/image4.emf"/></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44.bin"/><Relationship Id="rId2" Type="http://schemas.openxmlformats.org/officeDocument/2006/relationships/slideLayout" Target="../slideLayouts/slideLayout1.xml"/><Relationship Id="rId1" Type="http://schemas.openxmlformats.org/officeDocument/2006/relationships/tags" Target="../tags/tag483.xml"/><Relationship Id="rId4" Type="http://schemas.openxmlformats.org/officeDocument/2006/relationships/image" Target="../media/image4.emf"/></Relationships>
</file>

<file path=ppt/slides/_rels/slide44.xml.rels><?xml version="1.0" encoding="UTF-8" standalone="yes"?>
<Relationships xmlns="http://schemas.openxmlformats.org/package/2006/relationships"><Relationship Id="rId3" Type="http://schemas.openxmlformats.org/officeDocument/2006/relationships/oleObject" Target="../embeddings/oleObject45.bin"/><Relationship Id="rId2" Type="http://schemas.openxmlformats.org/officeDocument/2006/relationships/slideLayout" Target="../slideLayouts/slideLayout1.xml"/><Relationship Id="rId1" Type="http://schemas.openxmlformats.org/officeDocument/2006/relationships/tags" Target="../tags/tag484.xml"/><Relationship Id="rId4" Type="http://schemas.openxmlformats.org/officeDocument/2006/relationships/image" Target="../media/image4.emf"/></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46.bin"/><Relationship Id="rId2" Type="http://schemas.openxmlformats.org/officeDocument/2006/relationships/slideLayout" Target="../slideLayouts/slideLayout7.xml"/><Relationship Id="rId1" Type="http://schemas.openxmlformats.org/officeDocument/2006/relationships/tags" Target="../tags/tag485.xml"/><Relationship Id="rId4" Type="http://schemas.openxmlformats.org/officeDocument/2006/relationships/image" Target="../media/image4.emf"/></Relationships>
</file>

<file path=ppt/slides/_rels/slide46.xml.rels><?xml version="1.0" encoding="UTF-8" standalone="yes"?>
<Relationships xmlns="http://schemas.openxmlformats.org/package/2006/relationships"><Relationship Id="rId3" Type="http://schemas.openxmlformats.org/officeDocument/2006/relationships/oleObject" Target="../embeddings/oleObject47.bin"/><Relationship Id="rId2" Type="http://schemas.openxmlformats.org/officeDocument/2006/relationships/slideLayout" Target="../slideLayouts/slideLayout1.xml"/><Relationship Id="rId1" Type="http://schemas.openxmlformats.org/officeDocument/2006/relationships/tags" Target="../tags/tag486.xml"/><Relationship Id="rId5" Type="http://schemas.openxmlformats.org/officeDocument/2006/relationships/chart" Target="../charts/chart37.xml"/><Relationship Id="rId4" Type="http://schemas.openxmlformats.org/officeDocument/2006/relationships/image" Target="../media/image4.emf"/></Relationships>
</file>

<file path=ppt/slides/_rels/slide47.xml.rels><?xml version="1.0" encoding="UTF-8" standalone="yes"?>
<Relationships xmlns="http://schemas.openxmlformats.org/package/2006/relationships"><Relationship Id="rId3" Type="http://schemas.openxmlformats.org/officeDocument/2006/relationships/oleObject" Target="../embeddings/oleObject48.bin"/><Relationship Id="rId2" Type="http://schemas.openxmlformats.org/officeDocument/2006/relationships/slideLayout" Target="../slideLayouts/slideLayout1.xml"/><Relationship Id="rId1" Type="http://schemas.openxmlformats.org/officeDocument/2006/relationships/tags" Target="../tags/tag487.xml"/><Relationship Id="rId5" Type="http://schemas.openxmlformats.org/officeDocument/2006/relationships/chart" Target="../charts/chart38.xml"/><Relationship Id="rId4" Type="http://schemas.openxmlformats.org/officeDocument/2006/relationships/image" Target="../media/image4.emf"/></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49.bin"/><Relationship Id="rId2" Type="http://schemas.openxmlformats.org/officeDocument/2006/relationships/slideLayout" Target="../slideLayouts/slideLayout1.xml"/><Relationship Id="rId1" Type="http://schemas.openxmlformats.org/officeDocument/2006/relationships/tags" Target="../tags/tag488.xml"/><Relationship Id="rId5" Type="http://schemas.openxmlformats.org/officeDocument/2006/relationships/chart" Target="../charts/chart39.xml"/><Relationship Id="rId4" Type="http://schemas.openxmlformats.org/officeDocument/2006/relationships/image" Target="../media/image4.emf"/></Relationships>
</file>

<file path=ppt/slides/_rels/slide49.xml.rels><?xml version="1.0" encoding="UTF-8" standalone="yes"?>
<Relationships xmlns="http://schemas.openxmlformats.org/package/2006/relationships"><Relationship Id="rId3" Type="http://schemas.openxmlformats.org/officeDocument/2006/relationships/oleObject" Target="../embeddings/oleObject50.bin"/><Relationship Id="rId2" Type="http://schemas.openxmlformats.org/officeDocument/2006/relationships/slideLayout" Target="../slideLayouts/slideLayout1.xml"/><Relationship Id="rId1" Type="http://schemas.openxmlformats.org/officeDocument/2006/relationships/tags" Target="../tags/tag489.xml"/><Relationship Id="rId5" Type="http://schemas.openxmlformats.org/officeDocument/2006/relationships/chart" Target="../charts/chart40.xml"/><Relationship Id="rId4" Type="http://schemas.openxmlformats.org/officeDocument/2006/relationships/image" Target="../media/image4.emf"/></Relationships>
</file>

<file path=ppt/slides/_rels/slide50.xml.rels><?xml version="1.0" encoding="UTF-8" standalone="yes"?>
<Relationships xmlns="http://schemas.openxmlformats.org/package/2006/relationships"><Relationship Id="rId3" Type="http://schemas.openxmlformats.org/officeDocument/2006/relationships/oleObject" Target="../embeddings/oleObject51.bin"/><Relationship Id="rId2" Type="http://schemas.openxmlformats.org/officeDocument/2006/relationships/slideLayout" Target="../slideLayouts/slideLayout1.xml"/><Relationship Id="rId1" Type="http://schemas.openxmlformats.org/officeDocument/2006/relationships/tags" Target="../tags/tag490.xml"/><Relationship Id="rId5" Type="http://schemas.openxmlformats.org/officeDocument/2006/relationships/chart" Target="../charts/chart41.xml"/><Relationship Id="rId4" Type="http://schemas.openxmlformats.org/officeDocument/2006/relationships/image" Target="../media/image4.emf"/></Relationships>
</file>

<file path=ppt/slides/_rels/slide51.xml.rels><?xml version="1.0" encoding="UTF-8" standalone="yes"?>
<Relationships xmlns="http://schemas.openxmlformats.org/package/2006/relationships"><Relationship Id="rId3" Type="http://schemas.openxmlformats.org/officeDocument/2006/relationships/oleObject" Target="../embeddings/oleObject52.bin"/><Relationship Id="rId2" Type="http://schemas.openxmlformats.org/officeDocument/2006/relationships/slideLayout" Target="../slideLayouts/slideLayout1.xml"/><Relationship Id="rId1" Type="http://schemas.openxmlformats.org/officeDocument/2006/relationships/tags" Target="../tags/tag491.xml"/><Relationship Id="rId5" Type="http://schemas.openxmlformats.org/officeDocument/2006/relationships/chart" Target="../charts/chart42.xml"/><Relationship Id="rId4" Type="http://schemas.openxmlformats.org/officeDocument/2006/relationships/image" Target="../media/image4.emf"/></Relationships>
</file>

<file path=ppt/slides/_rels/slide52.xml.rels><?xml version="1.0" encoding="UTF-8" standalone="yes"?>
<Relationships xmlns="http://schemas.openxmlformats.org/package/2006/relationships"><Relationship Id="rId3" Type="http://schemas.openxmlformats.org/officeDocument/2006/relationships/oleObject" Target="../embeddings/oleObject53.bin"/><Relationship Id="rId2" Type="http://schemas.openxmlformats.org/officeDocument/2006/relationships/slideLayout" Target="../slideLayouts/slideLayout1.xml"/><Relationship Id="rId1" Type="http://schemas.openxmlformats.org/officeDocument/2006/relationships/tags" Target="../tags/tag492.xml"/><Relationship Id="rId5" Type="http://schemas.openxmlformats.org/officeDocument/2006/relationships/chart" Target="../charts/chart43.xml"/><Relationship Id="rId4" Type="http://schemas.openxmlformats.org/officeDocument/2006/relationships/image" Target="../media/image4.emf"/></Relationships>
</file>

<file path=ppt/slides/_rels/slide53.xml.rels><?xml version="1.0" encoding="UTF-8" standalone="yes"?>
<Relationships xmlns="http://schemas.openxmlformats.org/package/2006/relationships"><Relationship Id="rId3" Type="http://schemas.openxmlformats.org/officeDocument/2006/relationships/oleObject" Target="../embeddings/oleObject54.bin"/><Relationship Id="rId2" Type="http://schemas.openxmlformats.org/officeDocument/2006/relationships/slideLayout" Target="../slideLayouts/slideLayout1.xml"/><Relationship Id="rId1" Type="http://schemas.openxmlformats.org/officeDocument/2006/relationships/tags" Target="../tags/tag493.xml"/><Relationship Id="rId5" Type="http://schemas.openxmlformats.org/officeDocument/2006/relationships/chart" Target="../charts/chart44.xml"/><Relationship Id="rId4" Type="http://schemas.openxmlformats.org/officeDocument/2006/relationships/image" Target="../media/image4.emf"/></Relationships>
</file>

<file path=ppt/slides/_rels/slide54.xml.rels><?xml version="1.0" encoding="UTF-8" standalone="yes"?>
<Relationships xmlns="http://schemas.openxmlformats.org/package/2006/relationships"><Relationship Id="rId3" Type="http://schemas.openxmlformats.org/officeDocument/2006/relationships/oleObject" Target="../embeddings/oleObject55.bin"/><Relationship Id="rId2" Type="http://schemas.openxmlformats.org/officeDocument/2006/relationships/slideLayout" Target="../slideLayouts/slideLayout1.xml"/><Relationship Id="rId1" Type="http://schemas.openxmlformats.org/officeDocument/2006/relationships/tags" Target="../tags/tag494.xml"/><Relationship Id="rId5" Type="http://schemas.openxmlformats.org/officeDocument/2006/relationships/chart" Target="../charts/chart45.xml"/><Relationship Id="rId4" Type="http://schemas.openxmlformats.org/officeDocument/2006/relationships/image" Target="../media/image4.emf"/></Relationships>
</file>

<file path=ppt/slides/_rels/slide55.xml.rels><?xml version="1.0" encoding="UTF-8" standalone="yes"?>
<Relationships xmlns="http://schemas.openxmlformats.org/package/2006/relationships"><Relationship Id="rId3" Type="http://schemas.openxmlformats.org/officeDocument/2006/relationships/oleObject" Target="../embeddings/oleObject56.bin"/><Relationship Id="rId2" Type="http://schemas.openxmlformats.org/officeDocument/2006/relationships/slideLayout" Target="../slideLayouts/slideLayout1.xml"/><Relationship Id="rId1" Type="http://schemas.openxmlformats.org/officeDocument/2006/relationships/tags" Target="../tags/tag495.xml"/><Relationship Id="rId5" Type="http://schemas.openxmlformats.org/officeDocument/2006/relationships/chart" Target="../charts/chart46.xml"/><Relationship Id="rId4" Type="http://schemas.openxmlformats.org/officeDocument/2006/relationships/image" Target="../media/image4.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Rows of solar panels">
            <a:extLst>
              <a:ext uri="{FF2B5EF4-FFF2-40B4-BE49-F238E27FC236}">
                <a16:creationId xmlns:a16="http://schemas.microsoft.com/office/drawing/2014/main" id="{D5802AC5-A4E2-F540-A4D7-4247B5D4B2DC}"/>
              </a:ext>
            </a:extLst>
          </p:cNvPr>
          <p:cNvPicPr>
            <a:picLocks noChangeAspect="1"/>
          </p:cNvPicPr>
          <p:nvPr/>
        </p:nvPicPr>
        <p:blipFill>
          <a:blip r:embed="rId2"/>
          <a:stretch>
            <a:fillRect/>
          </a:stretch>
        </p:blipFill>
        <p:spPr>
          <a:xfrm>
            <a:off x="0" y="0"/>
            <a:ext cx="12192000" cy="6858000"/>
          </a:xfrm>
          <a:prstGeom prst="rect">
            <a:avLst/>
          </a:prstGeom>
        </p:spPr>
      </p:pic>
      <p:grpSp>
        <p:nvGrpSpPr>
          <p:cNvPr id="6" name="Group 5">
            <a:extLst>
              <a:ext uri="{FF2B5EF4-FFF2-40B4-BE49-F238E27FC236}">
                <a16:creationId xmlns:a16="http://schemas.microsoft.com/office/drawing/2014/main" id="{CAA5F2E7-0C46-DC38-4A10-5D63AE2B03D5}"/>
              </a:ext>
            </a:extLst>
          </p:cNvPr>
          <p:cNvGrpSpPr>
            <a:grpSpLocks noChangeAspect="1"/>
          </p:cNvGrpSpPr>
          <p:nvPr/>
        </p:nvGrpSpPr>
        <p:grpSpPr>
          <a:xfrm>
            <a:off x="469900" y="457761"/>
            <a:ext cx="1998000" cy="374400"/>
            <a:chOff x="398463" y="404813"/>
            <a:chExt cx="1627187" cy="307976"/>
          </a:xfrm>
          <a:solidFill>
            <a:schemeClr val="tx1"/>
          </a:solidFill>
        </p:grpSpPr>
        <p:sp>
          <p:nvSpPr>
            <p:cNvPr id="8" name="Oval 5">
              <a:extLst>
                <a:ext uri="{FF2B5EF4-FFF2-40B4-BE49-F238E27FC236}">
                  <a16:creationId xmlns:a16="http://schemas.microsoft.com/office/drawing/2014/main" id="{D9317977-20B8-9789-D32D-3C717276124B}"/>
                </a:ext>
              </a:extLst>
            </p:cNvPr>
            <p:cNvSpPr>
              <a:spLocks noChangeArrowheads="1"/>
            </p:cNvSpPr>
            <p:nvPr/>
          </p:nvSpPr>
          <p:spPr bwMode="auto">
            <a:xfrm>
              <a:off x="1938338" y="625476"/>
              <a:ext cx="87312" cy="87313"/>
            </a:xfrm>
            <a:prstGeom prst="ellipse">
              <a:avLst/>
            </a:prstGeom>
            <a:solidFill>
              <a:srgbClr val="86BC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9" name="Freeform 6">
              <a:extLst>
                <a:ext uri="{FF2B5EF4-FFF2-40B4-BE49-F238E27FC236}">
                  <a16:creationId xmlns:a16="http://schemas.microsoft.com/office/drawing/2014/main" id="{97DA608D-1CE0-1CF5-A3C7-A42C53708F6D}"/>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0" name="Rectangle 7">
              <a:extLst>
                <a:ext uri="{FF2B5EF4-FFF2-40B4-BE49-F238E27FC236}">
                  <a16:creationId xmlns:a16="http://schemas.microsoft.com/office/drawing/2014/main" id="{05CE68D8-B5A8-5390-391E-C3888951010B}"/>
                </a:ext>
              </a:extLst>
            </p:cNvPr>
            <p:cNvSpPr>
              <a:spLocks noChangeArrowheads="1"/>
            </p:cNvSpPr>
            <p:nvPr/>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1" name="Freeform 8">
              <a:extLst>
                <a:ext uri="{FF2B5EF4-FFF2-40B4-BE49-F238E27FC236}">
                  <a16:creationId xmlns:a16="http://schemas.microsoft.com/office/drawing/2014/main" id="{623399E5-C650-0286-6AD5-1C3087D2AFC6}"/>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2" name="Rectangle 9">
              <a:extLst>
                <a:ext uri="{FF2B5EF4-FFF2-40B4-BE49-F238E27FC236}">
                  <a16:creationId xmlns:a16="http://schemas.microsoft.com/office/drawing/2014/main" id="{49FF400D-96F6-9E4A-F4F3-C10E47CB0DBC}"/>
                </a:ext>
              </a:extLst>
            </p:cNvPr>
            <p:cNvSpPr>
              <a:spLocks noChangeArrowheads="1"/>
            </p:cNvSpPr>
            <p:nvPr/>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3" name="Rectangle 10">
              <a:extLst>
                <a:ext uri="{FF2B5EF4-FFF2-40B4-BE49-F238E27FC236}">
                  <a16:creationId xmlns:a16="http://schemas.microsoft.com/office/drawing/2014/main" id="{AAA1C33D-11A6-EC86-14C8-A63E5CBD98F7}"/>
                </a:ext>
              </a:extLst>
            </p:cNvPr>
            <p:cNvSpPr>
              <a:spLocks noChangeArrowheads="1"/>
            </p:cNvSpPr>
            <p:nvPr/>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4" name="Freeform 11">
              <a:extLst>
                <a:ext uri="{FF2B5EF4-FFF2-40B4-BE49-F238E27FC236}">
                  <a16:creationId xmlns:a16="http://schemas.microsoft.com/office/drawing/2014/main" id="{B93AAE51-A64E-7AB8-BDCD-C72A45BD26D9}"/>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5" name="Freeform 12">
              <a:extLst>
                <a:ext uri="{FF2B5EF4-FFF2-40B4-BE49-F238E27FC236}">
                  <a16:creationId xmlns:a16="http://schemas.microsoft.com/office/drawing/2014/main" id="{81D1C34F-36B2-ED18-6F82-19C6A0B0FE72}"/>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6" name="Freeform 13">
              <a:extLst>
                <a:ext uri="{FF2B5EF4-FFF2-40B4-BE49-F238E27FC236}">
                  <a16:creationId xmlns:a16="http://schemas.microsoft.com/office/drawing/2014/main" id="{DD1E9E2D-E68D-8D72-D25A-9DBF29B94893}"/>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7" name="Freeform 14">
              <a:extLst>
                <a:ext uri="{FF2B5EF4-FFF2-40B4-BE49-F238E27FC236}">
                  <a16:creationId xmlns:a16="http://schemas.microsoft.com/office/drawing/2014/main" id="{65694FD2-8E33-1DBC-8028-64F16F56F405}"/>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
        <p:nvSpPr>
          <p:cNvPr id="20" name="Rectangle 19">
            <a:extLst>
              <a:ext uri="{FF2B5EF4-FFF2-40B4-BE49-F238E27FC236}">
                <a16:creationId xmlns:a16="http://schemas.microsoft.com/office/drawing/2014/main" id="{6202C60A-0F77-0648-F010-DD3D0C33EE6A}"/>
              </a:ext>
            </a:extLst>
          </p:cNvPr>
          <p:cNvSpPr/>
          <p:nvPr/>
        </p:nvSpPr>
        <p:spPr bwMode="gray">
          <a:xfrm>
            <a:off x="0" y="4312227"/>
            <a:ext cx="12192000" cy="1683328"/>
          </a:xfrm>
          <a:prstGeom prst="rect">
            <a:avLst/>
          </a:prstGeom>
          <a:solidFill>
            <a:schemeClr val="tx1">
              <a:alpha val="6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19" name="TextBox 18">
            <a:extLst>
              <a:ext uri="{FF2B5EF4-FFF2-40B4-BE49-F238E27FC236}">
                <a16:creationId xmlns:a16="http://schemas.microsoft.com/office/drawing/2014/main" id="{42A68B90-E10E-E845-A6E6-7B0D55AD8988}"/>
              </a:ext>
            </a:extLst>
          </p:cNvPr>
          <p:cNvSpPr txBox="1"/>
          <p:nvPr/>
        </p:nvSpPr>
        <p:spPr>
          <a:xfrm>
            <a:off x="469900" y="4338283"/>
            <a:ext cx="11145838" cy="1631216"/>
          </a:xfrm>
          <a:prstGeom prst="rect">
            <a:avLst/>
          </a:prstGeom>
          <a:noFill/>
        </p:spPr>
        <p:txBody>
          <a:bodyPr wrap="square">
            <a:spAutoFit/>
          </a:bodyPr>
          <a:lstStyle/>
          <a:p>
            <a:r>
              <a:rPr lang="en-US" sz="2800" dirty="0">
                <a:solidFill>
                  <a:schemeClr val="bg1"/>
                </a:solidFill>
              </a:rPr>
              <a:t>Assam – Load Study for Summer Months 2023</a:t>
            </a:r>
          </a:p>
          <a:p>
            <a:endParaRPr lang="en-US" sz="1800" b="0" i="1" dirty="0">
              <a:solidFill>
                <a:schemeClr val="bg1"/>
              </a:solidFill>
            </a:endParaRPr>
          </a:p>
          <a:p>
            <a:endParaRPr lang="en-US" sz="1800" b="0" i="1" dirty="0">
              <a:solidFill>
                <a:schemeClr val="bg1"/>
              </a:solidFill>
            </a:endParaRPr>
          </a:p>
          <a:p>
            <a:endParaRPr lang="en-US" sz="1800" b="0" i="1" dirty="0">
              <a:solidFill>
                <a:schemeClr val="bg1"/>
              </a:solidFill>
            </a:endParaRPr>
          </a:p>
          <a:p>
            <a:r>
              <a:rPr lang="en-US" b="0" dirty="0">
                <a:solidFill>
                  <a:schemeClr val="bg1"/>
                </a:solidFill>
              </a:rPr>
              <a:t>September 2023</a:t>
            </a:r>
          </a:p>
        </p:txBody>
      </p:sp>
    </p:spTree>
    <p:extLst>
      <p:ext uri="{BB962C8B-B14F-4D97-AF65-F5344CB8AC3E}">
        <p14:creationId xmlns:p14="http://schemas.microsoft.com/office/powerpoint/2010/main" val="3160543114"/>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Rows of solar panels">
            <a:extLst>
              <a:ext uri="{FF2B5EF4-FFF2-40B4-BE49-F238E27FC236}">
                <a16:creationId xmlns:a16="http://schemas.microsoft.com/office/drawing/2014/main" id="{01C8141A-D76F-E042-0D27-C3043A525856}"/>
              </a:ext>
            </a:extLst>
          </p:cNvPr>
          <p:cNvPicPr>
            <a:picLocks noChangeAspect="1"/>
          </p:cNvPicPr>
          <p:nvPr/>
        </p:nvPicPr>
        <p:blipFill>
          <a:blip r:embed="rId3"/>
          <a:stretch>
            <a:fillRect/>
          </a:stretch>
        </p:blipFill>
        <p:spPr>
          <a:xfrm>
            <a:off x="0" y="0"/>
            <a:ext cx="12192000" cy="6858000"/>
          </a:xfrm>
          <a:prstGeom prst="rect">
            <a:avLst/>
          </a:prstGeom>
        </p:spPr>
      </p:pic>
      <p:graphicFrame>
        <p:nvGraphicFramePr>
          <p:cNvPr id="6" name="Object 5" hidden="1">
            <a:extLst>
              <a:ext uri="{FF2B5EF4-FFF2-40B4-BE49-F238E27FC236}">
                <a16:creationId xmlns:a16="http://schemas.microsoft.com/office/drawing/2014/main" id="{4A402D40-8287-40F9-A2AE-8CA3AE2A4B97}"/>
              </a:ext>
            </a:extLst>
          </p:cNvPr>
          <p:cNvGraphicFramePr>
            <a:graphicFrameLocks noChangeAspect="1"/>
          </p:cNvGraphicFramePr>
          <p:nvPr>
            <p:custDataLst>
              <p:tags r:id="rId1"/>
            </p:custDataLst>
            <p:extLst>
              <p:ext uri="{D42A27DB-BD31-4B8C-83A1-F6EECF244321}">
                <p14:modId xmlns:p14="http://schemas.microsoft.com/office/powerpoint/2010/main" val="397294753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98" imgH="499" progId="TCLayout.ActiveDocument.1">
                  <p:embed/>
                </p:oleObj>
              </mc:Choice>
              <mc:Fallback>
                <p:oleObj name="think-cell Slide" r:id="rId4" imgW="498" imgH="499" progId="TCLayout.ActiveDocument.1">
                  <p:embed/>
                  <p:pic>
                    <p:nvPicPr>
                      <p:cNvPr id="6" name="Object 5" hidden="1">
                        <a:extLst>
                          <a:ext uri="{FF2B5EF4-FFF2-40B4-BE49-F238E27FC236}">
                            <a16:creationId xmlns:a16="http://schemas.microsoft.com/office/drawing/2014/main" id="{4A402D40-8287-40F9-A2AE-8CA3AE2A4B9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F3174803-1F67-4D25-B30A-FCA299D6C20F}"/>
              </a:ext>
            </a:extLst>
          </p:cNvPr>
          <p:cNvSpPr>
            <a:spLocks noGrp="1"/>
          </p:cNvSpPr>
          <p:nvPr>
            <p:ph type="title"/>
          </p:nvPr>
        </p:nvSpPr>
        <p:spPr>
          <a:xfrm>
            <a:off x="157182" y="2903102"/>
            <a:ext cx="11252200" cy="692151"/>
          </a:xfrm>
        </p:spPr>
        <p:txBody>
          <a:bodyPr vert="horz"/>
          <a:lstStyle/>
          <a:p>
            <a:pPr marL="990600" indent="-990600"/>
            <a:r>
              <a:rPr lang="en-US" sz="2800" dirty="0">
                <a:solidFill>
                  <a:schemeClr val="bg1"/>
                </a:solidFill>
              </a:rPr>
              <a:t>Month-wise Hourly Data</a:t>
            </a:r>
            <a:endParaRPr lang="en-US" i="0" dirty="0">
              <a:solidFill>
                <a:schemeClr val="bg1"/>
              </a:solidFill>
            </a:endParaRPr>
          </a:p>
        </p:txBody>
      </p:sp>
      <p:cxnSp>
        <p:nvCxnSpPr>
          <p:cNvPr id="8" name="Straight Connector 7">
            <a:extLst>
              <a:ext uri="{FF2B5EF4-FFF2-40B4-BE49-F238E27FC236}">
                <a16:creationId xmlns:a16="http://schemas.microsoft.com/office/drawing/2014/main" id="{784C1C03-CAB1-4AA6-8518-B87142FB9A78}"/>
              </a:ext>
            </a:extLst>
          </p:cNvPr>
          <p:cNvCxnSpPr/>
          <p:nvPr/>
        </p:nvCxnSpPr>
        <p:spPr>
          <a:xfrm>
            <a:off x="157182" y="3595253"/>
            <a:ext cx="11691257" cy="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163954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F53E3122-8B80-4B2B-9425-C97F9D1809CD}"/>
              </a:ext>
            </a:extLst>
          </p:cNvPr>
          <p:cNvGraphicFramePr>
            <a:graphicFrameLocks noChangeAspect="1"/>
          </p:cNvGraphicFramePr>
          <p:nvPr>
            <p:custDataLst>
              <p:tags r:id="rId1"/>
            </p:custDataLst>
            <p:extLst>
              <p:ext uri="{D42A27DB-BD31-4B8C-83A1-F6EECF244321}">
                <p14:modId xmlns:p14="http://schemas.microsoft.com/office/powerpoint/2010/main" val="337698396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6" name="Object 5" hidden="1">
                        <a:extLst>
                          <a:ext uri="{FF2B5EF4-FFF2-40B4-BE49-F238E27FC236}">
                            <a16:creationId xmlns:a16="http://schemas.microsoft.com/office/drawing/2014/main" id="{F53E3122-8B80-4B2B-9425-C97F9D1809C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p:cNvSpPr>
            <a:spLocks noGrp="1"/>
          </p:cNvSpPr>
          <p:nvPr>
            <p:ph type="title"/>
          </p:nvPr>
        </p:nvSpPr>
        <p:spPr>
          <a:xfrm>
            <a:off x="555170" y="266401"/>
            <a:ext cx="11166932" cy="347321"/>
          </a:xfrm>
        </p:spPr>
        <p:txBody>
          <a:bodyPr vert="horz"/>
          <a:lstStyle/>
          <a:p>
            <a:r>
              <a:rPr lang="en-US" b="1" dirty="0"/>
              <a:t>April 2023 – Hourly profile (Solar Hours)</a:t>
            </a:r>
            <a:endParaRPr lang="en-US" sz="1800" b="1" dirty="0"/>
          </a:p>
        </p:txBody>
      </p:sp>
      <p:cxnSp>
        <p:nvCxnSpPr>
          <p:cNvPr id="34" name="Straight Connector 33">
            <a:extLst>
              <a:ext uri="{FF2B5EF4-FFF2-40B4-BE49-F238E27FC236}">
                <a16:creationId xmlns:a16="http://schemas.microsoft.com/office/drawing/2014/main" id="{C64B3BBE-2752-0F5F-6AA3-836BA91F095C}"/>
              </a:ext>
            </a:extLst>
          </p:cNvPr>
          <p:cNvCxnSpPr/>
          <p:nvPr/>
        </p:nvCxnSpPr>
        <p:spPr>
          <a:xfrm flipV="1">
            <a:off x="498000" y="613722"/>
            <a:ext cx="11196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28" name="Straight Arrow Connector 327">
            <a:extLst>
              <a:ext uri="{FF2B5EF4-FFF2-40B4-BE49-F238E27FC236}">
                <a16:creationId xmlns:a16="http://schemas.microsoft.com/office/drawing/2014/main" id="{85A25165-BDF3-D5AC-EB25-28CAAD805EA9}"/>
              </a:ext>
            </a:extLst>
          </p:cNvPr>
          <p:cNvCxnSpPr>
            <a:cxnSpLocks/>
          </p:cNvCxnSpPr>
          <p:nvPr/>
        </p:nvCxnSpPr>
        <p:spPr>
          <a:xfrm>
            <a:off x="1293813" y="5919567"/>
            <a:ext cx="10416851" cy="1188"/>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26" name="Rectangle 325">
            <a:extLst>
              <a:ext uri="{FF2B5EF4-FFF2-40B4-BE49-F238E27FC236}">
                <a16:creationId xmlns:a16="http://schemas.microsoft.com/office/drawing/2014/main" id="{3CEEFEE3-E67C-3394-152B-8EA060626DC2}"/>
              </a:ext>
            </a:extLst>
          </p:cNvPr>
          <p:cNvSpPr/>
          <p:nvPr/>
        </p:nvSpPr>
        <p:spPr bwMode="gray">
          <a:xfrm>
            <a:off x="5262563" y="5798829"/>
            <a:ext cx="1591599" cy="238124"/>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t>Time (Hours)</a:t>
            </a:r>
          </a:p>
        </p:txBody>
      </p:sp>
      <p:cxnSp>
        <p:nvCxnSpPr>
          <p:cNvPr id="333" name="Straight Arrow Connector 332">
            <a:extLst>
              <a:ext uri="{FF2B5EF4-FFF2-40B4-BE49-F238E27FC236}">
                <a16:creationId xmlns:a16="http://schemas.microsoft.com/office/drawing/2014/main" id="{9C716DAF-2225-82C9-1B60-F50B060360DB}"/>
              </a:ext>
            </a:extLst>
          </p:cNvPr>
          <p:cNvCxnSpPr>
            <a:cxnSpLocks/>
          </p:cNvCxnSpPr>
          <p:nvPr/>
        </p:nvCxnSpPr>
        <p:spPr>
          <a:xfrm flipV="1">
            <a:off x="502047" y="1328889"/>
            <a:ext cx="0" cy="4482949"/>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36" name="Rectangle 335">
            <a:extLst>
              <a:ext uri="{FF2B5EF4-FFF2-40B4-BE49-F238E27FC236}">
                <a16:creationId xmlns:a16="http://schemas.microsoft.com/office/drawing/2014/main" id="{E0E06CA7-67CF-0374-5800-8D69E34DC3B7}"/>
              </a:ext>
            </a:extLst>
          </p:cNvPr>
          <p:cNvSpPr/>
          <p:nvPr/>
        </p:nvSpPr>
        <p:spPr bwMode="gray">
          <a:xfrm rot="16200000">
            <a:off x="11371" y="3055510"/>
            <a:ext cx="972270" cy="370799"/>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t>In MW</a:t>
            </a:r>
          </a:p>
        </p:txBody>
      </p:sp>
      <p:graphicFrame>
        <p:nvGraphicFramePr>
          <p:cNvPr id="58" name="Chart 57">
            <a:extLst>
              <a:ext uri="{FF2B5EF4-FFF2-40B4-BE49-F238E27FC236}">
                <a16:creationId xmlns:a16="http://schemas.microsoft.com/office/drawing/2014/main" id="{761BC2B9-E5B4-A1EE-F492-792A0022808A}"/>
              </a:ext>
            </a:extLst>
          </p:cNvPr>
          <p:cNvGraphicFramePr/>
          <p:nvPr>
            <p:extLst>
              <p:ext uri="{D42A27DB-BD31-4B8C-83A1-F6EECF244321}">
                <p14:modId xmlns:p14="http://schemas.microsoft.com/office/powerpoint/2010/main" val="3491982101"/>
              </p:ext>
            </p:extLst>
          </p:nvPr>
        </p:nvGraphicFramePr>
        <p:xfrm>
          <a:off x="907149" y="717634"/>
          <a:ext cx="10782803" cy="5673589"/>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1895710188"/>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F53E3122-8B80-4B2B-9425-C97F9D1809CD}"/>
              </a:ext>
            </a:extLst>
          </p:cNvPr>
          <p:cNvGraphicFramePr>
            <a:graphicFrameLocks noChangeAspect="1"/>
          </p:cNvGraphicFramePr>
          <p:nvPr>
            <p:custDataLst>
              <p:tags r:id="rId1"/>
            </p:custDataLst>
            <p:extLst>
              <p:ext uri="{D42A27DB-BD31-4B8C-83A1-F6EECF244321}">
                <p14:modId xmlns:p14="http://schemas.microsoft.com/office/powerpoint/2010/main" val="165691054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6" name="Object 5" hidden="1">
                        <a:extLst>
                          <a:ext uri="{FF2B5EF4-FFF2-40B4-BE49-F238E27FC236}">
                            <a16:creationId xmlns:a16="http://schemas.microsoft.com/office/drawing/2014/main" id="{F53E3122-8B80-4B2B-9425-C97F9D1809C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p:cNvSpPr>
            <a:spLocks noGrp="1"/>
          </p:cNvSpPr>
          <p:nvPr>
            <p:ph type="title"/>
          </p:nvPr>
        </p:nvSpPr>
        <p:spPr>
          <a:xfrm>
            <a:off x="555170" y="266401"/>
            <a:ext cx="11166932" cy="347321"/>
          </a:xfrm>
        </p:spPr>
        <p:txBody>
          <a:bodyPr vert="horz"/>
          <a:lstStyle/>
          <a:p>
            <a:r>
              <a:rPr lang="en-US" b="1" dirty="0"/>
              <a:t>April 2023 – Hourly profile (Non-Solar Hours)</a:t>
            </a:r>
            <a:endParaRPr lang="en-US" sz="1800" b="1" dirty="0"/>
          </a:p>
        </p:txBody>
      </p:sp>
      <p:cxnSp>
        <p:nvCxnSpPr>
          <p:cNvPr id="34" name="Straight Connector 33">
            <a:extLst>
              <a:ext uri="{FF2B5EF4-FFF2-40B4-BE49-F238E27FC236}">
                <a16:creationId xmlns:a16="http://schemas.microsoft.com/office/drawing/2014/main" id="{C64B3BBE-2752-0F5F-6AA3-836BA91F095C}"/>
              </a:ext>
            </a:extLst>
          </p:cNvPr>
          <p:cNvCxnSpPr/>
          <p:nvPr/>
        </p:nvCxnSpPr>
        <p:spPr>
          <a:xfrm flipV="1">
            <a:off x="498000" y="613722"/>
            <a:ext cx="11196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28" name="Straight Arrow Connector 327">
            <a:extLst>
              <a:ext uri="{FF2B5EF4-FFF2-40B4-BE49-F238E27FC236}">
                <a16:creationId xmlns:a16="http://schemas.microsoft.com/office/drawing/2014/main" id="{85A25165-BDF3-D5AC-EB25-28CAAD805EA9}"/>
              </a:ext>
            </a:extLst>
          </p:cNvPr>
          <p:cNvCxnSpPr>
            <a:cxnSpLocks/>
          </p:cNvCxnSpPr>
          <p:nvPr/>
        </p:nvCxnSpPr>
        <p:spPr>
          <a:xfrm>
            <a:off x="1293813" y="5919567"/>
            <a:ext cx="10416851" cy="1188"/>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26" name="Rectangle 325">
            <a:extLst>
              <a:ext uri="{FF2B5EF4-FFF2-40B4-BE49-F238E27FC236}">
                <a16:creationId xmlns:a16="http://schemas.microsoft.com/office/drawing/2014/main" id="{3CEEFEE3-E67C-3394-152B-8EA060626DC2}"/>
              </a:ext>
            </a:extLst>
          </p:cNvPr>
          <p:cNvSpPr/>
          <p:nvPr/>
        </p:nvSpPr>
        <p:spPr bwMode="gray">
          <a:xfrm>
            <a:off x="5262563" y="5798829"/>
            <a:ext cx="1591599" cy="238124"/>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t>Time (Hours)</a:t>
            </a:r>
          </a:p>
        </p:txBody>
      </p:sp>
      <p:cxnSp>
        <p:nvCxnSpPr>
          <p:cNvPr id="333" name="Straight Arrow Connector 332">
            <a:extLst>
              <a:ext uri="{FF2B5EF4-FFF2-40B4-BE49-F238E27FC236}">
                <a16:creationId xmlns:a16="http://schemas.microsoft.com/office/drawing/2014/main" id="{9C716DAF-2225-82C9-1B60-F50B060360DB}"/>
              </a:ext>
            </a:extLst>
          </p:cNvPr>
          <p:cNvCxnSpPr>
            <a:cxnSpLocks/>
          </p:cNvCxnSpPr>
          <p:nvPr/>
        </p:nvCxnSpPr>
        <p:spPr>
          <a:xfrm flipV="1">
            <a:off x="502047" y="1328889"/>
            <a:ext cx="0" cy="4482949"/>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36" name="Rectangle 335">
            <a:extLst>
              <a:ext uri="{FF2B5EF4-FFF2-40B4-BE49-F238E27FC236}">
                <a16:creationId xmlns:a16="http://schemas.microsoft.com/office/drawing/2014/main" id="{E0E06CA7-67CF-0374-5800-8D69E34DC3B7}"/>
              </a:ext>
            </a:extLst>
          </p:cNvPr>
          <p:cNvSpPr/>
          <p:nvPr/>
        </p:nvSpPr>
        <p:spPr bwMode="gray">
          <a:xfrm rot="16200000">
            <a:off x="11371" y="3055510"/>
            <a:ext cx="972270" cy="370799"/>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t>In MW</a:t>
            </a:r>
          </a:p>
        </p:txBody>
      </p:sp>
      <p:graphicFrame>
        <p:nvGraphicFramePr>
          <p:cNvPr id="58" name="Chart 57">
            <a:extLst>
              <a:ext uri="{FF2B5EF4-FFF2-40B4-BE49-F238E27FC236}">
                <a16:creationId xmlns:a16="http://schemas.microsoft.com/office/drawing/2014/main" id="{761BC2B9-E5B4-A1EE-F492-792A0022808A}"/>
              </a:ext>
            </a:extLst>
          </p:cNvPr>
          <p:cNvGraphicFramePr/>
          <p:nvPr>
            <p:extLst>
              <p:ext uri="{D42A27DB-BD31-4B8C-83A1-F6EECF244321}">
                <p14:modId xmlns:p14="http://schemas.microsoft.com/office/powerpoint/2010/main" val="3815154060"/>
              </p:ext>
            </p:extLst>
          </p:nvPr>
        </p:nvGraphicFramePr>
        <p:xfrm>
          <a:off x="907149" y="717634"/>
          <a:ext cx="10782803" cy="5673589"/>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3967572430"/>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F53E3122-8B80-4B2B-9425-C97F9D1809CD}"/>
              </a:ext>
            </a:extLst>
          </p:cNvPr>
          <p:cNvGraphicFramePr>
            <a:graphicFrameLocks noChangeAspect="1"/>
          </p:cNvGraphicFramePr>
          <p:nvPr>
            <p:custDataLst>
              <p:tags r:id="rId1"/>
            </p:custDataLst>
            <p:extLst>
              <p:ext uri="{D42A27DB-BD31-4B8C-83A1-F6EECF244321}">
                <p14:modId xmlns:p14="http://schemas.microsoft.com/office/powerpoint/2010/main" val="16670630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6" name="Object 5" hidden="1">
                        <a:extLst>
                          <a:ext uri="{FF2B5EF4-FFF2-40B4-BE49-F238E27FC236}">
                            <a16:creationId xmlns:a16="http://schemas.microsoft.com/office/drawing/2014/main" id="{F53E3122-8B80-4B2B-9425-C97F9D1809C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p:cNvSpPr>
            <a:spLocks noGrp="1"/>
          </p:cNvSpPr>
          <p:nvPr>
            <p:ph type="title"/>
          </p:nvPr>
        </p:nvSpPr>
        <p:spPr>
          <a:xfrm>
            <a:off x="555170" y="266401"/>
            <a:ext cx="11166932" cy="347321"/>
          </a:xfrm>
        </p:spPr>
        <p:txBody>
          <a:bodyPr vert="horz"/>
          <a:lstStyle/>
          <a:p>
            <a:r>
              <a:rPr lang="en-US" b="1" dirty="0"/>
              <a:t>April 2023 – Hourly profile (All Hours)</a:t>
            </a:r>
            <a:endParaRPr lang="en-US" sz="1800" b="1" dirty="0"/>
          </a:p>
        </p:txBody>
      </p:sp>
      <p:cxnSp>
        <p:nvCxnSpPr>
          <p:cNvPr id="34" name="Straight Connector 33">
            <a:extLst>
              <a:ext uri="{FF2B5EF4-FFF2-40B4-BE49-F238E27FC236}">
                <a16:creationId xmlns:a16="http://schemas.microsoft.com/office/drawing/2014/main" id="{C64B3BBE-2752-0F5F-6AA3-836BA91F095C}"/>
              </a:ext>
            </a:extLst>
          </p:cNvPr>
          <p:cNvCxnSpPr/>
          <p:nvPr/>
        </p:nvCxnSpPr>
        <p:spPr>
          <a:xfrm flipV="1">
            <a:off x="498000" y="613722"/>
            <a:ext cx="11196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28" name="Straight Arrow Connector 327">
            <a:extLst>
              <a:ext uri="{FF2B5EF4-FFF2-40B4-BE49-F238E27FC236}">
                <a16:creationId xmlns:a16="http://schemas.microsoft.com/office/drawing/2014/main" id="{85A25165-BDF3-D5AC-EB25-28CAAD805EA9}"/>
              </a:ext>
            </a:extLst>
          </p:cNvPr>
          <p:cNvCxnSpPr>
            <a:cxnSpLocks/>
          </p:cNvCxnSpPr>
          <p:nvPr/>
        </p:nvCxnSpPr>
        <p:spPr>
          <a:xfrm>
            <a:off x="1293813" y="5919567"/>
            <a:ext cx="10416851" cy="1188"/>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333" name="Straight Arrow Connector 332">
            <a:extLst>
              <a:ext uri="{FF2B5EF4-FFF2-40B4-BE49-F238E27FC236}">
                <a16:creationId xmlns:a16="http://schemas.microsoft.com/office/drawing/2014/main" id="{9C716DAF-2225-82C9-1B60-F50B060360DB}"/>
              </a:ext>
            </a:extLst>
          </p:cNvPr>
          <p:cNvCxnSpPr>
            <a:cxnSpLocks/>
          </p:cNvCxnSpPr>
          <p:nvPr/>
        </p:nvCxnSpPr>
        <p:spPr>
          <a:xfrm flipV="1">
            <a:off x="502047" y="1328889"/>
            <a:ext cx="0" cy="4482949"/>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36" name="Rectangle 335">
            <a:extLst>
              <a:ext uri="{FF2B5EF4-FFF2-40B4-BE49-F238E27FC236}">
                <a16:creationId xmlns:a16="http://schemas.microsoft.com/office/drawing/2014/main" id="{E0E06CA7-67CF-0374-5800-8D69E34DC3B7}"/>
              </a:ext>
            </a:extLst>
          </p:cNvPr>
          <p:cNvSpPr/>
          <p:nvPr/>
        </p:nvSpPr>
        <p:spPr bwMode="gray">
          <a:xfrm rot="16200000">
            <a:off x="11371" y="3055510"/>
            <a:ext cx="972270" cy="370799"/>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t>In MW</a:t>
            </a:r>
          </a:p>
        </p:txBody>
      </p:sp>
      <p:graphicFrame>
        <p:nvGraphicFramePr>
          <p:cNvPr id="58" name="Chart 57">
            <a:extLst>
              <a:ext uri="{FF2B5EF4-FFF2-40B4-BE49-F238E27FC236}">
                <a16:creationId xmlns:a16="http://schemas.microsoft.com/office/drawing/2014/main" id="{761BC2B9-E5B4-A1EE-F492-792A0022808A}"/>
              </a:ext>
            </a:extLst>
          </p:cNvPr>
          <p:cNvGraphicFramePr/>
          <p:nvPr>
            <p:extLst>
              <p:ext uri="{D42A27DB-BD31-4B8C-83A1-F6EECF244321}">
                <p14:modId xmlns:p14="http://schemas.microsoft.com/office/powerpoint/2010/main" val="2260303646"/>
              </p:ext>
            </p:extLst>
          </p:nvPr>
        </p:nvGraphicFramePr>
        <p:xfrm>
          <a:off x="907150" y="821047"/>
          <a:ext cx="10782803" cy="5673589"/>
        </p:xfrm>
        <a:graphic>
          <a:graphicData uri="http://schemas.openxmlformats.org/drawingml/2006/chart">
            <c:chart xmlns:c="http://schemas.openxmlformats.org/drawingml/2006/chart" xmlns:r="http://schemas.openxmlformats.org/officeDocument/2006/relationships" r:id="rId5"/>
          </a:graphicData>
        </a:graphic>
      </p:graphicFrame>
      <p:grpSp>
        <p:nvGrpSpPr>
          <p:cNvPr id="10" name="Group 9">
            <a:extLst>
              <a:ext uri="{FF2B5EF4-FFF2-40B4-BE49-F238E27FC236}">
                <a16:creationId xmlns:a16="http://schemas.microsoft.com/office/drawing/2014/main" id="{B41945EB-0439-D13F-28DE-C237DFADBD64}"/>
              </a:ext>
            </a:extLst>
          </p:cNvPr>
          <p:cNvGrpSpPr/>
          <p:nvPr/>
        </p:nvGrpSpPr>
        <p:grpSpPr>
          <a:xfrm>
            <a:off x="3213923" y="961043"/>
            <a:ext cx="5278056" cy="5075910"/>
            <a:chOff x="3213923" y="961043"/>
            <a:chExt cx="5278056" cy="5075910"/>
          </a:xfrm>
        </p:grpSpPr>
        <p:cxnSp>
          <p:nvCxnSpPr>
            <p:cNvPr id="8" name="Straight Arrow Connector 7">
              <a:extLst>
                <a:ext uri="{FF2B5EF4-FFF2-40B4-BE49-F238E27FC236}">
                  <a16:creationId xmlns:a16="http://schemas.microsoft.com/office/drawing/2014/main" id="{78DF655E-C22D-1F76-BA15-29A3BBF89735}"/>
                </a:ext>
              </a:extLst>
            </p:cNvPr>
            <p:cNvCxnSpPr/>
            <p:nvPr/>
          </p:nvCxnSpPr>
          <p:spPr>
            <a:xfrm>
              <a:off x="3287210" y="1226916"/>
              <a:ext cx="4953965" cy="0"/>
            </a:xfrm>
            <a:prstGeom prst="straightConnector1">
              <a:avLst/>
            </a:prstGeom>
            <a:ln>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26" name="Rectangle 325">
              <a:extLst>
                <a:ext uri="{FF2B5EF4-FFF2-40B4-BE49-F238E27FC236}">
                  <a16:creationId xmlns:a16="http://schemas.microsoft.com/office/drawing/2014/main" id="{3CEEFEE3-E67C-3394-152B-8EA060626DC2}"/>
                </a:ext>
              </a:extLst>
            </p:cNvPr>
            <p:cNvSpPr/>
            <p:nvPr/>
          </p:nvSpPr>
          <p:spPr bwMode="gray">
            <a:xfrm>
              <a:off x="5262563" y="5798829"/>
              <a:ext cx="1591599" cy="238124"/>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t>Time (Hours)</a:t>
              </a:r>
            </a:p>
          </p:txBody>
        </p:sp>
        <p:sp>
          <p:nvSpPr>
            <p:cNvPr id="2" name="Rectangle 1">
              <a:extLst>
                <a:ext uri="{FF2B5EF4-FFF2-40B4-BE49-F238E27FC236}">
                  <a16:creationId xmlns:a16="http://schemas.microsoft.com/office/drawing/2014/main" id="{E7DA3B04-9E33-B069-966B-7DAF1D490322}"/>
                </a:ext>
              </a:extLst>
            </p:cNvPr>
            <p:cNvSpPr/>
            <p:nvPr/>
          </p:nvSpPr>
          <p:spPr bwMode="gray">
            <a:xfrm>
              <a:off x="3213923" y="961043"/>
              <a:ext cx="5278056" cy="4849607"/>
            </a:xfrm>
            <a:prstGeom prst="rect">
              <a:avLst/>
            </a:prstGeom>
            <a:solidFill>
              <a:srgbClr val="E3E48D">
                <a:alpha val="20000"/>
              </a:srgbClr>
            </a:solidFill>
            <a:ln w="19050" algn="ctr">
              <a:noFill/>
              <a:miter lim="800000"/>
              <a:headEnd/>
              <a:tailEnd/>
            </a:ln>
          </p:spPr>
          <p:txBody>
            <a:bodyPr wrap="square" lIns="88900" tIns="88900" rIns="88900" bIns="88900" rtlCol="0" anchor="t"/>
            <a:lstStyle/>
            <a:p>
              <a:pPr algn="ctr">
                <a:lnSpc>
                  <a:spcPct val="106000"/>
                </a:lnSpc>
                <a:buFont typeface="Wingdings 2" pitchFamily="18" charset="2"/>
                <a:buNone/>
              </a:pPr>
              <a:endParaRPr lang="en-US" sz="1600" b="1" dirty="0"/>
            </a:p>
          </p:txBody>
        </p:sp>
        <p:sp>
          <p:nvSpPr>
            <p:cNvPr id="5" name="Rectangle 4">
              <a:extLst>
                <a:ext uri="{FF2B5EF4-FFF2-40B4-BE49-F238E27FC236}">
                  <a16:creationId xmlns:a16="http://schemas.microsoft.com/office/drawing/2014/main" id="{BF7A2CB4-BBA2-AE49-64A8-2E8CE81BDF29}"/>
                </a:ext>
              </a:extLst>
            </p:cNvPr>
            <p:cNvSpPr/>
            <p:nvPr/>
          </p:nvSpPr>
          <p:spPr bwMode="gray">
            <a:xfrm>
              <a:off x="4851741" y="1090765"/>
              <a:ext cx="2002421" cy="238124"/>
            </a:xfrm>
            <a:prstGeom prst="rect">
              <a:avLst/>
            </a:prstGeom>
            <a:solidFill>
              <a:srgbClr val="F9FAE8"/>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t>SOLAR HOURS</a:t>
              </a:r>
            </a:p>
          </p:txBody>
        </p:sp>
      </p:grpSp>
    </p:spTree>
    <p:extLst>
      <p:ext uri="{BB962C8B-B14F-4D97-AF65-F5344CB8AC3E}">
        <p14:creationId xmlns:p14="http://schemas.microsoft.com/office/powerpoint/2010/main" val="4192290420"/>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F53E3122-8B80-4B2B-9425-C97F9D1809CD}"/>
              </a:ext>
            </a:extLst>
          </p:cNvPr>
          <p:cNvGraphicFramePr>
            <a:graphicFrameLocks noChangeAspect="1"/>
          </p:cNvGraphicFramePr>
          <p:nvPr>
            <p:custDataLst>
              <p:tags r:id="rId1"/>
            </p:custDataLst>
            <p:extLst>
              <p:ext uri="{D42A27DB-BD31-4B8C-83A1-F6EECF244321}">
                <p14:modId xmlns:p14="http://schemas.microsoft.com/office/powerpoint/2010/main" val="165739926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6" name="Object 5" hidden="1">
                        <a:extLst>
                          <a:ext uri="{FF2B5EF4-FFF2-40B4-BE49-F238E27FC236}">
                            <a16:creationId xmlns:a16="http://schemas.microsoft.com/office/drawing/2014/main" id="{F53E3122-8B80-4B2B-9425-C97F9D1809C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p:cNvSpPr>
            <a:spLocks noGrp="1"/>
          </p:cNvSpPr>
          <p:nvPr>
            <p:ph type="title"/>
          </p:nvPr>
        </p:nvSpPr>
        <p:spPr>
          <a:xfrm>
            <a:off x="555170" y="266401"/>
            <a:ext cx="11166932" cy="347321"/>
          </a:xfrm>
        </p:spPr>
        <p:txBody>
          <a:bodyPr vert="horz"/>
          <a:lstStyle/>
          <a:p>
            <a:r>
              <a:rPr lang="en-US" b="1" dirty="0"/>
              <a:t>May 2023 – Hourly profile (Solar Hours)</a:t>
            </a:r>
            <a:endParaRPr lang="en-US" sz="1800" b="1" dirty="0"/>
          </a:p>
        </p:txBody>
      </p:sp>
      <p:cxnSp>
        <p:nvCxnSpPr>
          <p:cNvPr id="34" name="Straight Connector 33">
            <a:extLst>
              <a:ext uri="{FF2B5EF4-FFF2-40B4-BE49-F238E27FC236}">
                <a16:creationId xmlns:a16="http://schemas.microsoft.com/office/drawing/2014/main" id="{C64B3BBE-2752-0F5F-6AA3-836BA91F095C}"/>
              </a:ext>
            </a:extLst>
          </p:cNvPr>
          <p:cNvCxnSpPr/>
          <p:nvPr/>
        </p:nvCxnSpPr>
        <p:spPr>
          <a:xfrm flipV="1">
            <a:off x="493952" y="660938"/>
            <a:ext cx="11196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28" name="Straight Arrow Connector 327">
            <a:extLst>
              <a:ext uri="{FF2B5EF4-FFF2-40B4-BE49-F238E27FC236}">
                <a16:creationId xmlns:a16="http://schemas.microsoft.com/office/drawing/2014/main" id="{85A25165-BDF3-D5AC-EB25-28CAAD805EA9}"/>
              </a:ext>
            </a:extLst>
          </p:cNvPr>
          <p:cNvCxnSpPr>
            <a:cxnSpLocks/>
          </p:cNvCxnSpPr>
          <p:nvPr/>
        </p:nvCxnSpPr>
        <p:spPr>
          <a:xfrm>
            <a:off x="1293813" y="5919567"/>
            <a:ext cx="10416851" cy="1188"/>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26" name="Rectangle 325">
            <a:extLst>
              <a:ext uri="{FF2B5EF4-FFF2-40B4-BE49-F238E27FC236}">
                <a16:creationId xmlns:a16="http://schemas.microsoft.com/office/drawing/2014/main" id="{3CEEFEE3-E67C-3394-152B-8EA060626DC2}"/>
              </a:ext>
            </a:extLst>
          </p:cNvPr>
          <p:cNvSpPr/>
          <p:nvPr/>
        </p:nvSpPr>
        <p:spPr bwMode="gray">
          <a:xfrm>
            <a:off x="5262563" y="5798829"/>
            <a:ext cx="1591599" cy="238124"/>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t>Time (Hours)</a:t>
            </a:r>
          </a:p>
        </p:txBody>
      </p:sp>
      <p:cxnSp>
        <p:nvCxnSpPr>
          <p:cNvPr id="333" name="Straight Arrow Connector 332">
            <a:extLst>
              <a:ext uri="{FF2B5EF4-FFF2-40B4-BE49-F238E27FC236}">
                <a16:creationId xmlns:a16="http://schemas.microsoft.com/office/drawing/2014/main" id="{9C716DAF-2225-82C9-1B60-F50B060360DB}"/>
              </a:ext>
            </a:extLst>
          </p:cNvPr>
          <p:cNvCxnSpPr>
            <a:cxnSpLocks/>
          </p:cNvCxnSpPr>
          <p:nvPr/>
        </p:nvCxnSpPr>
        <p:spPr>
          <a:xfrm flipV="1">
            <a:off x="502047" y="1328889"/>
            <a:ext cx="0" cy="4482949"/>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36" name="Rectangle 335">
            <a:extLst>
              <a:ext uri="{FF2B5EF4-FFF2-40B4-BE49-F238E27FC236}">
                <a16:creationId xmlns:a16="http://schemas.microsoft.com/office/drawing/2014/main" id="{E0E06CA7-67CF-0374-5800-8D69E34DC3B7}"/>
              </a:ext>
            </a:extLst>
          </p:cNvPr>
          <p:cNvSpPr/>
          <p:nvPr/>
        </p:nvSpPr>
        <p:spPr bwMode="gray">
          <a:xfrm rot="16200000">
            <a:off x="11371" y="3055510"/>
            <a:ext cx="972270" cy="370799"/>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t>In MW</a:t>
            </a:r>
          </a:p>
        </p:txBody>
      </p:sp>
      <p:graphicFrame>
        <p:nvGraphicFramePr>
          <p:cNvPr id="58" name="Chart 57">
            <a:extLst>
              <a:ext uri="{FF2B5EF4-FFF2-40B4-BE49-F238E27FC236}">
                <a16:creationId xmlns:a16="http://schemas.microsoft.com/office/drawing/2014/main" id="{761BC2B9-E5B4-A1EE-F492-792A0022808A}"/>
              </a:ext>
            </a:extLst>
          </p:cNvPr>
          <p:cNvGraphicFramePr/>
          <p:nvPr>
            <p:extLst>
              <p:ext uri="{D42A27DB-BD31-4B8C-83A1-F6EECF244321}">
                <p14:modId xmlns:p14="http://schemas.microsoft.com/office/powerpoint/2010/main" val="3501870555"/>
              </p:ext>
            </p:extLst>
          </p:nvPr>
        </p:nvGraphicFramePr>
        <p:xfrm>
          <a:off x="907149" y="708155"/>
          <a:ext cx="10782803" cy="5683068"/>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3162885418"/>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F53E3122-8B80-4B2B-9425-C97F9D1809CD}"/>
              </a:ext>
            </a:extLst>
          </p:cNvPr>
          <p:cNvGraphicFramePr>
            <a:graphicFrameLocks noChangeAspect="1"/>
          </p:cNvGraphicFramePr>
          <p:nvPr>
            <p:custDataLst>
              <p:tags r:id="rId1"/>
            </p:custDataLst>
            <p:extLst>
              <p:ext uri="{D42A27DB-BD31-4B8C-83A1-F6EECF244321}">
                <p14:modId xmlns:p14="http://schemas.microsoft.com/office/powerpoint/2010/main" val="143181422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6" name="Object 5" hidden="1">
                        <a:extLst>
                          <a:ext uri="{FF2B5EF4-FFF2-40B4-BE49-F238E27FC236}">
                            <a16:creationId xmlns:a16="http://schemas.microsoft.com/office/drawing/2014/main" id="{F53E3122-8B80-4B2B-9425-C97F9D1809C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p:cNvSpPr>
            <a:spLocks noGrp="1"/>
          </p:cNvSpPr>
          <p:nvPr>
            <p:ph type="title"/>
          </p:nvPr>
        </p:nvSpPr>
        <p:spPr>
          <a:xfrm>
            <a:off x="555170" y="266401"/>
            <a:ext cx="11166932" cy="347321"/>
          </a:xfrm>
        </p:spPr>
        <p:txBody>
          <a:bodyPr vert="horz"/>
          <a:lstStyle/>
          <a:p>
            <a:r>
              <a:rPr lang="en-US" b="1" dirty="0"/>
              <a:t>May 2023 – Hourly profile (Non-Solar Hours)</a:t>
            </a:r>
            <a:endParaRPr lang="en-US" sz="1800" b="1" dirty="0"/>
          </a:p>
        </p:txBody>
      </p:sp>
      <p:cxnSp>
        <p:nvCxnSpPr>
          <p:cNvPr id="34" name="Straight Connector 33">
            <a:extLst>
              <a:ext uri="{FF2B5EF4-FFF2-40B4-BE49-F238E27FC236}">
                <a16:creationId xmlns:a16="http://schemas.microsoft.com/office/drawing/2014/main" id="{C64B3BBE-2752-0F5F-6AA3-836BA91F095C}"/>
              </a:ext>
            </a:extLst>
          </p:cNvPr>
          <p:cNvCxnSpPr/>
          <p:nvPr/>
        </p:nvCxnSpPr>
        <p:spPr>
          <a:xfrm flipV="1">
            <a:off x="493952" y="660938"/>
            <a:ext cx="11196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28" name="Straight Arrow Connector 327">
            <a:extLst>
              <a:ext uri="{FF2B5EF4-FFF2-40B4-BE49-F238E27FC236}">
                <a16:creationId xmlns:a16="http://schemas.microsoft.com/office/drawing/2014/main" id="{85A25165-BDF3-D5AC-EB25-28CAAD805EA9}"/>
              </a:ext>
            </a:extLst>
          </p:cNvPr>
          <p:cNvCxnSpPr>
            <a:cxnSpLocks/>
          </p:cNvCxnSpPr>
          <p:nvPr/>
        </p:nvCxnSpPr>
        <p:spPr>
          <a:xfrm>
            <a:off x="1293813" y="5919567"/>
            <a:ext cx="10416851" cy="1188"/>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26" name="Rectangle 325">
            <a:extLst>
              <a:ext uri="{FF2B5EF4-FFF2-40B4-BE49-F238E27FC236}">
                <a16:creationId xmlns:a16="http://schemas.microsoft.com/office/drawing/2014/main" id="{3CEEFEE3-E67C-3394-152B-8EA060626DC2}"/>
              </a:ext>
            </a:extLst>
          </p:cNvPr>
          <p:cNvSpPr/>
          <p:nvPr/>
        </p:nvSpPr>
        <p:spPr bwMode="gray">
          <a:xfrm>
            <a:off x="5262563" y="5798829"/>
            <a:ext cx="1591599" cy="238124"/>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t>Time (Hours)</a:t>
            </a:r>
          </a:p>
        </p:txBody>
      </p:sp>
      <p:cxnSp>
        <p:nvCxnSpPr>
          <p:cNvPr id="333" name="Straight Arrow Connector 332">
            <a:extLst>
              <a:ext uri="{FF2B5EF4-FFF2-40B4-BE49-F238E27FC236}">
                <a16:creationId xmlns:a16="http://schemas.microsoft.com/office/drawing/2014/main" id="{9C716DAF-2225-82C9-1B60-F50B060360DB}"/>
              </a:ext>
            </a:extLst>
          </p:cNvPr>
          <p:cNvCxnSpPr>
            <a:cxnSpLocks/>
          </p:cNvCxnSpPr>
          <p:nvPr/>
        </p:nvCxnSpPr>
        <p:spPr>
          <a:xfrm flipV="1">
            <a:off x="502047" y="1328889"/>
            <a:ext cx="0" cy="4482949"/>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36" name="Rectangle 335">
            <a:extLst>
              <a:ext uri="{FF2B5EF4-FFF2-40B4-BE49-F238E27FC236}">
                <a16:creationId xmlns:a16="http://schemas.microsoft.com/office/drawing/2014/main" id="{E0E06CA7-67CF-0374-5800-8D69E34DC3B7}"/>
              </a:ext>
            </a:extLst>
          </p:cNvPr>
          <p:cNvSpPr/>
          <p:nvPr/>
        </p:nvSpPr>
        <p:spPr bwMode="gray">
          <a:xfrm rot="16200000">
            <a:off x="11371" y="3055510"/>
            <a:ext cx="972270" cy="370799"/>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t>In MW</a:t>
            </a:r>
          </a:p>
        </p:txBody>
      </p:sp>
      <p:graphicFrame>
        <p:nvGraphicFramePr>
          <p:cNvPr id="58" name="Chart 57">
            <a:extLst>
              <a:ext uri="{FF2B5EF4-FFF2-40B4-BE49-F238E27FC236}">
                <a16:creationId xmlns:a16="http://schemas.microsoft.com/office/drawing/2014/main" id="{761BC2B9-E5B4-A1EE-F492-792A0022808A}"/>
              </a:ext>
            </a:extLst>
          </p:cNvPr>
          <p:cNvGraphicFramePr/>
          <p:nvPr>
            <p:extLst>
              <p:ext uri="{D42A27DB-BD31-4B8C-83A1-F6EECF244321}">
                <p14:modId xmlns:p14="http://schemas.microsoft.com/office/powerpoint/2010/main" val="4178397232"/>
              </p:ext>
            </p:extLst>
          </p:nvPr>
        </p:nvGraphicFramePr>
        <p:xfrm>
          <a:off x="907149" y="708155"/>
          <a:ext cx="10782803" cy="5683068"/>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224636326"/>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F53E3122-8B80-4B2B-9425-C97F9D1809CD}"/>
              </a:ext>
            </a:extLst>
          </p:cNvPr>
          <p:cNvGraphicFramePr>
            <a:graphicFrameLocks noChangeAspect="1"/>
          </p:cNvGraphicFramePr>
          <p:nvPr>
            <p:custDataLst>
              <p:tags r:id="rId1"/>
            </p:custDataLst>
            <p:extLst>
              <p:ext uri="{D42A27DB-BD31-4B8C-83A1-F6EECF244321}">
                <p14:modId xmlns:p14="http://schemas.microsoft.com/office/powerpoint/2010/main" val="26161744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6" name="Object 5" hidden="1">
                        <a:extLst>
                          <a:ext uri="{FF2B5EF4-FFF2-40B4-BE49-F238E27FC236}">
                            <a16:creationId xmlns:a16="http://schemas.microsoft.com/office/drawing/2014/main" id="{F53E3122-8B80-4B2B-9425-C97F9D1809C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p:cNvSpPr>
            <a:spLocks noGrp="1"/>
          </p:cNvSpPr>
          <p:nvPr>
            <p:ph type="title"/>
          </p:nvPr>
        </p:nvSpPr>
        <p:spPr>
          <a:xfrm>
            <a:off x="555170" y="266401"/>
            <a:ext cx="11166932" cy="347321"/>
          </a:xfrm>
        </p:spPr>
        <p:txBody>
          <a:bodyPr vert="horz"/>
          <a:lstStyle/>
          <a:p>
            <a:r>
              <a:rPr lang="en-US" b="1" dirty="0"/>
              <a:t>May 2023 – Hourly profile (All Hours)</a:t>
            </a:r>
            <a:endParaRPr lang="en-US" sz="1800" b="1" dirty="0"/>
          </a:p>
        </p:txBody>
      </p:sp>
      <p:cxnSp>
        <p:nvCxnSpPr>
          <p:cNvPr id="34" name="Straight Connector 33">
            <a:extLst>
              <a:ext uri="{FF2B5EF4-FFF2-40B4-BE49-F238E27FC236}">
                <a16:creationId xmlns:a16="http://schemas.microsoft.com/office/drawing/2014/main" id="{C64B3BBE-2752-0F5F-6AA3-836BA91F095C}"/>
              </a:ext>
            </a:extLst>
          </p:cNvPr>
          <p:cNvCxnSpPr/>
          <p:nvPr/>
        </p:nvCxnSpPr>
        <p:spPr>
          <a:xfrm flipV="1">
            <a:off x="493952" y="660938"/>
            <a:ext cx="11196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28" name="Straight Arrow Connector 327">
            <a:extLst>
              <a:ext uri="{FF2B5EF4-FFF2-40B4-BE49-F238E27FC236}">
                <a16:creationId xmlns:a16="http://schemas.microsoft.com/office/drawing/2014/main" id="{85A25165-BDF3-D5AC-EB25-28CAAD805EA9}"/>
              </a:ext>
            </a:extLst>
          </p:cNvPr>
          <p:cNvCxnSpPr>
            <a:cxnSpLocks/>
          </p:cNvCxnSpPr>
          <p:nvPr/>
        </p:nvCxnSpPr>
        <p:spPr>
          <a:xfrm>
            <a:off x="1293813" y="5919567"/>
            <a:ext cx="10416851" cy="1188"/>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26" name="Rectangle 325">
            <a:extLst>
              <a:ext uri="{FF2B5EF4-FFF2-40B4-BE49-F238E27FC236}">
                <a16:creationId xmlns:a16="http://schemas.microsoft.com/office/drawing/2014/main" id="{3CEEFEE3-E67C-3394-152B-8EA060626DC2}"/>
              </a:ext>
            </a:extLst>
          </p:cNvPr>
          <p:cNvSpPr/>
          <p:nvPr/>
        </p:nvSpPr>
        <p:spPr bwMode="gray">
          <a:xfrm>
            <a:off x="5262563" y="5798829"/>
            <a:ext cx="1591599" cy="238124"/>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t>Time (Hours)</a:t>
            </a:r>
          </a:p>
        </p:txBody>
      </p:sp>
      <p:cxnSp>
        <p:nvCxnSpPr>
          <p:cNvPr id="333" name="Straight Arrow Connector 332">
            <a:extLst>
              <a:ext uri="{FF2B5EF4-FFF2-40B4-BE49-F238E27FC236}">
                <a16:creationId xmlns:a16="http://schemas.microsoft.com/office/drawing/2014/main" id="{9C716DAF-2225-82C9-1B60-F50B060360DB}"/>
              </a:ext>
            </a:extLst>
          </p:cNvPr>
          <p:cNvCxnSpPr>
            <a:cxnSpLocks/>
          </p:cNvCxnSpPr>
          <p:nvPr/>
        </p:nvCxnSpPr>
        <p:spPr>
          <a:xfrm flipV="1">
            <a:off x="502047" y="1328889"/>
            <a:ext cx="0" cy="4482949"/>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36" name="Rectangle 335">
            <a:extLst>
              <a:ext uri="{FF2B5EF4-FFF2-40B4-BE49-F238E27FC236}">
                <a16:creationId xmlns:a16="http://schemas.microsoft.com/office/drawing/2014/main" id="{E0E06CA7-67CF-0374-5800-8D69E34DC3B7}"/>
              </a:ext>
            </a:extLst>
          </p:cNvPr>
          <p:cNvSpPr/>
          <p:nvPr/>
        </p:nvSpPr>
        <p:spPr bwMode="gray">
          <a:xfrm rot="16200000">
            <a:off x="11371" y="3055510"/>
            <a:ext cx="972270" cy="370799"/>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t>In MW</a:t>
            </a:r>
          </a:p>
        </p:txBody>
      </p:sp>
      <p:graphicFrame>
        <p:nvGraphicFramePr>
          <p:cNvPr id="58" name="Chart 57">
            <a:extLst>
              <a:ext uri="{FF2B5EF4-FFF2-40B4-BE49-F238E27FC236}">
                <a16:creationId xmlns:a16="http://schemas.microsoft.com/office/drawing/2014/main" id="{761BC2B9-E5B4-A1EE-F492-792A0022808A}"/>
              </a:ext>
            </a:extLst>
          </p:cNvPr>
          <p:cNvGraphicFramePr/>
          <p:nvPr>
            <p:extLst>
              <p:ext uri="{D42A27DB-BD31-4B8C-83A1-F6EECF244321}">
                <p14:modId xmlns:p14="http://schemas.microsoft.com/office/powerpoint/2010/main" val="936011221"/>
              </p:ext>
            </p:extLst>
          </p:nvPr>
        </p:nvGraphicFramePr>
        <p:xfrm>
          <a:off x="907149" y="708155"/>
          <a:ext cx="10782803" cy="5683068"/>
        </p:xfrm>
        <a:graphic>
          <a:graphicData uri="http://schemas.openxmlformats.org/drawingml/2006/chart">
            <c:chart xmlns:c="http://schemas.openxmlformats.org/drawingml/2006/chart" xmlns:r="http://schemas.openxmlformats.org/officeDocument/2006/relationships" r:id="rId5"/>
          </a:graphicData>
        </a:graphic>
      </p:graphicFrame>
      <p:grpSp>
        <p:nvGrpSpPr>
          <p:cNvPr id="2" name="Group 1">
            <a:extLst>
              <a:ext uri="{FF2B5EF4-FFF2-40B4-BE49-F238E27FC236}">
                <a16:creationId xmlns:a16="http://schemas.microsoft.com/office/drawing/2014/main" id="{0E9406E3-E4F2-6F93-913E-298C42D93FE5}"/>
              </a:ext>
            </a:extLst>
          </p:cNvPr>
          <p:cNvGrpSpPr/>
          <p:nvPr/>
        </p:nvGrpSpPr>
        <p:grpSpPr>
          <a:xfrm>
            <a:off x="3213923" y="961043"/>
            <a:ext cx="5278056" cy="5075910"/>
            <a:chOff x="3213923" y="961043"/>
            <a:chExt cx="5278056" cy="5075910"/>
          </a:xfrm>
        </p:grpSpPr>
        <p:cxnSp>
          <p:nvCxnSpPr>
            <p:cNvPr id="4" name="Straight Arrow Connector 3">
              <a:extLst>
                <a:ext uri="{FF2B5EF4-FFF2-40B4-BE49-F238E27FC236}">
                  <a16:creationId xmlns:a16="http://schemas.microsoft.com/office/drawing/2014/main" id="{38E350B5-7EFB-8F04-5428-351D46689A42}"/>
                </a:ext>
              </a:extLst>
            </p:cNvPr>
            <p:cNvCxnSpPr/>
            <p:nvPr/>
          </p:nvCxnSpPr>
          <p:spPr>
            <a:xfrm>
              <a:off x="3287210" y="1226916"/>
              <a:ext cx="4953965" cy="0"/>
            </a:xfrm>
            <a:prstGeom prst="straightConnector1">
              <a:avLst/>
            </a:prstGeom>
            <a:ln>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A0DF051A-8816-56F4-A4EB-CBEB08767705}"/>
                </a:ext>
              </a:extLst>
            </p:cNvPr>
            <p:cNvSpPr/>
            <p:nvPr/>
          </p:nvSpPr>
          <p:spPr bwMode="gray">
            <a:xfrm>
              <a:off x="5262563" y="5798829"/>
              <a:ext cx="1591599" cy="238124"/>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t>Time (Hours)</a:t>
              </a:r>
            </a:p>
          </p:txBody>
        </p:sp>
        <p:sp>
          <p:nvSpPr>
            <p:cNvPr id="7" name="Rectangle 6">
              <a:extLst>
                <a:ext uri="{FF2B5EF4-FFF2-40B4-BE49-F238E27FC236}">
                  <a16:creationId xmlns:a16="http://schemas.microsoft.com/office/drawing/2014/main" id="{D7085C16-D9F7-2319-EF98-A43BD6857FA1}"/>
                </a:ext>
              </a:extLst>
            </p:cNvPr>
            <p:cNvSpPr/>
            <p:nvPr/>
          </p:nvSpPr>
          <p:spPr bwMode="gray">
            <a:xfrm>
              <a:off x="3213923" y="961043"/>
              <a:ext cx="5278056" cy="4849607"/>
            </a:xfrm>
            <a:prstGeom prst="rect">
              <a:avLst/>
            </a:prstGeom>
            <a:solidFill>
              <a:srgbClr val="E3E48D">
                <a:alpha val="20000"/>
              </a:srgbClr>
            </a:solidFill>
            <a:ln w="19050" algn="ctr">
              <a:noFill/>
              <a:miter lim="800000"/>
              <a:headEnd/>
              <a:tailEnd/>
            </a:ln>
          </p:spPr>
          <p:txBody>
            <a:bodyPr wrap="square" lIns="88900" tIns="88900" rIns="88900" bIns="88900" rtlCol="0" anchor="t"/>
            <a:lstStyle/>
            <a:p>
              <a:pPr algn="ctr">
                <a:lnSpc>
                  <a:spcPct val="106000"/>
                </a:lnSpc>
                <a:buFont typeface="Wingdings 2" pitchFamily="18" charset="2"/>
                <a:buNone/>
              </a:pPr>
              <a:endParaRPr lang="en-US" sz="1600" b="1" dirty="0"/>
            </a:p>
          </p:txBody>
        </p:sp>
        <p:sp>
          <p:nvSpPr>
            <p:cNvPr id="8" name="Rectangle 7">
              <a:extLst>
                <a:ext uri="{FF2B5EF4-FFF2-40B4-BE49-F238E27FC236}">
                  <a16:creationId xmlns:a16="http://schemas.microsoft.com/office/drawing/2014/main" id="{1CED813A-70D2-32DC-694A-5DE26C08C85F}"/>
                </a:ext>
              </a:extLst>
            </p:cNvPr>
            <p:cNvSpPr/>
            <p:nvPr/>
          </p:nvSpPr>
          <p:spPr bwMode="gray">
            <a:xfrm>
              <a:off x="4851741" y="1090765"/>
              <a:ext cx="2002421" cy="238124"/>
            </a:xfrm>
            <a:prstGeom prst="rect">
              <a:avLst/>
            </a:prstGeom>
            <a:solidFill>
              <a:srgbClr val="F9FAE8"/>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t>SOLAR HOURS</a:t>
              </a:r>
            </a:p>
          </p:txBody>
        </p:sp>
      </p:grpSp>
    </p:spTree>
    <p:extLst>
      <p:ext uri="{BB962C8B-B14F-4D97-AF65-F5344CB8AC3E}">
        <p14:creationId xmlns:p14="http://schemas.microsoft.com/office/powerpoint/2010/main" val="217545399"/>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F53E3122-8B80-4B2B-9425-C97F9D1809CD}"/>
              </a:ext>
            </a:extLst>
          </p:cNvPr>
          <p:cNvGraphicFramePr>
            <a:graphicFrameLocks noChangeAspect="1"/>
          </p:cNvGraphicFramePr>
          <p:nvPr>
            <p:custDataLst>
              <p:tags r:id="rId1"/>
            </p:custDataLst>
            <p:extLst>
              <p:ext uri="{D42A27DB-BD31-4B8C-83A1-F6EECF244321}">
                <p14:modId xmlns:p14="http://schemas.microsoft.com/office/powerpoint/2010/main" val="177631540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6" name="Object 5" hidden="1">
                        <a:extLst>
                          <a:ext uri="{FF2B5EF4-FFF2-40B4-BE49-F238E27FC236}">
                            <a16:creationId xmlns:a16="http://schemas.microsoft.com/office/drawing/2014/main" id="{F53E3122-8B80-4B2B-9425-C97F9D1809C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p:cNvSpPr>
            <a:spLocks noGrp="1"/>
          </p:cNvSpPr>
          <p:nvPr>
            <p:ph type="title"/>
          </p:nvPr>
        </p:nvSpPr>
        <p:spPr>
          <a:xfrm>
            <a:off x="555170" y="266401"/>
            <a:ext cx="11166932" cy="347321"/>
          </a:xfrm>
        </p:spPr>
        <p:txBody>
          <a:bodyPr vert="horz"/>
          <a:lstStyle/>
          <a:p>
            <a:r>
              <a:rPr lang="en-US" b="1" dirty="0"/>
              <a:t>June 2023 – Hourly profile (Solar Hours)</a:t>
            </a:r>
            <a:endParaRPr lang="en-US" sz="1800" b="1" dirty="0"/>
          </a:p>
        </p:txBody>
      </p:sp>
      <p:cxnSp>
        <p:nvCxnSpPr>
          <p:cNvPr id="34" name="Straight Connector 33">
            <a:extLst>
              <a:ext uri="{FF2B5EF4-FFF2-40B4-BE49-F238E27FC236}">
                <a16:creationId xmlns:a16="http://schemas.microsoft.com/office/drawing/2014/main" id="{C64B3BBE-2752-0F5F-6AA3-836BA91F095C}"/>
              </a:ext>
            </a:extLst>
          </p:cNvPr>
          <p:cNvCxnSpPr/>
          <p:nvPr/>
        </p:nvCxnSpPr>
        <p:spPr>
          <a:xfrm flipV="1">
            <a:off x="493952" y="614639"/>
            <a:ext cx="11196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28" name="Straight Arrow Connector 327">
            <a:extLst>
              <a:ext uri="{FF2B5EF4-FFF2-40B4-BE49-F238E27FC236}">
                <a16:creationId xmlns:a16="http://schemas.microsoft.com/office/drawing/2014/main" id="{85A25165-BDF3-D5AC-EB25-28CAAD805EA9}"/>
              </a:ext>
            </a:extLst>
          </p:cNvPr>
          <p:cNvCxnSpPr>
            <a:cxnSpLocks/>
          </p:cNvCxnSpPr>
          <p:nvPr/>
        </p:nvCxnSpPr>
        <p:spPr>
          <a:xfrm>
            <a:off x="1293813" y="5919567"/>
            <a:ext cx="10416851" cy="1188"/>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26" name="Rectangle 325">
            <a:extLst>
              <a:ext uri="{FF2B5EF4-FFF2-40B4-BE49-F238E27FC236}">
                <a16:creationId xmlns:a16="http://schemas.microsoft.com/office/drawing/2014/main" id="{3CEEFEE3-E67C-3394-152B-8EA060626DC2}"/>
              </a:ext>
            </a:extLst>
          </p:cNvPr>
          <p:cNvSpPr/>
          <p:nvPr/>
        </p:nvSpPr>
        <p:spPr bwMode="gray">
          <a:xfrm>
            <a:off x="5262563" y="5798829"/>
            <a:ext cx="1591599" cy="238124"/>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t>Time (Hours)</a:t>
            </a:r>
          </a:p>
        </p:txBody>
      </p:sp>
      <p:cxnSp>
        <p:nvCxnSpPr>
          <p:cNvPr id="333" name="Straight Arrow Connector 332">
            <a:extLst>
              <a:ext uri="{FF2B5EF4-FFF2-40B4-BE49-F238E27FC236}">
                <a16:creationId xmlns:a16="http://schemas.microsoft.com/office/drawing/2014/main" id="{9C716DAF-2225-82C9-1B60-F50B060360DB}"/>
              </a:ext>
            </a:extLst>
          </p:cNvPr>
          <p:cNvCxnSpPr>
            <a:cxnSpLocks/>
          </p:cNvCxnSpPr>
          <p:nvPr/>
        </p:nvCxnSpPr>
        <p:spPr>
          <a:xfrm flipV="1">
            <a:off x="502047" y="1328889"/>
            <a:ext cx="0" cy="4482949"/>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36" name="Rectangle 335">
            <a:extLst>
              <a:ext uri="{FF2B5EF4-FFF2-40B4-BE49-F238E27FC236}">
                <a16:creationId xmlns:a16="http://schemas.microsoft.com/office/drawing/2014/main" id="{E0E06CA7-67CF-0374-5800-8D69E34DC3B7}"/>
              </a:ext>
            </a:extLst>
          </p:cNvPr>
          <p:cNvSpPr/>
          <p:nvPr/>
        </p:nvSpPr>
        <p:spPr bwMode="gray">
          <a:xfrm rot="16200000">
            <a:off x="11371" y="3055510"/>
            <a:ext cx="972270" cy="370799"/>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t>In MW</a:t>
            </a:r>
          </a:p>
        </p:txBody>
      </p:sp>
      <p:graphicFrame>
        <p:nvGraphicFramePr>
          <p:cNvPr id="58" name="Chart 57">
            <a:extLst>
              <a:ext uri="{FF2B5EF4-FFF2-40B4-BE49-F238E27FC236}">
                <a16:creationId xmlns:a16="http://schemas.microsoft.com/office/drawing/2014/main" id="{761BC2B9-E5B4-A1EE-F492-792A0022808A}"/>
              </a:ext>
            </a:extLst>
          </p:cNvPr>
          <p:cNvGraphicFramePr/>
          <p:nvPr>
            <p:extLst>
              <p:ext uri="{D42A27DB-BD31-4B8C-83A1-F6EECF244321}">
                <p14:modId xmlns:p14="http://schemas.microsoft.com/office/powerpoint/2010/main" val="4185625858"/>
              </p:ext>
            </p:extLst>
          </p:nvPr>
        </p:nvGraphicFramePr>
        <p:xfrm>
          <a:off x="907149" y="717630"/>
          <a:ext cx="10782803" cy="5673593"/>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1771831061"/>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F53E3122-8B80-4B2B-9425-C97F9D1809CD}"/>
              </a:ext>
            </a:extLst>
          </p:cNvPr>
          <p:cNvGraphicFramePr>
            <a:graphicFrameLocks noChangeAspect="1"/>
          </p:cNvGraphicFramePr>
          <p:nvPr>
            <p:custDataLst>
              <p:tags r:id="rId1"/>
            </p:custDataLst>
            <p:extLst>
              <p:ext uri="{D42A27DB-BD31-4B8C-83A1-F6EECF244321}">
                <p14:modId xmlns:p14="http://schemas.microsoft.com/office/powerpoint/2010/main" val="344759460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6" name="Object 5" hidden="1">
                        <a:extLst>
                          <a:ext uri="{FF2B5EF4-FFF2-40B4-BE49-F238E27FC236}">
                            <a16:creationId xmlns:a16="http://schemas.microsoft.com/office/drawing/2014/main" id="{F53E3122-8B80-4B2B-9425-C97F9D1809C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p:cNvSpPr>
            <a:spLocks noGrp="1"/>
          </p:cNvSpPr>
          <p:nvPr>
            <p:ph type="title"/>
          </p:nvPr>
        </p:nvSpPr>
        <p:spPr>
          <a:xfrm>
            <a:off x="555170" y="266401"/>
            <a:ext cx="11166932" cy="347321"/>
          </a:xfrm>
        </p:spPr>
        <p:txBody>
          <a:bodyPr vert="horz"/>
          <a:lstStyle/>
          <a:p>
            <a:r>
              <a:rPr lang="en-US" b="1" dirty="0"/>
              <a:t>June 2023 – Hourly profile (Non-Solar Hours)</a:t>
            </a:r>
            <a:endParaRPr lang="en-US" sz="1800" b="1" dirty="0"/>
          </a:p>
        </p:txBody>
      </p:sp>
      <p:cxnSp>
        <p:nvCxnSpPr>
          <p:cNvPr id="34" name="Straight Connector 33">
            <a:extLst>
              <a:ext uri="{FF2B5EF4-FFF2-40B4-BE49-F238E27FC236}">
                <a16:creationId xmlns:a16="http://schemas.microsoft.com/office/drawing/2014/main" id="{C64B3BBE-2752-0F5F-6AA3-836BA91F095C}"/>
              </a:ext>
            </a:extLst>
          </p:cNvPr>
          <p:cNvCxnSpPr/>
          <p:nvPr/>
        </p:nvCxnSpPr>
        <p:spPr>
          <a:xfrm flipV="1">
            <a:off x="493952" y="614639"/>
            <a:ext cx="11196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28" name="Straight Arrow Connector 327">
            <a:extLst>
              <a:ext uri="{FF2B5EF4-FFF2-40B4-BE49-F238E27FC236}">
                <a16:creationId xmlns:a16="http://schemas.microsoft.com/office/drawing/2014/main" id="{85A25165-BDF3-D5AC-EB25-28CAAD805EA9}"/>
              </a:ext>
            </a:extLst>
          </p:cNvPr>
          <p:cNvCxnSpPr>
            <a:cxnSpLocks/>
          </p:cNvCxnSpPr>
          <p:nvPr/>
        </p:nvCxnSpPr>
        <p:spPr>
          <a:xfrm>
            <a:off x="1293813" y="5919567"/>
            <a:ext cx="10416851" cy="1188"/>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26" name="Rectangle 325">
            <a:extLst>
              <a:ext uri="{FF2B5EF4-FFF2-40B4-BE49-F238E27FC236}">
                <a16:creationId xmlns:a16="http://schemas.microsoft.com/office/drawing/2014/main" id="{3CEEFEE3-E67C-3394-152B-8EA060626DC2}"/>
              </a:ext>
            </a:extLst>
          </p:cNvPr>
          <p:cNvSpPr/>
          <p:nvPr/>
        </p:nvSpPr>
        <p:spPr bwMode="gray">
          <a:xfrm>
            <a:off x="5262563" y="5798829"/>
            <a:ext cx="1591599" cy="238124"/>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t>Time (Hours)</a:t>
            </a:r>
          </a:p>
        </p:txBody>
      </p:sp>
      <p:cxnSp>
        <p:nvCxnSpPr>
          <p:cNvPr id="333" name="Straight Arrow Connector 332">
            <a:extLst>
              <a:ext uri="{FF2B5EF4-FFF2-40B4-BE49-F238E27FC236}">
                <a16:creationId xmlns:a16="http://schemas.microsoft.com/office/drawing/2014/main" id="{9C716DAF-2225-82C9-1B60-F50B060360DB}"/>
              </a:ext>
            </a:extLst>
          </p:cNvPr>
          <p:cNvCxnSpPr>
            <a:cxnSpLocks/>
          </p:cNvCxnSpPr>
          <p:nvPr/>
        </p:nvCxnSpPr>
        <p:spPr>
          <a:xfrm flipV="1">
            <a:off x="502047" y="1328889"/>
            <a:ext cx="0" cy="4482949"/>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36" name="Rectangle 335">
            <a:extLst>
              <a:ext uri="{FF2B5EF4-FFF2-40B4-BE49-F238E27FC236}">
                <a16:creationId xmlns:a16="http://schemas.microsoft.com/office/drawing/2014/main" id="{E0E06CA7-67CF-0374-5800-8D69E34DC3B7}"/>
              </a:ext>
            </a:extLst>
          </p:cNvPr>
          <p:cNvSpPr/>
          <p:nvPr/>
        </p:nvSpPr>
        <p:spPr bwMode="gray">
          <a:xfrm rot="16200000">
            <a:off x="11371" y="3055510"/>
            <a:ext cx="972270" cy="370799"/>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t>In MW</a:t>
            </a:r>
          </a:p>
        </p:txBody>
      </p:sp>
      <p:graphicFrame>
        <p:nvGraphicFramePr>
          <p:cNvPr id="58" name="Chart 57">
            <a:extLst>
              <a:ext uri="{FF2B5EF4-FFF2-40B4-BE49-F238E27FC236}">
                <a16:creationId xmlns:a16="http://schemas.microsoft.com/office/drawing/2014/main" id="{761BC2B9-E5B4-A1EE-F492-792A0022808A}"/>
              </a:ext>
            </a:extLst>
          </p:cNvPr>
          <p:cNvGraphicFramePr/>
          <p:nvPr>
            <p:extLst>
              <p:ext uri="{D42A27DB-BD31-4B8C-83A1-F6EECF244321}">
                <p14:modId xmlns:p14="http://schemas.microsoft.com/office/powerpoint/2010/main" val="596227946"/>
              </p:ext>
            </p:extLst>
          </p:nvPr>
        </p:nvGraphicFramePr>
        <p:xfrm>
          <a:off x="907149" y="717630"/>
          <a:ext cx="10782803" cy="5673593"/>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3803451983"/>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F53E3122-8B80-4B2B-9425-C97F9D1809CD}"/>
              </a:ext>
            </a:extLst>
          </p:cNvPr>
          <p:cNvGraphicFramePr>
            <a:graphicFrameLocks noChangeAspect="1"/>
          </p:cNvGraphicFramePr>
          <p:nvPr>
            <p:custDataLst>
              <p:tags r:id="rId1"/>
            </p:custDataLst>
            <p:extLst>
              <p:ext uri="{D42A27DB-BD31-4B8C-83A1-F6EECF244321}">
                <p14:modId xmlns:p14="http://schemas.microsoft.com/office/powerpoint/2010/main" val="193073276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6" name="Object 5" hidden="1">
                        <a:extLst>
                          <a:ext uri="{FF2B5EF4-FFF2-40B4-BE49-F238E27FC236}">
                            <a16:creationId xmlns:a16="http://schemas.microsoft.com/office/drawing/2014/main" id="{F53E3122-8B80-4B2B-9425-C97F9D1809C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p:cNvSpPr>
            <a:spLocks noGrp="1"/>
          </p:cNvSpPr>
          <p:nvPr>
            <p:ph type="title"/>
          </p:nvPr>
        </p:nvSpPr>
        <p:spPr>
          <a:xfrm>
            <a:off x="555170" y="266401"/>
            <a:ext cx="11166932" cy="347321"/>
          </a:xfrm>
        </p:spPr>
        <p:txBody>
          <a:bodyPr vert="horz"/>
          <a:lstStyle/>
          <a:p>
            <a:r>
              <a:rPr lang="en-US" b="1" dirty="0"/>
              <a:t>June 2023 – Hourly profile (All Hours)</a:t>
            </a:r>
            <a:endParaRPr lang="en-US" sz="1800" b="1" dirty="0"/>
          </a:p>
        </p:txBody>
      </p:sp>
      <p:cxnSp>
        <p:nvCxnSpPr>
          <p:cNvPr id="34" name="Straight Connector 33">
            <a:extLst>
              <a:ext uri="{FF2B5EF4-FFF2-40B4-BE49-F238E27FC236}">
                <a16:creationId xmlns:a16="http://schemas.microsoft.com/office/drawing/2014/main" id="{C64B3BBE-2752-0F5F-6AA3-836BA91F095C}"/>
              </a:ext>
            </a:extLst>
          </p:cNvPr>
          <p:cNvCxnSpPr/>
          <p:nvPr/>
        </p:nvCxnSpPr>
        <p:spPr>
          <a:xfrm flipV="1">
            <a:off x="493952" y="660938"/>
            <a:ext cx="11196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28" name="Straight Arrow Connector 327">
            <a:extLst>
              <a:ext uri="{FF2B5EF4-FFF2-40B4-BE49-F238E27FC236}">
                <a16:creationId xmlns:a16="http://schemas.microsoft.com/office/drawing/2014/main" id="{85A25165-BDF3-D5AC-EB25-28CAAD805EA9}"/>
              </a:ext>
            </a:extLst>
          </p:cNvPr>
          <p:cNvCxnSpPr>
            <a:cxnSpLocks/>
          </p:cNvCxnSpPr>
          <p:nvPr/>
        </p:nvCxnSpPr>
        <p:spPr>
          <a:xfrm>
            <a:off x="1293813" y="5919567"/>
            <a:ext cx="10416851" cy="1188"/>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26" name="Rectangle 325">
            <a:extLst>
              <a:ext uri="{FF2B5EF4-FFF2-40B4-BE49-F238E27FC236}">
                <a16:creationId xmlns:a16="http://schemas.microsoft.com/office/drawing/2014/main" id="{3CEEFEE3-E67C-3394-152B-8EA060626DC2}"/>
              </a:ext>
            </a:extLst>
          </p:cNvPr>
          <p:cNvSpPr/>
          <p:nvPr/>
        </p:nvSpPr>
        <p:spPr bwMode="gray">
          <a:xfrm>
            <a:off x="5262563" y="5798829"/>
            <a:ext cx="1591599" cy="238124"/>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t>Time (Hours)</a:t>
            </a:r>
          </a:p>
        </p:txBody>
      </p:sp>
      <p:cxnSp>
        <p:nvCxnSpPr>
          <p:cNvPr id="333" name="Straight Arrow Connector 332">
            <a:extLst>
              <a:ext uri="{FF2B5EF4-FFF2-40B4-BE49-F238E27FC236}">
                <a16:creationId xmlns:a16="http://schemas.microsoft.com/office/drawing/2014/main" id="{9C716DAF-2225-82C9-1B60-F50B060360DB}"/>
              </a:ext>
            </a:extLst>
          </p:cNvPr>
          <p:cNvCxnSpPr>
            <a:cxnSpLocks/>
          </p:cNvCxnSpPr>
          <p:nvPr/>
        </p:nvCxnSpPr>
        <p:spPr>
          <a:xfrm flipV="1">
            <a:off x="502047" y="1328889"/>
            <a:ext cx="0" cy="4482949"/>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36" name="Rectangle 335">
            <a:extLst>
              <a:ext uri="{FF2B5EF4-FFF2-40B4-BE49-F238E27FC236}">
                <a16:creationId xmlns:a16="http://schemas.microsoft.com/office/drawing/2014/main" id="{E0E06CA7-67CF-0374-5800-8D69E34DC3B7}"/>
              </a:ext>
            </a:extLst>
          </p:cNvPr>
          <p:cNvSpPr/>
          <p:nvPr/>
        </p:nvSpPr>
        <p:spPr bwMode="gray">
          <a:xfrm rot="16200000">
            <a:off x="11371" y="3055510"/>
            <a:ext cx="972270" cy="370799"/>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t>In MW</a:t>
            </a:r>
          </a:p>
        </p:txBody>
      </p:sp>
      <p:graphicFrame>
        <p:nvGraphicFramePr>
          <p:cNvPr id="58" name="Chart 57">
            <a:extLst>
              <a:ext uri="{FF2B5EF4-FFF2-40B4-BE49-F238E27FC236}">
                <a16:creationId xmlns:a16="http://schemas.microsoft.com/office/drawing/2014/main" id="{761BC2B9-E5B4-A1EE-F492-792A0022808A}"/>
              </a:ext>
            </a:extLst>
          </p:cNvPr>
          <p:cNvGraphicFramePr/>
          <p:nvPr>
            <p:extLst>
              <p:ext uri="{D42A27DB-BD31-4B8C-83A1-F6EECF244321}">
                <p14:modId xmlns:p14="http://schemas.microsoft.com/office/powerpoint/2010/main" val="2947306383"/>
              </p:ext>
            </p:extLst>
          </p:nvPr>
        </p:nvGraphicFramePr>
        <p:xfrm>
          <a:off x="907149" y="708155"/>
          <a:ext cx="10782803" cy="5683068"/>
        </p:xfrm>
        <a:graphic>
          <a:graphicData uri="http://schemas.openxmlformats.org/drawingml/2006/chart">
            <c:chart xmlns:c="http://schemas.openxmlformats.org/drawingml/2006/chart" xmlns:r="http://schemas.openxmlformats.org/officeDocument/2006/relationships" r:id="rId5"/>
          </a:graphicData>
        </a:graphic>
      </p:graphicFrame>
      <p:grpSp>
        <p:nvGrpSpPr>
          <p:cNvPr id="2" name="Group 1">
            <a:extLst>
              <a:ext uri="{FF2B5EF4-FFF2-40B4-BE49-F238E27FC236}">
                <a16:creationId xmlns:a16="http://schemas.microsoft.com/office/drawing/2014/main" id="{49CBEAB2-F0F2-7A63-B077-B3B4D3C21C83}"/>
              </a:ext>
            </a:extLst>
          </p:cNvPr>
          <p:cNvGrpSpPr/>
          <p:nvPr/>
        </p:nvGrpSpPr>
        <p:grpSpPr>
          <a:xfrm>
            <a:off x="3213923" y="961043"/>
            <a:ext cx="5278056" cy="5075910"/>
            <a:chOff x="3213923" y="961043"/>
            <a:chExt cx="5278056" cy="5075910"/>
          </a:xfrm>
        </p:grpSpPr>
        <p:cxnSp>
          <p:nvCxnSpPr>
            <p:cNvPr id="4" name="Straight Arrow Connector 3">
              <a:extLst>
                <a:ext uri="{FF2B5EF4-FFF2-40B4-BE49-F238E27FC236}">
                  <a16:creationId xmlns:a16="http://schemas.microsoft.com/office/drawing/2014/main" id="{4FD8EACC-F57D-BEB5-DC6A-DD73C89C6B7F}"/>
                </a:ext>
              </a:extLst>
            </p:cNvPr>
            <p:cNvCxnSpPr/>
            <p:nvPr/>
          </p:nvCxnSpPr>
          <p:spPr>
            <a:xfrm>
              <a:off x="3287210" y="1226916"/>
              <a:ext cx="4953965" cy="0"/>
            </a:xfrm>
            <a:prstGeom prst="straightConnector1">
              <a:avLst/>
            </a:prstGeom>
            <a:ln>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5DDC1B16-D340-C381-4040-F6DBE0D06884}"/>
                </a:ext>
              </a:extLst>
            </p:cNvPr>
            <p:cNvSpPr/>
            <p:nvPr/>
          </p:nvSpPr>
          <p:spPr bwMode="gray">
            <a:xfrm>
              <a:off x="5262563" y="5798829"/>
              <a:ext cx="1591599" cy="238124"/>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t>Time (Hours)</a:t>
              </a:r>
            </a:p>
          </p:txBody>
        </p:sp>
        <p:sp>
          <p:nvSpPr>
            <p:cNvPr id="7" name="Rectangle 6">
              <a:extLst>
                <a:ext uri="{FF2B5EF4-FFF2-40B4-BE49-F238E27FC236}">
                  <a16:creationId xmlns:a16="http://schemas.microsoft.com/office/drawing/2014/main" id="{DB540A7E-881D-2C34-214A-316B08670006}"/>
                </a:ext>
              </a:extLst>
            </p:cNvPr>
            <p:cNvSpPr/>
            <p:nvPr/>
          </p:nvSpPr>
          <p:spPr bwMode="gray">
            <a:xfrm>
              <a:off x="3213923" y="961043"/>
              <a:ext cx="5278056" cy="4849607"/>
            </a:xfrm>
            <a:prstGeom prst="rect">
              <a:avLst/>
            </a:prstGeom>
            <a:solidFill>
              <a:srgbClr val="E3E48D">
                <a:alpha val="20000"/>
              </a:srgbClr>
            </a:solidFill>
            <a:ln w="19050" algn="ctr">
              <a:noFill/>
              <a:miter lim="800000"/>
              <a:headEnd/>
              <a:tailEnd/>
            </a:ln>
          </p:spPr>
          <p:txBody>
            <a:bodyPr wrap="square" lIns="88900" tIns="88900" rIns="88900" bIns="88900" rtlCol="0" anchor="t"/>
            <a:lstStyle/>
            <a:p>
              <a:pPr algn="ctr">
                <a:lnSpc>
                  <a:spcPct val="106000"/>
                </a:lnSpc>
                <a:buFont typeface="Wingdings 2" pitchFamily="18" charset="2"/>
                <a:buNone/>
              </a:pPr>
              <a:endParaRPr lang="en-US" sz="1600" b="1" dirty="0"/>
            </a:p>
          </p:txBody>
        </p:sp>
        <p:sp>
          <p:nvSpPr>
            <p:cNvPr id="8" name="Rectangle 7">
              <a:extLst>
                <a:ext uri="{FF2B5EF4-FFF2-40B4-BE49-F238E27FC236}">
                  <a16:creationId xmlns:a16="http://schemas.microsoft.com/office/drawing/2014/main" id="{06492485-4D8C-A97D-2295-12D1076486DD}"/>
                </a:ext>
              </a:extLst>
            </p:cNvPr>
            <p:cNvSpPr/>
            <p:nvPr/>
          </p:nvSpPr>
          <p:spPr bwMode="gray">
            <a:xfrm>
              <a:off x="4851741" y="1090765"/>
              <a:ext cx="2002421" cy="238124"/>
            </a:xfrm>
            <a:prstGeom prst="rect">
              <a:avLst/>
            </a:prstGeom>
            <a:solidFill>
              <a:srgbClr val="F9FAE8"/>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t>SOLAR HOURS</a:t>
              </a:r>
            </a:p>
          </p:txBody>
        </p:sp>
      </p:grpSp>
    </p:spTree>
    <p:extLst>
      <p:ext uri="{BB962C8B-B14F-4D97-AF65-F5344CB8AC3E}">
        <p14:creationId xmlns:p14="http://schemas.microsoft.com/office/powerpoint/2010/main" val="3264323076"/>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F53E3122-8B80-4B2B-9425-C97F9D1809CD}"/>
              </a:ext>
            </a:extLst>
          </p:cNvPr>
          <p:cNvGraphicFramePr>
            <a:graphicFrameLocks noChangeAspect="1"/>
          </p:cNvGraphicFramePr>
          <p:nvPr>
            <p:custDataLst>
              <p:tags r:id="rId1"/>
            </p:custDataLst>
            <p:extLst>
              <p:ext uri="{D42A27DB-BD31-4B8C-83A1-F6EECF244321}">
                <p14:modId xmlns:p14="http://schemas.microsoft.com/office/powerpoint/2010/main" val="120741831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6" name="Object 5" hidden="1">
                        <a:extLst>
                          <a:ext uri="{FF2B5EF4-FFF2-40B4-BE49-F238E27FC236}">
                            <a16:creationId xmlns:a16="http://schemas.microsoft.com/office/drawing/2014/main" id="{F53E3122-8B80-4B2B-9425-C97F9D1809C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p:cNvSpPr>
            <a:spLocks noGrp="1"/>
          </p:cNvSpPr>
          <p:nvPr>
            <p:ph type="title"/>
          </p:nvPr>
        </p:nvSpPr>
        <p:spPr>
          <a:xfrm>
            <a:off x="555170" y="266401"/>
            <a:ext cx="11166932" cy="347321"/>
          </a:xfrm>
        </p:spPr>
        <p:txBody>
          <a:bodyPr vert="horz"/>
          <a:lstStyle/>
          <a:p>
            <a:r>
              <a:rPr lang="en-US" b="1" dirty="0"/>
              <a:t>July 2023 – Hourly profile (Solar Hours)</a:t>
            </a:r>
            <a:endParaRPr lang="en-US" sz="1800" b="1" dirty="0"/>
          </a:p>
        </p:txBody>
      </p:sp>
      <p:cxnSp>
        <p:nvCxnSpPr>
          <p:cNvPr id="34" name="Straight Connector 33">
            <a:extLst>
              <a:ext uri="{FF2B5EF4-FFF2-40B4-BE49-F238E27FC236}">
                <a16:creationId xmlns:a16="http://schemas.microsoft.com/office/drawing/2014/main" id="{C64B3BBE-2752-0F5F-6AA3-836BA91F095C}"/>
              </a:ext>
            </a:extLst>
          </p:cNvPr>
          <p:cNvCxnSpPr/>
          <p:nvPr/>
        </p:nvCxnSpPr>
        <p:spPr>
          <a:xfrm flipV="1">
            <a:off x="514664" y="649363"/>
            <a:ext cx="11196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28" name="Straight Arrow Connector 327">
            <a:extLst>
              <a:ext uri="{FF2B5EF4-FFF2-40B4-BE49-F238E27FC236}">
                <a16:creationId xmlns:a16="http://schemas.microsoft.com/office/drawing/2014/main" id="{85A25165-BDF3-D5AC-EB25-28CAAD805EA9}"/>
              </a:ext>
            </a:extLst>
          </p:cNvPr>
          <p:cNvCxnSpPr>
            <a:cxnSpLocks/>
          </p:cNvCxnSpPr>
          <p:nvPr/>
        </p:nvCxnSpPr>
        <p:spPr>
          <a:xfrm>
            <a:off x="1293813" y="5919567"/>
            <a:ext cx="10416851" cy="1188"/>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26" name="Rectangle 325">
            <a:extLst>
              <a:ext uri="{FF2B5EF4-FFF2-40B4-BE49-F238E27FC236}">
                <a16:creationId xmlns:a16="http://schemas.microsoft.com/office/drawing/2014/main" id="{3CEEFEE3-E67C-3394-152B-8EA060626DC2}"/>
              </a:ext>
            </a:extLst>
          </p:cNvPr>
          <p:cNvSpPr/>
          <p:nvPr/>
        </p:nvSpPr>
        <p:spPr bwMode="gray">
          <a:xfrm>
            <a:off x="5262563" y="5798829"/>
            <a:ext cx="1591599" cy="238124"/>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t>Time (Hours)</a:t>
            </a:r>
          </a:p>
        </p:txBody>
      </p:sp>
      <p:cxnSp>
        <p:nvCxnSpPr>
          <p:cNvPr id="333" name="Straight Arrow Connector 332">
            <a:extLst>
              <a:ext uri="{FF2B5EF4-FFF2-40B4-BE49-F238E27FC236}">
                <a16:creationId xmlns:a16="http://schemas.microsoft.com/office/drawing/2014/main" id="{9C716DAF-2225-82C9-1B60-F50B060360DB}"/>
              </a:ext>
            </a:extLst>
          </p:cNvPr>
          <p:cNvCxnSpPr>
            <a:cxnSpLocks/>
          </p:cNvCxnSpPr>
          <p:nvPr/>
        </p:nvCxnSpPr>
        <p:spPr>
          <a:xfrm flipV="1">
            <a:off x="502047" y="1328889"/>
            <a:ext cx="0" cy="4482949"/>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36" name="Rectangle 335">
            <a:extLst>
              <a:ext uri="{FF2B5EF4-FFF2-40B4-BE49-F238E27FC236}">
                <a16:creationId xmlns:a16="http://schemas.microsoft.com/office/drawing/2014/main" id="{E0E06CA7-67CF-0374-5800-8D69E34DC3B7}"/>
              </a:ext>
            </a:extLst>
          </p:cNvPr>
          <p:cNvSpPr/>
          <p:nvPr/>
        </p:nvSpPr>
        <p:spPr bwMode="gray">
          <a:xfrm rot="16200000">
            <a:off x="11371" y="3055510"/>
            <a:ext cx="972270" cy="370799"/>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t>In MW</a:t>
            </a:r>
          </a:p>
        </p:txBody>
      </p:sp>
      <p:graphicFrame>
        <p:nvGraphicFramePr>
          <p:cNvPr id="58" name="Chart 57">
            <a:extLst>
              <a:ext uri="{FF2B5EF4-FFF2-40B4-BE49-F238E27FC236}">
                <a16:creationId xmlns:a16="http://schemas.microsoft.com/office/drawing/2014/main" id="{761BC2B9-E5B4-A1EE-F492-792A0022808A}"/>
              </a:ext>
            </a:extLst>
          </p:cNvPr>
          <p:cNvGraphicFramePr/>
          <p:nvPr>
            <p:extLst>
              <p:ext uri="{D42A27DB-BD31-4B8C-83A1-F6EECF244321}">
                <p14:modId xmlns:p14="http://schemas.microsoft.com/office/powerpoint/2010/main" val="1567692346"/>
              </p:ext>
            </p:extLst>
          </p:nvPr>
        </p:nvGraphicFramePr>
        <p:xfrm>
          <a:off x="907149" y="821047"/>
          <a:ext cx="10782803" cy="5570176"/>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1341099777"/>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F53E3122-8B80-4B2B-9425-C97F9D1809CD}"/>
              </a:ext>
            </a:extLst>
          </p:cNvPr>
          <p:cNvGraphicFramePr>
            <a:graphicFrameLocks noChangeAspect="1"/>
          </p:cNvGraphicFramePr>
          <p:nvPr>
            <p:custDataLst>
              <p:tags r:id="rId1"/>
            </p:custDataLst>
            <p:extLst>
              <p:ext uri="{D42A27DB-BD31-4B8C-83A1-F6EECF244321}">
                <p14:modId xmlns:p14="http://schemas.microsoft.com/office/powerpoint/2010/main" val="387334150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6" name="Object 5" hidden="1">
                        <a:extLst>
                          <a:ext uri="{FF2B5EF4-FFF2-40B4-BE49-F238E27FC236}">
                            <a16:creationId xmlns:a16="http://schemas.microsoft.com/office/drawing/2014/main" id="{F53E3122-8B80-4B2B-9425-C97F9D1809C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p:cNvSpPr>
            <a:spLocks noGrp="1"/>
          </p:cNvSpPr>
          <p:nvPr>
            <p:ph type="title"/>
          </p:nvPr>
        </p:nvSpPr>
        <p:spPr>
          <a:xfrm>
            <a:off x="555170" y="266401"/>
            <a:ext cx="11166932" cy="347321"/>
          </a:xfrm>
        </p:spPr>
        <p:txBody>
          <a:bodyPr vert="horz"/>
          <a:lstStyle/>
          <a:p>
            <a:r>
              <a:rPr lang="en-US" b="1" dirty="0"/>
              <a:t>July 2023 – Hourly profile (Non-Solar Hours)</a:t>
            </a:r>
            <a:endParaRPr lang="en-US" sz="1800" b="1" dirty="0"/>
          </a:p>
        </p:txBody>
      </p:sp>
      <p:cxnSp>
        <p:nvCxnSpPr>
          <p:cNvPr id="34" name="Straight Connector 33">
            <a:extLst>
              <a:ext uri="{FF2B5EF4-FFF2-40B4-BE49-F238E27FC236}">
                <a16:creationId xmlns:a16="http://schemas.microsoft.com/office/drawing/2014/main" id="{C64B3BBE-2752-0F5F-6AA3-836BA91F095C}"/>
              </a:ext>
            </a:extLst>
          </p:cNvPr>
          <p:cNvCxnSpPr/>
          <p:nvPr/>
        </p:nvCxnSpPr>
        <p:spPr>
          <a:xfrm flipV="1">
            <a:off x="514664" y="649363"/>
            <a:ext cx="11196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28" name="Straight Arrow Connector 327">
            <a:extLst>
              <a:ext uri="{FF2B5EF4-FFF2-40B4-BE49-F238E27FC236}">
                <a16:creationId xmlns:a16="http://schemas.microsoft.com/office/drawing/2014/main" id="{85A25165-BDF3-D5AC-EB25-28CAAD805EA9}"/>
              </a:ext>
            </a:extLst>
          </p:cNvPr>
          <p:cNvCxnSpPr>
            <a:cxnSpLocks/>
          </p:cNvCxnSpPr>
          <p:nvPr/>
        </p:nvCxnSpPr>
        <p:spPr>
          <a:xfrm>
            <a:off x="1293813" y="5919567"/>
            <a:ext cx="10416851" cy="1188"/>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26" name="Rectangle 325">
            <a:extLst>
              <a:ext uri="{FF2B5EF4-FFF2-40B4-BE49-F238E27FC236}">
                <a16:creationId xmlns:a16="http://schemas.microsoft.com/office/drawing/2014/main" id="{3CEEFEE3-E67C-3394-152B-8EA060626DC2}"/>
              </a:ext>
            </a:extLst>
          </p:cNvPr>
          <p:cNvSpPr/>
          <p:nvPr/>
        </p:nvSpPr>
        <p:spPr bwMode="gray">
          <a:xfrm>
            <a:off x="5262563" y="5798829"/>
            <a:ext cx="1591599" cy="238124"/>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t>Time (Hours)</a:t>
            </a:r>
          </a:p>
        </p:txBody>
      </p:sp>
      <p:cxnSp>
        <p:nvCxnSpPr>
          <p:cNvPr id="333" name="Straight Arrow Connector 332">
            <a:extLst>
              <a:ext uri="{FF2B5EF4-FFF2-40B4-BE49-F238E27FC236}">
                <a16:creationId xmlns:a16="http://schemas.microsoft.com/office/drawing/2014/main" id="{9C716DAF-2225-82C9-1B60-F50B060360DB}"/>
              </a:ext>
            </a:extLst>
          </p:cNvPr>
          <p:cNvCxnSpPr>
            <a:cxnSpLocks/>
          </p:cNvCxnSpPr>
          <p:nvPr/>
        </p:nvCxnSpPr>
        <p:spPr>
          <a:xfrm flipV="1">
            <a:off x="502047" y="1328889"/>
            <a:ext cx="0" cy="4482949"/>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36" name="Rectangle 335">
            <a:extLst>
              <a:ext uri="{FF2B5EF4-FFF2-40B4-BE49-F238E27FC236}">
                <a16:creationId xmlns:a16="http://schemas.microsoft.com/office/drawing/2014/main" id="{E0E06CA7-67CF-0374-5800-8D69E34DC3B7}"/>
              </a:ext>
            </a:extLst>
          </p:cNvPr>
          <p:cNvSpPr/>
          <p:nvPr/>
        </p:nvSpPr>
        <p:spPr bwMode="gray">
          <a:xfrm rot="16200000">
            <a:off x="11371" y="3055510"/>
            <a:ext cx="972270" cy="370799"/>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t>In MW</a:t>
            </a:r>
          </a:p>
        </p:txBody>
      </p:sp>
      <p:graphicFrame>
        <p:nvGraphicFramePr>
          <p:cNvPr id="58" name="Chart 57">
            <a:extLst>
              <a:ext uri="{FF2B5EF4-FFF2-40B4-BE49-F238E27FC236}">
                <a16:creationId xmlns:a16="http://schemas.microsoft.com/office/drawing/2014/main" id="{761BC2B9-E5B4-A1EE-F492-792A0022808A}"/>
              </a:ext>
            </a:extLst>
          </p:cNvPr>
          <p:cNvGraphicFramePr/>
          <p:nvPr>
            <p:extLst>
              <p:ext uri="{D42A27DB-BD31-4B8C-83A1-F6EECF244321}">
                <p14:modId xmlns:p14="http://schemas.microsoft.com/office/powerpoint/2010/main" val="2397187650"/>
              </p:ext>
            </p:extLst>
          </p:nvPr>
        </p:nvGraphicFramePr>
        <p:xfrm>
          <a:off x="907149" y="821047"/>
          <a:ext cx="10782803" cy="5570176"/>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2429043685"/>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F53E3122-8B80-4B2B-9425-C97F9D1809CD}"/>
              </a:ext>
            </a:extLst>
          </p:cNvPr>
          <p:cNvGraphicFramePr>
            <a:graphicFrameLocks noChangeAspect="1"/>
          </p:cNvGraphicFramePr>
          <p:nvPr>
            <p:custDataLst>
              <p:tags r:id="rId1"/>
            </p:custDataLst>
            <p:extLst>
              <p:ext uri="{D42A27DB-BD31-4B8C-83A1-F6EECF244321}">
                <p14:modId xmlns:p14="http://schemas.microsoft.com/office/powerpoint/2010/main" val="319696581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6" name="Object 5" hidden="1">
                        <a:extLst>
                          <a:ext uri="{FF2B5EF4-FFF2-40B4-BE49-F238E27FC236}">
                            <a16:creationId xmlns:a16="http://schemas.microsoft.com/office/drawing/2014/main" id="{F53E3122-8B80-4B2B-9425-C97F9D1809C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p:cNvSpPr>
            <a:spLocks noGrp="1"/>
          </p:cNvSpPr>
          <p:nvPr>
            <p:ph type="title"/>
          </p:nvPr>
        </p:nvSpPr>
        <p:spPr>
          <a:xfrm>
            <a:off x="555170" y="266401"/>
            <a:ext cx="11166932" cy="347321"/>
          </a:xfrm>
        </p:spPr>
        <p:txBody>
          <a:bodyPr vert="horz"/>
          <a:lstStyle/>
          <a:p>
            <a:r>
              <a:rPr lang="en-US" b="1" dirty="0"/>
              <a:t>July 2023 – Hourly profile (All Hours)</a:t>
            </a:r>
            <a:endParaRPr lang="en-US" sz="1800" b="1" dirty="0"/>
          </a:p>
        </p:txBody>
      </p:sp>
      <p:cxnSp>
        <p:nvCxnSpPr>
          <p:cNvPr id="34" name="Straight Connector 33">
            <a:extLst>
              <a:ext uri="{FF2B5EF4-FFF2-40B4-BE49-F238E27FC236}">
                <a16:creationId xmlns:a16="http://schemas.microsoft.com/office/drawing/2014/main" id="{C64B3BBE-2752-0F5F-6AA3-836BA91F095C}"/>
              </a:ext>
            </a:extLst>
          </p:cNvPr>
          <p:cNvCxnSpPr/>
          <p:nvPr/>
        </p:nvCxnSpPr>
        <p:spPr>
          <a:xfrm flipV="1">
            <a:off x="493952" y="660938"/>
            <a:ext cx="11196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28" name="Straight Arrow Connector 327">
            <a:extLst>
              <a:ext uri="{FF2B5EF4-FFF2-40B4-BE49-F238E27FC236}">
                <a16:creationId xmlns:a16="http://schemas.microsoft.com/office/drawing/2014/main" id="{85A25165-BDF3-D5AC-EB25-28CAAD805EA9}"/>
              </a:ext>
            </a:extLst>
          </p:cNvPr>
          <p:cNvCxnSpPr>
            <a:cxnSpLocks/>
          </p:cNvCxnSpPr>
          <p:nvPr/>
        </p:nvCxnSpPr>
        <p:spPr>
          <a:xfrm>
            <a:off x="1293813" y="5919567"/>
            <a:ext cx="10416851" cy="1188"/>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26" name="Rectangle 325">
            <a:extLst>
              <a:ext uri="{FF2B5EF4-FFF2-40B4-BE49-F238E27FC236}">
                <a16:creationId xmlns:a16="http://schemas.microsoft.com/office/drawing/2014/main" id="{3CEEFEE3-E67C-3394-152B-8EA060626DC2}"/>
              </a:ext>
            </a:extLst>
          </p:cNvPr>
          <p:cNvSpPr/>
          <p:nvPr/>
        </p:nvSpPr>
        <p:spPr bwMode="gray">
          <a:xfrm>
            <a:off x="5262563" y="5798829"/>
            <a:ext cx="1591599" cy="238124"/>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t>Time (Hours)</a:t>
            </a:r>
          </a:p>
        </p:txBody>
      </p:sp>
      <p:cxnSp>
        <p:nvCxnSpPr>
          <p:cNvPr id="333" name="Straight Arrow Connector 332">
            <a:extLst>
              <a:ext uri="{FF2B5EF4-FFF2-40B4-BE49-F238E27FC236}">
                <a16:creationId xmlns:a16="http://schemas.microsoft.com/office/drawing/2014/main" id="{9C716DAF-2225-82C9-1B60-F50B060360DB}"/>
              </a:ext>
            </a:extLst>
          </p:cNvPr>
          <p:cNvCxnSpPr>
            <a:cxnSpLocks/>
          </p:cNvCxnSpPr>
          <p:nvPr/>
        </p:nvCxnSpPr>
        <p:spPr>
          <a:xfrm flipV="1">
            <a:off x="502047" y="1328889"/>
            <a:ext cx="0" cy="4482949"/>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36" name="Rectangle 335">
            <a:extLst>
              <a:ext uri="{FF2B5EF4-FFF2-40B4-BE49-F238E27FC236}">
                <a16:creationId xmlns:a16="http://schemas.microsoft.com/office/drawing/2014/main" id="{E0E06CA7-67CF-0374-5800-8D69E34DC3B7}"/>
              </a:ext>
            </a:extLst>
          </p:cNvPr>
          <p:cNvSpPr/>
          <p:nvPr/>
        </p:nvSpPr>
        <p:spPr bwMode="gray">
          <a:xfrm rot="16200000">
            <a:off x="11371" y="3055510"/>
            <a:ext cx="972270" cy="370799"/>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t>In MW</a:t>
            </a:r>
          </a:p>
        </p:txBody>
      </p:sp>
      <p:graphicFrame>
        <p:nvGraphicFramePr>
          <p:cNvPr id="58" name="Chart 57">
            <a:extLst>
              <a:ext uri="{FF2B5EF4-FFF2-40B4-BE49-F238E27FC236}">
                <a16:creationId xmlns:a16="http://schemas.microsoft.com/office/drawing/2014/main" id="{761BC2B9-E5B4-A1EE-F492-792A0022808A}"/>
              </a:ext>
            </a:extLst>
          </p:cNvPr>
          <p:cNvGraphicFramePr/>
          <p:nvPr>
            <p:extLst>
              <p:ext uri="{D42A27DB-BD31-4B8C-83A1-F6EECF244321}">
                <p14:modId xmlns:p14="http://schemas.microsoft.com/office/powerpoint/2010/main" val="4259603811"/>
              </p:ext>
            </p:extLst>
          </p:nvPr>
        </p:nvGraphicFramePr>
        <p:xfrm>
          <a:off x="907149" y="708155"/>
          <a:ext cx="10782803" cy="5683068"/>
        </p:xfrm>
        <a:graphic>
          <a:graphicData uri="http://schemas.openxmlformats.org/drawingml/2006/chart">
            <c:chart xmlns:c="http://schemas.openxmlformats.org/drawingml/2006/chart" xmlns:r="http://schemas.openxmlformats.org/officeDocument/2006/relationships" r:id="rId5"/>
          </a:graphicData>
        </a:graphic>
      </p:graphicFrame>
      <p:grpSp>
        <p:nvGrpSpPr>
          <p:cNvPr id="2" name="Group 1">
            <a:extLst>
              <a:ext uri="{FF2B5EF4-FFF2-40B4-BE49-F238E27FC236}">
                <a16:creationId xmlns:a16="http://schemas.microsoft.com/office/drawing/2014/main" id="{55911BE5-2F44-0CD0-C183-CC045C0E6272}"/>
              </a:ext>
            </a:extLst>
          </p:cNvPr>
          <p:cNvGrpSpPr/>
          <p:nvPr/>
        </p:nvGrpSpPr>
        <p:grpSpPr>
          <a:xfrm>
            <a:off x="3213923" y="961043"/>
            <a:ext cx="5278056" cy="5075910"/>
            <a:chOff x="3213923" y="961043"/>
            <a:chExt cx="5278056" cy="5075910"/>
          </a:xfrm>
        </p:grpSpPr>
        <p:cxnSp>
          <p:nvCxnSpPr>
            <p:cNvPr id="4" name="Straight Arrow Connector 3">
              <a:extLst>
                <a:ext uri="{FF2B5EF4-FFF2-40B4-BE49-F238E27FC236}">
                  <a16:creationId xmlns:a16="http://schemas.microsoft.com/office/drawing/2014/main" id="{0F07BA89-7650-580E-221B-93B05BEA669F}"/>
                </a:ext>
              </a:extLst>
            </p:cNvPr>
            <p:cNvCxnSpPr/>
            <p:nvPr/>
          </p:nvCxnSpPr>
          <p:spPr>
            <a:xfrm>
              <a:off x="3287210" y="1226916"/>
              <a:ext cx="4953965" cy="0"/>
            </a:xfrm>
            <a:prstGeom prst="straightConnector1">
              <a:avLst/>
            </a:prstGeom>
            <a:ln>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5DA519C3-91B7-2E17-6C18-00BDF680BF62}"/>
                </a:ext>
              </a:extLst>
            </p:cNvPr>
            <p:cNvSpPr/>
            <p:nvPr/>
          </p:nvSpPr>
          <p:spPr bwMode="gray">
            <a:xfrm>
              <a:off x="5262563" y="5798829"/>
              <a:ext cx="1591599" cy="238124"/>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t>Time (Hours)</a:t>
              </a:r>
            </a:p>
          </p:txBody>
        </p:sp>
        <p:sp>
          <p:nvSpPr>
            <p:cNvPr id="7" name="Rectangle 6">
              <a:extLst>
                <a:ext uri="{FF2B5EF4-FFF2-40B4-BE49-F238E27FC236}">
                  <a16:creationId xmlns:a16="http://schemas.microsoft.com/office/drawing/2014/main" id="{47749828-945A-9A0E-65CA-DDC075C8A9C1}"/>
                </a:ext>
              </a:extLst>
            </p:cNvPr>
            <p:cNvSpPr/>
            <p:nvPr/>
          </p:nvSpPr>
          <p:spPr bwMode="gray">
            <a:xfrm>
              <a:off x="3213923" y="961043"/>
              <a:ext cx="5278056" cy="4849607"/>
            </a:xfrm>
            <a:prstGeom prst="rect">
              <a:avLst/>
            </a:prstGeom>
            <a:solidFill>
              <a:srgbClr val="E3E48D">
                <a:alpha val="20000"/>
              </a:srgbClr>
            </a:solidFill>
            <a:ln w="19050" algn="ctr">
              <a:noFill/>
              <a:miter lim="800000"/>
              <a:headEnd/>
              <a:tailEnd/>
            </a:ln>
          </p:spPr>
          <p:txBody>
            <a:bodyPr wrap="square" lIns="88900" tIns="88900" rIns="88900" bIns="88900" rtlCol="0" anchor="t"/>
            <a:lstStyle/>
            <a:p>
              <a:pPr algn="ctr">
                <a:lnSpc>
                  <a:spcPct val="106000"/>
                </a:lnSpc>
                <a:buFont typeface="Wingdings 2" pitchFamily="18" charset="2"/>
                <a:buNone/>
              </a:pPr>
              <a:endParaRPr lang="en-US" sz="1600" b="1" dirty="0"/>
            </a:p>
          </p:txBody>
        </p:sp>
        <p:sp>
          <p:nvSpPr>
            <p:cNvPr id="8" name="Rectangle 7">
              <a:extLst>
                <a:ext uri="{FF2B5EF4-FFF2-40B4-BE49-F238E27FC236}">
                  <a16:creationId xmlns:a16="http://schemas.microsoft.com/office/drawing/2014/main" id="{E3929741-74EB-3DE0-FF41-3EF28FD62A3E}"/>
                </a:ext>
              </a:extLst>
            </p:cNvPr>
            <p:cNvSpPr/>
            <p:nvPr/>
          </p:nvSpPr>
          <p:spPr bwMode="gray">
            <a:xfrm>
              <a:off x="4851741" y="1090765"/>
              <a:ext cx="2002421" cy="238124"/>
            </a:xfrm>
            <a:prstGeom prst="rect">
              <a:avLst/>
            </a:prstGeom>
            <a:solidFill>
              <a:srgbClr val="F9FAE8"/>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t>SOLAR HOURS</a:t>
              </a:r>
            </a:p>
          </p:txBody>
        </p:sp>
      </p:grpSp>
    </p:spTree>
    <p:extLst>
      <p:ext uri="{BB962C8B-B14F-4D97-AF65-F5344CB8AC3E}">
        <p14:creationId xmlns:p14="http://schemas.microsoft.com/office/powerpoint/2010/main" val="1687003787"/>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F53E3122-8B80-4B2B-9425-C97F9D1809CD}"/>
              </a:ext>
            </a:extLst>
          </p:cNvPr>
          <p:cNvGraphicFramePr>
            <a:graphicFrameLocks noChangeAspect="1"/>
          </p:cNvGraphicFramePr>
          <p:nvPr>
            <p:custDataLst>
              <p:tags r:id="rId1"/>
            </p:custDataLst>
            <p:extLst>
              <p:ext uri="{D42A27DB-BD31-4B8C-83A1-F6EECF244321}">
                <p14:modId xmlns:p14="http://schemas.microsoft.com/office/powerpoint/2010/main" val="69979339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6" name="Object 5" hidden="1">
                        <a:extLst>
                          <a:ext uri="{FF2B5EF4-FFF2-40B4-BE49-F238E27FC236}">
                            <a16:creationId xmlns:a16="http://schemas.microsoft.com/office/drawing/2014/main" id="{F53E3122-8B80-4B2B-9425-C97F9D1809C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p:cNvSpPr>
            <a:spLocks noGrp="1"/>
          </p:cNvSpPr>
          <p:nvPr>
            <p:ph type="title"/>
          </p:nvPr>
        </p:nvSpPr>
        <p:spPr>
          <a:xfrm>
            <a:off x="555170" y="266401"/>
            <a:ext cx="11166932" cy="347321"/>
          </a:xfrm>
        </p:spPr>
        <p:txBody>
          <a:bodyPr vert="horz"/>
          <a:lstStyle/>
          <a:p>
            <a:r>
              <a:rPr lang="en-US" b="1" dirty="0"/>
              <a:t>August 2023 – Hourly profile (Solar Hours)</a:t>
            </a:r>
            <a:endParaRPr lang="en-US" sz="1800" b="1" dirty="0"/>
          </a:p>
        </p:txBody>
      </p:sp>
      <p:cxnSp>
        <p:nvCxnSpPr>
          <p:cNvPr id="34" name="Straight Connector 33">
            <a:extLst>
              <a:ext uri="{FF2B5EF4-FFF2-40B4-BE49-F238E27FC236}">
                <a16:creationId xmlns:a16="http://schemas.microsoft.com/office/drawing/2014/main" id="{C64B3BBE-2752-0F5F-6AA3-836BA91F095C}"/>
              </a:ext>
            </a:extLst>
          </p:cNvPr>
          <p:cNvCxnSpPr/>
          <p:nvPr/>
        </p:nvCxnSpPr>
        <p:spPr>
          <a:xfrm flipV="1">
            <a:off x="460362" y="613722"/>
            <a:ext cx="11196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28" name="Straight Arrow Connector 327">
            <a:extLst>
              <a:ext uri="{FF2B5EF4-FFF2-40B4-BE49-F238E27FC236}">
                <a16:creationId xmlns:a16="http://schemas.microsoft.com/office/drawing/2014/main" id="{85A25165-BDF3-D5AC-EB25-28CAAD805EA9}"/>
              </a:ext>
            </a:extLst>
          </p:cNvPr>
          <p:cNvCxnSpPr>
            <a:cxnSpLocks/>
          </p:cNvCxnSpPr>
          <p:nvPr/>
        </p:nvCxnSpPr>
        <p:spPr>
          <a:xfrm>
            <a:off x="1293813" y="5919567"/>
            <a:ext cx="10416851" cy="1188"/>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26" name="Rectangle 325">
            <a:extLst>
              <a:ext uri="{FF2B5EF4-FFF2-40B4-BE49-F238E27FC236}">
                <a16:creationId xmlns:a16="http://schemas.microsoft.com/office/drawing/2014/main" id="{3CEEFEE3-E67C-3394-152B-8EA060626DC2}"/>
              </a:ext>
            </a:extLst>
          </p:cNvPr>
          <p:cNvSpPr/>
          <p:nvPr/>
        </p:nvSpPr>
        <p:spPr bwMode="gray">
          <a:xfrm>
            <a:off x="5262563" y="5798829"/>
            <a:ext cx="1591599" cy="238124"/>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t>Time (Hours)</a:t>
            </a:r>
          </a:p>
        </p:txBody>
      </p:sp>
      <p:cxnSp>
        <p:nvCxnSpPr>
          <p:cNvPr id="333" name="Straight Arrow Connector 332">
            <a:extLst>
              <a:ext uri="{FF2B5EF4-FFF2-40B4-BE49-F238E27FC236}">
                <a16:creationId xmlns:a16="http://schemas.microsoft.com/office/drawing/2014/main" id="{9C716DAF-2225-82C9-1B60-F50B060360DB}"/>
              </a:ext>
            </a:extLst>
          </p:cNvPr>
          <p:cNvCxnSpPr>
            <a:cxnSpLocks/>
          </p:cNvCxnSpPr>
          <p:nvPr/>
        </p:nvCxnSpPr>
        <p:spPr>
          <a:xfrm flipV="1">
            <a:off x="502047" y="1328889"/>
            <a:ext cx="0" cy="4482949"/>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36" name="Rectangle 335">
            <a:extLst>
              <a:ext uri="{FF2B5EF4-FFF2-40B4-BE49-F238E27FC236}">
                <a16:creationId xmlns:a16="http://schemas.microsoft.com/office/drawing/2014/main" id="{E0E06CA7-67CF-0374-5800-8D69E34DC3B7}"/>
              </a:ext>
            </a:extLst>
          </p:cNvPr>
          <p:cNvSpPr/>
          <p:nvPr/>
        </p:nvSpPr>
        <p:spPr bwMode="gray">
          <a:xfrm rot="16200000">
            <a:off x="11371" y="3055510"/>
            <a:ext cx="972270" cy="370799"/>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t>In MW</a:t>
            </a:r>
          </a:p>
        </p:txBody>
      </p:sp>
      <p:graphicFrame>
        <p:nvGraphicFramePr>
          <p:cNvPr id="58" name="Chart 57">
            <a:extLst>
              <a:ext uri="{FF2B5EF4-FFF2-40B4-BE49-F238E27FC236}">
                <a16:creationId xmlns:a16="http://schemas.microsoft.com/office/drawing/2014/main" id="{761BC2B9-E5B4-A1EE-F492-792A0022808A}"/>
              </a:ext>
            </a:extLst>
          </p:cNvPr>
          <p:cNvGraphicFramePr/>
          <p:nvPr>
            <p:extLst>
              <p:ext uri="{D42A27DB-BD31-4B8C-83A1-F6EECF244321}">
                <p14:modId xmlns:p14="http://schemas.microsoft.com/office/powerpoint/2010/main" val="1798596614"/>
              </p:ext>
            </p:extLst>
          </p:nvPr>
        </p:nvGraphicFramePr>
        <p:xfrm>
          <a:off x="907149" y="729206"/>
          <a:ext cx="10782803" cy="5662017"/>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2897624950"/>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F53E3122-8B80-4B2B-9425-C97F9D1809CD}"/>
              </a:ext>
            </a:extLst>
          </p:cNvPr>
          <p:cNvGraphicFramePr>
            <a:graphicFrameLocks noChangeAspect="1"/>
          </p:cNvGraphicFramePr>
          <p:nvPr>
            <p:custDataLst>
              <p:tags r:id="rId1"/>
            </p:custDataLst>
            <p:extLst>
              <p:ext uri="{D42A27DB-BD31-4B8C-83A1-F6EECF244321}">
                <p14:modId xmlns:p14="http://schemas.microsoft.com/office/powerpoint/2010/main" val="61148373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6" name="Object 5" hidden="1">
                        <a:extLst>
                          <a:ext uri="{FF2B5EF4-FFF2-40B4-BE49-F238E27FC236}">
                            <a16:creationId xmlns:a16="http://schemas.microsoft.com/office/drawing/2014/main" id="{F53E3122-8B80-4B2B-9425-C97F9D1809C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p:cNvSpPr>
            <a:spLocks noGrp="1"/>
          </p:cNvSpPr>
          <p:nvPr>
            <p:ph type="title"/>
          </p:nvPr>
        </p:nvSpPr>
        <p:spPr>
          <a:xfrm>
            <a:off x="555170" y="266401"/>
            <a:ext cx="11166932" cy="347321"/>
          </a:xfrm>
        </p:spPr>
        <p:txBody>
          <a:bodyPr vert="horz"/>
          <a:lstStyle/>
          <a:p>
            <a:r>
              <a:rPr lang="en-US" b="1" dirty="0"/>
              <a:t>August 2023 – Hourly profile (Non-Solar Hours)</a:t>
            </a:r>
            <a:endParaRPr lang="en-US" sz="1800" b="1" dirty="0"/>
          </a:p>
        </p:txBody>
      </p:sp>
      <p:cxnSp>
        <p:nvCxnSpPr>
          <p:cNvPr id="34" name="Straight Connector 33">
            <a:extLst>
              <a:ext uri="{FF2B5EF4-FFF2-40B4-BE49-F238E27FC236}">
                <a16:creationId xmlns:a16="http://schemas.microsoft.com/office/drawing/2014/main" id="{C64B3BBE-2752-0F5F-6AA3-836BA91F095C}"/>
              </a:ext>
            </a:extLst>
          </p:cNvPr>
          <p:cNvCxnSpPr/>
          <p:nvPr/>
        </p:nvCxnSpPr>
        <p:spPr>
          <a:xfrm flipV="1">
            <a:off x="460362" y="613722"/>
            <a:ext cx="11196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28" name="Straight Arrow Connector 327">
            <a:extLst>
              <a:ext uri="{FF2B5EF4-FFF2-40B4-BE49-F238E27FC236}">
                <a16:creationId xmlns:a16="http://schemas.microsoft.com/office/drawing/2014/main" id="{85A25165-BDF3-D5AC-EB25-28CAAD805EA9}"/>
              </a:ext>
            </a:extLst>
          </p:cNvPr>
          <p:cNvCxnSpPr>
            <a:cxnSpLocks/>
          </p:cNvCxnSpPr>
          <p:nvPr/>
        </p:nvCxnSpPr>
        <p:spPr>
          <a:xfrm>
            <a:off x="1293813" y="5919567"/>
            <a:ext cx="10416851" cy="1188"/>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26" name="Rectangle 325">
            <a:extLst>
              <a:ext uri="{FF2B5EF4-FFF2-40B4-BE49-F238E27FC236}">
                <a16:creationId xmlns:a16="http://schemas.microsoft.com/office/drawing/2014/main" id="{3CEEFEE3-E67C-3394-152B-8EA060626DC2}"/>
              </a:ext>
            </a:extLst>
          </p:cNvPr>
          <p:cNvSpPr/>
          <p:nvPr/>
        </p:nvSpPr>
        <p:spPr bwMode="gray">
          <a:xfrm>
            <a:off x="5262563" y="5798829"/>
            <a:ext cx="1591599" cy="238124"/>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t>Time (Hours)</a:t>
            </a:r>
          </a:p>
        </p:txBody>
      </p:sp>
      <p:cxnSp>
        <p:nvCxnSpPr>
          <p:cNvPr id="333" name="Straight Arrow Connector 332">
            <a:extLst>
              <a:ext uri="{FF2B5EF4-FFF2-40B4-BE49-F238E27FC236}">
                <a16:creationId xmlns:a16="http://schemas.microsoft.com/office/drawing/2014/main" id="{9C716DAF-2225-82C9-1B60-F50B060360DB}"/>
              </a:ext>
            </a:extLst>
          </p:cNvPr>
          <p:cNvCxnSpPr>
            <a:cxnSpLocks/>
          </p:cNvCxnSpPr>
          <p:nvPr/>
        </p:nvCxnSpPr>
        <p:spPr>
          <a:xfrm flipV="1">
            <a:off x="502047" y="1328889"/>
            <a:ext cx="0" cy="4482949"/>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36" name="Rectangle 335">
            <a:extLst>
              <a:ext uri="{FF2B5EF4-FFF2-40B4-BE49-F238E27FC236}">
                <a16:creationId xmlns:a16="http://schemas.microsoft.com/office/drawing/2014/main" id="{E0E06CA7-67CF-0374-5800-8D69E34DC3B7}"/>
              </a:ext>
            </a:extLst>
          </p:cNvPr>
          <p:cNvSpPr/>
          <p:nvPr/>
        </p:nvSpPr>
        <p:spPr bwMode="gray">
          <a:xfrm rot="16200000">
            <a:off x="11371" y="3055510"/>
            <a:ext cx="972270" cy="370799"/>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t>In MW</a:t>
            </a:r>
          </a:p>
        </p:txBody>
      </p:sp>
      <p:graphicFrame>
        <p:nvGraphicFramePr>
          <p:cNvPr id="58" name="Chart 57">
            <a:extLst>
              <a:ext uri="{FF2B5EF4-FFF2-40B4-BE49-F238E27FC236}">
                <a16:creationId xmlns:a16="http://schemas.microsoft.com/office/drawing/2014/main" id="{761BC2B9-E5B4-A1EE-F492-792A0022808A}"/>
              </a:ext>
            </a:extLst>
          </p:cNvPr>
          <p:cNvGraphicFramePr/>
          <p:nvPr>
            <p:extLst>
              <p:ext uri="{D42A27DB-BD31-4B8C-83A1-F6EECF244321}">
                <p14:modId xmlns:p14="http://schemas.microsoft.com/office/powerpoint/2010/main" val="3111511859"/>
              </p:ext>
            </p:extLst>
          </p:nvPr>
        </p:nvGraphicFramePr>
        <p:xfrm>
          <a:off x="907149" y="729206"/>
          <a:ext cx="10782803" cy="5662017"/>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349230856"/>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F53E3122-8B80-4B2B-9425-C97F9D1809CD}"/>
              </a:ext>
            </a:extLst>
          </p:cNvPr>
          <p:cNvGraphicFramePr>
            <a:graphicFrameLocks noChangeAspect="1"/>
          </p:cNvGraphicFramePr>
          <p:nvPr>
            <p:custDataLst>
              <p:tags r:id="rId1"/>
            </p:custDataLst>
            <p:extLst>
              <p:ext uri="{D42A27DB-BD31-4B8C-83A1-F6EECF244321}">
                <p14:modId xmlns:p14="http://schemas.microsoft.com/office/powerpoint/2010/main" val="220248761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6" name="Object 5" hidden="1">
                        <a:extLst>
                          <a:ext uri="{FF2B5EF4-FFF2-40B4-BE49-F238E27FC236}">
                            <a16:creationId xmlns:a16="http://schemas.microsoft.com/office/drawing/2014/main" id="{F53E3122-8B80-4B2B-9425-C97F9D1809C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p:cNvSpPr>
            <a:spLocks noGrp="1"/>
          </p:cNvSpPr>
          <p:nvPr>
            <p:ph type="title"/>
          </p:nvPr>
        </p:nvSpPr>
        <p:spPr>
          <a:xfrm>
            <a:off x="555170" y="266401"/>
            <a:ext cx="11166932" cy="347321"/>
          </a:xfrm>
        </p:spPr>
        <p:txBody>
          <a:bodyPr vert="horz"/>
          <a:lstStyle/>
          <a:p>
            <a:r>
              <a:rPr lang="en-US" b="1" dirty="0"/>
              <a:t>August 2023 – Hourly profile (All Hours)</a:t>
            </a:r>
            <a:endParaRPr lang="en-US" sz="1800" b="1" dirty="0"/>
          </a:p>
        </p:txBody>
      </p:sp>
      <p:cxnSp>
        <p:nvCxnSpPr>
          <p:cNvPr id="34" name="Straight Connector 33">
            <a:extLst>
              <a:ext uri="{FF2B5EF4-FFF2-40B4-BE49-F238E27FC236}">
                <a16:creationId xmlns:a16="http://schemas.microsoft.com/office/drawing/2014/main" id="{C64B3BBE-2752-0F5F-6AA3-836BA91F095C}"/>
              </a:ext>
            </a:extLst>
          </p:cNvPr>
          <p:cNvCxnSpPr/>
          <p:nvPr/>
        </p:nvCxnSpPr>
        <p:spPr>
          <a:xfrm flipV="1">
            <a:off x="493952" y="660938"/>
            <a:ext cx="11196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28" name="Straight Arrow Connector 327">
            <a:extLst>
              <a:ext uri="{FF2B5EF4-FFF2-40B4-BE49-F238E27FC236}">
                <a16:creationId xmlns:a16="http://schemas.microsoft.com/office/drawing/2014/main" id="{85A25165-BDF3-D5AC-EB25-28CAAD805EA9}"/>
              </a:ext>
            </a:extLst>
          </p:cNvPr>
          <p:cNvCxnSpPr>
            <a:cxnSpLocks/>
          </p:cNvCxnSpPr>
          <p:nvPr/>
        </p:nvCxnSpPr>
        <p:spPr>
          <a:xfrm>
            <a:off x="1293813" y="5919567"/>
            <a:ext cx="10416851" cy="1188"/>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26" name="Rectangle 325">
            <a:extLst>
              <a:ext uri="{FF2B5EF4-FFF2-40B4-BE49-F238E27FC236}">
                <a16:creationId xmlns:a16="http://schemas.microsoft.com/office/drawing/2014/main" id="{3CEEFEE3-E67C-3394-152B-8EA060626DC2}"/>
              </a:ext>
            </a:extLst>
          </p:cNvPr>
          <p:cNvSpPr/>
          <p:nvPr/>
        </p:nvSpPr>
        <p:spPr bwMode="gray">
          <a:xfrm>
            <a:off x="5262563" y="5798829"/>
            <a:ext cx="1591599" cy="238124"/>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t>Time (Hours)</a:t>
            </a:r>
          </a:p>
        </p:txBody>
      </p:sp>
      <p:cxnSp>
        <p:nvCxnSpPr>
          <p:cNvPr id="333" name="Straight Arrow Connector 332">
            <a:extLst>
              <a:ext uri="{FF2B5EF4-FFF2-40B4-BE49-F238E27FC236}">
                <a16:creationId xmlns:a16="http://schemas.microsoft.com/office/drawing/2014/main" id="{9C716DAF-2225-82C9-1B60-F50B060360DB}"/>
              </a:ext>
            </a:extLst>
          </p:cNvPr>
          <p:cNvCxnSpPr>
            <a:cxnSpLocks/>
          </p:cNvCxnSpPr>
          <p:nvPr/>
        </p:nvCxnSpPr>
        <p:spPr>
          <a:xfrm flipV="1">
            <a:off x="502047" y="1328889"/>
            <a:ext cx="0" cy="4482949"/>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36" name="Rectangle 335">
            <a:extLst>
              <a:ext uri="{FF2B5EF4-FFF2-40B4-BE49-F238E27FC236}">
                <a16:creationId xmlns:a16="http://schemas.microsoft.com/office/drawing/2014/main" id="{E0E06CA7-67CF-0374-5800-8D69E34DC3B7}"/>
              </a:ext>
            </a:extLst>
          </p:cNvPr>
          <p:cNvSpPr/>
          <p:nvPr/>
        </p:nvSpPr>
        <p:spPr bwMode="gray">
          <a:xfrm rot="16200000">
            <a:off x="11371" y="3055510"/>
            <a:ext cx="972270" cy="370799"/>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t>In MW</a:t>
            </a:r>
          </a:p>
        </p:txBody>
      </p:sp>
      <p:graphicFrame>
        <p:nvGraphicFramePr>
          <p:cNvPr id="58" name="Chart 57">
            <a:extLst>
              <a:ext uri="{FF2B5EF4-FFF2-40B4-BE49-F238E27FC236}">
                <a16:creationId xmlns:a16="http://schemas.microsoft.com/office/drawing/2014/main" id="{761BC2B9-E5B4-A1EE-F492-792A0022808A}"/>
              </a:ext>
            </a:extLst>
          </p:cNvPr>
          <p:cNvGraphicFramePr/>
          <p:nvPr>
            <p:extLst>
              <p:ext uri="{D42A27DB-BD31-4B8C-83A1-F6EECF244321}">
                <p14:modId xmlns:p14="http://schemas.microsoft.com/office/powerpoint/2010/main" val="3134859794"/>
              </p:ext>
            </p:extLst>
          </p:nvPr>
        </p:nvGraphicFramePr>
        <p:xfrm>
          <a:off x="907149" y="708155"/>
          <a:ext cx="10782803" cy="5683068"/>
        </p:xfrm>
        <a:graphic>
          <a:graphicData uri="http://schemas.openxmlformats.org/drawingml/2006/chart">
            <c:chart xmlns:c="http://schemas.openxmlformats.org/drawingml/2006/chart" xmlns:r="http://schemas.openxmlformats.org/officeDocument/2006/relationships" r:id="rId5"/>
          </a:graphicData>
        </a:graphic>
      </p:graphicFrame>
      <p:grpSp>
        <p:nvGrpSpPr>
          <p:cNvPr id="2" name="Group 1">
            <a:extLst>
              <a:ext uri="{FF2B5EF4-FFF2-40B4-BE49-F238E27FC236}">
                <a16:creationId xmlns:a16="http://schemas.microsoft.com/office/drawing/2014/main" id="{1936C64B-55A0-EA75-CE48-2790F514CC3A}"/>
              </a:ext>
            </a:extLst>
          </p:cNvPr>
          <p:cNvGrpSpPr/>
          <p:nvPr/>
        </p:nvGrpSpPr>
        <p:grpSpPr>
          <a:xfrm>
            <a:off x="3213923" y="961043"/>
            <a:ext cx="5278056" cy="5075910"/>
            <a:chOff x="3213923" y="961043"/>
            <a:chExt cx="5278056" cy="5075910"/>
          </a:xfrm>
        </p:grpSpPr>
        <p:cxnSp>
          <p:nvCxnSpPr>
            <p:cNvPr id="4" name="Straight Arrow Connector 3">
              <a:extLst>
                <a:ext uri="{FF2B5EF4-FFF2-40B4-BE49-F238E27FC236}">
                  <a16:creationId xmlns:a16="http://schemas.microsoft.com/office/drawing/2014/main" id="{71D5D208-F42B-D2D7-D9B6-A743EB2D5894}"/>
                </a:ext>
              </a:extLst>
            </p:cNvPr>
            <p:cNvCxnSpPr/>
            <p:nvPr/>
          </p:nvCxnSpPr>
          <p:spPr>
            <a:xfrm>
              <a:off x="3287210" y="1226916"/>
              <a:ext cx="4953965" cy="0"/>
            </a:xfrm>
            <a:prstGeom prst="straightConnector1">
              <a:avLst/>
            </a:prstGeom>
            <a:ln>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444BCCB3-4E6E-B620-6F23-70890A2AB2CE}"/>
                </a:ext>
              </a:extLst>
            </p:cNvPr>
            <p:cNvSpPr/>
            <p:nvPr/>
          </p:nvSpPr>
          <p:spPr bwMode="gray">
            <a:xfrm>
              <a:off x="5262563" y="5798829"/>
              <a:ext cx="1591599" cy="238124"/>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t>Time (Hours)</a:t>
              </a:r>
            </a:p>
          </p:txBody>
        </p:sp>
        <p:sp>
          <p:nvSpPr>
            <p:cNvPr id="7" name="Rectangle 6">
              <a:extLst>
                <a:ext uri="{FF2B5EF4-FFF2-40B4-BE49-F238E27FC236}">
                  <a16:creationId xmlns:a16="http://schemas.microsoft.com/office/drawing/2014/main" id="{B3AF40AD-7001-0EF2-6D50-A367E022EF3C}"/>
                </a:ext>
              </a:extLst>
            </p:cNvPr>
            <p:cNvSpPr/>
            <p:nvPr/>
          </p:nvSpPr>
          <p:spPr bwMode="gray">
            <a:xfrm>
              <a:off x="3213923" y="961043"/>
              <a:ext cx="5278056" cy="4849607"/>
            </a:xfrm>
            <a:prstGeom prst="rect">
              <a:avLst/>
            </a:prstGeom>
            <a:solidFill>
              <a:srgbClr val="E3E48D">
                <a:alpha val="20000"/>
              </a:srgbClr>
            </a:solidFill>
            <a:ln w="19050" algn="ctr">
              <a:noFill/>
              <a:miter lim="800000"/>
              <a:headEnd/>
              <a:tailEnd/>
            </a:ln>
          </p:spPr>
          <p:txBody>
            <a:bodyPr wrap="square" lIns="88900" tIns="88900" rIns="88900" bIns="88900" rtlCol="0" anchor="t"/>
            <a:lstStyle/>
            <a:p>
              <a:pPr algn="ctr">
                <a:lnSpc>
                  <a:spcPct val="106000"/>
                </a:lnSpc>
                <a:buFont typeface="Wingdings 2" pitchFamily="18" charset="2"/>
                <a:buNone/>
              </a:pPr>
              <a:endParaRPr lang="en-US" sz="1600" b="1" dirty="0"/>
            </a:p>
          </p:txBody>
        </p:sp>
        <p:sp>
          <p:nvSpPr>
            <p:cNvPr id="8" name="Rectangle 7">
              <a:extLst>
                <a:ext uri="{FF2B5EF4-FFF2-40B4-BE49-F238E27FC236}">
                  <a16:creationId xmlns:a16="http://schemas.microsoft.com/office/drawing/2014/main" id="{CB3DB03B-2E14-7547-C395-7DD0C2827D22}"/>
                </a:ext>
              </a:extLst>
            </p:cNvPr>
            <p:cNvSpPr/>
            <p:nvPr/>
          </p:nvSpPr>
          <p:spPr bwMode="gray">
            <a:xfrm>
              <a:off x="4851741" y="1090765"/>
              <a:ext cx="2002421" cy="238124"/>
            </a:xfrm>
            <a:prstGeom prst="rect">
              <a:avLst/>
            </a:prstGeom>
            <a:solidFill>
              <a:srgbClr val="F9FAE8"/>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t>SOLAR HOURS</a:t>
              </a:r>
            </a:p>
          </p:txBody>
        </p:sp>
      </p:grpSp>
    </p:spTree>
    <p:extLst>
      <p:ext uri="{BB962C8B-B14F-4D97-AF65-F5344CB8AC3E}">
        <p14:creationId xmlns:p14="http://schemas.microsoft.com/office/powerpoint/2010/main" val="3266207699"/>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F53E3122-8B80-4B2B-9425-C97F9D1809CD}"/>
              </a:ext>
            </a:extLst>
          </p:cNvPr>
          <p:cNvGraphicFramePr>
            <a:graphicFrameLocks noChangeAspect="1"/>
          </p:cNvGraphicFramePr>
          <p:nvPr>
            <p:custDataLst>
              <p:tags r:id="rId1"/>
            </p:custDataLst>
            <p:extLst>
              <p:ext uri="{D42A27DB-BD31-4B8C-83A1-F6EECF244321}">
                <p14:modId xmlns:p14="http://schemas.microsoft.com/office/powerpoint/2010/main" val="291732559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0" imgW="415" imgH="416" progId="TCLayout.ActiveDocument.1">
                  <p:embed/>
                </p:oleObj>
              </mc:Choice>
              <mc:Fallback>
                <p:oleObj name="think-cell Slide" r:id="rId50" imgW="415" imgH="416" progId="TCLayout.ActiveDocument.1">
                  <p:embed/>
                  <p:pic>
                    <p:nvPicPr>
                      <p:cNvPr id="6" name="Object 5" hidden="1">
                        <a:extLst>
                          <a:ext uri="{FF2B5EF4-FFF2-40B4-BE49-F238E27FC236}">
                            <a16:creationId xmlns:a16="http://schemas.microsoft.com/office/drawing/2014/main" id="{F53E3122-8B80-4B2B-9425-C97F9D1809CD}"/>
                          </a:ext>
                        </a:extLst>
                      </p:cNvPr>
                      <p:cNvPicPr/>
                      <p:nvPr/>
                    </p:nvPicPr>
                    <p:blipFill>
                      <a:blip r:embed="rId51"/>
                      <a:stretch>
                        <a:fillRect/>
                      </a:stretch>
                    </p:blipFill>
                    <p:spPr>
                      <a:xfrm>
                        <a:off x="1588" y="1588"/>
                        <a:ext cx="1588" cy="1588"/>
                      </a:xfrm>
                      <a:prstGeom prst="rect">
                        <a:avLst/>
                      </a:prstGeom>
                    </p:spPr>
                  </p:pic>
                </p:oleObj>
              </mc:Fallback>
            </mc:AlternateContent>
          </a:graphicData>
        </a:graphic>
      </p:graphicFrame>
      <p:sp>
        <p:nvSpPr>
          <p:cNvPr id="3" name="Title 2"/>
          <p:cNvSpPr>
            <a:spLocks noGrp="1"/>
          </p:cNvSpPr>
          <p:nvPr>
            <p:ph type="title"/>
          </p:nvPr>
        </p:nvSpPr>
        <p:spPr>
          <a:xfrm>
            <a:off x="555170" y="266401"/>
            <a:ext cx="11166932" cy="347321"/>
          </a:xfrm>
        </p:spPr>
        <p:txBody>
          <a:bodyPr vert="horz"/>
          <a:lstStyle/>
          <a:p>
            <a:r>
              <a:rPr lang="en-US" b="1" dirty="0"/>
              <a:t>Month-wise Average Hourly Solar Opportunity</a:t>
            </a:r>
            <a:endParaRPr lang="en-US" sz="1800" b="1" dirty="0"/>
          </a:p>
        </p:txBody>
      </p:sp>
      <p:cxnSp>
        <p:nvCxnSpPr>
          <p:cNvPr id="34" name="Straight Connector 33">
            <a:extLst>
              <a:ext uri="{FF2B5EF4-FFF2-40B4-BE49-F238E27FC236}">
                <a16:creationId xmlns:a16="http://schemas.microsoft.com/office/drawing/2014/main" id="{C64B3BBE-2752-0F5F-6AA3-836BA91F095C}"/>
              </a:ext>
            </a:extLst>
          </p:cNvPr>
          <p:cNvCxnSpPr/>
          <p:nvPr/>
        </p:nvCxnSpPr>
        <p:spPr>
          <a:xfrm flipV="1">
            <a:off x="514664" y="602800"/>
            <a:ext cx="11196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graphicFrame>
        <p:nvGraphicFramePr>
          <p:cNvPr id="14" name="Chart 13">
            <a:extLst>
              <a:ext uri="{FF2B5EF4-FFF2-40B4-BE49-F238E27FC236}">
                <a16:creationId xmlns:a16="http://schemas.microsoft.com/office/drawing/2014/main" id="{78E0C271-2C27-67DD-CC9D-45546A6B130C}"/>
              </a:ext>
            </a:extLst>
          </p:cNvPr>
          <p:cNvGraphicFramePr/>
          <p:nvPr>
            <p:custDataLst>
              <p:tags r:id="rId2"/>
            </p:custDataLst>
            <p:extLst>
              <p:ext uri="{D42A27DB-BD31-4B8C-83A1-F6EECF244321}">
                <p14:modId xmlns:p14="http://schemas.microsoft.com/office/powerpoint/2010/main" val="10536864"/>
              </p:ext>
            </p:extLst>
          </p:nvPr>
        </p:nvGraphicFramePr>
        <p:xfrm>
          <a:off x="669925" y="617538"/>
          <a:ext cx="11091863" cy="5092700"/>
        </p:xfrm>
        <a:graphic>
          <a:graphicData uri="http://schemas.openxmlformats.org/drawingml/2006/chart">
            <c:chart xmlns:c="http://schemas.openxmlformats.org/drawingml/2006/chart" xmlns:r="http://schemas.openxmlformats.org/officeDocument/2006/relationships" r:id="rId52"/>
          </a:graphicData>
        </a:graphic>
      </p:graphicFrame>
      <p:cxnSp>
        <p:nvCxnSpPr>
          <p:cNvPr id="415" name="Straight Connector 414">
            <a:extLst>
              <a:ext uri="{FF2B5EF4-FFF2-40B4-BE49-F238E27FC236}">
                <a16:creationId xmlns:a16="http://schemas.microsoft.com/office/drawing/2014/main" id="{D2074B8A-26B3-0B77-65A9-759EBE45E5B2}"/>
              </a:ext>
            </a:extLst>
          </p:cNvPr>
          <p:cNvCxnSpPr/>
          <p:nvPr>
            <p:custDataLst>
              <p:tags r:id="rId3"/>
            </p:custDataLst>
          </p:nvPr>
        </p:nvCxnSpPr>
        <p:spPr bwMode="auto">
          <a:xfrm flipH="1">
            <a:off x="1238250" y="3697288"/>
            <a:ext cx="214313" cy="195263"/>
          </a:xfrm>
          <a:prstGeom prst="line">
            <a:avLst/>
          </a:prstGeom>
          <a:ln w="6350"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46" name="Straight Connector 145">
            <a:extLst>
              <a:ext uri="{FF2B5EF4-FFF2-40B4-BE49-F238E27FC236}">
                <a16:creationId xmlns:a16="http://schemas.microsoft.com/office/drawing/2014/main" id="{F2C69236-0A0D-4015-0193-C61F8E24010C}"/>
              </a:ext>
            </a:extLst>
          </p:cNvPr>
          <p:cNvCxnSpPr>
            <a:cxnSpLocks/>
          </p:cNvCxnSpPr>
          <p:nvPr>
            <p:custDataLst>
              <p:tags r:id="rId4"/>
            </p:custDataLst>
          </p:nvPr>
        </p:nvCxnSpPr>
        <p:spPr bwMode="auto">
          <a:xfrm flipH="1" flipV="1">
            <a:off x="8842375" y="2571750"/>
            <a:ext cx="123825" cy="38100"/>
          </a:xfrm>
          <a:prstGeom prst="line">
            <a:avLst/>
          </a:prstGeom>
          <a:ln w="6350"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49" name="Straight Connector 348">
            <a:extLst>
              <a:ext uri="{FF2B5EF4-FFF2-40B4-BE49-F238E27FC236}">
                <a16:creationId xmlns:a16="http://schemas.microsoft.com/office/drawing/2014/main" id="{6BE9B5E4-FA76-47A9-CC01-288E7DA9000D}"/>
              </a:ext>
            </a:extLst>
          </p:cNvPr>
          <p:cNvCxnSpPr/>
          <p:nvPr>
            <p:custDataLst>
              <p:tags r:id="rId5"/>
            </p:custDataLst>
          </p:nvPr>
        </p:nvCxnSpPr>
        <p:spPr bwMode="auto">
          <a:xfrm>
            <a:off x="4078288" y="4398963"/>
            <a:ext cx="0" cy="41275"/>
          </a:xfrm>
          <a:prstGeom prst="line">
            <a:avLst/>
          </a:prstGeom>
          <a:ln w="6350"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93" name="Straight Connector 392">
            <a:extLst>
              <a:ext uri="{FF2B5EF4-FFF2-40B4-BE49-F238E27FC236}">
                <a16:creationId xmlns:a16="http://schemas.microsoft.com/office/drawing/2014/main" id="{2F489D7A-9B78-C830-AA3C-55619CF2ECEE}"/>
              </a:ext>
            </a:extLst>
          </p:cNvPr>
          <p:cNvCxnSpPr>
            <a:cxnSpLocks/>
          </p:cNvCxnSpPr>
          <p:nvPr>
            <p:custDataLst>
              <p:tags r:id="rId6"/>
            </p:custDataLst>
          </p:nvPr>
        </p:nvCxnSpPr>
        <p:spPr bwMode="auto">
          <a:xfrm flipV="1">
            <a:off x="11598275" y="2806700"/>
            <a:ext cx="69850" cy="49213"/>
          </a:xfrm>
          <a:prstGeom prst="line">
            <a:avLst/>
          </a:prstGeom>
          <a:ln w="6350"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90" name="Straight Connector 189">
            <a:extLst>
              <a:ext uri="{FF2B5EF4-FFF2-40B4-BE49-F238E27FC236}">
                <a16:creationId xmlns:a16="http://schemas.microsoft.com/office/drawing/2014/main" id="{A8D3D4CA-6C8F-CC8A-8E0F-EC3EB17616D4}"/>
              </a:ext>
            </a:extLst>
          </p:cNvPr>
          <p:cNvCxnSpPr/>
          <p:nvPr>
            <p:custDataLst>
              <p:tags r:id="rId7"/>
            </p:custDataLst>
          </p:nvPr>
        </p:nvCxnSpPr>
        <p:spPr bwMode="auto">
          <a:xfrm>
            <a:off x="2178050" y="4306888"/>
            <a:ext cx="0" cy="41275"/>
          </a:xfrm>
          <a:prstGeom prst="line">
            <a:avLst/>
          </a:prstGeom>
          <a:ln w="6350"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47" name="Straight Connector 346">
            <a:extLst>
              <a:ext uri="{FF2B5EF4-FFF2-40B4-BE49-F238E27FC236}">
                <a16:creationId xmlns:a16="http://schemas.microsoft.com/office/drawing/2014/main" id="{DEF7C1D3-1D52-2B5E-4436-6670BAA52EAA}"/>
              </a:ext>
            </a:extLst>
          </p:cNvPr>
          <p:cNvCxnSpPr>
            <a:cxnSpLocks/>
          </p:cNvCxnSpPr>
          <p:nvPr>
            <p:custDataLst>
              <p:tags r:id="rId8"/>
            </p:custDataLst>
          </p:nvPr>
        </p:nvCxnSpPr>
        <p:spPr bwMode="auto">
          <a:xfrm flipV="1">
            <a:off x="1933575" y="4554538"/>
            <a:ext cx="230188" cy="25400"/>
          </a:xfrm>
          <a:prstGeom prst="line">
            <a:avLst/>
          </a:prstGeom>
          <a:ln w="6350"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49" name="Straight Connector 148">
            <a:extLst>
              <a:ext uri="{FF2B5EF4-FFF2-40B4-BE49-F238E27FC236}">
                <a16:creationId xmlns:a16="http://schemas.microsoft.com/office/drawing/2014/main" id="{045CE4A1-5A0C-DA55-C203-476C5F4EF959}"/>
              </a:ext>
            </a:extLst>
          </p:cNvPr>
          <p:cNvCxnSpPr/>
          <p:nvPr>
            <p:custDataLst>
              <p:tags r:id="rId9"/>
            </p:custDataLst>
          </p:nvPr>
        </p:nvCxnSpPr>
        <p:spPr bwMode="auto">
          <a:xfrm>
            <a:off x="11599863" y="2335213"/>
            <a:ext cx="68262" cy="47625"/>
          </a:xfrm>
          <a:prstGeom prst="line">
            <a:avLst/>
          </a:prstGeom>
          <a:ln w="6350"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51" name="Straight Connector 350">
            <a:extLst>
              <a:ext uri="{FF2B5EF4-FFF2-40B4-BE49-F238E27FC236}">
                <a16:creationId xmlns:a16="http://schemas.microsoft.com/office/drawing/2014/main" id="{7F61099A-B17F-BB65-ADC7-A3E83052DD02}"/>
              </a:ext>
            </a:extLst>
          </p:cNvPr>
          <p:cNvCxnSpPr/>
          <p:nvPr>
            <p:custDataLst>
              <p:tags r:id="rId10"/>
            </p:custDataLst>
          </p:nvPr>
        </p:nvCxnSpPr>
        <p:spPr bwMode="auto">
          <a:xfrm>
            <a:off x="11599863" y="2767013"/>
            <a:ext cx="68262" cy="47625"/>
          </a:xfrm>
          <a:prstGeom prst="line">
            <a:avLst/>
          </a:prstGeom>
          <a:ln w="6350"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91" name="Straight Connector 190">
            <a:extLst>
              <a:ext uri="{FF2B5EF4-FFF2-40B4-BE49-F238E27FC236}">
                <a16:creationId xmlns:a16="http://schemas.microsoft.com/office/drawing/2014/main" id="{0199770C-6A9F-AEEB-349D-1D54906B0588}"/>
              </a:ext>
            </a:extLst>
          </p:cNvPr>
          <p:cNvCxnSpPr/>
          <p:nvPr>
            <p:custDataLst>
              <p:tags r:id="rId11"/>
            </p:custDataLst>
          </p:nvPr>
        </p:nvCxnSpPr>
        <p:spPr bwMode="auto">
          <a:xfrm>
            <a:off x="3127375" y="4327525"/>
            <a:ext cx="0" cy="41275"/>
          </a:xfrm>
          <a:prstGeom prst="line">
            <a:avLst/>
          </a:prstGeom>
          <a:ln w="6350"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44" name="Straight Connector 143">
            <a:extLst>
              <a:ext uri="{FF2B5EF4-FFF2-40B4-BE49-F238E27FC236}">
                <a16:creationId xmlns:a16="http://schemas.microsoft.com/office/drawing/2014/main" id="{863C7491-BD47-CA83-04BA-F5CC2AE8574F}"/>
              </a:ext>
            </a:extLst>
          </p:cNvPr>
          <p:cNvCxnSpPr/>
          <p:nvPr>
            <p:custDataLst>
              <p:tags r:id="rId12"/>
            </p:custDataLst>
          </p:nvPr>
        </p:nvCxnSpPr>
        <p:spPr bwMode="auto">
          <a:xfrm flipH="1">
            <a:off x="1239837" y="3951288"/>
            <a:ext cx="293688" cy="109538"/>
          </a:xfrm>
          <a:prstGeom prst="line">
            <a:avLst/>
          </a:prstGeom>
          <a:ln w="6350"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48" name="Straight Connector 347">
            <a:extLst>
              <a:ext uri="{FF2B5EF4-FFF2-40B4-BE49-F238E27FC236}">
                <a16:creationId xmlns:a16="http://schemas.microsoft.com/office/drawing/2014/main" id="{FB713A73-9A82-7E66-0CE6-498725FB9878}"/>
              </a:ext>
            </a:extLst>
          </p:cNvPr>
          <p:cNvCxnSpPr/>
          <p:nvPr>
            <p:custDataLst>
              <p:tags r:id="rId13"/>
            </p:custDataLst>
          </p:nvPr>
        </p:nvCxnSpPr>
        <p:spPr bwMode="auto">
          <a:xfrm>
            <a:off x="3127375" y="4343400"/>
            <a:ext cx="0" cy="41275"/>
          </a:xfrm>
          <a:prstGeom prst="line">
            <a:avLst/>
          </a:prstGeom>
          <a:ln w="6350"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88" name="Straight Connector 287">
            <a:extLst>
              <a:ext uri="{FF2B5EF4-FFF2-40B4-BE49-F238E27FC236}">
                <a16:creationId xmlns:a16="http://schemas.microsoft.com/office/drawing/2014/main" id="{3CC8444C-C0DD-16DF-2C89-84FE428C814D}"/>
              </a:ext>
            </a:extLst>
          </p:cNvPr>
          <p:cNvCxnSpPr/>
          <p:nvPr>
            <p:custDataLst>
              <p:tags r:id="rId14"/>
            </p:custDataLst>
          </p:nvPr>
        </p:nvCxnSpPr>
        <p:spPr bwMode="auto">
          <a:xfrm flipH="1" flipV="1">
            <a:off x="7891463" y="2757488"/>
            <a:ext cx="160337" cy="65088"/>
          </a:xfrm>
          <a:prstGeom prst="line">
            <a:avLst/>
          </a:prstGeom>
          <a:ln w="6350"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sp useBgFill="1">
        <p:nvSpPr>
          <p:cNvPr id="332" name="Text Placeholder 18">
            <a:extLst>
              <a:ext uri="{FF2B5EF4-FFF2-40B4-BE49-F238E27FC236}">
                <a16:creationId xmlns:a16="http://schemas.microsoft.com/office/drawing/2014/main" id="{9D257FCF-3288-6004-4626-FF4E23848473}"/>
              </a:ext>
            </a:extLst>
          </p:cNvPr>
          <p:cNvSpPr>
            <a:spLocks noGrp="1"/>
          </p:cNvSpPr>
          <p:nvPr>
            <p:custDataLst>
              <p:tags r:id="rId15"/>
            </p:custDataLst>
          </p:nvPr>
        </p:nvSpPr>
        <p:spPr bwMode="gray">
          <a:xfrm>
            <a:off x="1284288" y="4146550"/>
            <a:ext cx="341313" cy="182563"/>
          </a:xfrm>
          <a:prstGeom prst="rect">
            <a:avLst/>
          </a:prstGeom>
          <a:ln>
            <a:noFill/>
          </a:ln>
          <a:effectLst/>
        </p:spPr>
        <p:txBody>
          <a:bodyPr vert="horz" wrap="none" lIns="25400" tIns="0" rIns="2540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5AEABC13-E064-4EBD-B399-0738C059D139}" type="datetime'''''''''''''''''''''''''''''109'''''''''''''''''''">
              <a:rPr lang="en-US" altLang="en-US" sz="1200" smtClean="0">
                <a:effectLst/>
              </a:rPr>
              <a:pPr lvl="0">
                <a:spcBef>
                  <a:spcPct val="0"/>
                </a:spcBef>
                <a:spcAft>
                  <a:spcPct val="0"/>
                </a:spcAft>
              </a:pPr>
              <a:t>109</a:t>
            </a:fld>
            <a:endParaRPr lang="en-US" sz="1200" noProof="0" dirty="0"/>
          </a:p>
        </p:txBody>
      </p:sp>
      <p:sp>
        <p:nvSpPr>
          <p:cNvPr id="45" name="Text Placeholder 18">
            <a:extLst>
              <a:ext uri="{FF2B5EF4-FFF2-40B4-BE49-F238E27FC236}">
                <a16:creationId xmlns:a16="http://schemas.microsoft.com/office/drawing/2014/main" id="{10749C61-692F-50F3-8EA7-C4AB00E2CCD4}"/>
              </a:ext>
            </a:extLst>
          </p:cNvPr>
          <p:cNvSpPr>
            <a:spLocks noGrp="1"/>
          </p:cNvSpPr>
          <p:nvPr>
            <p:custDataLst>
              <p:tags r:id="rId16"/>
            </p:custDataLst>
          </p:nvPr>
        </p:nvSpPr>
        <p:spPr bwMode="auto">
          <a:xfrm>
            <a:off x="992188" y="5629275"/>
            <a:ext cx="46990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lgn="ctr">
              <a:spcBef>
                <a:spcPct val="0"/>
              </a:spcBef>
              <a:spcAft>
                <a:spcPct val="0"/>
              </a:spcAft>
            </a:pPr>
            <a:fld id="{7F2E54F1-1430-478C-976F-56960AD7EB92}" type="datetime'''06'''''''''':''''''''''''0''''''''''''''''''''''''0'''">
              <a:rPr lang="en-US" altLang="en-US" sz="1200" smtClean="0">
                <a:effectLst/>
              </a:rPr>
              <a:pPr lvl="0" algn="ctr">
                <a:spcBef>
                  <a:spcPct val="0"/>
                </a:spcBef>
                <a:spcAft>
                  <a:spcPct val="0"/>
                </a:spcAft>
              </a:pPr>
              <a:t>06:00</a:t>
            </a:fld>
            <a:endParaRPr lang="en-US" sz="1200" noProof="0" dirty="0"/>
          </a:p>
        </p:txBody>
      </p:sp>
      <p:sp useBgFill="1">
        <p:nvSpPr>
          <p:cNvPr id="186" name="Text Placeholder 18">
            <a:extLst>
              <a:ext uri="{FF2B5EF4-FFF2-40B4-BE49-F238E27FC236}">
                <a16:creationId xmlns:a16="http://schemas.microsoft.com/office/drawing/2014/main" id="{8F09F304-18D4-F49C-7613-9E696746CDAC}"/>
              </a:ext>
            </a:extLst>
          </p:cNvPr>
          <p:cNvSpPr>
            <a:spLocks noGrp="1"/>
          </p:cNvSpPr>
          <p:nvPr>
            <p:custDataLst>
              <p:tags r:id="rId17"/>
            </p:custDataLst>
          </p:nvPr>
        </p:nvSpPr>
        <p:spPr bwMode="gray">
          <a:xfrm>
            <a:off x="2055813" y="4124325"/>
            <a:ext cx="244475" cy="182563"/>
          </a:xfrm>
          <a:prstGeom prst="rect">
            <a:avLst/>
          </a:prstGeom>
          <a:ln>
            <a:noFill/>
          </a:ln>
          <a:effectLst/>
        </p:spPr>
        <p:txBody>
          <a:bodyPr vert="horz" wrap="none" lIns="25400" tIns="0" rIns="25400" bIns="0" rtlCol="0" anchor="b">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lgn="ctr">
              <a:spcBef>
                <a:spcPct val="0"/>
              </a:spcBef>
              <a:spcAft>
                <a:spcPct val="0"/>
              </a:spcAft>
            </a:pPr>
            <a:fld id="{CFC51A2C-4833-40D9-A0D4-92BC06A3014C}" type="datetime'''''''''''9''9'''''''''''''''''''''">
              <a:rPr lang="en-US" altLang="en-US" sz="1200" smtClean="0">
                <a:effectLst/>
              </a:rPr>
              <a:pPr lvl="0" algn="ctr">
                <a:spcBef>
                  <a:spcPct val="0"/>
                </a:spcBef>
                <a:spcAft>
                  <a:spcPct val="0"/>
                </a:spcAft>
              </a:pPr>
              <a:t>99</a:t>
            </a:fld>
            <a:endParaRPr lang="en-US" sz="1200" noProof="0" dirty="0"/>
          </a:p>
        </p:txBody>
      </p:sp>
      <p:sp>
        <p:nvSpPr>
          <p:cNvPr id="46" name="Text Placeholder 18">
            <a:extLst>
              <a:ext uri="{FF2B5EF4-FFF2-40B4-BE49-F238E27FC236}">
                <a16:creationId xmlns:a16="http://schemas.microsoft.com/office/drawing/2014/main" id="{FB914D80-C1CE-2574-C74F-FC295BA50CAF}"/>
              </a:ext>
            </a:extLst>
          </p:cNvPr>
          <p:cNvSpPr>
            <a:spLocks noGrp="1"/>
          </p:cNvSpPr>
          <p:nvPr>
            <p:custDataLst>
              <p:tags r:id="rId18"/>
            </p:custDataLst>
          </p:nvPr>
        </p:nvSpPr>
        <p:spPr bwMode="auto">
          <a:xfrm>
            <a:off x="1943100" y="5629275"/>
            <a:ext cx="46990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lgn="ctr">
              <a:spcBef>
                <a:spcPct val="0"/>
              </a:spcBef>
              <a:spcAft>
                <a:spcPct val="0"/>
              </a:spcAft>
            </a:pPr>
            <a:fld id="{5CC5A4B3-DCD5-4233-91D8-C45571C9E304}" type="datetime'''''''''''07'''''''''''''''''''''''''''''''''''''':0''''0'''">
              <a:rPr lang="en-US" altLang="en-US" sz="1200" smtClean="0">
                <a:effectLst/>
              </a:rPr>
              <a:pPr lvl="0" algn="ctr">
                <a:spcBef>
                  <a:spcPct val="0"/>
                </a:spcBef>
                <a:spcAft>
                  <a:spcPct val="0"/>
                </a:spcAft>
              </a:pPr>
              <a:t>07:00</a:t>
            </a:fld>
            <a:endParaRPr lang="en-US" sz="1200" noProof="0" dirty="0"/>
          </a:p>
        </p:txBody>
      </p:sp>
      <p:sp useBgFill="1">
        <p:nvSpPr>
          <p:cNvPr id="187" name="Text Placeholder 18">
            <a:extLst>
              <a:ext uri="{FF2B5EF4-FFF2-40B4-BE49-F238E27FC236}">
                <a16:creationId xmlns:a16="http://schemas.microsoft.com/office/drawing/2014/main" id="{830438B8-E7D0-35F4-E75A-AAF7BD1A8A69}"/>
              </a:ext>
            </a:extLst>
          </p:cNvPr>
          <p:cNvSpPr>
            <a:spLocks noGrp="1"/>
          </p:cNvSpPr>
          <p:nvPr>
            <p:custDataLst>
              <p:tags r:id="rId19"/>
            </p:custDataLst>
          </p:nvPr>
        </p:nvSpPr>
        <p:spPr bwMode="gray">
          <a:xfrm>
            <a:off x="3005138" y="4144963"/>
            <a:ext cx="244475" cy="182563"/>
          </a:xfrm>
          <a:prstGeom prst="rect">
            <a:avLst/>
          </a:prstGeom>
          <a:ln>
            <a:noFill/>
          </a:ln>
          <a:effectLst/>
        </p:spPr>
        <p:txBody>
          <a:bodyPr vert="horz" wrap="none" lIns="25400" tIns="0" rIns="25400" bIns="0" rtlCol="0" anchor="b">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lgn="ctr">
              <a:spcBef>
                <a:spcPct val="0"/>
              </a:spcBef>
              <a:spcAft>
                <a:spcPct val="0"/>
              </a:spcAft>
            </a:pPr>
            <a:fld id="{4BC8F0BE-6CFD-4B5D-870A-FB5AF1FAB94A}" type="datetime'''''''9''''''''''''''7'''''''''''''''''''''''''''">
              <a:rPr lang="en-US" altLang="en-US" sz="1200" smtClean="0">
                <a:effectLst/>
              </a:rPr>
              <a:pPr lvl="0" algn="ctr">
                <a:spcBef>
                  <a:spcPct val="0"/>
                </a:spcBef>
                <a:spcAft>
                  <a:spcPct val="0"/>
                </a:spcAft>
              </a:pPr>
              <a:t>97</a:t>
            </a:fld>
            <a:endParaRPr lang="en-US" sz="1200" noProof="0" dirty="0"/>
          </a:p>
        </p:txBody>
      </p:sp>
      <p:sp useBgFill="1">
        <p:nvSpPr>
          <p:cNvPr id="337" name="Text Placeholder 18">
            <a:extLst>
              <a:ext uri="{FF2B5EF4-FFF2-40B4-BE49-F238E27FC236}">
                <a16:creationId xmlns:a16="http://schemas.microsoft.com/office/drawing/2014/main" id="{CD093A00-0338-E02A-6D7E-9F8BCE80004A}"/>
              </a:ext>
            </a:extLst>
          </p:cNvPr>
          <p:cNvSpPr>
            <a:spLocks noGrp="1"/>
          </p:cNvSpPr>
          <p:nvPr>
            <p:custDataLst>
              <p:tags r:id="rId20"/>
            </p:custDataLst>
          </p:nvPr>
        </p:nvSpPr>
        <p:spPr bwMode="gray">
          <a:xfrm>
            <a:off x="3005138" y="4160838"/>
            <a:ext cx="244475" cy="182563"/>
          </a:xfrm>
          <a:prstGeom prst="rect">
            <a:avLst/>
          </a:prstGeom>
          <a:ln>
            <a:noFill/>
          </a:ln>
          <a:effectLst/>
        </p:spPr>
        <p:txBody>
          <a:bodyPr vert="horz" wrap="none" lIns="25400" tIns="0" rIns="25400" bIns="0" rtlCol="0" anchor="b">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lgn="ctr">
              <a:spcBef>
                <a:spcPct val="0"/>
              </a:spcBef>
              <a:spcAft>
                <a:spcPct val="0"/>
              </a:spcAft>
            </a:pPr>
            <a:fld id="{05A1023B-4D91-40E2-8B8B-223197DE6A9C}" type="datetime'''''''''''''''''''''''''''''''9''''''''5'''''''''''''''''">
              <a:rPr lang="en-US" altLang="en-US" sz="1200" smtClean="0">
                <a:effectLst/>
              </a:rPr>
              <a:pPr/>
              <a:t>95</a:t>
            </a:fld>
            <a:endParaRPr lang="en-US" sz="1200" noProof="0" dirty="0"/>
          </a:p>
        </p:txBody>
      </p:sp>
      <p:sp>
        <p:nvSpPr>
          <p:cNvPr id="47" name="Text Placeholder 18">
            <a:extLst>
              <a:ext uri="{FF2B5EF4-FFF2-40B4-BE49-F238E27FC236}">
                <a16:creationId xmlns:a16="http://schemas.microsoft.com/office/drawing/2014/main" id="{D29E33F6-E35F-1F23-123A-9AD3894376D1}"/>
              </a:ext>
            </a:extLst>
          </p:cNvPr>
          <p:cNvSpPr>
            <a:spLocks noGrp="1"/>
          </p:cNvSpPr>
          <p:nvPr>
            <p:custDataLst>
              <p:tags r:id="rId21"/>
            </p:custDataLst>
          </p:nvPr>
        </p:nvSpPr>
        <p:spPr bwMode="auto">
          <a:xfrm>
            <a:off x="2892425" y="5629275"/>
            <a:ext cx="46990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lgn="ctr">
              <a:spcBef>
                <a:spcPct val="0"/>
              </a:spcBef>
              <a:spcAft>
                <a:spcPct val="0"/>
              </a:spcAft>
            </a:pPr>
            <a:fld id="{740D415A-A508-421C-A433-EB2517B49DF4}" type="datetime'0''''''''''8'''''''''''''''''':''''''''''''''''00'''''''''">
              <a:rPr lang="en-US" altLang="en-US" sz="1200" smtClean="0">
                <a:effectLst/>
              </a:rPr>
              <a:pPr lvl="0" algn="ctr">
                <a:spcBef>
                  <a:spcPct val="0"/>
                </a:spcBef>
                <a:spcAft>
                  <a:spcPct val="0"/>
                </a:spcAft>
              </a:pPr>
              <a:t>08:00</a:t>
            </a:fld>
            <a:endParaRPr lang="en-US" sz="1200" noProof="0" dirty="0"/>
          </a:p>
        </p:txBody>
      </p:sp>
      <p:sp useBgFill="1">
        <p:nvSpPr>
          <p:cNvPr id="339" name="Text Placeholder 18">
            <a:extLst>
              <a:ext uri="{FF2B5EF4-FFF2-40B4-BE49-F238E27FC236}">
                <a16:creationId xmlns:a16="http://schemas.microsoft.com/office/drawing/2014/main" id="{94E28EBD-BB4E-8E7B-D82B-D3A7B1B4FCC3}"/>
              </a:ext>
            </a:extLst>
          </p:cNvPr>
          <p:cNvSpPr>
            <a:spLocks noGrp="1"/>
          </p:cNvSpPr>
          <p:nvPr>
            <p:custDataLst>
              <p:tags r:id="rId22"/>
            </p:custDataLst>
          </p:nvPr>
        </p:nvSpPr>
        <p:spPr bwMode="gray">
          <a:xfrm>
            <a:off x="3956050" y="4216400"/>
            <a:ext cx="244475" cy="182563"/>
          </a:xfrm>
          <a:prstGeom prst="rect">
            <a:avLst/>
          </a:prstGeom>
          <a:ln>
            <a:noFill/>
          </a:ln>
          <a:effectLst/>
        </p:spPr>
        <p:txBody>
          <a:bodyPr vert="horz" wrap="none" lIns="25400" tIns="0" rIns="25400" bIns="0" rtlCol="0" anchor="b">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lgn="ctr">
              <a:spcBef>
                <a:spcPct val="0"/>
              </a:spcBef>
              <a:spcAft>
                <a:spcPct val="0"/>
              </a:spcAft>
            </a:pPr>
            <a:fld id="{2F2C2FF2-70ED-4396-B9F0-03C983F6A41A}" type="datetime'''''''''''9''''''''''1'''''''''''''''">
              <a:rPr lang="en-US" altLang="en-US" sz="1200" smtClean="0">
                <a:effectLst/>
              </a:rPr>
              <a:pPr/>
              <a:t>91</a:t>
            </a:fld>
            <a:endParaRPr lang="en-US" sz="1200" noProof="0" dirty="0"/>
          </a:p>
        </p:txBody>
      </p:sp>
      <p:sp>
        <p:nvSpPr>
          <p:cNvPr id="48" name="Text Placeholder 18">
            <a:extLst>
              <a:ext uri="{FF2B5EF4-FFF2-40B4-BE49-F238E27FC236}">
                <a16:creationId xmlns:a16="http://schemas.microsoft.com/office/drawing/2014/main" id="{49531A69-3DD3-1BD9-F5AD-FA8C45EA33E1}"/>
              </a:ext>
            </a:extLst>
          </p:cNvPr>
          <p:cNvSpPr>
            <a:spLocks noGrp="1"/>
          </p:cNvSpPr>
          <p:nvPr>
            <p:custDataLst>
              <p:tags r:id="rId23"/>
            </p:custDataLst>
          </p:nvPr>
        </p:nvSpPr>
        <p:spPr bwMode="auto">
          <a:xfrm>
            <a:off x="3843338" y="5629275"/>
            <a:ext cx="46990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lgn="ctr">
              <a:spcBef>
                <a:spcPct val="0"/>
              </a:spcBef>
              <a:spcAft>
                <a:spcPct val="0"/>
              </a:spcAft>
            </a:pPr>
            <a:fld id="{71E70D54-645D-491A-A19F-2D2A78D7D170}" type="datetime'''''09'''':0''0'''''''''''''''''''''''''">
              <a:rPr lang="en-US" altLang="en-US" sz="1200" smtClean="0">
                <a:effectLst/>
              </a:rPr>
              <a:pPr lvl="0" algn="ctr">
                <a:spcBef>
                  <a:spcPct val="0"/>
                </a:spcBef>
                <a:spcAft>
                  <a:spcPct val="0"/>
                </a:spcAft>
              </a:pPr>
              <a:t>09:00</a:t>
            </a:fld>
            <a:endParaRPr lang="en-US" sz="1200" noProof="0" dirty="0"/>
          </a:p>
        </p:txBody>
      </p:sp>
      <p:sp>
        <p:nvSpPr>
          <p:cNvPr id="49" name="Text Placeholder 18">
            <a:extLst>
              <a:ext uri="{FF2B5EF4-FFF2-40B4-BE49-F238E27FC236}">
                <a16:creationId xmlns:a16="http://schemas.microsoft.com/office/drawing/2014/main" id="{26E37660-BDCA-6B16-E2DB-10033B6DDBC0}"/>
              </a:ext>
            </a:extLst>
          </p:cNvPr>
          <p:cNvSpPr>
            <a:spLocks noGrp="1"/>
          </p:cNvSpPr>
          <p:nvPr>
            <p:custDataLst>
              <p:tags r:id="rId24"/>
            </p:custDataLst>
          </p:nvPr>
        </p:nvSpPr>
        <p:spPr bwMode="auto">
          <a:xfrm>
            <a:off x="4792663" y="5629275"/>
            <a:ext cx="46990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lgn="ctr">
              <a:spcBef>
                <a:spcPct val="0"/>
              </a:spcBef>
              <a:spcAft>
                <a:spcPct val="0"/>
              </a:spcAft>
            </a:pPr>
            <a:fld id="{CFC882B1-5034-4156-9781-3758295E6F7E}" type="datetime'''''1''0'':''''''''''0''''''''''''''0'''''''''''''''''''">
              <a:rPr lang="en-US" altLang="en-US" sz="1200" smtClean="0">
                <a:effectLst/>
              </a:rPr>
              <a:pPr lvl="0" algn="ctr">
                <a:spcBef>
                  <a:spcPct val="0"/>
                </a:spcBef>
                <a:spcAft>
                  <a:spcPct val="0"/>
                </a:spcAft>
              </a:pPr>
              <a:t>10:00</a:t>
            </a:fld>
            <a:endParaRPr lang="en-US" sz="1200" noProof="0" dirty="0"/>
          </a:p>
        </p:txBody>
      </p:sp>
      <p:sp useBgFill="1">
        <p:nvSpPr>
          <p:cNvPr id="188" name="Text Placeholder 18">
            <a:extLst>
              <a:ext uri="{FF2B5EF4-FFF2-40B4-BE49-F238E27FC236}">
                <a16:creationId xmlns:a16="http://schemas.microsoft.com/office/drawing/2014/main" id="{43450632-92C7-0C2E-B022-36EF571BCEC9}"/>
              </a:ext>
            </a:extLst>
          </p:cNvPr>
          <p:cNvSpPr>
            <a:spLocks noGrp="1"/>
          </p:cNvSpPr>
          <p:nvPr>
            <p:custDataLst>
              <p:tags r:id="rId25"/>
            </p:custDataLst>
          </p:nvPr>
        </p:nvSpPr>
        <p:spPr bwMode="gray">
          <a:xfrm>
            <a:off x="5808663" y="3379788"/>
            <a:ext cx="341313" cy="182563"/>
          </a:xfrm>
          <a:prstGeom prst="rect">
            <a:avLst/>
          </a:prstGeom>
          <a:ln>
            <a:noFill/>
          </a:ln>
          <a:effectLst/>
        </p:spPr>
        <p:txBody>
          <a:bodyPr vert="horz" wrap="none" lIns="25400" tIns="0" rIns="25400" bIns="0" rtlCol="0" anchor="b">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lgn="ctr">
              <a:spcBef>
                <a:spcPct val="0"/>
              </a:spcBef>
              <a:spcAft>
                <a:spcPct val="0"/>
              </a:spcAft>
            </a:pPr>
            <a:fld id="{51432257-7A4A-4E10-844E-47ED3B7A3627}" type="datetime'''''''''''''''1''''''''''''''''6''''''''''''2'''''''''''''">
              <a:rPr lang="en-US" altLang="en-US" sz="1200" smtClean="0">
                <a:effectLst/>
              </a:rPr>
              <a:pPr lvl="0" algn="ctr">
                <a:spcBef>
                  <a:spcPct val="0"/>
                </a:spcBef>
                <a:spcAft>
                  <a:spcPct val="0"/>
                </a:spcAft>
              </a:pPr>
              <a:t>162</a:t>
            </a:fld>
            <a:endParaRPr lang="en-US" sz="1200" noProof="0" dirty="0"/>
          </a:p>
        </p:txBody>
      </p:sp>
      <p:sp useBgFill="1">
        <p:nvSpPr>
          <p:cNvPr id="342" name="Text Placeholder 18">
            <a:extLst>
              <a:ext uri="{FF2B5EF4-FFF2-40B4-BE49-F238E27FC236}">
                <a16:creationId xmlns:a16="http://schemas.microsoft.com/office/drawing/2014/main" id="{E566D1E7-2C3C-BDBA-F84B-48060BDDD9B4}"/>
              </a:ext>
            </a:extLst>
          </p:cNvPr>
          <p:cNvSpPr>
            <a:spLocks noGrp="1"/>
          </p:cNvSpPr>
          <p:nvPr>
            <p:custDataLst>
              <p:tags r:id="rId26"/>
            </p:custDataLst>
          </p:nvPr>
        </p:nvSpPr>
        <p:spPr bwMode="gray">
          <a:xfrm>
            <a:off x="8658225" y="2930525"/>
            <a:ext cx="341313" cy="182563"/>
          </a:xfrm>
          <a:prstGeom prst="rect">
            <a:avLst/>
          </a:prstGeom>
          <a:ln>
            <a:noFill/>
          </a:ln>
          <a:effectLst/>
        </p:spPr>
        <p:txBody>
          <a:bodyPr vert="horz" wrap="none" lIns="25400" tIns="0" rIns="25400" bIns="0" rtlCol="0" anchor="b">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lgn="ctr">
              <a:spcBef>
                <a:spcPct val="0"/>
              </a:spcBef>
              <a:spcAft>
                <a:spcPct val="0"/>
              </a:spcAft>
            </a:pPr>
            <a:fld id="{5C793AC5-79BD-4862-8F71-2F8F5DB29217}" type="datetime'''''''''1''99'''''''''''''''''''''''''''''''''''''''''''">
              <a:rPr lang="en-US" altLang="en-US" sz="1200" smtClean="0">
                <a:effectLst/>
              </a:rPr>
              <a:pPr/>
              <a:t>199</a:t>
            </a:fld>
            <a:endParaRPr lang="en-US" sz="1200" noProof="0" dirty="0"/>
          </a:p>
        </p:txBody>
      </p:sp>
      <p:sp>
        <p:nvSpPr>
          <p:cNvPr id="53" name="Text Placeholder 18">
            <a:extLst>
              <a:ext uri="{FF2B5EF4-FFF2-40B4-BE49-F238E27FC236}">
                <a16:creationId xmlns:a16="http://schemas.microsoft.com/office/drawing/2014/main" id="{91320403-A3E4-172B-DA62-A3A631952F08}"/>
              </a:ext>
            </a:extLst>
          </p:cNvPr>
          <p:cNvSpPr>
            <a:spLocks noGrp="1"/>
          </p:cNvSpPr>
          <p:nvPr>
            <p:custDataLst>
              <p:tags r:id="rId27"/>
            </p:custDataLst>
          </p:nvPr>
        </p:nvSpPr>
        <p:spPr bwMode="auto">
          <a:xfrm>
            <a:off x="8593138" y="5629275"/>
            <a:ext cx="46990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lgn="ctr">
              <a:spcBef>
                <a:spcPct val="0"/>
              </a:spcBef>
              <a:spcAft>
                <a:spcPct val="0"/>
              </a:spcAft>
            </a:pPr>
            <a:fld id="{1426020F-0925-4F2E-9613-D4ECBF17E27D}" type="datetime'''1''''''''4'':''''''''''0''''0'''''">
              <a:rPr lang="en-US" altLang="en-US" sz="1200" smtClean="0">
                <a:effectLst/>
              </a:rPr>
              <a:pPr lvl="0" algn="ctr">
                <a:spcBef>
                  <a:spcPct val="0"/>
                </a:spcBef>
                <a:spcAft>
                  <a:spcPct val="0"/>
                </a:spcAft>
              </a:pPr>
              <a:t>14:00</a:t>
            </a:fld>
            <a:endParaRPr lang="en-US" sz="1200" noProof="0" dirty="0"/>
          </a:p>
        </p:txBody>
      </p:sp>
      <p:sp>
        <p:nvSpPr>
          <p:cNvPr id="54" name="Text Placeholder 18">
            <a:extLst>
              <a:ext uri="{FF2B5EF4-FFF2-40B4-BE49-F238E27FC236}">
                <a16:creationId xmlns:a16="http://schemas.microsoft.com/office/drawing/2014/main" id="{1B8579CE-66EC-C29B-1CDB-CF5A90172715}"/>
              </a:ext>
            </a:extLst>
          </p:cNvPr>
          <p:cNvSpPr>
            <a:spLocks noGrp="1"/>
          </p:cNvSpPr>
          <p:nvPr>
            <p:custDataLst>
              <p:tags r:id="rId28"/>
            </p:custDataLst>
          </p:nvPr>
        </p:nvSpPr>
        <p:spPr bwMode="auto">
          <a:xfrm>
            <a:off x="9544050" y="5629275"/>
            <a:ext cx="46990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lgn="ctr">
              <a:spcBef>
                <a:spcPct val="0"/>
              </a:spcBef>
              <a:spcAft>
                <a:spcPct val="0"/>
              </a:spcAft>
            </a:pPr>
            <a:fld id="{C3E46719-5B28-462B-8A40-92BF401D2493}" type="datetime'''''''''1''''''''''''''''''''''''''''''5:''''''''''00'">
              <a:rPr lang="en-US" altLang="en-US" sz="1200" smtClean="0">
                <a:effectLst/>
              </a:rPr>
              <a:pPr lvl="0" algn="ctr">
                <a:spcBef>
                  <a:spcPct val="0"/>
                </a:spcBef>
                <a:spcAft>
                  <a:spcPct val="0"/>
                </a:spcAft>
              </a:pPr>
              <a:t>15:00</a:t>
            </a:fld>
            <a:endParaRPr lang="en-US" sz="1200" noProof="0" dirty="0"/>
          </a:p>
        </p:txBody>
      </p:sp>
      <p:sp>
        <p:nvSpPr>
          <p:cNvPr id="55" name="Text Placeholder 18">
            <a:extLst>
              <a:ext uri="{FF2B5EF4-FFF2-40B4-BE49-F238E27FC236}">
                <a16:creationId xmlns:a16="http://schemas.microsoft.com/office/drawing/2014/main" id="{0182E504-42DC-2BE1-F078-E93122CBFC43}"/>
              </a:ext>
            </a:extLst>
          </p:cNvPr>
          <p:cNvSpPr>
            <a:spLocks noGrp="1"/>
          </p:cNvSpPr>
          <p:nvPr>
            <p:custDataLst>
              <p:tags r:id="rId29"/>
            </p:custDataLst>
          </p:nvPr>
        </p:nvSpPr>
        <p:spPr bwMode="auto">
          <a:xfrm>
            <a:off x="10493375" y="5629275"/>
            <a:ext cx="46990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lgn="ctr">
              <a:spcBef>
                <a:spcPct val="0"/>
              </a:spcBef>
              <a:spcAft>
                <a:spcPct val="0"/>
              </a:spcAft>
            </a:pPr>
            <a:fld id="{215DE926-47C7-4607-93A2-2B1EF400E2B2}" type="datetime'''''''''''''''''''''''''''1''6:''''0''''''0'''''''''">
              <a:rPr lang="en-US" altLang="en-US" sz="1200" smtClean="0">
                <a:effectLst/>
              </a:rPr>
              <a:pPr lvl="0" algn="ctr">
                <a:spcBef>
                  <a:spcPct val="0"/>
                </a:spcBef>
                <a:spcAft>
                  <a:spcPct val="0"/>
                </a:spcAft>
              </a:pPr>
              <a:t>16:00</a:t>
            </a:fld>
            <a:endParaRPr lang="en-US" sz="1200" noProof="0" dirty="0"/>
          </a:p>
        </p:txBody>
      </p:sp>
      <p:sp useBgFill="1">
        <p:nvSpPr>
          <p:cNvPr id="189" name="Text Placeholder 18">
            <a:extLst>
              <a:ext uri="{FF2B5EF4-FFF2-40B4-BE49-F238E27FC236}">
                <a16:creationId xmlns:a16="http://schemas.microsoft.com/office/drawing/2014/main" id="{40FB461B-BA52-B331-F472-480429BFF604}"/>
              </a:ext>
            </a:extLst>
          </p:cNvPr>
          <p:cNvSpPr>
            <a:spLocks noGrp="1"/>
          </p:cNvSpPr>
          <p:nvPr>
            <p:custDataLst>
              <p:tags r:id="rId30"/>
            </p:custDataLst>
          </p:nvPr>
        </p:nvSpPr>
        <p:spPr bwMode="gray">
          <a:xfrm>
            <a:off x="6757988" y="3084513"/>
            <a:ext cx="341313" cy="182563"/>
          </a:xfrm>
          <a:prstGeom prst="rect">
            <a:avLst/>
          </a:prstGeom>
          <a:ln>
            <a:noFill/>
          </a:ln>
          <a:effectLst/>
        </p:spPr>
        <p:txBody>
          <a:bodyPr vert="horz" wrap="none" lIns="25400" tIns="0" rIns="25400" bIns="0" rtlCol="0" anchor="t">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lgn="ctr">
              <a:spcBef>
                <a:spcPct val="0"/>
              </a:spcBef>
              <a:spcAft>
                <a:spcPct val="0"/>
              </a:spcAft>
            </a:pPr>
            <a:fld id="{DFA0F63E-46C2-408D-BE17-E24C9DE66F33}" type="datetime'21''''''''''''''''''''''''''''''''''''1'''''''''''''''">
              <a:rPr lang="en-US" altLang="en-US" sz="1200" smtClean="0">
                <a:effectLst/>
              </a:rPr>
              <a:pPr lvl="0" algn="ctr">
                <a:spcBef>
                  <a:spcPct val="0"/>
                </a:spcBef>
                <a:spcAft>
                  <a:spcPct val="0"/>
                </a:spcAft>
              </a:pPr>
              <a:t>211</a:t>
            </a:fld>
            <a:endParaRPr lang="en-US" sz="1200" noProof="0" dirty="0"/>
          </a:p>
        </p:txBody>
      </p:sp>
      <p:sp useBgFill="1">
        <p:nvSpPr>
          <p:cNvPr id="143" name="Text Placeholder 18">
            <a:extLst>
              <a:ext uri="{FF2B5EF4-FFF2-40B4-BE49-F238E27FC236}">
                <a16:creationId xmlns:a16="http://schemas.microsoft.com/office/drawing/2014/main" id="{1F6036CA-42D3-D380-8348-60C8BF94615E}"/>
              </a:ext>
            </a:extLst>
          </p:cNvPr>
          <p:cNvSpPr>
            <a:spLocks noGrp="1"/>
          </p:cNvSpPr>
          <p:nvPr>
            <p:custDataLst>
              <p:tags r:id="rId31"/>
            </p:custDataLst>
          </p:nvPr>
        </p:nvSpPr>
        <p:spPr bwMode="gray">
          <a:xfrm>
            <a:off x="11299825" y="2152650"/>
            <a:ext cx="341313" cy="182563"/>
          </a:xfrm>
          <a:prstGeom prst="rect">
            <a:avLst/>
          </a:prstGeom>
          <a:ln>
            <a:noFill/>
          </a:ln>
          <a:effectLst/>
        </p:spPr>
        <p:txBody>
          <a:bodyPr vert="horz" wrap="none" lIns="25400" tIns="0" rIns="25400" bIns="0" rtlCol="0" anchor="b">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lgn="ctr">
              <a:spcBef>
                <a:spcPct val="0"/>
              </a:spcBef>
              <a:spcAft>
                <a:spcPct val="0"/>
              </a:spcAft>
            </a:pPr>
            <a:fld id="{DB5F19C7-14BD-49BE-8825-96701D8CA352}" type="datetime'''2''''''''6''''''''''''''''''''''''''''''''''5'''''">
              <a:rPr lang="en-US" altLang="en-US" sz="1200" smtClean="0">
                <a:effectLst/>
              </a:rPr>
              <a:pPr lvl="0" algn="ctr">
                <a:spcBef>
                  <a:spcPct val="0"/>
                </a:spcBef>
                <a:spcAft>
                  <a:spcPct val="0"/>
                </a:spcAft>
              </a:pPr>
              <a:t>265</a:t>
            </a:fld>
            <a:endParaRPr lang="en-US" sz="1200" noProof="0" dirty="0"/>
          </a:p>
        </p:txBody>
      </p:sp>
      <p:sp>
        <p:nvSpPr>
          <p:cNvPr id="52" name="Text Placeholder 18">
            <a:extLst>
              <a:ext uri="{FF2B5EF4-FFF2-40B4-BE49-F238E27FC236}">
                <a16:creationId xmlns:a16="http://schemas.microsoft.com/office/drawing/2014/main" id="{DA292A27-FC91-0D18-A539-815019F2C28F}"/>
              </a:ext>
            </a:extLst>
          </p:cNvPr>
          <p:cNvSpPr>
            <a:spLocks noGrp="1"/>
          </p:cNvSpPr>
          <p:nvPr>
            <p:custDataLst>
              <p:tags r:id="rId32"/>
            </p:custDataLst>
          </p:nvPr>
        </p:nvSpPr>
        <p:spPr bwMode="auto">
          <a:xfrm>
            <a:off x="7643813" y="5629275"/>
            <a:ext cx="46990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lgn="ctr">
              <a:spcBef>
                <a:spcPct val="0"/>
              </a:spcBef>
              <a:spcAft>
                <a:spcPct val="0"/>
              </a:spcAft>
            </a:pPr>
            <a:fld id="{CE306EF1-53EF-4E12-A0CE-A1075EF3EC0C}" type="datetime'''''''1''''''3'''':''''''0''0'''''''''''''''''''''''''''''''">
              <a:rPr lang="en-US" altLang="en-US" sz="1200" smtClean="0">
                <a:effectLst/>
              </a:rPr>
              <a:pPr lvl="0" algn="ctr">
                <a:spcBef>
                  <a:spcPct val="0"/>
                </a:spcBef>
                <a:spcAft>
                  <a:spcPct val="0"/>
                </a:spcAft>
              </a:pPr>
              <a:t>13:00</a:t>
            </a:fld>
            <a:endParaRPr lang="en-US" sz="1200" noProof="0" dirty="0"/>
          </a:p>
        </p:txBody>
      </p:sp>
      <p:sp>
        <p:nvSpPr>
          <p:cNvPr id="51" name="Text Placeholder 18">
            <a:extLst>
              <a:ext uri="{FF2B5EF4-FFF2-40B4-BE49-F238E27FC236}">
                <a16:creationId xmlns:a16="http://schemas.microsoft.com/office/drawing/2014/main" id="{7770E69B-88FD-46DC-C2E9-BB2F7F3A7AA5}"/>
              </a:ext>
            </a:extLst>
          </p:cNvPr>
          <p:cNvSpPr>
            <a:spLocks noGrp="1"/>
          </p:cNvSpPr>
          <p:nvPr>
            <p:custDataLst>
              <p:tags r:id="rId33"/>
            </p:custDataLst>
          </p:nvPr>
        </p:nvSpPr>
        <p:spPr bwMode="auto">
          <a:xfrm>
            <a:off x="6692900" y="5629275"/>
            <a:ext cx="46990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lgn="ctr">
              <a:spcBef>
                <a:spcPct val="0"/>
              </a:spcBef>
              <a:spcAft>
                <a:spcPct val="0"/>
              </a:spcAft>
            </a:pPr>
            <a:fld id="{0589EDEF-78AC-47FE-97A2-BA5F2C70402D}" type="datetime'''''''''''''12'''''''''''':''''''''''''''0''0'''''''">
              <a:rPr lang="en-US" altLang="en-US" sz="1200" smtClean="0">
                <a:effectLst/>
              </a:rPr>
              <a:pPr lvl="0" algn="ctr">
                <a:spcBef>
                  <a:spcPct val="0"/>
                </a:spcBef>
                <a:spcAft>
                  <a:spcPct val="0"/>
                </a:spcAft>
              </a:pPr>
              <a:t>12:00</a:t>
            </a:fld>
            <a:endParaRPr lang="en-US" sz="1200" noProof="0" dirty="0"/>
          </a:p>
        </p:txBody>
      </p:sp>
      <p:sp>
        <p:nvSpPr>
          <p:cNvPr id="56" name="Text Placeholder 18">
            <a:extLst>
              <a:ext uri="{FF2B5EF4-FFF2-40B4-BE49-F238E27FC236}">
                <a16:creationId xmlns:a16="http://schemas.microsoft.com/office/drawing/2014/main" id="{2582EC10-2FF3-FFC9-16CF-1649CB032AF2}"/>
              </a:ext>
            </a:extLst>
          </p:cNvPr>
          <p:cNvSpPr>
            <a:spLocks noGrp="1"/>
          </p:cNvSpPr>
          <p:nvPr>
            <p:custDataLst>
              <p:tags r:id="rId34"/>
            </p:custDataLst>
          </p:nvPr>
        </p:nvSpPr>
        <p:spPr bwMode="auto">
          <a:xfrm>
            <a:off x="11444288" y="5629275"/>
            <a:ext cx="46990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lgn="ctr">
              <a:spcBef>
                <a:spcPct val="0"/>
              </a:spcBef>
              <a:spcAft>
                <a:spcPct val="0"/>
              </a:spcAft>
            </a:pPr>
            <a:fld id="{A84F97C2-9311-4045-8A82-2A1DFD4B31F6}" type="datetime'''''''''''''1''''7'''''''''''''':''''''0''''''0'''">
              <a:rPr lang="en-US" altLang="en-US" sz="1200" smtClean="0">
                <a:effectLst/>
              </a:rPr>
              <a:pPr lvl="0" algn="ctr">
                <a:spcBef>
                  <a:spcPct val="0"/>
                </a:spcBef>
                <a:spcAft>
                  <a:spcPct val="0"/>
                </a:spcAft>
              </a:pPr>
              <a:t>17:00</a:t>
            </a:fld>
            <a:endParaRPr lang="en-US" sz="1200" noProof="0" dirty="0"/>
          </a:p>
        </p:txBody>
      </p:sp>
      <p:sp useBgFill="1">
        <p:nvSpPr>
          <p:cNvPr id="9" name="Text Placeholder 18">
            <a:extLst>
              <a:ext uri="{FF2B5EF4-FFF2-40B4-BE49-F238E27FC236}">
                <a16:creationId xmlns:a16="http://schemas.microsoft.com/office/drawing/2014/main" id="{482CEB33-4066-DF11-4750-9DFADB2F2712}"/>
              </a:ext>
            </a:extLst>
          </p:cNvPr>
          <p:cNvSpPr>
            <a:spLocks noGrp="1"/>
          </p:cNvSpPr>
          <p:nvPr>
            <p:custDataLst>
              <p:tags r:id="rId35"/>
            </p:custDataLst>
          </p:nvPr>
        </p:nvSpPr>
        <p:spPr bwMode="gray">
          <a:xfrm>
            <a:off x="4857750" y="2525714"/>
            <a:ext cx="341313" cy="182563"/>
          </a:xfrm>
          <a:prstGeom prst="rect">
            <a:avLst/>
          </a:prstGeom>
          <a:ln>
            <a:noFill/>
          </a:ln>
          <a:effectLst/>
        </p:spPr>
        <p:txBody>
          <a:bodyPr vert="horz" wrap="none" lIns="25400" tIns="0" rIns="25400" bIns="0" rtlCol="0" anchor="b">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lgn="ctr">
              <a:spcBef>
                <a:spcPct val="0"/>
              </a:spcBef>
              <a:spcAft>
                <a:spcPct val="0"/>
              </a:spcAft>
            </a:pPr>
            <a:fld id="{F8C2F5D9-9373-4634-AF4D-59B81689AC3B}" type="datetime'''''''''''''''''''2''''3''''''''''''''''''''4'">
              <a:rPr lang="en-US" altLang="en-US" sz="1200" smtClean="0">
                <a:effectLst/>
              </a:rPr>
              <a:pPr lvl="0" algn="ctr">
                <a:spcBef>
                  <a:spcPct val="0"/>
                </a:spcBef>
                <a:spcAft>
                  <a:spcPct val="0"/>
                </a:spcAft>
              </a:pPr>
              <a:t>234</a:t>
            </a:fld>
            <a:endParaRPr lang="en-US" sz="1200" noProof="0" dirty="0"/>
          </a:p>
        </p:txBody>
      </p:sp>
      <p:sp useBgFill="1">
        <p:nvSpPr>
          <p:cNvPr id="11" name="Text Placeholder 18">
            <a:extLst>
              <a:ext uri="{FF2B5EF4-FFF2-40B4-BE49-F238E27FC236}">
                <a16:creationId xmlns:a16="http://schemas.microsoft.com/office/drawing/2014/main" id="{201ECFB6-FF4C-D126-0EA3-1035DE31A14B}"/>
              </a:ext>
            </a:extLst>
          </p:cNvPr>
          <p:cNvSpPr>
            <a:spLocks noGrp="1"/>
          </p:cNvSpPr>
          <p:nvPr>
            <p:custDataLst>
              <p:tags r:id="rId36"/>
            </p:custDataLst>
          </p:nvPr>
        </p:nvSpPr>
        <p:spPr bwMode="gray">
          <a:xfrm>
            <a:off x="4857750" y="3867151"/>
            <a:ext cx="341313" cy="182563"/>
          </a:xfrm>
          <a:prstGeom prst="rect">
            <a:avLst/>
          </a:prstGeom>
          <a:ln>
            <a:noFill/>
          </a:ln>
          <a:effectLst/>
        </p:spPr>
        <p:txBody>
          <a:bodyPr vert="horz" wrap="none" lIns="25400" tIns="0" rIns="25400" bIns="0" rtlCol="0" anchor="b">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lgn="ctr">
              <a:spcBef>
                <a:spcPct val="0"/>
              </a:spcBef>
              <a:spcAft>
                <a:spcPct val="0"/>
              </a:spcAft>
            </a:pPr>
            <a:fld id="{44D50846-2E38-4874-8FCD-6B432644B4B8}" type="datetime'''''''''''''''''''''1''''2''''''''''''''0'''''''">
              <a:rPr lang="en-US" altLang="en-US" sz="1200" smtClean="0">
                <a:effectLst/>
              </a:rPr>
              <a:pPr lvl="0" algn="ctr">
                <a:spcBef>
                  <a:spcPct val="0"/>
                </a:spcBef>
                <a:spcAft>
                  <a:spcPct val="0"/>
                </a:spcAft>
              </a:pPr>
              <a:t>120</a:t>
            </a:fld>
            <a:endParaRPr lang="en-US" sz="1200" noProof="0" dirty="0"/>
          </a:p>
        </p:txBody>
      </p:sp>
      <p:sp useBgFill="1">
        <p:nvSpPr>
          <p:cNvPr id="12" name="Text Placeholder 18">
            <a:extLst>
              <a:ext uri="{FF2B5EF4-FFF2-40B4-BE49-F238E27FC236}">
                <a16:creationId xmlns:a16="http://schemas.microsoft.com/office/drawing/2014/main" id="{7C6EE277-9231-5051-F942-840D23CC2A2C}"/>
              </a:ext>
            </a:extLst>
          </p:cNvPr>
          <p:cNvSpPr>
            <a:spLocks noGrp="1"/>
          </p:cNvSpPr>
          <p:nvPr>
            <p:custDataLst>
              <p:tags r:id="rId37"/>
            </p:custDataLst>
          </p:nvPr>
        </p:nvSpPr>
        <p:spPr bwMode="gray">
          <a:xfrm>
            <a:off x="8658225" y="2222501"/>
            <a:ext cx="341313" cy="182563"/>
          </a:xfrm>
          <a:prstGeom prst="rect">
            <a:avLst/>
          </a:prstGeom>
          <a:ln>
            <a:noFill/>
          </a:ln>
          <a:effectLst/>
        </p:spPr>
        <p:txBody>
          <a:bodyPr vert="horz" wrap="none" lIns="25400" tIns="0" rIns="25400" bIns="0" rtlCol="0" anchor="b">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lgn="ctr">
              <a:spcBef>
                <a:spcPct val="0"/>
              </a:spcBef>
              <a:spcAft>
                <a:spcPct val="0"/>
              </a:spcAft>
            </a:pPr>
            <a:fld id="{F42941C3-3019-44C4-9255-F737E955F746}" type="datetime'''''''''''''''''2''''''''''''''5''''''''''''''''''''''9'''">
              <a:rPr lang="en-US" altLang="en-US" sz="1200" smtClean="0">
                <a:effectLst/>
              </a:rPr>
              <a:pPr lvl="0" algn="ctr">
                <a:spcBef>
                  <a:spcPct val="0"/>
                </a:spcBef>
                <a:spcAft>
                  <a:spcPct val="0"/>
                </a:spcAft>
              </a:pPr>
              <a:t>259</a:t>
            </a:fld>
            <a:endParaRPr lang="en-US" sz="1200" noProof="0" dirty="0"/>
          </a:p>
        </p:txBody>
      </p:sp>
      <p:sp>
        <p:nvSpPr>
          <p:cNvPr id="50" name="Text Placeholder 18">
            <a:extLst>
              <a:ext uri="{FF2B5EF4-FFF2-40B4-BE49-F238E27FC236}">
                <a16:creationId xmlns:a16="http://schemas.microsoft.com/office/drawing/2014/main" id="{4DA81E2D-5404-62A4-32F0-6A4EE5EF0029}"/>
              </a:ext>
            </a:extLst>
          </p:cNvPr>
          <p:cNvSpPr>
            <a:spLocks noGrp="1"/>
          </p:cNvSpPr>
          <p:nvPr>
            <p:custDataLst>
              <p:tags r:id="rId38"/>
            </p:custDataLst>
          </p:nvPr>
        </p:nvSpPr>
        <p:spPr bwMode="auto">
          <a:xfrm>
            <a:off x="5743575" y="5629275"/>
            <a:ext cx="46990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lgn="ctr">
              <a:spcBef>
                <a:spcPct val="0"/>
              </a:spcBef>
              <a:spcAft>
                <a:spcPct val="0"/>
              </a:spcAft>
            </a:pPr>
            <a:fld id="{30F0C05A-71AF-46B6-ADE7-4498E9AD3F77}" type="datetime'''1''''''''''''''1'''''''''''''''''':''''''''''0''0'''">
              <a:rPr lang="en-US" altLang="en-US" sz="1200" smtClean="0">
                <a:effectLst/>
              </a:rPr>
              <a:pPr lvl="0" algn="ctr">
                <a:spcBef>
                  <a:spcPct val="0"/>
                </a:spcBef>
                <a:spcAft>
                  <a:spcPct val="0"/>
                </a:spcAft>
              </a:pPr>
              <a:t>11:00</a:t>
            </a:fld>
            <a:endParaRPr lang="en-US" sz="1200" noProof="0" dirty="0"/>
          </a:p>
        </p:txBody>
      </p:sp>
      <p:cxnSp>
        <p:nvCxnSpPr>
          <p:cNvPr id="13" name="Straight Connector 12">
            <a:extLst>
              <a:ext uri="{FF2B5EF4-FFF2-40B4-BE49-F238E27FC236}">
                <a16:creationId xmlns:a16="http://schemas.microsoft.com/office/drawing/2014/main" id="{735A1823-FAEA-C07E-B0C1-B0F2BD0E61CF}"/>
              </a:ext>
            </a:extLst>
          </p:cNvPr>
          <p:cNvCxnSpPr/>
          <p:nvPr>
            <p:custDataLst>
              <p:tags r:id="rId39"/>
            </p:custDataLst>
          </p:nvPr>
        </p:nvCxnSpPr>
        <p:spPr bwMode="gray">
          <a:xfrm>
            <a:off x="4121150" y="6207125"/>
            <a:ext cx="231775" cy="0"/>
          </a:xfrm>
          <a:prstGeom prst="line">
            <a:avLst/>
          </a:prstGeom>
          <a:ln w="19050" cap="rnd" cmpd="sng" algn="ctr">
            <a:solidFill>
              <a:schemeClr val="accent4"/>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57" name="Straight Connector 56">
            <a:extLst>
              <a:ext uri="{FF2B5EF4-FFF2-40B4-BE49-F238E27FC236}">
                <a16:creationId xmlns:a16="http://schemas.microsoft.com/office/drawing/2014/main" id="{BE769E1A-25A7-02A5-0C1C-11A62971B9FA}"/>
              </a:ext>
            </a:extLst>
          </p:cNvPr>
          <p:cNvCxnSpPr/>
          <p:nvPr>
            <p:custDataLst>
              <p:tags r:id="rId40"/>
            </p:custDataLst>
          </p:nvPr>
        </p:nvCxnSpPr>
        <p:spPr bwMode="gray">
          <a:xfrm>
            <a:off x="4932363" y="6207125"/>
            <a:ext cx="231775" cy="0"/>
          </a:xfrm>
          <a:prstGeom prst="line">
            <a:avLst/>
          </a:prstGeom>
          <a:ln w="19050" cap="rnd" cmpd="sng" algn="ctr">
            <a:solidFill>
              <a:schemeClr val="accent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58" name="Straight Connector 57">
            <a:extLst>
              <a:ext uri="{FF2B5EF4-FFF2-40B4-BE49-F238E27FC236}">
                <a16:creationId xmlns:a16="http://schemas.microsoft.com/office/drawing/2014/main" id="{09CC3C1A-D9C5-7CB3-9FD6-71B47F0009FA}"/>
              </a:ext>
            </a:extLst>
          </p:cNvPr>
          <p:cNvCxnSpPr/>
          <p:nvPr>
            <p:custDataLst>
              <p:tags r:id="rId41"/>
            </p:custDataLst>
          </p:nvPr>
        </p:nvCxnSpPr>
        <p:spPr bwMode="gray">
          <a:xfrm>
            <a:off x="5694363" y="6207125"/>
            <a:ext cx="231775" cy="0"/>
          </a:xfrm>
          <a:prstGeom prst="line">
            <a:avLst/>
          </a:prstGeom>
          <a:ln w="19050" cap="rnd" cmpd="sng" algn="ctr">
            <a:solidFill>
              <a:srgbClr val="000000"/>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59" name="Straight Connector 58">
            <a:extLst>
              <a:ext uri="{FF2B5EF4-FFF2-40B4-BE49-F238E27FC236}">
                <a16:creationId xmlns:a16="http://schemas.microsoft.com/office/drawing/2014/main" id="{E7F59C66-5930-2159-7208-F73691993474}"/>
              </a:ext>
            </a:extLst>
          </p:cNvPr>
          <p:cNvCxnSpPr/>
          <p:nvPr>
            <p:custDataLst>
              <p:tags r:id="rId42"/>
            </p:custDataLst>
          </p:nvPr>
        </p:nvCxnSpPr>
        <p:spPr bwMode="gray">
          <a:xfrm>
            <a:off x="6510338" y="6207125"/>
            <a:ext cx="231775" cy="0"/>
          </a:xfrm>
          <a:prstGeom prst="line">
            <a:avLst/>
          </a:prstGeom>
          <a:ln w="19050" cap="rnd" cmpd="sng" algn="ctr">
            <a:solidFill>
              <a:srgbClr val="FFCD00"/>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0" name="Straight Connector 59">
            <a:extLst>
              <a:ext uri="{FF2B5EF4-FFF2-40B4-BE49-F238E27FC236}">
                <a16:creationId xmlns:a16="http://schemas.microsoft.com/office/drawing/2014/main" id="{C23AC451-A262-1A64-B0B3-36BF6758D672}"/>
              </a:ext>
            </a:extLst>
          </p:cNvPr>
          <p:cNvCxnSpPr/>
          <p:nvPr>
            <p:custDataLst>
              <p:tags r:id="rId43"/>
            </p:custDataLst>
          </p:nvPr>
        </p:nvCxnSpPr>
        <p:spPr bwMode="gray">
          <a:xfrm>
            <a:off x="7261225" y="6207125"/>
            <a:ext cx="231775" cy="0"/>
          </a:xfrm>
          <a:prstGeom prst="line">
            <a:avLst/>
          </a:prstGeom>
          <a:ln w="19050" cap="rnd" cmpd="sng" algn="ctr">
            <a:solidFill>
              <a:srgbClr val="DA291C"/>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0" name="Text Placeholder 18">
            <a:extLst>
              <a:ext uri="{FF2B5EF4-FFF2-40B4-BE49-F238E27FC236}">
                <a16:creationId xmlns:a16="http://schemas.microsoft.com/office/drawing/2014/main" id="{CDEB2C1E-3EAB-E60F-9029-5909DE421ABC}"/>
              </a:ext>
            </a:extLst>
          </p:cNvPr>
          <p:cNvSpPr>
            <a:spLocks noGrp="1"/>
          </p:cNvSpPr>
          <p:nvPr>
            <p:custDataLst>
              <p:tags r:id="rId44"/>
            </p:custDataLst>
          </p:nvPr>
        </p:nvSpPr>
        <p:spPr bwMode="auto">
          <a:xfrm>
            <a:off x="4413250" y="6108700"/>
            <a:ext cx="407988"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442FBA93-BD10-4160-815E-6AD56CADC032}" type="datetime'''''''''''A''''''''pr''''''''''''i''''''l'''''''''''''''''''">
              <a:rPr lang="en-US" altLang="en-US" smtClean="0"/>
              <a:pPr/>
              <a:t>April</a:t>
            </a:fld>
            <a:endParaRPr lang="en-US" noProof="0" dirty="0"/>
          </a:p>
        </p:txBody>
      </p:sp>
      <p:sp>
        <p:nvSpPr>
          <p:cNvPr id="39" name="Text Placeholder 18">
            <a:extLst>
              <a:ext uri="{FF2B5EF4-FFF2-40B4-BE49-F238E27FC236}">
                <a16:creationId xmlns:a16="http://schemas.microsoft.com/office/drawing/2014/main" id="{5EBE5C2F-2C17-2904-AF5D-664E12C08B47}"/>
              </a:ext>
            </a:extLst>
          </p:cNvPr>
          <p:cNvSpPr>
            <a:spLocks noGrp="1"/>
          </p:cNvSpPr>
          <p:nvPr>
            <p:custDataLst>
              <p:tags r:id="rId45"/>
            </p:custDataLst>
          </p:nvPr>
        </p:nvSpPr>
        <p:spPr bwMode="auto">
          <a:xfrm>
            <a:off x="5224463" y="6108700"/>
            <a:ext cx="358775"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9693EFED-5266-4596-9B8F-0D3CF88E1F52}" type="datetime'''''''''''''''''''''M''''''''a''''''''''''''''''y'''''''''''">
              <a:rPr lang="en-US" altLang="en-US" smtClean="0"/>
              <a:pPr/>
              <a:t>May</a:t>
            </a:fld>
            <a:endParaRPr lang="en-US" noProof="0" dirty="0"/>
          </a:p>
        </p:txBody>
      </p:sp>
      <p:sp>
        <p:nvSpPr>
          <p:cNvPr id="40" name="Text Placeholder 18">
            <a:extLst>
              <a:ext uri="{FF2B5EF4-FFF2-40B4-BE49-F238E27FC236}">
                <a16:creationId xmlns:a16="http://schemas.microsoft.com/office/drawing/2014/main" id="{9EF0E8BD-1214-2645-B073-66F5E5843E5B}"/>
              </a:ext>
            </a:extLst>
          </p:cNvPr>
          <p:cNvSpPr>
            <a:spLocks noGrp="1"/>
          </p:cNvSpPr>
          <p:nvPr>
            <p:custDataLst>
              <p:tags r:id="rId46"/>
            </p:custDataLst>
          </p:nvPr>
        </p:nvSpPr>
        <p:spPr bwMode="auto">
          <a:xfrm>
            <a:off x="5986463" y="6108700"/>
            <a:ext cx="412750"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46965E39-2FE8-41C3-A089-008DBE3B3859}" type="datetime'''J''''''''''u''n''''''''''''''''''''''''''''''''''''e'''''''">
              <a:rPr lang="en-US" altLang="en-US" smtClean="0"/>
              <a:pPr/>
              <a:t>June</a:t>
            </a:fld>
            <a:endParaRPr lang="en-US" noProof="0" dirty="0"/>
          </a:p>
        </p:txBody>
      </p:sp>
      <p:sp>
        <p:nvSpPr>
          <p:cNvPr id="41" name="Text Placeholder 18">
            <a:extLst>
              <a:ext uri="{FF2B5EF4-FFF2-40B4-BE49-F238E27FC236}">
                <a16:creationId xmlns:a16="http://schemas.microsoft.com/office/drawing/2014/main" id="{2F63312E-4814-2FCA-E989-B6FBDB7CA410}"/>
              </a:ext>
            </a:extLst>
          </p:cNvPr>
          <p:cNvSpPr>
            <a:spLocks noGrp="1"/>
          </p:cNvSpPr>
          <p:nvPr>
            <p:custDataLst>
              <p:tags r:id="rId47"/>
            </p:custDataLst>
          </p:nvPr>
        </p:nvSpPr>
        <p:spPr bwMode="auto">
          <a:xfrm>
            <a:off x="6802438" y="6108700"/>
            <a:ext cx="34766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23F534FE-B51B-4EF9-83F1-E6D2FEB830D4}" type="datetime'''''J''''''''''u''''''''''''''''l''''''y'''''''''''''''''">
              <a:rPr lang="en-US" altLang="en-US" smtClean="0"/>
              <a:pPr/>
              <a:t>July</a:t>
            </a:fld>
            <a:endParaRPr lang="en-US" noProof="0" dirty="0"/>
          </a:p>
        </p:txBody>
      </p:sp>
      <p:sp>
        <p:nvSpPr>
          <p:cNvPr id="42" name="Text Placeholder 18">
            <a:extLst>
              <a:ext uri="{FF2B5EF4-FFF2-40B4-BE49-F238E27FC236}">
                <a16:creationId xmlns:a16="http://schemas.microsoft.com/office/drawing/2014/main" id="{6DE044CA-9AF6-DC58-E2CE-2FDB39B16C66}"/>
              </a:ext>
            </a:extLst>
          </p:cNvPr>
          <p:cNvSpPr>
            <a:spLocks noGrp="1"/>
          </p:cNvSpPr>
          <p:nvPr>
            <p:custDataLst>
              <p:tags r:id="rId48"/>
            </p:custDataLst>
          </p:nvPr>
        </p:nvSpPr>
        <p:spPr bwMode="auto">
          <a:xfrm>
            <a:off x="7553325" y="6108700"/>
            <a:ext cx="619125"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3A15A1CD-4C63-4FE5-8E24-C13BB99D7171}" type="datetime'''''''A''u''''''''''''''g''u''s''''''''''''t'">
              <a:rPr lang="en-US" altLang="en-US" smtClean="0"/>
              <a:pPr/>
              <a:t>August</a:t>
            </a:fld>
            <a:endParaRPr lang="en-US" noProof="0" dirty="0"/>
          </a:p>
        </p:txBody>
      </p:sp>
      <p:cxnSp>
        <p:nvCxnSpPr>
          <p:cNvPr id="328" name="Straight Arrow Connector 327">
            <a:extLst>
              <a:ext uri="{FF2B5EF4-FFF2-40B4-BE49-F238E27FC236}">
                <a16:creationId xmlns:a16="http://schemas.microsoft.com/office/drawing/2014/main" id="{85A25165-BDF3-D5AC-EB25-28CAAD805EA9}"/>
              </a:ext>
            </a:extLst>
          </p:cNvPr>
          <p:cNvCxnSpPr>
            <a:cxnSpLocks/>
          </p:cNvCxnSpPr>
          <p:nvPr/>
        </p:nvCxnSpPr>
        <p:spPr>
          <a:xfrm>
            <a:off x="1293813" y="5919567"/>
            <a:ext cx="10416851" cy="1188"/>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26" name="Rectangle 325">
            <a:extLst>
              <a:ext uri="{FF2B5EF4-FFF2-40B4-BE49-F238E27FC236}">
                <a16:creationId xmlns:a16="http://schemas.microsoft.com/office/drawing/2014/main" id="{3CEEFEE3-E67C-3394-152B-8EA060626DC2}"/>
              </a:ext>
            </a:extLst>
          </p:cNvPr>
          <p:cNvSpPr/>
          <p:nvPr/>
        </p:nvSpPr>
        <p:spPr bwMode="gray">
          <a:xfrm>
            <a:off x="5262563" y="5798829"/>
            <a:ext cx="1591599" cy="238124"/>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t>Time (Hours)</a:t>
            </a:r>
          </a:p>
        </p:txBody>
      </p:sp>
      <p:cxnSp>
        <p:nvCxnSpPr>
          <p:cNvPr id="333" name="Straight Arrow Connector 332">
            <a:extLst>
              <a:ext uri="{FF2B5EF4-FFF2-40B4-BE49-F238E27FC236}">
                <a16:creationId xmlns:a16="http://schemas.microsoft.com/office/drawing/2014/main" id="{9C716DAF-2225-82C9-1B60-F50B060360DB}"/>
              </a:ext>
            </a:extLst>
          </p:cNvPr>
          <p:cNvCxnSpPr>
            <a:cxnSpLocks/>
          </p:cNvCxnSpPr>
          <p:nvPr/>
        </p:nvCxnSpPr>
        <p:spPr>
          <a:xfrm flipV="1">
            <a:off x="502047" y="1328889"/>
            <a:ext cx="0" cy="4482949"/>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36" name="Rectangle 335">
            <a:extLst>
              <a:ext uri="{FF2B5EF4-FFF2-40B4-BE49-F238E27FC236}">
                <a16:creationId xmlns:a16="http://schemas.microsoft.com/office/drawing/2014/main" id="{E0E06CA7-67CF-0374-5800-8D69E34DC3B7}"/>
              </a:ext>
            </a:extLst>
          </p:cNvPr>
          <p:cNvSpPr/>
          <p:nvPr/>
        </p:nvSpPr>
        <p:spPr bwMode="gray">
          <a:xfrm rot="16200000">
            <a:off x="-1496883" y="3302544"/>
            <a:ext cx="3977622" cy="405101"/>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t>Short term Power Purchase + Load Shedding (Solar Opportunity) (MW)</a:t>
            </a:r>
          </a:p>
        </p:txBody>
      </p:sp>
    </p:spTree>
    <p:extLst>
      <p:ext uri="{BB962C8B-B14F-4D97-AF65-F5344CB8AC3E}">
        <p14:creationId xmlns:p14="http://schemas.microsoft.com/office/powerpoint/2010/main" val="1009060927"/>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Rows of solar panels">
            <a:extLst>
              <a:ext uri="{FF2B5EF4-FFF2-40B4-BE49-F238E27FC236}">
                <a16:creationId xmlns:a16="http://schemas.microsoft.com/office/drawing/2014/main" id="{01C8141A-D76F-E042-0D27-C3043A525856}"/>
              </a:ext>
            </a:extLst>
          </p:cNvPr>
          <p:cNvPicPr>
            <a:picLocks noChangeAspect="1"/>
          </p:cNvPicPr>
          <p:nvPr/>
        </p:nvPicPr>
        <p:blipFill>
          <a:blip r:embed="rId3"/>
          <a:stretch>
            <a:fillRect/>
          </a:stretch>
        </p:blipFill>
        <p:spPr>
          <a:xfrm>
            <a:off x="0" y="0"/>
            <a:ext cx="12192000" cy="6858000"/>
          </a:xfrm>
          <a:prstGeom prst="rect">
            <a:avLst/>
          </a:prstGeom>
        </p:spPr>
      </p:pic>
      <p:graphicFrame>
        <p:nvGraphicFramePr>
          <p:cNvPr id="6" name="Object 5" hidden="1">
            <a:extLst>
              <a:ext uri="{FF2B5EF4-FFF2-40B4-BE49-F238E27FC236}">
                <a16:creationId xmlns:a16="http://schemas.microsoft.com/office/drawing/2014/main" id="{4A402D40-8287-40F9-A2AE-8CA3AE2A4B97}"/>
              </a:ext>
            </a:extLst>
          </p:cNvPr>
          <p:cNvGraphicFramePr>
            <a:graphicFrameLocks noChangeAspect="1"/>
          </p:cNvGraphicFramePr>
          <p:nvPr>
            <p:custDataLst>
              <p:tags r:id="rId1"/>
            </p:custDataLst>
            <p:extLst>
              <p:ext uri="{D42A27DB-BD31-4B8C-83A1-F6EECF244321}">
                <p14:modId xmlns:p14="http://schemas.microsoft.com/office/powerpoint/2010/main" val="402571893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98" imgH="499" progId="TCLayout.ActiveDocument.1">
                  <p:embed/>
                </p:oleObj>
              </mc:Choice>
              <mc:Fallback>
                <p:oleObj name="think-cell Slide" r:id="rId4" imgW="498" imgH="499" progId="TCLayout.ActiveDocument.1">
                  <p:embed/>
                  <p:pic>
                    <p:nvPicPr>
                      <p:cNvPr id="6" name="Object 5" hidden="1">
                        <a:extLst>
                          <a:ext uri="{FF2B5EF4-FFF2-40B4-BE49-F238E27FC236}">
                            <a16:creationId xmlns:a16="http://schemas.microsoft.com/office/drawing/2014/main" id="{4A402D40-8287-40F9-A2AE-8CA3AE2A4B9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F3174803-1F67-4D25-B30A-FCA299D6C20F}"/>
              </a:ext>
            </a:extLst>
          </p:cNvPr>
          <p:cNvSpPr>
            <a:spLocks noGrp="1"/>
          </p:cNvSpPr>
          <p:nvPr>
            <p:ph type="title"/>
          </p:nvPr>
        </p:nvSpPr>
        <p:spPr>
          <a:xfrm>
            <a:off x="157182" y="2903102"/>
            <a:ext cx="11252200" cy="692151"/>
          </a:xfrm>
        </p:spPr>
        <p:txBody>
          <a:bodyPr vert="horz"/>
          <a:lstStyle/>
          <a:p>
            <a:pPr marL="990600" indent="-990600"/>
            <a:r>
              <a:rPr lang="en-US" sz="2800" dirty="0">
                <a:solidFill>
                  <a:schemeClr val="bg1"/>
                </a:solidFill>
              </a:rPr>
              <a:t>Day-wise Hourly Solar Opportunity</a:t>
            </a:r>
            <a:endParaRPr lang="en-US" i="0" dirty="0">
              <a:solidFill>
                <a:schemeClr val="bg1"/>
              </a:solidFill>
            </a:endParaRPr>
          </a:p>
        </p:txBody>
      </p:sp>
      <p:cxnSp>
        <p:nvCxnSpPr>
          <p:cNvPr id="8" name="Straight Connector 7">
            <a:extLst>
              <a:ext uri="{FF2B5EF4-FFF2-40B4-BE49-F238E27FC236}">
                <a16:creationId xmlns:a16="http://schemas.microsoft.com/office/drawing/2014/main" id="{784C1C03-CAB1-4AA6-8518-B87142FB9A78}"/>
              </a:ext>
            </a:extLst>
          </p:cNvPr>
          <p:cNvCxnSpPr/>
          <p:nvPr/>
        </p:nvCxnSpPr>
        <p:spPr>
          <a:xfrm>
            <a:off x="157182" y="3595253"/>
            <a:ext cx="11691257" cy="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557378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F53E3122-8B80-4B2B-9425-C97F9D1809CD}"/>
              </a:ext>
            </a:extLst>
          </p:cNvPr>
          <p:cNvGraphicFramePr>
            <a:graphicFrameLocks noChangeAspect="1"/>
          </p:cNvGraphicFramePr>
          <p:nvPr>
            <p:custDataLst>
              <p:tags r:id="rId1"/>
            </p:custDataLst>
            <p:extLst>
              <p:ext uri="{D42A27DB-BD31-4B8C-83A1-F6EECF244321}">
                <p14:modId xmlns:p14="http://schemas.microsoft.com/office/powerpoint/2010/main" val="246469890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6" imgW="415" imgH="416" progId="TCLayout.ActiveDocument.1">
                  <p:embed/>
                </p:oleObj>
              </mc:Choice>
              <mc:Fallback>
                <p:oleObj name="think-cell Slide" r:id="rId76" imgW="415" imgH="416" progId="TCLayout.ActiveDocument.1">
                  <p:embed/>
                  <p:pic>
                    <p:nvPicPr>
                      <p:cNvPr id="6" name="Object 5" hidden="1">
                        <a:extLst>
                          <a:ext uri="{FF2B5EF4-FFF2-40B4-BE49-F238E27FC236}">
                            <a16:creationId xmlns:a16="http://schemas.microsoft.com/office/drawing/2014/main" id="{F53E3122-8B80-4B2B-9425-C97F9D1809CD}"/>
                          </a:ext>
                        </a:extLst>
                      </p:cNvPr>
                      <p:cNvPicPr/>
                      <p:nvPr/>
                    </p:nvPicPr>
                    <p:blipFill>
                      <a:blip r:embed="rId77"/>
                      <a:stretch>
                        <a:fillRect/>
                      </a:stretch>
                    </p:blipFill>
                    <p:spPr>
                      <a:xfrm>
                        <a:off x="1588" y="1588"/>
                        <a:ext cx="1588" cy="1588"/>
                      </a:xfrm>
                      <a:prstGeom prst="rect">
                        <a:avLst/>
                      </a:prstGeom>
                    </p:spPr>
                  </p:pic>
                </p:oleObj>
              </mc:Fallback>
            </mc:AlternateContent>
          </a:graphicData>
        </a:graphic>
      </p:graphicFrame>
      <p:sp>
        <p:nvSpPr>
          <p:cNvPr id="3" name="Title 2"/>
          <p:cNvSpPr>
            <a:spLocks noGrp="1"/>
          </p:cNvSpPr>
          <p:nvPr>
            <p:ph type="title"/>
          </p:nvPr>
        </p:nvSpPr>
        <p:spPr>
          <a:xfrm>
            <a:off x="555170" y="266401"/>
            <a:ext cx="11166932" cy="347321"/>
          </a:xfrm>
        </p:spPr>
        <p:txBody>
          <a:bodyPr vert="horz"/>
          <a:lstStyle/>
          <a:p>
            <a:r>
              <a:rPr lang="en-US" b="1" dirty="0"/>
              <a:t>April 2023 –Hourly </a:t>
            </a:r>
            <a:r>
              <a:rPr lang="en-US" dirty="0"/>
              <a:t>Short Term Procurement + Load Shedding during Solar Hours</a:t>
            </a:r>
            <a:endParaRPr lang="en-US" sz="1800" b="1" dirty="0"/>
          </a:p>
        </p:txBody>
      </p:sp>
      <p:cxnSp>
        <p:nvCxnSpPr>
          <p:cNvPr id="34" name="Straight Connector 33">
            <a:extLst>
              <a:ext uri="{FF2B5EF4-FFF2-40B4-BE49-F238E27FC236}">
                <a16:creationId xmlns:a16="http://schemas.microsoft.com/office/drawing/2014/main" id="{C64B3BBE-2752-0F5F-6AA3-836BA91F095C}"/>
              </a:ext>
            </a:extLst>
          </p:cNvPr>
          <p:cNvCxnSpPr/>
          <p:nvPr/>
        </p:nvCxnSpPr>
        <p:spPr>
          <a:xfrm flipV="1">
            <a:off x="410491" y="649363"/>
            <a:ext cx="11196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graphicFrame>
        <p:nvGraphicFramePr>
          <p:cNvPr id="9" name="Chart 8">
            <a:extLst>
              <a:ext uri="{FF2B5EF4-FFF2-40B4-BE49-F238E27FC236}">
                <a16:creationId xmlns:a16="http://schemas.microsoft.com/office/drawing/2014/main" id="{3196D86F-9A3E-BEEA-7784-5F2BC4AE4BB0}"/>
              </a:ext>
            </a:extLst>
          </p:cNvPr>
          <p:cNvGraphicFramePr/>
          <p:nvPr>
            <p:custDataLst>
              <p:tags r:id="rId2"/>
            </p:custDataLst>
            <p:extLst>
              <p:ext uri="{D42A27DB-BD31-4B8C-83A1-F6EECF244321}">
                <p14:modId xmlns:p14="http://schemas.microsoft.com/office/powerpoint/2010/main" val="4257881657"/>
              </p:ext>
            </p:extLst>
          </p:nvPr>
        </p:nvGraphicFramePr>
        <p:xfrm>
          <a:off x="669925" y="663575"/>
          <a:ext cx="11091863" cy="5046663"/>
        </p:xfrm>
        <a:graphic>
          <a:graphicData uri="http://schemas.openxmlformats.org/drawingml/2006/chart">
            <c:chart xmlns:c="http://schemas.openxmlformats.org/drawingml/2006/chart" xmlns:r="http://schemas.openxmlformats.org/officeDocument/2006/relationships" r:id="rId78"/>
          </a:graphicData>
        </a:graphic>
      </p:graphicFrame>
      <p:sp>
        <p:nvSpPr>
          <p:cNvPr id="45" name="Text Placeholder 18">
            <a:extLst>
              <a:ext uri="{FF2B5EF4-FFF2-40B4-BE49-F238E27FC236}">
                <a16:creationId xmlns:a16="http://schemas.microsoft.com/office/drawing/2014/main" id="{10749C61-692F-50F3-8EA7-C4AB00E2CCD4}"/>
              </a:ext>
            </a:extLst>
          </p:cNvPr>
          <p:cNvSpPr>
            <a:spLocks noGrp="1"/>
          </p:cNvSpPr>
          <p:nvPr>
            <p:custDataLst>
              <p:tags r:id="rId3"/>
            </p:custDataLst>
          </p:nvPr>
        </p:nvSpPr>
        <p:spPr bwMode="auto">
          <a:xfrm>
            <a:off x="992188" y="5629275"/>
            <a:ext cx="46990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lgn="ctr">
              <a:spcBef>
                <a:spcPct val="0"/>
              </a:spcBef>
              <a:spcAft>
                <a:spcPct val="0"/>
              </a:spcAft>
            </a:pPr>
            <a:fld id="{7F2E54F1-1430-478C-976F-56960AD7EB92}" type="datetime'''06'''''''''':''''''''''''0''''''''''''''''''''''''0'''">
              <a:rPr lang="en-US" altLang="en-US" sz="1200" smtClean="0">
                <a:effectLst/>
              </a:rPr>
              <a:pPr lvl="0" algn="ctr">
                <a:spcBef>
                  <a:spcPct val="0"/>
                </a:spcBef>
                <a:spcAft>
                  <a:spcPct val="0"/>
                </a:spcAft>
              </a:pPr>
              <a:t>06:00</a:t>
            </a:fld>
            <a:endParaRPr lang="en-US" sz="1200" noProof="0" dirty="0"/>
          </a:p>
        </p:txBody>
      </p:sp>
      <p:sp>
        <p:nvSpPr>
          <p:cNvPr id="46" name="Text Placeholder 18">
            <a:extLst>
              <a:ext uri="{FF2B5EF4-FFF2-40B4-BE49-F238E27FC236}">
                <a16:creationId xmlns:a16="http://schemas.microsoft.com/office/drawing/2014/main" id="{FB914D80-C1CE-2574-C74F-FC295BA50CAF}"/>
              </a:ext>
            </a:extLst>
          </p:cNvPr>
          <p:cNvSpPr>
            <a:spLocks noGrp="1"/>
          </p:cNvSpPr>
          <p:nvPr>
            <p:custDataLst>
              <p:tags r:id="rId4"/>
            </p:custDataLst>
          </p:nvPr>
        </p:nvSpPr>
        <p:spPr bwMode="auto">
          <a:xfrm>
            <a:off x="1943100" y="5629275"/>
            <a:ext cx="46990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lgn="ctr">
              <a:spcBef>
                <a:spcPct val="0"/>
              </a:spcBef>
              <a:spcAft>
                <a:spcPct val="0"/>
              </a:spcAft>
            </a:pPr>
            <a:fld id="{5CC5A4B3-DCD5-4233-91D8-C45571C9E304}" type="datetime'''''''''''07'''''''''''''''''''''''''''''''''''''':0''''0'''">
              <a:rPr lang="en-US" altLang="en-US" sz="1200" smtClean="0">
                <a:effectLst/>
              </a:rPr>
              <a:pPr lvl="0" algn="ctr">
                <a:spcBef>
                  <a:spcPct val="0"/>
                </a:spcBef>
                <a:spcAft>
                  <a:spcPct val="0"/>
                </a:spcAft>
              </a:pPr>
              <a:t>07:00</a:t>
            </a:fld>
            <a:endParaRPr lang="en-US" sz="1200" noProof="0" dirty="0"/>
          </a:p>
        </p:txBody>
      </p:sp>
      <p:sp>
        <p:nvSpPr>
          <p:cNvPr id="47" name="Text Placeholder 18">
            <a:extLst>
              <a:ext uri="{FF2B5EF4-FFF2-40B4-BE49-F238E27FC236}">
                <a16:creationId xmlns:a16="http://schemas.microsoft.com/office/drawing/2014/main" id="{D29E33F6-E35F-1F23-123A-9AD3894376D1}"/>
              </a:ext>
            </a:extLst>
          </p:cNvPr>
          <p:cNvSpPr>
            <a:spLocks noGrp="1"/>
          </p:cNvSpPr>
          <p:nvPr>
            <p:custDataLst>
              <p:tags r:id="rId5"/>
            </p:custDataLst>
          </p:nvPr>
        </p:nvSpPr>
        <p:spPr bwMode="auto">
          <a:xfrm>
            <a:off x="2892425" y="5629275"/>
            <a:ext cx="46990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lgn="ctr">
              <a:spcBef>
                <a:spcPct val="0"/>
              </a:spcBef>
              <a:spcAft>
                <a:spcPct val="0"/>
              </a:spcAft>
            </a:pPr>
            <a:fld id="{740D415A-A508-421C-A433-EB2517B49DF4}" type="datetime'0''''''''''8'''''''''''''''''':''''''''''''''''00'''''''''">
              <a:rPr lang="en-US" altLang="en-US" sz="1200" smtClean="0">
                <a:effectLst/>
              </a:rPr>
              <a:pPr lvl="0" algn="ctr">
                <a:spcBef>
                  <a:spcPct val="0"/>
                </a:spcBef>
                <a:spcAft>
                  <a:spcPct val="0"/>
                </a:spcAft>
              </a:pPr>
              <a:t>08:00</a:t>
            </a:fld>
            <a:endParaRPr lang="en-US" sz="1200" noProof="0" dirty="0"/>
          </a:p>
        </p:txBody>
      </p:sp>
      <p:sp>
        <p:nvSpPr>
          <p:cNvPr id="48" name="Text Placeholder 18">
            <a:extLst>
              <a:ext uri="{FF2B5EF4-FFF2-40B4-BE49-F238E27FC236}">
                <a16:creationId xmlns:a16="http://schemas.microsoft.com/office/drawing/2014/main" id="{49531A69-3DD3-1BD9-F5AD-FA8C45EA33E1}"/>
              </a:ext>
            </a:extLst>
          </p:cNvPr>
          <p:cNvSpPr>
            <a:spLocks noGrp="1"/>
          </p:cNvSpPr>
          <p:nvPr>
            <p:custDataLst>
              <p:tags r:id="rId6"/>
            </p:custDataLst>
          </p:nvPr>
        </p:nvSpPr>
        <p:spPr bwMode="auto">
          <a:xfrm>
            <a:off x="3843338" y="5629275"/>
            <a:ext cx="46990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lgn="ctr">
              <a:spcBef>
                <a:spcPct val="0"/>
              </a:spcBef>
              <a:spcAft>
                <a:spcPct val="0"/>
              </a:spcAft>
            </a:pPr>
            <a:fld id="{71E70D54-645D-491A-A19F-2D2A78D7D170}" type="datetime'''''09'''':0''0'''''''''''''''''''''''''">
              <a:rPr lang="en-US" altLang="en-US" sz="1200" smtClean="0">
                <a:effectLst/>
              </a:rPr>
              <a:pPr lvl="0" algn="ctr">
                <a:spcBef>
                  <a:spcPct val="0"/>
                </a:spcBef>
                <a:spcAft>
                  <a:spcPct val="0"/>
                </a:spcAft>
              </a:pPr>
              <a:t>09:00</a:t>
            </a:fld>
            <a:endParaRPr lang="en-US" sz="1200" noProof="0" dirty="0"/>
          </a:p>
        </p:txBody>
      </p:sp>
      <p:sp>
        <p:nvSpPr>
          <p:cNvPr id="49" name="Text Placeholder 18">
            <a:extLst>
              <a:ext uri="{FF2B5EF4-FFF2-40B4-BE49-F238E27FC236}">
                <a16:creationId xmlns:a16="http://schemas.microsoft.com/office/drawing/2014/main" id="{26E37660-BDCA-6B16-E2DB-10033B6DDBC0}"/>
              </a:ext>
            </a:extLst>
          </p:cNvPr>
          <p:cNvSpPr>
            <a:spLocks noGrp="1"/>
          </p:cNvSpPr>
          <p:nvPr>
            <p:custDataLst>
              <p:tags r:id="rId7"/>
            </p:custDataLst>
          </p:nvPr>
        </p:nvSpPr>
        <p:spPr bwMode="auto">
          <a:xfrm>
            <a:off x="4792663" y="5629275"/>
            <a:ext cx="46990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lgn="ctr">
              <a:spcBef>
                <a:spcPct val="0"/>
              </a:spcBef>
              <a:spcAft>
                <a:spcPct val="0"/>
              </a:spcAft>
            </a:pPr>
            <a:fld id="{CFC882B1-5034-4156-9781-3758295E6F7E}" type="datetime'''''1''0'':''''''''''0''''''''''''''0'''''''''''''''''''">
              <a:rPr lang="en-US" altLang="en-US" sz="1200" smtClean="0">
                <a:effectLst/>
              </a:rPr>
              <a:pPr lvl="0" algn="ctr">
                <a:spcBef>
                  <a:spcPct val="0"/>
                </a:spcBef>
                <a:spcAft>
                  <a:spcPct val="0"/>
                </a:spcAft>
              </a:pPr>
              <a:t>10:00</a:t>
            </a:fld>
            <a:endParaRPr lang="en-US" sz="1200" noProof="0" dirty="0"/>
          </a:p>
        </p:txBody>
      </p:sp>
      <p:sp>
        <p:nvSpPr>
          <p:cNvPr id="50" name="Text Placeholder 18">
            <a:extLst>
              <a:ext uri="{FF2B5EF4-FFF2-40B4-BE49-F238E27FC236}">
                <a16:creationId xmlns:a16="http://schemas.microsoft.com/office/drawing/2014/main" id="{4DA81E2D-5404-62A4-32F0-6A4EE5EF0029}"/>
              </a:ext>
            </a:extLst>
          </p:cNvPr>
          <p:cNvSpPr>
            <a:spLocks noGrp="1"/>
          </p:cNvSpPr>
          <p:nvPr>
            <p:custDataLst>
              <p:tags r:id="rId8"/>
            </p:custDataLst>
          </p:nvPr>
        </p:nvSpPr>
        <p:spPr bwMode="auto">
          <a:xfrm>
            <a:off x="5743575" y="5629275"/>
            <a:ext cx="46990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lgn="ctr">
              <a:spcBef>
                <a:spcPct val="0"/>
              </a:spcBef>
              <a:spcAft>
                <a:spcPct val="0"/>
              </a:spcAft>
            </a:pPr>
            <a:fld id="{30F0C05A-71AF-46B6-ADE7-4498E9AD3F77}" type="datetime'''1''''''''''''''1'''''''''''''''''':''''''''''0''0'''">
              <a:rPr lang="en-US" altLang="en-US" sz="1200" smtClean="0">
                <a:effectLst/>
              </a:rPr>
              <a:pPr lvl="0" algn="ctr">
                <a:spcBef>
                  <a:spcPct val="0"/>
                </a:spcBef>
                <a:spcAft>
                  <a:spcPct val="0"/>
                </a:spcAft>
              </a:pPr>
              <a:t>11:00</a:t>
            </a:fld>
            <a:endParaRPr lang="en-US" sz="1200" noProof="0" dirty="0"/>
          </a:p>
        </p:txBody>
      </p:sp>
      <p:sp>
        <p:nvSpPr>
          <p:cNvPr id="51" name="Text Placeholder 18">
            <a:extLst>
              <a:ext uri="{FF2B5EF4-FFF2-40B4-BE49-F238E27FC236}">
                <a16:creationId xmlns:a16="http://schemas.microsoft.com/office/drawing/2014/main" id="{7770E69B-88FD-46DC-C2E9-BB2F7F3A7AA5}"/>
              </a:ext>
            </a:extLst>
          </p:cNvPr>
          <p:cNvSpPr>
            <a:spLocks noGrp="1"/>
          </p:cNvSpPr>
          <p:nvPr>
            <p:custDataLst>
              <p:tags r:id="rId9"/>
            </p:custDataLst>
          </p:nvPr>
        </p:nvSpPr>
        <p:spPr bwMode="auto">
          <a:xfrm>
            <a:off x="6692900" y="5629275"/>
            <a:ext cx="46990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lgn="ctr">
              <a:spcBef>
                <a:spcPct val="0"/>
              </a:spcBef>
              <a:spcAft>
                <a:spcPct val="0"/>
              </a:spcAft>
            </a:pPr>
            <a:fld id="{0589EDEF-78AC-47FE-97A2-BA5F2C70402D}" type="datetime'''''''''''''12'''''''''''':''''''''''''''0''0'''''''">
              <a:rPr lang="en-US" altLang="en-US" sz="1200" smtClean="0">
                <a:effectLst/>
              </a:rPr>
              <a:pPr lvl="0" algn="ctr">
                <a:spcBef>
                  <a:spcPct val="0"/>
                </a:spcBef>
                <a:spcAft>
                  <a:spcPct val="0"/>
                </a:spcAft>
              </a:pPr>
              <a:t>12:00</a:t>
            </a:fld>
            <a:endParaRPr lang="en-US" sz="1200" noProof="0" dirty="0"/>
          </a:p>
        </p:txBody>
      </p:sp>
      <p:sp>
        <p:nvSpPr>
          <p:cNvPr id="52" name="Text Placeholder 18">
            <a:extLst>
              <a:ext uri="{FF2B5EF4-FFF2-40B4-BE49-F238E27FC236}">
                <a16:creationId xmlns:a16="http://schemas.microsoft.com/office/drawing/2014/main" id="{DA292A27-FC91-0D18-A539-815019F2C28F}"/>
              </a:ext>
            </a:extLst>
          </p:cNvPr>
          <p:cNvSpPr>
            <a:spLocks noGrp="1"/>
          </p:cNvSpPr>
          <p:nvPr>
            <p:custDataLst>
              <p:tags r:id="rId10"/>
            </p:custDataLst>
          </p:nvPr>
        </p:nvSpPr>
        <p:spPr bwMode="auto">
          <a:xfrm>
            <a:off x="7643813" y="5629275"/>
            <a:ext cx="46990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lgn="ctr">
              <a:spcBef>
                <a:spcPct val="0"/>
              </a:spcBef>
              <a:spcAft>
                <a:spcPct val="0"/>
              </a:spcAft>
            </a:pPr>
            <a:fld id="{CE306EF1-53EF-4E12-A0CE-A1075EF3EC0C}" type="datetime'''''''1''''''3'''':''''''0''0'''''''''''''''''''''''''''''''">
              <a:rPr lang="en-US" altLang="en-US" sz="1200" smtClean="0">
                <a:effectLst/>
              </a:rPr>
              <a:pPr lvl="0" algn="ctr">
                <a:spcBef>
                  <a:spcPct val="0"/>
                </a:spcBef>
                <a:spcAft>
                  <a:spcPct val="0"/>
                </a:spcAft>
              </a:pPr>
              <a:t>13:00</a:t>
            </a:fld>
            <a:endParaRPr lang="en-US" sz="1200" noProof="0" dirty="0"/>
          </a:p>
        </p:txBody>
      </p:sp>
      <p:sp>
        <p:nvSpPr>
          <p:cNvPr id="53" name="Text Placeholder 18">
            <a:extLst>
              <a:ext uri="{FF2B5EF4-FFF2-40B4-BE49-F238E27FC236}">
                <a16:creationId xmlns:a16="http://schemas.microsoft.com/office/drawing/2014/main" id="{91320403-A3E4-172B-DA62-A3A631952F08}"/>
              </a:ext>
            </a:extLst>
          </p:cNvPr>
          <p:cNvSpPr>
            <a:spLocks noGrp="1"/>
          </p:cNvSpPr>
          <p:nvPr>
            <p:custDataLst>
              <p:tags r:id="rId11"/>
            </p:custDataLst>
          </p:nvPr>
        </p:nvSpPr>
        <p:spPr bwMode="auto">
          <a:xfrm>
            <a:off x="8593138" y="5629275"/>
            <a:ext cx="46990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lgn="ctr">
              <a:spcBef>
                <a:spcPct val="0"/>
              </a:spcBef>
              <a:spcAft>
                <a:spcPct val="0"/>
              </a:spcAft>
            </a:pPr>
            <a:fld id="{1426020F-0925-4F2E-9613-D4ECBF17E27D}" type="datetime'''1''''''''4'':''''''''''0''''0'''''">
              <a:rPr lang="en-US" altLang="en-US" sz="1200" smtClean="0">
                <a:effectLst/>
              </a:rPr>
              <a:pPr lvl="0" algn="ctr">
                <a:spcBef>
                  <a:spcPct val="0"/>
                </a:spcBef>
                <a:spcAft>
                  <a:spcPct val="0"/>
                </a:spcAft>
              </a:pPr>
              <a:t>14:00</a:t>
            </a:fld>
            <a:endParaRPr lang="en-US" sz="1200" noProof="0" dirty="0"/>
          </a:p>
        </p:txBody>
      </p:sp>
      <p:sp>
        <p:nvSpPr>
          <p:cNvPr id="54" name="Text Placeholder 18">
            <a:extLst>
              <a:ext uri="{FF2B5EF4-FFF2-40B4-BE49-F238E27FC236}">
                <a16:creationId xmlns:a16="http://schemas.microsoft.com/office/drawing/2014/main" id="{1B8579CE-66EC-C29B-1CDB-CF5A90172715}"/>
              </a:ext>
            </a:extLst>
          </p:cNvPr>
          <p:cNvSpPr>
            <a:spLocks noGrp="1"/>
          </p:cNvSpPr>
          <p:nvPr>
            <p:custDataLst>
              <p:tags r:id="rId12"/>
            </p:custDataLst>
          </p:nvPr>
        </p:nvSpPr>
        <p:spPr bwMode="auto">
          <a:xfrm>
            <a:off x="9544050" y="5629275"/>
            <a:ext cx="46990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lgn="ctr">
              <a:spcBef>
                <a:spcPct val="0"/>
              </a:spcBef>
              <a:spcAft>
                <a:spcPct val="0"/>
              </a:spcAft>
            </a:pPr>
            <a:fld id="{C3E46719-5B28-462B-8A40-92BF401D2493}" type="datetime'''''''''1''''''''''''''''''''''''''''''5:''''''''''00'">
              <a:rPr lang="en-US" altLang="en-US" sz="1200" smtClean="0">
                <a:effectLst/>
              </a:rPr>
              <a:pPr lvl="0" algn="ctr">
                <a:spcBef>
                  <a:spcPct val="0"/>
                </a:spcBef>
                <a:spcAft>
                  <a:spcPct val="0"/>
                </a:spcAft>
              </a:pPr>
              <a:t>15:00</a:t>
            </a:fld>
            <a:endParaRPr lang="en-US" sz="1200" noProof="0" dirty="0"/>
          </a:p>
        </p:txBody>
      </p:sp>
      <p:sp>
        <p:nvSpPr>
          <p:cNvPr id="55" name="Text Placeholder 18">
            <a:extLst>
              <a:ext uri="{FF2B5EF4-FFF2-40B4-BE49-F238E27FC236}">
                <a16:creationId xmlns:a16="http://schemas.microsoft.com/office/drawing/2014/main" id="{0182E504-42DC-2BE1-F078-E93122CBFC43}"/>
              </a:ext>
            </a:extLst>
          </p:cNvPr>
          <p:cNvSpPr>
            <a:spLocks noGrp="1"/>
          </p:cNvSpPr>
          <p:nvPr>
            <p:custDataLst>
              <p:tags r:id="rId13"/>
            </p:custDataLst>
          </p:nvPr>
        </p:nvSpPr>
        <p:spPr bwMode="auto">
          <a:xfrm>
            <a:off x="10493375" y="5629275"/>
            <a:ext cx="46990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lgn="ctr">
              <a:spcBef>
                <a:spcPct val="0"/>
              </a:spcBef>
              <a:spcAft>
                <a:spcPct val="0"/>
              </a:spcAft>
            </a:pPr>
            <a:fld id="{215DE926-47C7-4607-93A2-2B1EF400E2B2}" type="datetime'''''''''''''''''''''''''''1''6:''''0''''''0'''''''''">
              <a:rPr lang="en-US" altLang="en-US" sz="1200" smtClean="0">
                <a:effectLst/>
              </a:rPr>
              <a:pPr lvl="0" algn="ctr">
                <a:spcBef>
                  <a:spcPct val="0"/>
                </a:spcBef>
                <a:spcAft>
                  <a:spcPct val="0"/>
                </a:spcAft>
              </a:pPr>
              <a:t>16:00</a:t>
            </a:fld>
            <a:endParaRPr lang="en-US" sz="1200" noProof="0" dirty="0"/>
          </a:p>
        </p:txBody>
      </p:sp>
      <p:sp>
        <p:nvSpPr>
          <p:cNvPr id="56" name="Text Placeholder 18">
            <a:extLst>
              <a:ext uri="{FF2B5EF4-FFF2-40B4-BE49-F238E27FC236}">
                <a16:creationId xmlns:a16="http://schemas.microsoft.com/office/drawing/2014/main" id="{2582EC10-2FF3-FFC9-16CF-1649CB032AF2}"/>
              </a:ext>
            </a:extLst>
          </p:cNvPr>
          <p:cNvSpPr>
            <a:spLocks noGrp="1"/>
          </p:cNvSpPr>
          <p:nvPr>
            <p:custDataLst>
              <p:tags r:id="rId14"/>
            </p:custDataLst>
          </p:nvPr>
        </p:nvSpPr>
        <p:spPr bwMode="auto">
          <a:xfrm>
            <a:off x="11444288" y="5629275"/>
            <a:ext cx="46990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lgn="ctr">
              <a:spcBef>
                <a:spcPct val="0"/>
              </a:spcBef>
              <a:spcAft>
                <a:spcPct val="0"/>
              </a:spcAft>
            </a:pPr>
            <a:fld id="{A84F97C2-9311-4045-8A82-2A1DFD4B31F6}" type="datetime'''''''''''''1''''7'''''''''''''':''''''0''''''0'''">
              <a:rPr lang="en-US" altLang="en-US" sz="1200" smtClean="0">
                <a:effectLst/>
              </a:rPr>
              <a:pPr lvl="0" algn="ctr">
                <a:spcBef>
                  <a:spcPct val="0"/>
                </a:spcBef>
                <a:spcAft>
                  <a:spcPct val="0"/>
                </a:spcAft>
              </a:pPr>
              <a:t>17:00</a:t>
            </a:fld>
            <a:endParaRPr lang="en-US" sz="1200" noProof="0" dirty="0"/>
          </a:p>
        </p:txBody>
      </p:sp>
      <p:cxnSp>
        <p:nvCxnSpPr>
          <p:cNvPr id="293" name="Straight Connector 292">
            <a:extLst>
              <a:ext uri="{FF2B5EF4-FFF2-40B4-BE49-F238E27FC236}">
                <a16:creationId xmlns:a16="http://schemas.microsoft.com/office/drawing/2014/main" id="{90FF6F7D-E121-A997-3A98-6F01236A3E1F}"/>
              </a:ext>
            </a:extLst>
          </p:cNvPr>
          <p:cNvCxnSpPr/>
          <p:nvPr>
            <p:custDataLst>
              <p:tags r:id="rId15"/>
            </p:custDataLst>
          </p:nvPr>
        </p:nvCxnSpPr>
        <p:spPr bwMode="gray">
          <a:xfrm>
            <a:off x="2117725" y="6113463"/>
            <a:ext cx="141288" cy="0"/>
          </a:xfrm>
          <a:prstGeom prst="line">
            <a:avLst/>
          </a:prstGeom>
          <a:ln w="19050" cap="rnd" cmpd="sng" algn="ctr">
            <a:solidFill>
              <a:schemeClr val="accent4"/>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48" name="Straight Connector 347">
            <a:extLst>
              <a:ext uri="{FF2B5EF4-FFF2-40B4-BE49-F238E27FC236}">
                <a16:creationId xmlns:a16="http://schemas.microsoft.com/office/drawing/2014/main" id="{95F3D1A0-42AE-148F-0AD1-A4CA3184BE51}"/>
              </a:ext>
            </a:extLst>
          </p:cNvPr>
          <p:cNvCxnSpPr/>
          <p:nvPr>
            <p:custDataLst>
              <p:tags r:id="rId16"/>
            </p:custDataLst>
          </p:nvPr>
        </p:nvCxnSpPr>
        <p:spPr bwMode="gray">
          <a:xfrm>
            <a:off x="1282700" y="6113463"/>
            <a:ext cx="141288" cy="0"/>
          </a:xfrm>
          <a:prstGeom prst="line">
            <a:avLst/>
          </a:prstGeom>
          <a:ln w="19050" cap="rnd" cmpd="sng" algn="ctr">
            <a:solidFill>
              <a:schemeClr val="accent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19" name="Straight Connector 318">
            <a:extLst>
              <a:ext uri="{FF2B5EF4-FFF2-40B4-BE49-F238E27FC236}">
                <a16:creationId xmlns:a16="http://schemas.microsoft.com/office/drawing/2014/main" id="{654CCABE-3986-3948-A430-0CC7850300BF}"/>
              </a:ext>
            </a:extLst>
          </p:cNvPr>
          <p:cNvCxnSpPr/>
          <p:nvPr>
            <p:custDataLst>
              <p:tags r:id="rId17"/>
            </p:custDataLst>
          </p:nvPr>
        </p:nvCxnSpPr>
        <p:spPr bwMode="gray">
          <a:xfrm>
            <a:off x="9236075" y="6488113"/>
            <a:ext cx="141288" cy="0"/>
          </a:xfrm>
          <a:prstGeom prst="line">
            <a:avLst/>
          </a:prstGeom>
          <a:ln w="19050" cap="rnd" cmpd="sng" algn="ctr">
            <a:solidFill>
              <a:schemeClr val="accent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91" name="Straight Connector 290">
            <a:extLst>
              <a:ext uri="{FF2B5EF4-FFF2-40B4-BE49-F238E27FC236}">
                <a16:creationId xmlns:a16="http://schemas.microsoft.com/office/drawing/2014/main" id="{D6EAE3DC-6D03-4094-1EFD-2B03AB9FFA5E}"/>
              </a:ext>
            </a:extLst>
          </p:cNvPr>
          <p:cNvCxnSpPr/>
          <p:nvPr>
            <p:custDataLst>
              <p:tags r:id="rId18"/>
            </p:custDataLst>
          </p:nvPr>
        </p:nvCxnSpPr>
        <p:spPr bwMode="gray">
          <a:xfrm>
            <a:off x="1282700" y="6300788"/>
            <a:ext cx="141288" cy="0"/>
          </a:xfrm>
          <a:prstGeom prst="line">
            <a:avLst/>
          </a:prstGeom>
          <a:ln w="19050" cap="rnd" cmpd="sng" algn="ctr">
            <a:solidFill>
              <a:schemeClr val="accent2"/>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05" name="Straight Connector 304">
            <a:extLst>
              <a:ext uri="{FF2B5EF4-FFF2-40B4-BE49-F238E27FC236}">
                <a16:creationId xmlns:a16="http://schemas.microsoft.com/office/drawing/2014/main" id="{5BED3074-73C6-6818-4D49-86673E8C50FE}"/>
              </a:ext>
            </a:extLst>
          </p:cNvPr>
          <p:cNvCxnSpPr/>
          <p:nvPr>
            <p:custDataLst>
              <p:tags r:id="rId19"/>
            </p:custDataLst>
          </p:nvPr>
        </p:nvCxnSpPr>
        <p:spPr bwMode="gray">
          <a:xfrm>
            <a:off x="5603875" y="6113463"/>
            <a:ext cx="141288" cy="0"/>
          </a:xfrm>
          <a:prstGeom prst="line">
            <a:avLst/>
          </a:prstGeom>
          <a:ln w="19050" cap="rnd" cmpd="sng" algn="ctr">
            <a:solidFill>
              <a:schemeClr val="accent4"/>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92" name="Straight Connector 291">
            <a:extLst>
              <a:ext uri="{FF2B5EF4-FFF2-40B4-BE49-F238E27FC236}">
                <a16:creationId xmlns:a16="http://schemas.microsoft.com/office/drawing/2014/main" id="{E7696216-2BAD-C4A3-E50A-C675652998CA}"/>
              </a:ext>
            </a:extLst>
          </p:cNvPr>
          <p:cNvCxnSpPr/>
          <p:nvPr>
            <p:custDataLst>
              <p:tags r:id="rId20"/>
            </p:custDataLst>
          </p:nvPr>
        </p:nvCxnSpPr>
        <p:spPr bwMode="gray">
          <a:xfrm>
            <a:off x="1282700" y="6488113"/>
            <a:ext cx="141288" cy="0"/>
          </a:xfrm>
          <a:prstGeom prst="line">
            <a:avLst/>
          </a:prstGeom>
          <a:ln w="19050" cap="rnd" cmpd="sng" algn="ctr">
            <a:solidFill>
              <a:schemeClr val="accent3"/>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06" name="Straight Connector 305">
            <a:extLst>
              <a:ext uri="{FF2B5EF4-FFF2-40B4-BE49-F238E27FC236}">
                <a16:creationId xmlns:a16="http://schemas.microsoft.com/office/drawing/2014/main" id="{24F0645A-5C14-F268-D10C-57825AE7F12A}"/>
              </a:ext>
            </a:extLst>
          </p:cNvPr>
          <p:cNvCxnSpPr/>
          <p:nvPr>
            <p:custDataLst>
              <p:tags r:id="rId21"/>
            </p:custDataLst>
          </p:nvPr>
        </p:nvCxnSpPr>
        <p:spPr bwMode="gray">
          <a:xfrm>
            <a:off x="5603875" y="6300788"/>
            <a:ext cx="141288" cy="0"/>
          </a:xfrm>
          <a:prstGeom prst="line">
            <a:avLst/>
          </a:prstGeom>
          <a:ln w="19050" cap="rnd" cmpd="sng" algn="ctr">
            <a:solidFill>
              <a:schemeClr val="accent5"/>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08" name="Straight Connector 307">
            <a:extLst>
              <a:ext uri="{FF2B5EF4-FFF2-40B4-BE49-F238E27FC236}">
                <a16:creationId xmlns:a16="http://schemas.microsoft.com/office/drawing/2014/main" id="{E5682BF4-B0D0-002D-F761-9B448E14149F}"/>
              </a:ext>
            </a:extLst>
          </p:cNvPr>
          <p:cNvCxnSpPr/>
          <p:nvPr>
            <p:custDataLst>
              <p:tags r:id="rId22"/>
            </p:custDataLst>
          </p:nvPr>
        </p:nvCxnSpPr>
        <p:spPr bwMode="gray">
          <a:xfrm>
            <a:off x="6516689" y="6113463"/>
            <a:ext cx="131763" cy="0"/>
          </a:xfrm>
          <a:prstGeom prst="line">
            <a:avLst/>
          </a:prstGeom>
          <a:ln w="28575" cap="rnd" cmpd="sng" algn="ctr">
            <a:solidFill>
              <a:schemeClr val="accent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07" name="Straight Connector 306">
            <a:extLst>
              <a:ext uri="{FF2B5EF4-FFF2-40B4-BE49-F238E27FC236}">
                <a16:creationId xmlns:a16="http://schemas.microsoft.com/office/drawing/2014/main" id="{4BFCF6B3-951F-F588-0EB3-8BC7996DE025}"/>
              </a:ext>
            </a:extLst>
          </p:cNvPr>
          <p:cNvCxnSpPr/>
          <p:nvPr>
            <p:custDataLst>
              <p:tags r:id="rId23"/>
            </p:custDataLst>
          </p:nvPr>
        </p:nvCxnSpPr>
        <p:spPr bwMode="gray">
          <a:xfrm>
            <a:off x="5603875" y="6488113"/>
            <a:ext cx="141288" cy="0"/>
          </a:xfrm>
          <a:prstGeom prst="line">
            <a:avLst/>
          </a:prstGeom>
          <a:ln w="19050" cap="rnd" cmpd="sng" algn="ctr">
            <a:solidFill>
              <a:schemeClr val="accent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94" name="Straight Connector 293">
            <a:extLst>
              <a:ext uri="{FF2B5EF4-FFF2-40B4-BE49-F238E27FC236}">
                <a16:creationId xmlns:a16="http://schemas.microsoft.com/office/drawing/2014/main" id="{27082C17-DF19-82A7-B6DE-85F525F49A01}"/>
              </a:ext>
            </a:extLst>
          </p:cNvPr>
          <p:cNvCxnSpPr/>
          <p:nvPr>
            <p:custDataLst>
              <p:tags r:id="rId24"/>
            </p:custDataLst>
          </p:nvPr>
        </p:nvCxnSpPr>
        <p:spPr bwMode="gray">
          <a:xfrm>
            <a:off x="2117725" y="6300788"/>
            <a:ext cx="141288" cy="0"/>
          </a:xfrm>
          <a:prstGeom prst="line">
            <a:avLst/>
          </a:prstGeom>
          <a:ln w="19050" cap="rnd" cmpd="sng" algn="ctr">
            <a:solidFill>
              <a:schemeClr val="accent5"/>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09" name="Straight Connector 308">
            <a:extLst>
              <a:ext uri="{FF2B5EF4-FFF2-40B4-BE49-F238E27FC236}">
                <a16:creationId xmlns:a16="http://schemas.microsoft.com/office/drawing/2014/main" id="{5B32D669-3089-E62C-0F1A-4CF903F0D227}"/>
              </a:ext>
            </a:extLst>
          </p:cNvPr>
          <p:cNvCxnSpPr/>
          <p:nvPr>
            <p:custDataLst>
              <p:tags r:id="rId25"/>
            </p:custDataLst>
          </p:nvPr>
        </p:nvCxnSpPr>
        <p:spPr bwMode="gray">
          <a:xfrm>
            <a:off x="6516688" y="6300788"/>
            <a:ext cx="131763" cy="0"/>
          </a:xfrm>
          <a:prstGeom prst="line">
            <a:avLst/>
          </a:prstGeom>
          <a:ln w="28575" cap="rnd" cmpd="sng" algn="ctr">
            <a:solidFill>
              <a:schemeClr val="accent2"/>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95" name="Straight Connector 294">
            <a:extLst>
              <a:ext uri="{FF2B5EF4-FFF2-40B4-BE49-F238E27FC236}">
                <a16:creationId xmlns:a16="http://schemas.microsoft.com/office/drawing/2014/main" id="{49FD5C7C-6838-4AAC-698E-E1212C5AF55C}"/>
              </a:ext>
            </a:extLst>
          </p:cNvPr>
          <p:cNvCxnSpPr/>
          <p:nvPr>
            <p:custDataLst>
              <p:tags r:id="rId26"/>
            </p:custDataLst>
          </p:nvPr>
        </p:nvCxnSpPr>
        <p:spPr bwMode="gray">
          <a:xfrm>
            <a:off x="2117725" y="6488113"/>
            <a:ext cx="141288" cy="0"/>
          </a:xfrm>
          <a:prstGeom prst="line">
            <a:avLst/>
          </a:prstGeom>
          <a:ln w="19050" cap="rnd" cmpd="sng" algn="ctr">
            <a:solidFill>
              <a:schemeClr val="accent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10" name="Straight Connector 309">
            <a:extLst>
              <a:ext uri="{FF2B5EF4-FFF2-40B4-BE49-F238E27FC236}">
                <a16:creationId xmlns:a16="http://schemas.microsoft.com/office/drawing/2014/main" id="{31450809-4B7A-866D-11CB-CD2A5AAFBF83}"/>
              </a:ext>
            </a:extLst>
          </p:cNvPr>
          <p:cNvCxnSpPr/>
          <p:nvPr>
            <p:custDataLst>
              <p:tags r:id="rId27"/>
            </p:custDataLst>
          </p:nvPr>
        </p:nvCxnSpPr>
        <p:spPr bwMode="gray">
          <a:xfrm>
            <a:off x="6516688" y="6488113"/>
            <a:ext cx="131763" cy="0"/>
          </a:xfrm>
          <a:prstGeom prst="line">
            <a:avLst/>
          </a:prstGeom>
          <a:ln w="28575" cap="rnd" cmpd="sng" algn="ctr">
            <a:solidFill>
              <a:schemeClr val="accent3"/>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96" name="Straight Connector 295">
            <a:extLst>
              <a:ext uri="{FF2B5EF4-FFF2-40B4-BE49-F238E27FC236}">
                <a16:creationId xmlns:a16="http://schemas.microsoft.com/office/drawing/2014/main" id="{56441A72-D973-79E1-A644-00335ED2C58C}"/>
              </a:ext>
            </a:extLst>
          </p:cNvPr>
          <p:cNvCxnSpPr/>
          <p:nvPr>
            <p:custDataLst>
              <p:tags r:id="rId28"/>
            </p:custDataLst>
          </p:nvPr>
        </p:nvCxnSpPr>
        <p:spPr bwMode="gray">
          <a:xfrm>
            <a:off x="2957514" y="6113463"/>
            <a:ext cx="131763" cy="0"/>
          </a:xfrm>
          <a:prstGeom prst="line">
            <a:avLst/>
          </a:prstGeom>
          <a:ln w="28575" cap="rnd" cmpd="sng" algn="ctr">
            <a:solidFill>
              <a:schemeClr val="accent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11" name="Straight Connector 310">
            <a:extLst>
              <a:ext uri="{FF2B5EF4-FFF2-40B4-BE49-F238E27FC236}">
                <a16:creationId xmlns:a16="http://schemas.microsoft.com/office/drawing/2014/main" id="{2A47BF0E-6805-2405-7A7F-38C963CEB156}"/>
              </a:ext>
            </a:extLst>
          </p:cNvPr>
          <p:cNvCxnSpPr/>
          <p:nvPr>
            <p:custDataLst>
              <p:tags r:id="rId29"/>
            </p:custDataLst>
          </p:nvPr>
        </p:nvCxnSpPr>
        <p:spPr bwMode="gray">
          <a:xfrm>
            <a:off x="7424738" y="6113463"/>
            <a:ext cx="131763" cy="0"/>
          </a:xfrm>
          <a:prstGeom prst="line">
            <a:avLst/>
          </a:prstGeom>
          <a:ln w="28575" cap="rnd" cmpd="sng" algn="ctr">
            <a:solidFill>
              <a:schemeClr val="accent4"/>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97" name="Straight Connector 296">
            <a:extLst>
              <a:ext uri="{FF2B5EF4-FFF2-40B4-BE49-F238E27FC236}">
                <a16:creationId xmlns:a16="http://schemas.microsoft.com/office/drawing/2014/main" id="{AA21D477-EC8D-40D2-BCFB-A3CE47089A81}"/>
              </a:ext>
            </a:extLst>
          </p:cNvPr>
          <p:cNvCxnSpPr/>
          <p:nvPr>
            <p:custDataLst>
              <p:tags r:id="rId30"/>
            </p:custDataLst>
          </p:nvPr>
        </p:nvCxnSpPr>
        <p:spPr bwMode="gray">
          <a:xfrm>
            <a:off x="2957513" y="6300788"/>
            <a:ext cx="131763" cy="0"/>
          </a:xfrm>
          <a:prstGeom prst="line">
            <a:avLst/>
          </a:prstGeom>
          <a:ln w="28575" cap="rnd" cmpd="sng" algn="ctr">
            <a:solidFill>
              <a:schemeClr val="accent2"/>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12" name="Straight Connector 311">
            <a:extLst>
              <a:ext uri="{FF2B5EF4-FFF2-40B4-BE49-F238E27FC236}">
                <a16:creationId xmlns:a16="http://schemas.microsoft.com/office/drawing/2014/main" id="{6D11398A-7D43-6E98-A139-BA68D44FFBAC}"/>
              </a:ext>
            </a:extLst>
          </p:cNvPr>
          <p:cNvCxnSpPr/>
          <p:nvPr>
            <p:custDataLst>
              <p:tags r:id="rId31"/>
            </p:custDataLst>
          </p:nvPr>
        </p:nvCxnSpPr>
        <p:spPr bwMode="gray">
          <a:xfrm>
            <a:off x="7424738" y="6300788"/>
            <a:ext cx="131763" cy="0"/>
          </a:xfrm>
          <a:prstGeom prst="line">
            <a:avLst/>
          </a:prstGeom>
          <a:ln w="28575" cap="rnd" cmpd="sng" algn="ctr">
            <a:solidFill>
              <a:schemeClr val="accent5"/>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98" name="Straight Connector 297">
            <a:extLst>
              <a:ext uri="{FF2B5EF4-FFF2-40B4-BE49-F238E27FC236}">
                <a16:creationId xmlns:a16="http://schemas.microsoft.com/office/drawing/2014/main" id="{AA97603C-91B5-D7C4-4EB1-CF6F2108C6B2}"/>
              </a:ext>
            </a:extLst>
          </p:cNvPr>
          <p:cNvCxnSpPr/>
          <p:nvPr>
            <p:custDataLst>
              <p:tags r:id="rId32"/>
            </p:custDataLst>
          </p:nvPr>
        </p:nvCxnSpPr>
        <p:spPr bwMode="gray">
          <a:xfrm>
            <a:off x="2957513" y="6488113"/>
            <a:ext cx="131763" cy="0"/>
          </a:xfrm>
          <a:prstGeom prst="line">
            <a:avLst/>
          </a:prstGeom>
          <a:ln w="28575" cap="rnd" cmpd="sng" algn="ctr">
            <a:solidFill>
              <a:schemeClr val="accent3"/>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13" name="Straight Connector 312">
            <a:extLst>
              <a:ext uri="{FF2B5EF4-FFF2-40B4-BE49-F238E27FC236}">
                <a16:creationId xmlns:a16="http://schemas.microsoft.com/office/drawing/2014/main" id="{08D96D39-588F-3952-B750-7D40A82D5AD8}"/>
              </a:ext>
            </a:extLst>
          </p:cNvPr>
          <p:cNvCxnSpPr/>
          <p:nvPr>
            <p:custDataLst>
              <p:tags r:id="rId33"/>
            </p:custDataLst>
          </p:nvPr>
        </p:nvCxnSpPr>
        <p:spPr bwMode="gray">
          <a:xfrm>
            <a:off x="7424738" y="6488113"/>
            <a:ext cx="131763" cy="0"/>
          </a:xfrm>
          <a:prstGeom prst="line">
            <a:avLst/>
          </a:prstGeom>
          <a:ln w="28575" cap="rnd" cmpd="sng" algn="ctr">
            <a:solidFill>
              <a:schemeClr val="accent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99" name="Straight Connector 298">
            <a:extLst>
              <a:ext uri="{FF2B5EF4-FFF2-40B4-BE49-F238E27FC236}">
                <a16:creationId xmlns:a16="http://schemas.microsoft.com/office/drawing/2014/main" id="{3C4DEE5E-95AB-BE68-A85D-21EBD8287846}"/>
              </a:ext>
            </a:extLst>
          </p:cNvPr>
          <p:cNvCxnSpPr/>
          <p:nvPr>
            <p:custDataLst>
              <p:tags r:id="rId34"/>
            </p:custDataLst>
          </p:nvPr>
        </p:nvCxnSpPr>
        <p:spPr bwMode="gray">
          <a:xfrm>
            <a:off x="3792538" y="6113463"/>
            <a:ext cx="131763" cy="0"/>
          </a:xfrm>
          <a:prstGeom prst="line">
            <a:avLst/>
          </a:prstGeom>
          <a:ln w="28575" cap="rnd" cmpd="sng" algn="ctr">
            <a:solidFill>
              <a:schemeClr val="accent4"/>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14" name="Straight Connector 313">
            <a:extLst>
              <a:ext uri="{FF2B5EF4-FFF2-40B4-BE49-F238E27FC236}">
                <a16:creationId xmlns:a16="http://schemas.microsoft.com/office/drawing/2014/main" id="{44A8E7B7-0980-F311-C583-D85EEB2629BE}"/>
              </a:ext>
            </a:extLst>
          </p:cNvPr>
          <p:cNvCxnSpPr/>
          <p:nvPr>
            <p:custDataLst>
              <p:tags r:id="rId35"/>
            </p:custDataLst>
          </p:nvPr>
        </p:nvCxnSpPr>
        <p:spPr bwMode="gray">
          <a:xfrm>
            <a:off x="8328024" y="6113463"/>
            <a:ext cx="141288" cy="0"/>
          </a:xfrm>
          <a:prstGeom prst="line">
            <a:avLst/>
          </a:prstGeom>
          <a:ln w="19050" cap="rnd" cmpd="sng" algn="ctr">
            <a:solidFill>
              <a:schemeClr val="accent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00" name="Straight Connector 299">
            <a:extLst>
              <a:ext uri="{FF2B5EF4-FFF2-40B4-BE49-F238E27FC236}">
                <a16:creationId xmlns:a16="http://schemas.microsoft.com/office/drawing/2014/main" id="{09F0399B-EF48-2043-0237-F7FEF91C0039}"/>
              </a:ext>
            </a:extLst>
          </p:cNvPr>
          <p:cNvCxnSpPr/>
          <p:nvPr>
            <p:custDataLst>
              <p:tags r:id="rId36"/>
            </p:custDataLst>
          </p:nvPr>
        </p:nvCxnSpPr>
        <p:spPr bwMode="gray">
          <a:xfrm>
            <a:off x="3792538" y="6300788"/>
            <a:ext cx="131763" cy="0"/>
          </a:xfrm>
          <a:prstGeom prst="line">
            <a:avLst/>
          </a:prstGeom>
          <a:ln w="28575" cap="rnd" cmpd="sng" algn="ctr">
            <a:solidFill>
              <a:schemeClr val="accent5"/>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15" name="Straight Connector 314">
            <a:extLst>
              <a:ext uri="{FF2B5EF4-FFF2-40B4-BE49-F238E27FC236}">
                <a16:creationId xmlns:a16="http://schemas.microsoft.com/office/drawing/2014/main" id="{669C19B8-AF5B-7DCE-C8A1-24CEEDB1E052}"/>
              </a:ext>
            </a:extLst>
          </p:cNvPr>
          <p:cNvCxnSpPr/>
          <p:nvPr>
            <p:custDataLst>
              <p:tags r:id="rId37"/>
            </p:custDataLst>
          </p:nvPr>
        </p:nvCxnSpPr>
        <p:spPr bwMode="gray">
          <a:xfrm>
            <a:off x="8328025" y="6300788"/>
            <a:ext cx="141288" cy="0"/>
          </a:xfrm>
          <a:prstGeom prst="line">
            <a:avLst/>
          </a:prstGeom>
          <a:ln w="19050" cap="rnd" cmpd="sng" algn="ctr">
            <a:solidFill>
              <a:schemeClr val="accent2"/>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01" name="Straight Connector 300">
            <a:extLst>
              <a:ext uri="{FF2B5EF4-FFF2-40B4-BE49-F238E27FC236}">
                <a16:creationId xmlns:a16="http://schemas.microsoft.com/office/drawing/2014/main" id="{81C34790-2B38-0370-7C89-DE9802071E92}"/>
              </a:ext>
            </a:extLst>
          </p:cNvPr>
          <p:cNvCxnSpPr/>
          <p:nvPr>
            <p:custDataLst>
              <p:tags r:id="rId38"/>
            </p:custDataLst>
          </p:nvPr>
        </p:nvCxnSpPr>
        <p:spPr bwMode="gray">
          <a:xfrm>
            <a:off x="3792538" y="6488113"/>
            <a:ext cx="131763" cy="0"/>
          </a:xfrm>
          <a:prstGeom prst="line">
            <a:avLst/>
          </a:prstGeom>
          <a:ln w="28575" cap="rnd" cmpd="sng" algn="ctr">
            <a:solidFill>
              <a:schemeClr val="accent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16" name="Straight Connector 315">
            <a:extLst>
              <a:ext uri="{FF2B5EF4-FFF2-40B4-BE49-F238E27FC236}">
                <a16:creationId xmlns:a16="http://schemas.microsoft.com/office/drawing/2014/main" id="{EBC1D25D-AFF7-8F5E-6DDE-1489DA43AA18}"/>
              </a:ext>
            </a:extLst>
          </p:cNvPr>
          <p:cNvCxnSpPr/>
          <p:nvPr>
            <p:custDataLst>
              <p:tags r:id="rId39"/>
            </p:custDataLst>
          </p:nvPr>
        </p:nvCxnSpPr>
        <p:spPr bwMode="gray">
          <a:xfrm>
            <a:off x="8328025" y="6488113"/>
            <a:ext cx="141288" cy="0"/>
          </a:xfrm>
          <a:prstGeom prst="line">
            <a:avLst/>
          </a:prstGeom>
          <a:ln w="19050" cap="rnd" cmpd="sng" algn="ctr">
            <a:solidFill>
              <a:schemeClr val="accent3"/>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02" name="Straight Connector 301">
            <a:extLst>
              <a:ext uri="{FF2B5EF4-FFF2-40B4-BE49-F238E27FC236}">
                <a16:creationId xmlns:a16="http://schemas.microsoft.com/office/drawing/2014/main" id="{B8E3170F-F956-0404-5377-406A722CC158}"/>
              </a:ext>
            </a:extLst>
          </p:cNvPr>
          <p:cNvCxnSpPr/>
          <p:nvPr>
            <p:custDataLst>
              <p:tags r:id="rId40"/>
            </p:custDataLst>
          </p:nvPr>
        </p:nvCxnSpPr>
        <p:spPr bwMode="gray">
          <a:xfrm>
            <a:off x="4695824" y="6113463"/>
            <a:ext cx="141288" cy="0"/>
          </a:xfrm>
          <a:prstGeom prst="line">
            <a:avLst/>
          </a:prstGeom>
          <a:ln w="19050" cap="rnd" cmpd="sng" algn="ctr">
            <a:solidFill>
              <a:schemeClr val="accent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17" name="Straight Connector 316">
            <a:extLst>
              <a:ext uri="{FF2B5EF4-FFF2-40B4-BE49-F238E27FC236}">
                <a16:creationId xmlns:a16="http://schemas.microsoft.com/office/drawing/2014/main" id="{D9B758C8-478B-D1A9-072A-67714B7CCA22}"/>
              </a:ext>
            </a:extLst>
          </p:cNvPr>
          <p:cNvCxnSpPr/>
          <p:nvPr>
            <p:custDataLst>
              <p:tags r:id="rId41"/>
            </p:custDataLst>
          </p:nvPr>
        </p:nvCxnSpPr>
        <p:spPr bwMode="gray">
          <a:xfrm>
            <a:off x="9236075" y="6113463"/>
            <a:ext cx="141288" cy="0"/>
          </a:xfrm>
          <a:prstGeom prst="line">
            <a:avLst/>
          </a:prstGeom>
          <a:ln w="19050" cap="rnd" cmpd="sng" algn="ctr">
            <a:solidFill>
              <a:schemeClr val="accent4"/>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03" name="Straight Connector 302">
            <a:extLst>
              <a:ext uri="{FF2B5EF4-FFF2-40B4-BE49-F238E27FC236}">
                <a16:creationId xmlns:a16="http://schemas.microsoft.com/office/drawing/2014/main" id="{7736362A-A6AE-DD4C-B089-069C7BB81396}"/>
              </a:ext>
            </a:extLst>
          </p:cNvPr>
          <p:cNvCxnSpPr/>
          <p:nvPr>
            <p:custDataLst>
              <p:tags r:id="rId42"/>
            </p:custDataLst>
          </p:nvPr>
        </p:nvCxnSpPr>
        <p:spPr bwMode="gray">
          <a:xfrm>
            <a:off x="4695825" y="6300788"/>
            <a:ext cx="141288" cy="0"/>
          </a:xfrm>
          <a:prstGeom prst="line">
            <a:avLst/>
          </a:prstGeom>
          <a:ln w="19050" cap="rnd" cmpd="sng" algn="ctr">
            <a:solidFill>
              <a:schemeClr val="accent2"/>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18" name="Straight Connector 317">
            <a:extLst>
              <a:ext uri="{FF2B5EF4-FFF2-40B4-BE49-F238E27FC236}">
                <a16:creationId xmlns:a16="http://schemas.microsoft.com/office/drawing/2014/main" id="{8F83CA04-8EC4-9FE1-8987-AC319B49697A}"/>
              </a:ext>
            </a:extLst>
          </p:cNvPr>
          <p:cNvCxnSpPr/>
          <p:nvPr>
            <p:custDataLst>
              <p:tags r:id="rId43"/>
            </p:custDataLst>
          </p:nvPr>
        </p:nvCxnSpPr>
        <p:spPr bwMode="gray">
          <a:xfrm>
            <a:off x="9236075" y="6300788"/>
            <a:ext cx="141288" cy="0"/>
          </a:xfrm>
          <a:prstGeom prst="line">
            <a:avLst/>
          </a:prstGeom>
          <a:ln w="19050" cap="rnd" cmpd="sng" algn="ctr">
            <a:solidFill>
              <a:schemeClr val="accent5"/>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04" name="Straight Connector 303">
            <a:extLst>
              <a:ext uri="{FF2B5EF4-FFF2-40B4-BE49-F238E27FC236}">
                <a16:creationId xmlns:a16="http://schemas.microsoft.com/office/drawing/2014/main" id="{A1C84C99-4EA6-2782-E738-763FAF4C2353}"/>
              </a:ext>
            </a:extLst>
          </p:cNvPr>
          <p:cNvCxnSpPr/>
          <p:nvPr>
            <p:custDataLst>
              <p:tags r:id="rId44"/>
            </p:custDataLst>
          </p:nvPr>
        </p:nvCxnSpPr>
        <p:spPr bwMode="gray">
          <a:xfrm>
            <a:off x="4695825" y="6488113"/>
            <a:ext cx="141288" cy="0"/>
          </a:xfrm>
          <a:prstGeom prst="line">
            <a:avLst/>
          </a:prstGeom>
          <a:ln w="19050" cap="rnd" cmpd="sng" algn="ctr">
            <a:solidFill>
              <a:schemeClr val="accent3"/>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54" name="Text Placeholder 18">
            <a:extLst>
              <a:ext uri="{FF2B5EF4-FFF2-40B4-BE49-F238E27FC236}">
                <a16:creationId xmlns:a16="http://schemas.microsoft.com/office/drawing/2014/main" id="{A23D24A2-29E4-E9C1-2458-8AA82DB12191}"/>
              </a:ext>
            </a:extLst>
          </p:cNvPr>
          <p:cNvSpPr>
            <a:spLocks noGrp="1"/>
          </p:cNvSpPr>
          <p:nvPr>
            <p:custDataLst>
              <p:tags r:id="rId45"/>
            </p:custDataLst>
          </p:nvPr>
        </p:nvSpPr>
        <p:spPr bwMode="auto">
          <a:xfrm>
            <a:off x="1484313" y="6237288"/>
            <a:ext cx="52228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03C27C19-2BFB-4B72-93F5-47DE4913CD70}" type="datetime'''2''''''''-''Ap''''''''''''''r''''''''-23'''''''''">
              <a:rPr lang="en-US" altLang="en-US" sz="900" smtClean="0">
                <a:effectLst/>
              </a:rPr>
              <a:pPr lvl="0">
                <a:spcBef>
                  <a:spcPct val="0"/>
                </a:spcBef>
                <a:spcAft>
                  <a:spcPct val="0"/>
                </a:spcAft>
              </a:pPr>
              <a:t>2-Apr-23</a:t>
            </a:fld>
            <a:endParaRPr lang="en-US" sz="900" noProof="0" dirty="0"/>
          </a:p>
        </p:txBody>
      </p:sp>
      <p:sp>
        <p:nvSpPr>
          <p:cNvPr id="156" name="Text Placeholder 18">
            <a:extLst>
              <a:ext uri="{FF2B5EF4-FFF2-40B4-BE49-F238E27FC236}">
                <a16:creationId xmlns:a16="http://schemas.microsoft.com/office/drawing/2014/main" id="{50D215C1-A4B5-6539-5565-56481506CC51}"/>
              </a:ext>
            </a:extLst>
          </p:cNvPr>
          <p:cNvSpPr>
            <a:spLocks noGrp="1"/>
          </p:cNvSpPr>
          <p:nvPr>
            <p:custDataLst>
              <p:tags r:id="rId46"/>
            </p:custDataLst>
          </p:nvPr>
        </p:nvSpPr>
        <p:spPr bwMode="auto">
          <a:xfrm>
            <a:off x="1484313" y="6424613"/>
            <a:ext cx="52228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A0D27C7B-F9EC-4D62-8DAE-9A840E188806}" type="datetime'3''''-''''''A''''''p''''''''r''-''''''''''''''''2''''3'''">
              <a:rPr lang="en-US" altLang="en-US" sz="900" smtClean="0">
                <a:effectLst/>
              </a:rPr>
              <a:pPr lvl="0">
                <a:spcBef>
                  <a:spcPct val="0"/>
                </a:spcBef>
                <a:spcAft>
                  <a:spcPct val="0"/>
                </a:spcAft>
              </a:pPr>
              <a:t>3-Apr-23</a:t>
            </a:fld>
            <a:endParaRPr lang="en-US" sz="900" noProof="0" dirty="0"/>
          </a:p>
        </p:txBody>
      </p:sp>
      <p:sp>
        <p:nvSpPr>
          <p:cNvPr id="159" name="Text Placeholder 18">
            <a:extLst>
              <a:ext uri="{FF2B5EF4-FFF2-40B4-BE49-F238E27FC236}">
                <a16:creationId xmlns:a16="http://schemas.microsoft.com/office/drawing/2014/main" id="{C6D0C0BC-3A14-DD23-BD88-29CB58132261}"/>
              </a:ext>
            </a:extLst>
          </p:cNvPr>
          <p:cNvSpPr>
            <a:spLocks noGrp="1"/>
          </p:cNvSpPr>
          <p:nvPr>
            <p:custDataLst>
              <p:tags r:id="rId47"/>
            </p:custDataLst>
          </p:nvPr>
        </p:nvSpPr>
        <p:spPr bwMode="auto">
          <a:xfrm>
            <a:off x="2319338" y="6049963"/>
            <a:ext cx="52228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737A2B3B-7BC5-4440-9FCC-E81B91E99EF6}" type="datetime'''''''4-''''''''''''''''''''''''''Ap''''''r''-''23'''''''''''">
              <a:rPr lang="en-US" altLang="en-US" sz="900" smtClean="0">
                <a:effectLst/>
              </a:rPr>
              <a:pPr lvl="0">
                <a:spcBef>
                  <a:spcPct val="0"/>
                </a:spcBef>
                <a:spcAft>
                  <a:spcPct val="0"/>
                </a:spcAft>
              </a:pPr>
              <a:t>4-Apr-23</a:t>
            </a:fld>
            <a:endParaRPr lang="en-US" sz="900" noProof="0" dirty="0"/>
          </a:p>
        </p:txBody>
      </p:sp>
      <p:sp>
        <p:nvSpPr>
          <p:cNvPr id="160" name="Text Placeholder 18">
            <a:extLst>
              <a:ext uri="{FF2B5EF4-FFF2-40B4-BE49-F238E27FC236}">
                <a16:creationId xmlns:a16="http://schemas.microsoft.com/office/drawing/2014/main" id="{ED8D6488-80E8-BE37-F819-744784F28DC4}"/>
              </a:ext>
            </a:extLst>
          </p:cNvPr>
          <p:cNvSpPr>
            <a:spLocks noGrp="1"/>
          </p:cNvSpPr>
          <p:nvPr>
            <p:custDataLst>
              <p:tags r:id="rId48"/>
            </p:custDataLst>
          </p:nvPr>
        </p:nvSpPr>
        <p:spPr bwMode="auto">
          <a:xfrm>
            <a:off x="2319338" y="6237288"/>
            <a:ext cx="52228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03EC7B3B-E89C-43D5-B6D2-32028F02EBB5}" type="datetime'''''''''5''''-''''''''''''''A''''''''''p''''r''''''-23'''''''">
              <a:rPr lang="en-US" altLang="en-US" sz="900" smtClean="0">
                <a:effectLst/>
              </a:rPr>
              <a:pPr lvl="0">
                <a:spcBef>
                  <a:spcPct val="0"/>
                </a:spcBef>
                <a:spcAft>
                  <a:spcPct val="0"/>
                </a:spcAft>
              </a:pPr>
              <a:t>5-Apr-23</a:t>
            </a:fld>
            <a:endParaRPr lang="en-US" sz="900" noProof="0" dirty="0"/>
          </a:p>
        </p:txBody>
      </p:sp>
      <p:sp>
        <p:nvSpPr>
          <p:cNvPr id="161" name="Text Placeholder 18">
            <a:extLst>
              <a:ext uri="{FF2B5EF4-FFF2-40B4-BE49-F238E27FC236}">
                <a16:creationId xmlns:a16="http://schemas.microsoft.com/office/drawing/2014/main" id="{AC12B8E3-6051-B123-C887-74FA24D14BA4}"/>
              </a:ext>
            </a:extLst>
          </p:cNvPr>
          <p:cNvSpPr>
            <a:spLocks noGrp="1"/>
          </p:cNvSpPr>
          <p:nvPr>
            <p:custDataLst>
              <p:tags r:id="rId49"/>
            </p:custDataLst>
          </p:nvPr>
        </p:nvSpPr>
        <p:spPr bwMode="auto">
          <a:xfrm>
            <a:off x="2319338" y="6424613"/>
            <a:ext cx="52228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C6CD002F-726B-47FA-84CC-52D58A0D1D8F}" type="datetime'''6''-''''''A''p''''r''''''''''-''2''''3'''''''''''">
              <a:rPr lang="en-US" altLang="en-US" sz="900" smtClean="0">
                <a:effectLst/>
              </a:rPr>
              <a:pPr lvl="0">
                <a:spcBef>
                  <a:spcPct val="0"/>
                </a:spcBef>
                <a:spcAft>
                  <a:spcPct val="0"/>
                </a:spcAft>
              </a:pPr>
              <a:t>6-Apr-23</a:t>
            </a:fld>
            <a:endParaRPr lang="en-US" sz="900" noProof="0" dirty="0"/>
          </a:p>
        </p:txBody>
      </p:sp>
      <p:sp>
        <p:nvSpPr>
          <p:cNvPr id="151" name="Text Placeholder 18">
            <a:extLst>
              <a:ext uri="{FF2B5EF4-FFF2-40B4-BE49-F238E27FC236}">
                <a16:creationId xmlns:a16="http://schemas.microsoft.com/office/drawing/2014/main" id="{03B585BC-2A48-6395-0BEE-88252AB7174A}"/>
              </a:ext>
            </a:extLst>
          </p:cNvPr>
          <p:cNvSpPr>
            <a:spLocks noGrp="1"/>
          </p:cNvSpPr>
          <p:nvPr>
            <p:custDataLst>
              <p:tags r:id="rId50"/>
            </p:custDataLst>
          </p:nvPr>
        </p:nvSpPr>
        <p:spPr bwMode="auto">
          <a:xfrm>
            <a:off x="3154363" y="6049963"/>
            <a:ext cx="52228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64A1FA48-EC7E-4383-A60B-255FB489B161}" type="datetime'''''''7''''''''-''''A''''''''p''''''''r''-''23'''''">
              <a:rPr lang="en-US" altLang="en-US" sz="900" smtClean="0">
                <a:effectLst/>
              </a:rPr>
              <a:pPr lvl="0">
                <a:spcBef>
                  <a:spcPct val="0"/>
                </a:spcBef>
                <a:spcAft>
                  <a:spcPct val="0"/>
                </a:spcAft>
              </a:pPr>
              <a:t>7-Apr-23</a:t>
            </a:fld>
            <a:endParaRPr lang="en-US" sz="900" noProof="0" dirty="0"/>
          </a:p>
        </p:txBody>
      </p:sp>
      <p:sp>
        <p:nvSpPr>
          <p:cNvPr id="155" name="Text Placeholder 18">
            <a:extLst>
              <a:ext uri="{FF2B5EF4-FFF2-40B4-BE49-F238E27FC236}">
                <a16:creationId xmlns:a16="http://schemas.microsoft.com/office/drawing/2014/main" id="{D2CFF3FE-F24C-D333-DF38-B094B8085A71}"/>
              </a:ext>
            </a:extLst>
          </p:cNvPr>
          <p:cNvSpPr>
            <a:spLocks noGrp="1"/>
          </p:cNvSpPr>
          <p:nvPr>
            <p:custDataLst>
              <p:tags r:id="rId51"/>
            </p:custDataLst>
          </p:nvPr>
        </p:nvSpPr>
        <p:spPr bwMode="auto">
          <a:xfrm>
            <a:off x="3154363" y="6237288"/>
            <a:ext cx="52228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3690C4A5-9B13-4479-BCB2-48062A0F6FEC}" type="datetime'8''''''-''''''A''p''''r-''''2''''''''''3'''''">
              <a:rPr lang="en-US" altLang="en-US" sz="900" smtClean="0">
                <a:effectLst/>
              </a:rPr>
              <a:pPr lvl="0">
                <a:spcBef>
                  <a:spcPct val="0"/>
                </a:spcBef>
                <a:spcAft>
                  <a:spcPct val="0"/>
                </a:spcAft>
              </a:pPr>
              <a:t>8-Apr-23</a:t>
            </a:fld>
            <a:endParaRPr lang="en-US" sz="900" noProof="0" dirty="0"/>
          </a:p>
        </p:txBody>
      </p:sp>
      <p:sp>
        <p:nvSpPr>
          <p:cNvPr id="157" name="Text Placeholder 18">
            <a:extLst>
              <a:ext uri="{FF2B5EF4-FFF2-40B4-BE49-F238E27FC236}">
                <a16:creationId xmlns:a16="http://schemas.microsoft.com/office/drawing/2014/main" id="{E7883EDA-9E16-F3C6-5A09-4CCF73234DF0}"/>
              </a:ext>
            </a:extLst>
          </p:cNvPr>
          <p:cNvSpPr>
            <a:spLocks noGrp="1"/>
          </p:cNvSpPr>
          <p:nvPr>
            <p:custDataLst>
              <p:tags r:id="rId52"/>
            </p:custDataLst>
          </p:nvPr>
        </p:nvSpPr>
        <p:spPr bwMode="auto">
          <a:xfrm>
            <a:off x="3154363" y="6424613"/>
            <a:ext cx="52228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82028E9B-5B4A-4E1A-8FDA-41A404AF172E}" type="datetime'''''''9-''''A''p''''''''r''''-2''''''''''''''''''''3'''''''">
              <a:rPr lang="en-US" altLang="en-US" sz="900" smtClean="0">
                <a:effectLst/>
              </a:rPr>
              <a:pPr lvl="0">
                <a:spcBef>
                  <a:spcPct val="0"/>
                </a:spcBef>
                <a:spcAft>
                  <a:spcPct val="0"/>
                </a:spcAft>
              </a:pPr>
              <a:t>9-Apr-23</a:t>
            </a:fld>
            <a:endParaRPr lang="en-US" sz="900" noProof="0" dirty="0"/>
          </a:p>
        </p:txBody>
      </p:sp>
      <p:sp>
        <p:nvSpPr>
          <p:cNvPr id="162" name="Text Placeholder 18">
            <a:extLst>
              <a:ext uri="{FF2B5EF4-FFF2-40B4-BE49-F238E27FC236}">
                <a16:creationId xmlns:a16="http://schemas.microsoft.com/office/drawing/2014/main" id="{1AA6840F-2066-6C03-D25C-5E3CF18AB7B4}"/>
              </a:ext>
            </a:extLst>
          </p:cNvPr>
          <p:cNvSpPr>
            <a:spLocks noGrp="1"/>
          </p:cNvSpPr>
          <p:nvPr>
            <p:custDataLst>
              <p:tags r:id="rId53"/>
            </p:custDataLst>
          </p:nvPr>
        </p:nvSpPr>
        <p:spPr bwMode="auto">
          <a:xfrm>
            <a:off x="3989388" y="6049963"/>
            <a:ext cx="59531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A69B40A6-5D95-40A5-AD34-67E8BEE7686B}" type="datetime'''''''1''''''''0''''-A''pr-''''''''''''''2''''''''''''''''3'">
              <a:rPr lang="en-US" altLang="en-US" sz="900" smtClean="0">
                <a:effectLst/>
              </a:rPr>
              <a:pPr lvl="0">
                <a:spcBef>
                  <a:spcPct val="0"/>
                </a:spcBef>
                <a:spcAft>
                  <a:spcPct val="0"/>
                </a:spcAft>
              </a:pPr>
              <a:t>10-Apr-23</a:t>
            </a:fld>
            <a:endParaRPr lang="en-US" sz="900" noProof="0" dirty="0"/>
          </a:p>
        </p:txBody>
      </p:sp>
      <p:sp>
        <p:nvSpPr>
          <p:cNvPr id="163" name="Text Placeholder 18">
            <a:extLst>
              <a:ext uri="{FF2B5EF4-FFF2-40B4-BE49-F238E27FC236}">
                <a16:creationId xmlns:a16="http://schemas.microsoft.com/office/drawing/2014/main" id="{4662449E-4024-8D75-32F8-C85740816986}"/>
              </a:ext>
            </a:extLst>
          </p:cNvPr>
          <p:cNvSpPr>
            <a:spLocks noGrp="1"/>
          </p:cNvSpPr>
          <p:nvPr>
            <p:custDataLst>
              <p:tags r:id="rId54"/>
            </p:custDataLst>
          </p:nvPr>
        </p:nvSpPr>
        <p:spPr bwMode="auto">
          <a:xfrm>
            <a:off x="3989388" y="6237288"/>
            <a:ext cx="59531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AF9E1944-BB70-4D3F-B177-BC9E48877210}" type="datetime'''1''''''''''''''''''1-''A''''p''''''r''-''''''''''2''''''3'''">
              <a:rPr lang="en-US" altLang="en-US" sz="900" smtClean="0">
                <a:effectLst/>
              </a:rPr>
              <a:pPr lvl="0">
                <a:spcBef>
                  <a:spcPct val="0"/>
                </a:spcBef>
                <a:spcAft>
                  <a:spcPct val="0"/>
                </a:spcAft>
              </a:pPr>
              <a:t>11-Apr-23</a:t>
            </a:fld>
            <a:endParaRPr lang="en-US" sz="900" noProof="0" dirty="0"/>
          </a:p>
        </p:txBody>
      </p:sp>
      <p:sp>
        <p:nvSpPr>
          <p:cNvPr id="165" name="Text Placeholder 18">
            <a:extLst>
              <a:ext uri="{FF2B5EF4-FFF2-40B4-BE49-F238E27FC236}">
                <a16:creationId xmlns:a16="http://schemas.microsoft.com/office/drawing/2014/main" id="{0B17710B-D742-13EF-23EF-8B675F3194C0}"/>
              </a:ext>
            </a:extLst>
          </p:cNvPr>
          <p:cNvSpPr>
            <a:spLocks noGrp="1"/>
          </p:cNvSpPr>
          <p:nvPr>
            <p:custDataLst>
              <p:tags r:id="rId55"/>
            </p:custDataLst>
          </p:nvPr>
        </p:nvSpPr>
        <p:spPr bwMode="auto">
          <a:xfrm>
            <a:off x="3989388" y="6424613"/>
            <a:ext cx="59531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3D43C654-643F-4C82-B24B-F7A86DFEF5CB}" type="datetime'''12''''-A''''pr''''''''''''-''''23'''''''''''''''''''">
              <a:rPr lang="en-US" altLang="en-US" sz="900" smtClean="0">
                <a:effectLst/>
              </a:rPr>
              <a:pPr lvl="0">
                <a:spcBef>
                  <a:spcPct val="0"/>
                </a:spcBef>
                <a:spcAft>
                  <a:spcPct val="0"/>
                </a:spcAft>
              </a:pPr>
              <a:t>12-Apr-23</a:t>
            </a:fld>
            <a:endParaRPr lang="en-US" sz="900" noProof="0" dirty="0"/>
          </a:p>
        </p:txBody>
      </p:sp>
      <p:sp>
        <p:nvSpPr>
          <p:cNvPr id="166" name="Text Placeholder 18">
            <a:extLst>
              <a:ext uri="{FF2B5EF4-FFF2-40B4-BE49-F238E27FC236}">
                <a16:creationId xmlns:a16="http://schemas.microsoft.com/office/drawing/2014/main" id="{B62D69AA-A492-2A0A-7369-B2ED90339DFF}"/>
              </a:ext>
            </a:extLst>
          </p:cNvPr>
          <p:cNvSpPr>
            <a:spLocks noGrp="1"/>
          </p:cNvSpPr>
          <p:nvPr>
            <p:custDataLst>
              <p:tags r:id="rId56"/>
            </p:custDataLst>
          </p:nvPr>
        </p:nvSpPr>
        <p:spPr bwMode="auto">
          <a:xfrm>
            <a:off x="4897438" y="6049963"/>
            <a:ext cx="59531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A428CD37-C9AF-4373-B90D-6E8E57CB9638}" type="datetime'''''''''''''''''''''''''13''''-''''''''''''Apr-2''3'">
              <a:rPr lang="en-US" altLang="en-US" sz="900" smtClean="0">
                <a:effectLst/>
              </a:rPr>
              <a:pPr lvl="0">
                <a:spcBef>
                  <a:spcPct val="0"/>
                </a:spcBef>
                <a:spcAft>
                  <a:spcPct val="0"/>
                </a:spcAft>
              </a:pPr>
              <a:t>13-Apr-23</a:t>
            </a:fld>
            <a:endParaRPr lang="en-US" sz="900" noProof="0" dirty="0"/>
          </a:p>
        </p:txBody>
      </p:sp>
      <p:sp>
        <p:nvSpPr>
          <p:cNvPr id="167" name="Text Placeholder 18">
            <a:extLst>
              <a:ext uri="{FF2B5EF4-FFF2-40B4-BE49-F238E27FC236}">
                <a16:creationId xmlns:a16="http://schemas.microsoft.com/office/drawing/2014/main" id="{7682C1F3-51EF-C2B0-639E-CDB442B2F4D8}"/>
              </a:ext>
            </a:extLst>
          </p:cNvPr>
          <p:cNvSpPr>
            <a:spLocks noGrp="1"/>
          </p:cNvSpPr>
          <p:nvPr>
            <p:custDataLst>
              <p:tags r:id="rId57"/>
            </p:custDataLst>
          </p:nvPr>
        </p:nvSpPr>
        <p:spPr bwMode="auto">
          <a:xfrm>
            <a:off x="4897438" y="6237288"/>
            <a:ext cx="59531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F93814DA-4067-4AF1-83F3-AA4532AEDD14}" type="datetime'''14''''''''-Ap''r''''''''''''''''''''''-''''2''3'''''''">
              <a:rPr lang="en-US" altLang="en-US" sz="900" smtClean="0">
                <a:effectLst/>
              </a:rPr>
              <a:pPr lvl="0">
                <a:spcBef>
                  <a:spcPct val="0"/>
                </a:spcBef>
                <a:spcAft>
                  <a:spcPct val="0"/>
                </a:spcAft>
              </a:pPr>
              <a:t>14-Apr-23</a:t>
            </a:fld>
            <a:endParaRPr lang="en-US" sz="900" noProof="0" dirty="0"/>
          </a:p>
        </p:txBody>
      </p:sp>
      <p:sp>
        <p:nvSpPr>
          <p:cNvPr id="168" name="Text Placeholder 18">
            <a:extLst>
              <a:ext uri="{FF2B5EF4-FFF2-40B4-BE49-F238E27FC236}">
                <a16:creationId xmlns:a16="http://schemas.microsoft.com/office/drawing/2014/main" id="{C3DFFB4D-A6EE-835E-CE73-4EF7BA4998B6}"/>
              </a:ext>
            </a:extLst>
          </p:cNvPr>
          <p:cNvSpPr>
            <a:spLocks noGrp="1"/>
          </p:cNvSpPr>
          <p:nvPr>
            <p:custDataLst>
              <p:tags r:id="rId58"/>
            </p:custDataLst>
          </p:nvPr>
        </p:nvSpPr>
        <p:spPr bwMode="auto">
          <a:xfrm>
            <a:off x="4897438" y="6424613"/>
            <a:ext cx="59531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B7873F6C-DB19-45CC-BA0B-2B24A8AEF3C3}" type="datetime'1''''''''''''''''5-A''''p''''''''r''-''''''''2''''3'''''''">
              <a:rPr lang="en-US" altLang="en-US" sz="900" smtClean="0">
                <a:effectLst/>
              </a:rPr>
              <a:pPr lvl="0">
                <a:spcBef>
                  <a:spcPct val="0"/>
                </a:spcBef>
                <a:spcAft>
                  <a:spcPct val="0"/>
                </a:spcAft>
              </a:pPr>
              <a:t>15-Apr-23</a:t>
            </a:fld>
            <a:endParaRPr lang="en-US" sz="900" noProof="0" dirty="0"/>
          </a:p>
        </p:txBody>
      </p:sp>
      <p:sp>
        <p:nvSpPr>
          <p:cNvPr id="176" name="Text Placeholder 18">
            <a:extLst>
              <a:ext uri="{FF2B5EF4-FFF2-40B4-BE49-F238E27FC236}">
                <a16:creationId xmlns:a16="http://schemas.microsoft.com/office/drawing/2014/main" id="{BB6C5473-DC3A-C9EA-201A-D71E1D7DCD61}"/>
              </a:ext>
            </a:extLst>
          </p:cNvPr>
          <p:cNvSpPr>
            <a:spLocks noGrp="1"/>
          </p:cNvSpPr>
          <p:nvPr>
            <p:custDataLst>
              <p:tags r:id="rId59"/>
            </p:custDataLst>
          </p:nvPr>
        </p:nvSpPr>
        <p:spPr bwMode="auto">
          <a:xfrm>
            <a:off x="7621588" y="6237288"/>
            <a:ext cx="59531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402461CD-CB95-4CB7-838C-0240A306E5D3}" type="datetime'2''''3''''''-''Ap''''''''''''r''''''''-2''''3'''''''''''''''">
              <a:rPr lang="en-US" altLang="en-US" sz="900" smtClean="0">
                <a:effectLst/>
              </a:rPr>
              <a:pPr lvl="0">
                <a:spcBef>
                  <a:spcPct val="0"/>
                </a:spcBef>
                <a:spcAft>
                  <a:spcPct val="0"/>
                </a:spcAft>
              </a:pPr>
              <a:t>23-Apr-23</a:t>
            </a:fld>
            <a:endParaRPr lang="en-US" sz="900" noProof="0" dirty="0"/>
          </a:p>
        </p:txBody>
      </p:sp>
      <p:sp>
        <p:nvSpPr>
          <p:cNvPr id="169" name="Text Placeholder 18">
            <a:extLst>
              <a:ext uri="{FF2B5EF4-FFF2-40B4-BE49-F238E27FC236}">
                <a16:creationId xmlns:a16="http://schemas.microsoft.com/office/drawing/2014/main" id="{B99D5A0D-AC9C-FAA0-AAA2-F62253108231}"/>
              </a:ext>
            </a:extLst>
          </p:cNvPr>
          <p:cNvSpPr>
            <a:spLocks noGrp="1"/>
          </p:cNvSpPr>
          <p:nvPr>
            <p:custDataLst>
              <p:tags r:id="rId60"/>
            </p:custDataLst>
          </p:nvPr>
        </p:nvSpPr>
        <p:spPr bwMode="auto">
          <a:xfrm>
            <a:off x="5805488" y="6049963"/>
            <a:ext cx="59531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208E6D8C-E53D-45FA-A204-69C2CD6F692A}" type="datetime'''''''''1''''''''6''''''''''-Ap''''''r''-2''''3'''''''''''''''">
              <a:rPr lang="en-US" altLang="en-US" sz="900" smtClean="0">
                <a:effectLst/>
              </a:rPr>
              <a:pPr lvl="0">
                <a:spcBef>
                  <a:spcPct val="0"/>
                </a:spcBef>
                <a:spcAft>
                  <a:spcPct val="0"/>
                </a:spcAft>
              </a:pPr>
              <a:t>16-Apr-23</a:t>
            </a:fld>
            <a:endParaRPr lang="en-US" sz="900" noProof="0" dirty="0"/>
          </a:p>
        </p:txBody>
      </p:sp>
      <p:sp>
        <p:nvSpPr>
          <p:cNvPr id="175" name="Text Placeholder 18">
            <a:extLst>
              <a:ext uri="{FF2B5EF4-FFF2-40B4-BE49-F238E27FC236}">
                <a16:creationId xmlns:a16="http://schemas.microsoft.com/office/drawing/2014/main" id="{87BF580F-09B6-07B3-C860-2AF39E11D6AD}"/>
              </a:ext>
            </a:extLst>
          </p:cNvPr>
          <p:cNvSpPr>
            <a:spLocks noGrp="1"/>
          </p:cNvSpPr>
          <p:nvPr>
            <p:custDataLst>
              <p:tags r:id="rId61"/>
            </p:custDataLst>
          </p:nvPr>
        </p:nvSpPr>
        <p:spPr bwMode="auto">
          <a:xfrm>
            <a:off x="7621588" y="6424613"/>
            <a:ext cx="59531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42C9D1FC-951B-47B6-A94A-D5C00BA1733D}" type="datetime'''''''''2''4''''''-''''A''p''''''''''''''''''''r-''''''2''3'">
              <a:rPr lang="en-US" altLang="en-US" sz="900" smtClean="0">
                <a:effectLst/>
              </a:rPr>
              <a:pPr lvl="0">
                <a:spcBef>
                  <a:spcPct val="0"/>
                </a:spcBef>
                <a:spcAft>
                  <a:spcPct val="0"/>
                </a:spcAft>
              </a:pPr>
              <a:t>24-Apr-23</a:t>
            </a:fld>
            <a:endParaRPr lang="en-US" sz="900" noProof="0" dirty="0"/>
          </a:p>
        </p:txBody>
      </p:sp>
      <p:sp>
        <p:nvSpPr>
          <p:cNvPr id="164" name="Text Placeholder 18">
            <a:extLst>
              <a:ext uri="{FF2B5EF4-FFF2-40B4-BE49-F238E27FC236}">
                <a16:creationId xmlns:a16="http://schemas.microsoft.com/office/drawing/2014/main" id="{5D9C3946-AEF0-5FE6-748A-167E8C3881D0}"/>
              </a:ext>
            </a:extLst>
          </p:cNvPr>
          <p:cNvSpPr>
            <a:spLocks noGrp="1"/>
          </p:cNvSpPr>
          <p:nvPr>
            <p:custDataLst>
              <p:tags r:id="rId62"/>
            </p:custDataLst>
          </p:nvPr>
        </p:nvSpPr>
        <p:spPr bwMode="auto">
          <a:xfrm>
            <a:off x="6713538" y="6237288"/>
            <a:ext cx="59531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9CC91670-665F-4488-AC06-C1B0EB0B078C}" type="datetime'''20''''''''''-A''p''''''r''-''23'''''''''''''''''''">
              <a:rPr lang="en-US" altLang="en-US" sz="900" smtClean="0">
                <a:effectLst/>
              </a:rPr>
              <a:pPr lvl="0">
                <a:spcBef>
                  <a:spcPct val="0"/>
                </a:spcBef>
                <a:spcAft>
                  <a:spcPct val="0"/>
                </a:spcAft>
              </a:pPr>
              <a:t>20-Apr-23</a:t>
            </a:fld>
            <a:endParaRPr lang="en-US" sz="900" noProof="0" dirty="0"/>
          </a:p>
        </p:txBody>
      </p:sp>
      <p:sp>
        <p:nvSpPr>
          <p:cNvPr id="177" name="Text Placeholder 18">
            <a:extLst>
              <a:ext uri="{FF2B5EF4-FFF2-40B4-BE49-F238E27FC236}">
                <a16:creationId xmlns:a16="http://schemas.microsoft.com/office/drawing/2014/main" id="{8C5B98A9-E035-63A1-4673-150C9031E06E}"/>
              </a:ext>
            </a:extLst>
          </p:cNvPr>
          <p:cNvSpPr>
            <a:spLocks noGrp="1"/>
          </p:cNvSpPr>
          <p:nvPr>
            <p:custDataLst>
              <p:tags r:id="rId63"/>
            </p:custDataLst>
          </p:nvPr>
        </p:nvSpPr>
        <p:spPr bwMode="auto">
          <a:xfrm>
            <a:off x="8529638" y="6049963"/>
            <a:ext cx="59531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B8090A5E-2B6C-4E3F-AEB9-23FC48267566}" type="datetime'2''''''''''''''5''-''''''''''''''A''p''''''''r''''''''-23'''''">
              <a:rPr lang="en-US" altLang="en-US" sz="900" smtClean="0">
                <a:effectLst/>
              </a:rPr>
              <a:pPr lvl="0">
                <a:spcBef>
                  <a:spcPct val="0"/>
                </a:spcBef>
                <a:spcAft>
                  <a:spcPct val="0"/>
                </a:spcAft>
              </a:pPr>
              <a:t>25-Apr-23</a:t>
            </a:fld>
            <a:endParaRPr lang="en-US" sz="900" noProof="0" dirty="0"/>
          </a:p>
        </p:txBody>
      </p:sp>
      <p:sp>
        <p:nvSpPr>
          <p:cNvPr id="172" name="Text Placeholder 18">
            <a:extLst>
              <a:ext uri="{FF2B5EF4-FFF2-40B4-BE49-F238E27FC236}">
                <a16:creationId xmlns:a16="http://schemas.microsoft.com/office/drawing/2014/main" id="{1240A350-7557-7728-44E1-84A744237880}"/>
              </a:ext>
            </a:extLst>
          </p:cNvPr>
          <p:cNvSpPr>
            <a:spLocks noGrp="1"/>
          </p:cNvSpPr>
          <p:nvPr>
            <p:custDataLst>
              <p:tags r:id="rId64"/>
            </p:custDataLst>
          </p:nvPr>
        </p:nvSpPr>
        <p:spPr bwMode="auto">
          <a:xfrm>
            <a:off x="5805488" y="6424613"/>
            <a:ext cx="59531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BECC8D4A-3B28-4031-98B4-06DF248B021F}" type="datetime'1''''''''8''-''Ap''''r''''-''''23'''''''''''''">
              <a:rPr lang="en-US" altLang="en-US" sz="900" smtClean="0">
                <a:effectLst/>
              </a:rPr>
              <a:pPr lvl="0">
                <a:spcBef>
                  <a:spcPct val="0"/>
                </a:spcBef>
                <a:spcAft>
                  <a:spcPct val="0"/>
                </a:spcAft>
              </a:pPr>
              <a:t>18-Apr-23</a:t>
            </a:fld>
            <a:endParaRPr lang="en-US" sz="900" noProof="0" dirty="0"/>
          </a:p>
        </p:txBody>
      </p:sp>
      <p:sp>
        <p:nvSpPr>
          <p:cNvPr id="153" name="Text Placeholder 18">
            <a:extLst>
              <a:ext uri="{FF2B5EF4-FFF2-40B4-BE49-F238E27FC236}">
                <a16:creationId xmlns:a16="http://schemas.microsoft.com/office/drawing/2014/main" id="{9A6FCEF9-E112-61BA-FE95-706416FEABD9}"/>
              </a:ext>
            </a:extLst>
          </p:cNvPr>
          <p:cNvSpPr>
            <a:spLocks noGrp="1"/>
          </p:cNvSpPr>
          <p:nvPr>
            <p:custDataLst>
              <p:tags r:id="rId65"/>
            </p:custDataLst>
          </p:nvPr>
        </p:nvSpPr>
        <p:spPr bwMode="auto">
          <a:xfrm>
            <a:off x="8529638" y="6237288"/>
            <a:ext cx="59531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38D93442-C893-4F9A-9F76-572365E638F5}" type="datetime'2''''''''6''-''''A''''''''''p''''''''''''r-''''''''2''3'''''''">
              <a:rPr lang="en-US" altLang="en-US" sz="900" smtClean="0">
                <a:effectLst/>
              </a:rPr>
              <a:pPr lvl="0">
                <a:spcBef>
                  <a:spcPct val="0"/>
                </a:spcBef>
                <a:spcAft>
                  <a:spcPct val="0"/>
                </a:spcAft>
              </a:pPr>
              <a:t>26-Apr-23</a:t>
            </a:fld>
            <a:endParaRPr lang="en-US" sz="900" noProof="0" dirty="0"/>
          </a:p>
        </p:txBody>
      </p:sp>
      <p:sp>
        <p:nvSpPr>
          <p:cNvPr id="171" name="Text Placeholder 18">
            <a:extLst>
              <a:ext uri="{FF2B5EF4-FFF2-40B4-BE49-F238E27FC236}">
                <a16:creationId xmlns:a16="http://schemas.microsoft.com/office/drawing/2014/main" id="{4A05A4DC-EBD2-985D-2BCC-E68DF78EB400}"/>
              </a:ext>
            </a:extLst>
          </p:cNvPr>
          <p:cNvSpPr>
            <a:spLocks noGrp="1"/>
          </p:cNvSpPr>
          <p:nvPr>
            <p:custDataLst>
              <p:tags r:id="rId66"/>
            </p:custDataLst>
          </p:nvPr>
        </p:nvSpPr>
        <p:spPr bwMode="auto">
          <a:xfrm>
            <a:off x="6713538" y="6424613"/>
            <a:ext cx="59531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5BDD9158-6217-41E4-B8F2-40550613DAFF}" type="datetime'''21''''''''''''''-A''p''''''''''r''''''''-''''''''2''''3'''''">
              <a:rPr lang="en-US" altLang="en-US" sz="900" smtClean="0">
                <a:effectLst/>
              </a:rPr>
              <a:pPr lvl="0">
                <a:spcBef>
                  <a:spcPct val="0"/>
                </a:spcBef>
                <a:spcAft>
                  <a:spcPct val="0"/>
                </a:spcAft>
              </a:pPr>
              <a:t>21-Apr-23</a:t>
            </a:fld>
            <a:endParaRPr lang="en-US" sz="900" noProof="0" dirty="0"/>
          </a:p>
        </p:txBody>
      </p:sp>
      <p:sp>
        <p:nvSpPr>
          <p:cNvPr id="345" name="Text Placeholder 18">
            <a:extLst>
              <a:ext uri="{FF2B5EF4-FFF2-40B4-BE49-F238E27FC236}">
                <a16:creationId xmlns:a16="http://schemas.microsoft.com/office/drawing/2014/main" id="{69A028FE-D36E-1E6F-F175-FBF23461666B}"/>
              </a:ext>
            </a:extLst>
          </p:cNvPr>
          <p:cNvSpPr>
            <a:spLocks noGrp="1"/>
          </p:cNvSpPr>
          <p:nvPr>
            <p:custDataLst>
              <p:tags r:id="rId67"/>
            </p:custDataLst>
          </p:nvPr>
        </p:nvSpPr>
        <p:spPr bwMode="auto">
          <a:xfrm>
            <a:off x="1484313" y="6049963"/>
            <a:ext cx="52228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981483EF-0E36-443F-A83F-23137D50AB0B}" type="datetime'''1''-''''''''''''''''A''p''''''''''''''''r''-''''2''''3'''''">
              <a:rPr lang="en-US" altLang="en-US" sz="900" smtClean="0"/>
              <a:pPr/>
              <a:t>1-Apr-23</a:t>
            </a:fld>
            <a:endParaRPr lang="en-US" sz="900" noProof="0" dirty="0"/>
          </a:p>
        </p:txBody>
      </p:sp>
      <p:sp>
        <p:nvSpPr>
          <p:cNvPr id="170" name="Text Placeholder 18">
            <a:extLst>
              <a:ext uri="{FF2B5EF4-FFF2-40B4-BE49-F238E27FC236}">
                <a16:creationId xmlns:a16="http://schemas.microsoft.com/office/drawing/2014/main" id="{EDFF89ED-8A35-B36E-B598-1B90E6CCEF1D}"/>
              </a:ext>
            </a:extLst>
          </p:cNvPr>
          <p:cNvSpPr>
            <a:spLocks noGrp="1"/>
          </p:cNvSpPr>
          <p:nvPr>
            <p:custDataLst>
              <p:tags r:id="rId68"/>
            </p:custDataLst>
          </p:nvPr>
        </p:nvSpPr>
        <p:spPr bwMode="auto">
          <a:xfrm>
            <a:off x="5805488" y="6237288"/>
            <a:ext cx="59531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98B234A5-7BFB-4ADF-B8B0-B1F4E8010FE0}" type="datetime'1''''''''''7-''''''''''A''p''r''-''''''''''''''''''''2''3'''">
              <a:rPr lang="en-US" altLang="en-US" sz="900" smtClean="0">
                <a:effectLst/>
              </a:rPr>
              <a:pPr lvl="0">
                <a:spcBef>
                  <a:spcPct val="0"/>
                </a:spcBef>
                <a:spcAft>
                  <a:spcPct val="0"/>
                </a:spcAft>
              </a:pPr>
              <a:t>17-Apr-23</a:t>
            </a:fld>
            <a:endParaRPr lang="en-US" sz="900" noProof="0" dirty="0"/>
          </a:p>
        </p:txBody>
      </p:sp>
      <p:sp>
        <p:nvSpPr>
          <p:cNvPr id="178" name="Text Placeholder 18">
            <a:extLst>
              <a:ext uri="{FF2B5EF4-FFF2-40B4-BE49-F238E27FC236}">
                <a16:creationId xmlns:a16="http://schemas.microsoft.com/office/drawing/2014/main" id="{ED214B63-180C-446D-3A18-E1DEF2C10A0B}"/>
              </a:ext>
            </a:extLst>
          </p:cNvPr>
          <p:cNvSpPr>
            <a:spLocks noGrp="1"/>
          </p:cNvSpPr>
          <p:nvPr>
            <p:custDataLst>
              <p:tags r:id="rId69"/>
            </p:custDataLst>
          </p:nvPr>
        </p:nvSpPr>
        <p:spPr bwMode="auto">
          <a:xfrm>
            <a:off x="9437688" y="6049963"/>
            <a:ext cx="59531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2E72C4F8-8BED-4FB7-8D34-D1B1E858E9C4}" type="datetime'''''2''''''''''''''8''''''-Ap''r''''''''-2''''''3'''''''''">
              <a:rPr lang="en-US" altLang="en-US" sz="900" smtClean="0">
                <a:effectLst/>
              </a:rPr>
              <a:pPr lvl="0">
                <a:spcBef>
                  <a:spcPct val="0"/>
                </a:spcBef>
                <a:spcAft>
                  <a:spcPct val="0"/>
                </a:spcAft>
              </a:pPr>
              <a:t>28-Apr-23</a:t>
            </a:fld>
            <a:endParaRPr lang="en-US" sz="900" noProof="0" dirty="0"/>
          </a:p>
        </p:txBody>
      </p:sp>
      <p:sp>
        <p:nvSpPr>
          <p:cNvPr id="174" name="Text Placeholder 18">
            <a:extLst>
              <a:ext uri="{FF2B5EF4-FFF2-40B4-BE49-F238E27FC236}">
                <a16:creationId xmlns:a16="http://schemas.microsoft.com/office/drawing/2014/main" id="{C91A48EF-97AB-1012-A07B-EAF4F91EF513}"/>
              </a:ext>
            </a:extLst>
          </p:cNvPr>
          <p:cNvSpPr>
            <a:spLocks noGrp="1"/>
          </p:cNvSpPr>
          <p:nvPr>
            <p:custDataLst>
              <p:tags r:id="rId70"/>
            </p:custDataLst>
          </p:nvPr>
        </p:nvSpPr>
        <p:spPr bwMode="auto">
          <a:xfrm>
            <a:off x="7621588" y="6049963"/>
            <a:ext cx="59531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6A4E77A5-9AD2-4FD4-BA10-16BA0D0B95A0}" type="datetime'''2''''''''''2-''''A''''''''p''r-''23'''''''''''''''">
              <a:rPr lang="en-US" altLang="en-US" sz="900" smtClean="0">
                <a:effectLst/>
              </a:rPr>
              <a:pPr lvl="0">
                <a:spcBef>
                  <a:spcPct val="0"/>
                </a:spcBef>
                <a:spcAft>
                  <a:spcPct val="0"/>
                </a:spcAft>
              </a:pPr>
              <a:t>22-Apr-23</a:t>
            </a:fld>
            <a:endParaRPr lang="en-US" sz="900" noProof="0" dirty="0"/>
          </a:p>
        </p:txBody>
      </p:sp>
      <p:sp>
        <p:nvSpPr>
          <p:cNvPr id="179" name="Text Placeholder 18">
            <a:extLst>
              <a:ext uri="{FF2B5EF4-FFF2-40B4-BE49-F238E27FC236}">
                <a16:creationId xmlns:a16="http://schemas.microsoft.com/office/drawing/2014/main" id="{840B6B8B-DDE5-EE73-ECB0-B32106ADABC6}"/>
              </a:ext>
            </a:extLst>
          </p:cNvPr>
          <p:cNvSpPr>
            <a:spLocks noGrp="1"/>
          </p:cNvSpPr>
          <p:nvPr>
            <p:custDataLst>
              <p:tags r:id="rId71"/>
            </p:custDataLst>
          </p:nvPr>
        </p:nvSpPr>
        <p:spPr bwMode="auto">
          <a:xfrm>
            <a:off x="9437688" y="6237288"/>
            <a:ext cx="59531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DC5E71E6-4A2B-4AD1-BDC0-CCBB46463C94}" type="datetime'''''''''''2''''''9-A''pr''''-''''''''''''''''''''2''''''''3'''">
              <a:rPr lang="en-US" altLang="en-US" sz="900" smtClean="0">
                <a:effectLst/>
              </a:rPr>
              <a:pPr lvl="0">
                <a:spcBef>
                  <a:spcPct val="0"/>
                </a:spcBef>
                <a:spcAft>
                  <a:spcPct val="0"/>
                </a:spcAft>
              </a:pPr>
              <a:t>29-Apr-23</a:t>
            </a:fld>
            <a:endParaRPr lang="en-US" sz="900" noProof="0" dirty="0"/>
          </a:p>
        </p:txBody>
      </p:sp>
      <p:sp>
        <p:nvSpPr>
          <p:cNvPr id="173" name="Text Placeholder 18">
            <a:extLst>
              <a:ext uri="{FF2B5EF4-FFF2-40B4-BE49-F238E27FC236}">
                <a16:creationId xmlns:a16="http://schemas.microsoft.com/office/drawing/2014/main" id="{AE247B1C-E1C1-D511-6AFF-8768A59DFE9B}"/>
              </a:ext>
            </a:extLst>
          </p:cNvPr>
          <p:cNvSpPr>
            <a:spLocks noGrp="1"/>
          </p:cNvSpPr>
          <p:nvPr>
            <p:custDataLst>
              <p:tags r:id="rId72"/>
            </p:custDataLst>
          </p:nvPr>
        </p:nvSpPr>
        <p:spPr bwMode="auto">
          <a:xfrm>
            <a:off x="6713538" y="6049963"/>
            <a:ext cx="59531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DDD756CB-24C9-4283-86F6-631C7019ED01}" type="datetime'''1''''''''''''''''''9''''''''-A''''p''r''''''''-''''''23'''''">
              <a:rPr lang="en-US" altLang="en-US" sz="900" smtClean="0">
                <a:effectLst/>
              </a:rPr>
              <a:pPr lvl="0">
                <a:spcBef>
                  <a:spcPct val="0"/>
                </a:spcBef>
                <a:spcAft>
                  <a:spcPct val="0"/>
                </a:spcAft>
              </a:pPr>
              <a:t>19-Apr-23</a:t>
            </a:fld>
            <a:endParaRPr lang="en-US" sz="900" noProof="0" dirty="0"/>
          </a:p>
        </p:txBody>
      </p:sp>
      <p:sp>
        <p:nvSpPr>
          <p:cNvPr id="180" name="Text Placeholder 18">
            <a:extLst>
              <a:ext uri="{FF2B5EF4-FFF2-40B4-BE49-F238E27FC236}">
                <a16:creationId xmlns:a16="http://schemas.microsoft.com/office/drawing/2014/main" id="{C78C3FE1-E47A-7BDE-ADDF-BDB6D14ED6FC}"/>
              </a:ext>
            </a:extLst>
          </p:cNvPr>
          <p:cNvSpPr>
            <a:spLocks noGrp="1"/>
          </p:cNvSpPr>
          <p:nvPr>
            <p:custDataLst>
              <p:tags r:id="rId73"/>
            </p:custDataLst>
          </p:nvPr>
        </p:nvSpPr>
        <p:spPr bwMode="auto">
          <a:xfrm>
            <a:off x="9437688" y="6424613"/>
            <a:ext cx="59531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A85BDF7A-B21A-4740-AB11-84F90E7EC624}" type="datetime'3''''0''''''''''''-''Ap''''''''''''''r''-''''2''''''''''''3'''">
              <a:rPr lang="en-US" altLang="en-US" sz="900" smtClean="0">
                <a:effectLst/>
              </a:rPr>
              <a:pPr lvl="0">
                <a:spcBef>
                  <a:spcPct val="0"/>
                </a:spcBef>
                <a:spcAft>
                  <a:spcPct val="0"/>
                </a:spcAft>
              </a:pPr>
              <a:t>30-Apr-23</a:t>
            </a:fld>
            <a:endParaRPr lang="en-US" sz="900" noProof="0" dirty="0"/>
          </a:p>
        </p:txBody>
      </p:sp>
      <p:sp>
        <p:nvSpPr>
          <p:cNvPr id="158" name="Text Placeholder 18">
            <a:extLst>
              <a:ext uri="{FF2B5EF4-FFF2-40B4-BE49-F238E27FC236}">
                <a16:creationId xmlns:a16="http://schemas.microsoft.com/office/drawing/2014/main" id="{1011DE5D-C530-F7B7-6774-C7D4C199A889}"/>
              </a:ext>
            </a:extLst>
          </p:cNvPr>
          <p:cNvSpPr>
            <a:spLocks noGrp="1"/>
          </p:cNvSpPr>
          <p:nvPr>
            <p:custDataLst>
              <p:tags r:id="rId74"/>
            </p:custDataLst>
          </p:nvPr>
        </p:nvSpPr>
        <p:spPr bwMode="auto">
          <a:xfrm>
            <a:off x="8529638" y="6424613"/>
            <a:ext cx="59531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FA714386-5CFE-4671-9B95-E4E4E4B80EC2}" type="datetime'2''''''7''''''-A''p''r-''2''''''''''''''''''''''''''3'''''''">
              <a:rPr lang="en-US" altLang="en-US" sz="900" smtClean="0">
                <a:effectLst/>
              </a:rPr>
              <a:pPr lvl="0">
                <a:spcBef>
                  <a:spcPct val="0"/>
                </a:spcBef>
                <a:spcAft>
                  <a:spcPct val="0"/>
                </a:spcAft>
              </a:pPr>
              <a:t>27-Apr-23</a:t>
            </a:fld>
            <a:endParaRPr lang="en-US" sz="900" noProof="0" dirty="0"/>
          </a:p>
        </p:txBody>
      </p:sp>
      <p:cxnSp>
        <p:nvCxnSpPr>
          <p:cNvPr id="328" name="Straight Arrow Connector 327">
            <a:extLst>
              <a:ext uri="{FF2B5EF4-FFF2-40B4-BE49-F238E27FC236}">
                <a16:creationId xmlns:a16="http://schemas.microsoft.com/office/drawing/2014/main" id="{85A25165-BDF3-D5AC-EB25-28CAAD805EA9}"/>
              </a:ext>
            </a:extLst>
          </p:cNvPr>
          <p:cNvCxnSpPr>
            <a:cxnSpLocks/>
          </p:cNvCxnSpPr>
          <p:nvPr/>
        </p:nvCxnSpPr>
        <p:spPr>
          <a:xfrm>
            <a:off x="1293813" y="5919567"/>
            <a:ext cx="10416851" cy="1188"/>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26" name="Rectangle 325">
            <a:extLst>
              <a:ext uri="{FF2B5EF4-FFF2-40B4-BE49-F238E27FC236}">
                <a16:creationId xmlns:a16="http://schemas.microsoft.com/office/drawing/2014/main" id="{3CEEFEE3-E67C-3394-152B-8EA060626DC2}"/>
              </a:ext>
            </a:extLst>
          </p:cNvPr>
          <p:cNvSpPr/>
          <p:nvPr/>
        </p:nvSpPr>
        <p:spPr bwMode="gray">
          <a:xfrm>
            <a:off x="5262563" y="5798829"/>
            <a:ext cx="1591599" cy="238124"/>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t>Time (Hours)</a:t>
            </a:r>
          </a:p>
        </p:txBody>
      </p:sp>
      <p:cxnSp>
        <p:nvCxnSpPr>
          <p:cNvPr id="333" name="Straight Arrow Connector 332">
            <a:extLst>
              <a:ext uri="{FF2B5EF4-FFF2-40B4-BE49-F238E27FC236}">
                <a16:creationId xmlns:a16="http://schemas.microsoft.com/office/drawing/2014/main" id="{9C716DAF-2225-82C9-1B60-F50B060360DB}"/>
              </a:ext>
            </a:extLst>
          </p:cNvPr>
          <p:cNvCxnSpPr>
            <a:cxnSpLocks/>
          </p:cNvCxnSpPr>
          <p:nvPr/>
        </p:nvCxnSpPr>
        <p:spPr>
          <a:xfrm flipV="1">
            <a:off x="502047" y="1328889"/>
            <a:ext cx="0" cy="4482949"/>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36" name="Rectangle 335">
            <a:extLst>
              <a:ext uri="{FF2B5EF4-FFF2-40B4-BE49-F238E27FC236}">
                <a16:creationId xmlns:a16="http://schemas.microsoft.com/office/drawing/2014/main" id="{E0E06CA7-67CF-0374-5800-8D69E34DC3B7}"/>
              </a:ext>
            </a:extLst>
          </p:cNvPr>
          <p:cNvSpPr/>
          <p:nvPr/>
        </p:nvSpPr>
        <p:spPr bwMode="gray">
          <a:xfrm rot="16200000">
            <a:off x="-1496883" y="3302544"/>
            <a:ext cx="3977622" cy="405101"/>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t>Short term Power Purchase + Load Shedding (Solar Opportunity) (MW)</a:t>
            </a:r>
          </a:p>
        </p:txBody>
      </p:sp>
      <p:sp>
        <p:nvSpPr>
          <p:cNvPr id="11" name="TextBox 10">
            <a:extLst>
              <a:ext uri="{FF2B5EF4-FFF2-40B4-BE49-F238E27FC236}">
                <a16:creationId xmlns:a16="http://schemas.microsoft.com/office/drawing/2014/main" id="{8ACFD0FD-5DB2-7B61-8285-F8951CE0C795}"/>
              </a:ext>
            </a:extLst>
          </p:cNvPr>
          <p:cNvSpPr txBox="1"/>
          <p:nvPr/>
        </p:nvSpPr>
        <p:spPr>
          <a:xfrm>
            <a:off x="10631951" y="6315696"/>
            <a:ext cx="1228727" cy="184666"/>
          </a:xfrm>
          <a:prstGeom prst="rect">
            <a:avLst/>
          </a:prstGeom>
          <a:noFill/>
        </p:spPr>
        <p:txBody>
          <a:bodyPr wrap="square" lIns="0" tIns="0" rIns="0" bIns="0" rtlCol="0">
            <a:spAutoFit/>
          </a:bodyPr>
          <a:lstStyle/>
          <a:p>
            <a:pPr algn="r">
              <a:spcBef>
                <a:spcPts val="600"/>
              </a:spcBef>
              <a:buSzPct val="100000"/>
            </a:pPr>
            <a:r>
              <a:rPr lang="en-US" sz="1200" b="1" dirty="0">
                <a:solidFill>
                  <a:srgbClr val="313131"/>
                </a:solidFill>
                <a:hlinkClick r:id="rId79" action="ppaction://hlinksldjump"/>
              </a:rPr>
              <a:t>Details</a:t>
            </a:r>
            <a:endParaRPr lang="en-US" sz="1200" b="1" dirty="0">
              <a:solidFill>
                <a:srgbClr val="313131"/>
              </a:solidFill>
            </a:endParaRPr>
          </a:p>
        </p:txBody>
      </p:sp>
    </p:spTree>
    <p:extLst>
      <p:ext uri="{BB962C8B-B14F-4D97-AF65-F5344CB8AC3E}">
        <p14:creationId xmlns:p14="http://schemas.microsoft.com/office/powerpoint/2010/main" val="2998965813"/>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F53E3122-8B80-4B2B-9425-C97F9D1809CD}"/>
              </a:ext>
            </a:extLst>
          </p:cNvPr>
          <p:cNvGraphicFramePr>
            <a:graphicFrameLocks noChangeAspect="1"/>
          </p:cNvGraphicFramePr>
          <p:nvPr>
            <p:custDataLst>
              <p:tags r:id="rId1"/>
            </p:custDataLst>
            <p:extLst>
              <p:ext uri="{D42A27DB-BD31-4B8C-83A1-F6EECF244321}">
                <p14:modId xmlns:p14="http://schemas.microsoft.com/office/powerpoint/2010/main" val="397942106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8" imgW="415" imgH="416" progId="TCLayout.ActiveDocument.1">
                  <p:embed/>
                </p:oleObj>
              </mc:Choice>
              <mc:Fallback>
                <p:oleObj name="think-cell Slide" r:id="rId78" imgW="415" imgH="416" progId="TCLayout.ActiveDocument.1">
                  <p:embed/>
                  <p:pic>
                    <p:nvPicPr>
                      <p:cNvPr id="6" name="Object 5" hidden="1">
                        <a:extLst>
                          <a:ext uri="{FF2B5EF4-FFF2-40B4-BE49-F238E27FC236}">
                            <a16:creationId xmlns:a16="http://schemas.microsoft.com/office/drawing/2014/main" id="{F53E3122-8B80-4B2B-9425-C97F9D1809CD}"/>
                          </a:ext>
                        </a:extLst>
                      </p:cNvPr>
                      <p:cNvPicPr/>
                      <p:nvPr/>
                    </p:nvPicPr>
                    <p:blipFill>
                      <a:blip r:embed="rId79"/>
                      <a:stretch>
                        <a:fillRect/>
                      </a:stretch>
                    </p:blipFill>
                    <p:spPr>
                      <a:xfrm>
                        <a:off x="1588" y="1588"/>
                        <a:ext cx="1588" cy="1588"/>
                      </a:xfrm>
                      <a:prstGeom prst="rect">
                        <a:avLst/>
                      </a:prstGeom>
                    </p:spPr>
                  </p:pic>
                </p:oleObj>
              </mc:Fallback>
            </mc:AlternateContent>
          </a:graphicData>
        </a:graphic>
      </p:graphicFrame>
      <p:sp>
        <p:nvSpPr>
          <p:cNvPr id="3" name="Title 2"/>
          <p:cNvSpPr>
            <a:spLocks noGrp="1"/>
          </p:cNvSpPr>
          <p:nvPr>
            <p:ph type="title"/>
          </p:nvPr>
        </p:nvSpPr>
        <p:spPr>
          <a:xfrm>
            <a:off x="555170" y="266401"/>
            <a:ext cx="11166932" cy="347321"/>
          </a:xfrm>
        </p:spPr>
        <p:txBody>
          <a:bodyPr vert="horz"/>
          <a:lstStyle/>
          <a:p>
            <a:r>
              <a:rPr lang="en-US" b="1" dirty="0"/>
              <a:t>May 2023 – Hourly </a:t>
            </a:r>
            <a:r>
              <a:rPr lang="en-US" dirty="0"/>
              <a:t>Short Term Procurement + Load Shedding during Solar Hours</a:t>
            </a:r>
            <a:endParaRPr lang="en-US" sz="1800" b="1" dirty="0"/>
          </a:p>
        </p:txBody>
      </p:sp>
      <p:graphicFrame>
        <p:nvGraphicFramePr>
          <p:cNvPr id="15" name="Chart 14">
            <a:extLst>
              <a:ext uri="{FF2B5EF4-FFF2-40B4-BE49-F238E27FC236}">
                <a16:creationId xmlns:a16="http://schemas.microsoft.com/office/drawing/2014/main" id="{CF923308-08CD-81F1-043E-8A3382AAD0F6}"/>
              </a:ext>
            </a:extLst>
          </p:cNvPr>
          <p:cNvGraphicFramePr/>
          <p:nvPr>
            <p:custDataLst>
              <p:tags r:id="rId2"/>
            </p:custDataLst>
            <p:extLst>
              <p:ext uri="{D42A27DB-BD31-4B8C-83A1-F6EECF244321}">
                <p14:modId xmlns:p14="http://schemas.microsoft.com/office/powerpoint/2010/main" val="4091647297"/>
              </p:ext>
            </p:extLst>
          </p:nvPr>
        </p:nvGraphicFramePr>
        <p:xfrm>
          <a:off x="669925" y="617538"/>
          <a:ext cx="11091863" cy="5092700"/>
        </p:xfrm>
        <a:graphic>
          <a:graphicData uri="http://schemas.openxmlformats.org/drawingml/2006/chart">
            <c:chart xmlns:c="http://schemas.openxmlformats.org/drawingml/2006/chart" xmlns:r="http://schemas.openxmlformats.org/officeDocument/2006/relationships" r:id="rId80"/>
          </a:graphicData>
        </a:graphic>
      </p:graphicFrame>
      <p:sp>
        <p:nvSpPr>
          <p:cNvPr id="45" name="Text Placeholder 18">
            <a:extLst>
              <a:ext uri="{FF2B5EF4-FFF2-40B4-BE49-F238E27FC236}">
                <a16:creationId xmlns:a16="http://schemas.microsoft.com/office/drawing/2014/main" id="{10749C61-692F-50F3-8EA7-C4AB00E2CCD4}"/>
              </a:ext>
            </a:extLst>
          </p:cNvPr>
          <p:cNvSpPr>
            <a:spLocks noGrp="1"/>
          </p:cNvSpPr>
          <p:nvPr>
            <p:custDataLst>
              <p:tags r:id="rId3"/>
            </p:custDataLst>
          </p:nvPr>
        </p:nvSpPr>
        <p:spPr bwMode="auto">
          <a:xfrm>
            <a:off x="992188" y="5629275"/>
            <a:ext cx="46990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lgn="ctr">
              <a:spcBef>
                <a:spcPct val="0"/>
              </a:spcBef>
              <a:spcAft>
                <a:spcPct val="0"/>
              </a:spcAft>
            </a:pPr>
            <a:fld id="{7F2E54F1-1430-478C-976F-56960AD7EB92}" type="datetime'''06'''''''''':''''''''''''0''''''''''''''''''''''''0'''">
              <a:rPr lang="en-US" altLang="en-US" sz="1200" smtClean="0">
                <a:effectLst/>
              </a:rPr>
              <a:pPr lvl="0" algn="ctr">
                <a:spcBef>
                  <a:spcPct val="0"/>
                </a:spcBef>
                <a:spcAft>
                  <a:spcPct val="0"/>
                </a:spcAft>
              </a:pPr>
              <a:t>06:00</a:t>
            </a:fld>
            <a:endParaRPr lang="en-US" sz="1200" noProof="0" dirty="0"/>
          </a:p>
        </p:txBody>
      </p:sp>
      <p:sp>
        <p:nvSpPr>
          <p:cNvPr id="46" name="Text Placeholder 18">
            <a:extLst>
              <a:ext uri="{FF2B5EF4-FFF2-40B4-BE49-F238E27FC236}">
                <a16:creationId xmlns:a16="http://schemas.microsoft.com/office/drawing/2014/main" id="{FB914D80-C1CE-2574-C74F-FC295BA50CAF}"/>
              </a:ext>
            </a:extLst>
          </p:cNvPr>
          <p:cNvSpPr>
            <a:spLocks noGrp="1"/>
          </p:cNvSpPr>
          <p:nvPr>
            <p:custDataLst>
              <p:tags r:id="rId4"/>
            </p:custDataLst>
          </p:nvPr>
        </p:nvSpPr>
        <p:spPr bwMode="auto">
          <a:xfrm>
            <a:off x="1943100" y="5629275"/>
            <a:ext cx="46990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lgn="ctr">
              <a:spcBef>
                <a:spcPct val="0"/>
              </a:spcBef>
              <a:spcAft>
                <a:spcPct val="0"/>
              </a:spcAft>
            </a:pPr>
            <a:fld id="{5CC5A4B3-DCD5-4233-91D8-C45571C9E304}" type="datetime'''''''''''07'''''''''''''''''''''''''''''''''''''':0''''0'''">
              <a:rPr lang="en-US" altLang="en-US" sz="1200" smtClean="0">
                <a:effectLst/>
              </a:rPr>
              <a:pPr lvl="0" algn="ctr">
                <a:spcBef>
                  <a:spcPct val="0"/>
                </a:spcBef>
                <a:spcAft>
                  <a:spcPct val="0"/>
                </a:spcAft>
              </a:pPr>
              <a:t>07:00</a:t>
            </a:fld>
            <a:endParaRPr lang="en-US" sz="1200" noProof="0" dirty="0"/>
          </a:p>
        </p:txBody>
      </p:sp>
      <p:sp>
        <p:nvSpPr>
          <p:cNvPr id="47" name="Text Placeholder 18">
            <a:extLst>
              <a:ext uri="{FF2B5EF4-FFF2-40B4-BE49-F238E27FC236}">
                <a16:creationId xmlns:a16="http://schemas.microsoft.com/office/drawing/2014/main" id="{D29E33F6-E35F-1F23-123A-9AD3894376D1}"/>
              </a:ext>
            </a:extLst>
          </p:cNvPr>
          <p:cNvSpPr>
            <a:spLocks noGrp="1"/>
          </p:cNvSpPr>
          <p:nvPr>
            <p:custDataLst>
              <p:tags r:id="rId5"/>
            </p:custDataLst>
          </p:nvPr>
        </p:nvSpPr>
        <p:spPr bwMode="auto">
          <a:xfrm>
            <a:off x="2892425" y="5629275"/>
            <a:ext cx="46990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lgn="ctr">
              <a:spcBef>
                <a:spcPct val="0"/>
              </a:spcBef>
              <a:spcAft>
                <a:spcPct val="0"/>
              </a:spcAft>
            </a:pPr>
            <a:fld id="{740D415A-A508-421C-A433-EB2517B49DF4}" type="datetime'0''''''''''8'''''''''''''''''':''''''''''''''''00'''''''''">
              <a:rPr lang="en-US" altLang="en-US" sz="1200" smtClean="0">
                <a:effectLst/>
              </a:rPr>
              <a:pPr lvl="0" algn="ctr">
                <a:spcBef>
                  <a:spcPct val="0"/>
                </a:spcBef>
                <a:spcAft>
                  <a:spcPct val="0"/>
                </a:spcAft>
              </a:pPr>
              <a:t>08:00</a:t>
            </a:fld>
            <a:endParaRPr lang="en-US" sz="1200" noProof="0" dirty="0"/>
          </a:p>
        </p:txBody>
      </p:sp>
      <p:sp>
        <p:nvSpPr>
          <p:cNvPr id="48" name="Text Placeholder 18">
            <a:extLst>
              <a:ext uri="{FF2B5EF4-FFF2-40B4-BE49-F238E27FC236}">
                <a16:creationId xmlns:a16="http://schemas.microsoft.com/office/drawing/2014/main" id="{49531A69-3DD3-1BD9-F5AD-FA8C45EA33E1}"/>
              </a:ext>
            </a:extLst>
          </p:cNvPr>
          <p:cNvSpPr>
            <a:spLocks noGrp="1"/>
          </p:cNvSpPr>
          <p:nvPr>
            <p:custDataLst>
              <p:tags r:id="rId6"/>
            </p:custDataLst>
          </p:nvPr>
        </p:nvSpPr>
        <p:spPr bwMode="auto">
          <a:xfrm>
            <a:off x="3843338" y="5629275"/>
            <a:ext cx="46990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lgn="ctr">
              <a:spcBef>
                <a:spcPct val="0"/>
              </a:spcBef>
              <a:spcAft>
                <a:spcPct val="0"/>
              </a:spcAft>
            </a:pPr>
            <a:fld id="{71E70D54-645D-491A-A19F-2D2A78D7D170}" type="datetime'''''09'''':0''0'''''''''''''''''''''''''">
              <a:rPr lang="en-US" altLang="en-US" sz="1200" smtClean="0">
                <a:effectLst/>
              </a:rPr>
              <a:pPr lvl="0" algn="ctr">
                <a:spcBef>
                  <a:spcPct val="0"/>
                </a:spcBef>
                <a:spcAft>
                  <a:spcPct val="0"/>
                </a:spcAft>
              </a:pPr>
              <a:t>09:00</a:t>
            </a:fld>
            <a:endParaRPr lang="en-US" sz="1200" noProof="0" dirty="0"/>
          </a:p>
        </p:txBody>
      </p:sp>
      <p:sp>
        <p:nvSpPr>
          <p:cNvPr id="49" name="Text Placeholder 18">
            <a:extLst>
              <a:ext uri="{FF2B5EF4-FFF2-40B4-BE49-F238E27FC236}">
                <a16:creationId xmlns:a16="http://schemas.microsoft.com/office/drawing/2014/main" id="{26E37660-BDCA-6B16-E2DB-10033B6DDBC0}"/>
              </a:ext>
            </a:extLst>
          </p:cNvPr>
          <p:cNvSpPr>
            <a:spLocks noGrp="1"/>
          </p:cNvSpPr>
          <p:nvPr>
            <p:custDataLst>
              <p:tags r:id="rId7"/>
            </p:custDataLst>
          </p:nvPr>
        </p:nvSpPr>
        <p:spPr bwMode="auto">
          <a:xfrm>
            <a:off x="4792663" y="5629275"/>
            <a:ext cx="46990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lgn="ctr">
              <a:spcBef>
                <a:spcPct val="0"/>
              </a:spcBef>
              <a:spcAft>
                <a:spcPct val="0"/>
              </a:spcAft>
            </a:pPr>
            <a:fld id="{CFC882B1-5034-4156-9781-3758295E6F7E}" type="datetime'''''1''0'':''''''''''0''''''''''''''0'''''''''''''''''''">
              <a:rPr lang="en-US" altLang="en-US" sz="1200" smtClean="0">
                <a:effectLst/>
              </a:rPr>
              <a:pPr lvl="0" algn="ctr">
                <a:spcBef>
                  <a:spcPct val="0"/>
                </a:spcBef>
                <a:spcAft>
                  <a:spcPct val="0"/>
                </a:spcAft>
              </a:pPr>
              <a:t>10:00</a:t>
            </a:fld>
            <a:endParaRPr lang="en-US" sz="1200" noProof="0" dirty="0"/>
          </a:p>
        </p:txBody>
      </p:sp>
      <p:sp>
        <p:nvSpPr>
          <p:cNvPr id="50" name="Text Placeholder 18">
            <a:extLst>
              <a:ext uri="{FF2B5EF4-FFF2-40B4-BE49-F238E27FC236}">
                <a16:creationId xmlns:a16="http://schemas.microsoft.com/office/drawing/2014/main" id="{4DA81E2D-5404-62A4-32F0-6A4EE5EF0029}"/>
              </a:ext>
            </a:extLst>
          </p:cNvPr>
          <p:cNvSpPr>
            <a:spLocks noGrp="1"/>
          </p:cNvSpPr>
          <p:nvPr>
            <p:custDataLst>
              <p:tags r:id="rId8"/>
            </p:custDataLst>
          </p:nvPr>
        </p:nvSpPr>
        <p:spPr bwMode="auto">
          <a:xfrm>
            <a:off x="5743575" y="5629275"/>
            <a:ext cx="46990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lgn="ctr">
              <a:spcBef>
                <a:spcPct val="0"/>
              </a:spcBef>
              <a:spcAft>
                <a:spcPct val="0"/>
              </a:spcAft>
            </a:pPr>
            <a:fld id="{30F0C05A-71AF-46B6-ADE7-4498E9AD3F77}" type="datetime'''1''''''''''''''1'''''''''''''''''':''''''''''0''0'''">
              <a:rPr lang="en-US" altLang="en-US" sz="1200" smtClean="0">
                <a:effectLst/>
              </a:rPr>
              <a:pPr lvl="0" algn="ctr">
                <a:spcBef>
                  <a:spcPct val="0"/>
                </a:spcBef>
                <a:spcAft>
                  <a:spcPct val="0"/>
                </a:spcAft>
              </a:pPr>
              <a:t>11:00</a:t>
            </a:fld>
            <a:endParaRPr lang="en-US" sz="1200" noProof="0" dirty="0"/>
          </a:p>
        </p:txBody>
      </p:sp>
      <p:sp>
        <p:nvSpPr>
          <p:cNvPr id="51" name="Text Placeholder 18">
            <a:extLst>
              <a:ext uri="{FF2B5EF4-FFF2-40B4-BE49-F238E27FC236}">
                <a16:creationId xmlns:a16="http://schemas.microsoft.com/office/drawing/2014/main" id="{7770E69B-88FD-46DC-C2E9-BB2F7F3A7AA5}"/>
              </a:ext>
            </a:extLst>
          </p:cNvPr>
          <p:cNvSpPr>
            <a:spLocks noGrp="1"/>
          </p:cNvSpPr>
          <p:nvPr>
            <p:custDataLst>
              <p:tags r:id="rId9"/>
            </p:custDataLst>
          </p:nvPr>
        </p:nvSpPr>
        <p:spPr bwMode="auto">
          <a:xfrm>
            <a:off x="6692900" y="5629275"/>
            <a:ext cx="46990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lgn="ctr">
              <a:spcBef>
                <a:spcPct val="0"/>
              </a:spcBef>
              <a:spcAft>
                <a:spcPct val="0"/>
              </a:spcAft>
            </a:pPr>
            <a:fld id="{0589EDEF-78AC-47FE-97A2-BA5F2C70402D}" type="datetime'''''''''''''12'''''''''''':''''''''''''''0''0'''''''">
              <a:rPr lang="en-US" altLang="en-US" sz="1200" smtClean="0">
                <a:effectLst/>
              </a:rPr>
              <a:pPr lvl="0" algn="ctr">
                <a:spcBef>
                  <a:spcPct val="0"/>
                </a:spcBef>
                <a:spcAft>
                  <a:spcPct val="0"/>
                </a:spcAft>
              </a:pPr>
              <a:t>12:00</a:t>
            </a:fld>
            <a:endParaRPr lang="en-US" sz="1200" noProof="0" dirty="0"/>
          </a:p>
        </p:txBody>
      </p:sp>
      <p:sp>
        <p:nvSpPr>
          <p:cNvPr id="52" name="Text Placeholder 18">
            <a:extLst>
              <a:ext uri="{FF2B5EF4-FFF2-40B4-BE49-F238E27FC236}">
                <a16:creationId xmlns:a16="http://schemas.microsoft.com/office/drawing/2014/main" id="{DA292A27-FC91-0D18-A539-815019F2C28F}"/>
              </a:ext>
            </a:extLst>
          </p:cNvPr>
          <p:cNvSpPr>
            <a:spLocks noGrp="1"/>
          </p:cNvSpPr>
          <p:nvPr>
            <p:custDataLst>
              <p:tags r:id="rId10"/>
            </p:custDataLst>
          </p:nvPr>
        </p:nvSpPr>
        <p:spPr bwMode="auto">
          <a:xfrm>
            <a:off x="7643813" y="5629275"/>
            <a:ext cx="46990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lgn="ctr">
              <a:spcBef>
                <a:spcPct val="0"/>
              </a:spcBef>
              <a:spcAft>
                <a:spcPct val="0"/>
              </a:spcAft>
            </a:pPr>
            <a:fld id="{CE306EF1-53EF-4E12-A0CE-A1075EF3EC0C}" type="datetime'''''''1''''''3'''':''''''0''0'''''''''''''''''''''''''''''''">
              <a:rPr lang="en-US" altLang="en-US" sz="1200" smtClean="0">
                <a:effectLst/>
              </a:rPr>
              <a:pPr lvl="0" algn="ctr">
                <a:spcBef>
                  <a:spcPct val="0"/>
                </a:spcBef>
                <a:spcAft>
                  <a:spcPct val="0"/>
                </a:spcAft>
              </a:pPr>
              <a:t>13:00</a:t>
            </a:fld>
            <a:endParaRPr lang="en-US" sz="1200" noProof="0" dirty="0"/>
          </a:p>
        </p:txBody>
      </p:sp>
      <p:sp>
        <p:nvSpPr>
          <p:cNvPr id="53" name="Text Placeholder 18">
            <a:extLst>
              <a:ext uri="{FF2B5EF4-FFF2-40B4-BE49-F238E27FC236}">
                <a16:creationId xmlns:a16="http://schemas.microsoft.com/office/drawing/2014/main" id="{91320403-A3E4-172B-DA62-A3A631952F08}"/>
              </a:ext>
            </a:extLst>
          </p:cNvPr>
          <p:cNvSpPr>
            <a:spLocks noGrp="1"/>
          </p:cNvSpPr>
          <p:nvPr>
            <p:custDataLst>
              <p:tags r:id="rId11"/>
            </p:custDataLst>
          </p:nvPr>
        </p:nvSpPr>
        <p:spPr bwMode="auto">
          <a:xfrm>
            <a:off x="8593138" y="5629275"/>
            <a:ext cx="46990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lgn="ctr">
              <a:spcBef>
                <a:spcPct val="0"/>
              </a:spcBef>
              <a:spcAft>
                <a:spcPct val="0"/>
              </a:spcAft>
            </a:pPr>
            <a:fld id="{1426020F-0925-4F2E-9613-D4ECBF17E27D}" type="datetime'''1''''''''4'':''''''''''0''''0'''''">
              <a:rPr lang="en-US" altLang="en-US" sz="1200" smtClean="0">
                <a:effectLst/>
              </a:rPr>
              <a:pPr lvl="0" algn="ctr">
                <a:spcBef>
                  <a:spcPct val="0"/>
                </a:spcBef>
                <a:spcAft>
                  <a:spcPct val="0"/>
                </a:spcAft>
              </a:pPr>
              <a:t>14:00</a:t>
            </a:fld>
            <a:endParaRPr lang="en-US" sz="1200" noProof="0" dirty="0"/>
          </a:p>
        </p:txBody>
      </p:sp>
      <p:sp>
        <p:nvSpPr>
          <p:cNvPr id="54" name="Text Placeholder 18">
            <a:extLst>
              <a:ext uri="{FF2B5EF4-FFF2-40B4-BE49-F238E27FC236}">
                <a16:creationId xmlns:a16="http://schemas.microsoft.com/office/drawing/2014/main" id="{1B8579CE-66EC-C29B-1CDB-CF5A90172715}"/>
              </a:ext>
            </a:extLst>
          </p:cNvPr>
          <p:cNvSpPr>
            <a:spLocks noGrp="1"/>
          </p:cNvSpPr>
          <p:nvPr>
            <p:custDataLst>
              <p:tags r:id="rId12"/>
            </p:custDataLst>
          </p:nvPr>
        </p:nvSpPr>
        <p:spPr bwMode="auto">
          <a:xfrm>
            <a:off x="9544050" y="5629275"/>
            <a:ext cx="46990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lgn="ctr">
              <a:spcBef>
                <a:spcPct val="0"/>
              </a:spcBef>
              <a:spcAft>
                <a:spcPct val="0"/>
              </a:spcAft>
            </a:pPr>
            <a:fld id="{C3E46719-5B28-462B-8A40-92BF401D2493}" type="datetime'''''''''1''''''''''''''''''''''''''''''5:''''''''''00'">
              <a:rPr lang="en-US" altLang="en-US" sz="1200" smtClean="0">
                <a:effectLst/>
              </a:rPr>
              <a:pPr lvl="0" algn="ctr">
                <a:spcBef>
                  <a:spcPct val="0"/>
                </a:spcBef>
                <a:spcAft>
                  <a:spcPct val="0"/>
                </a:spcAft>
              </a:pPr>
              <a:t>15:00</a:t>
            </a:fld>
            <a:endParaRPr lang="en-US" sz="1200" noProof="0" dirty="0"/>
          </a:p>
        </p:txBody>
      </p:sp>
      <p:sp>
        <p:nvSpPr>
          <p:cNvPr id="55" name="Text Placeholder 18">
            <a:extLst>
              <a:ext uri="{FF2B5EF4-FFF2-40B4-BE49-F238E27FC236}">
                <a16:creationId xmlns:a16="http://schemas.microsoft.com/office/drawing/2014/main" id="{0182E504-42DC-2BE1-F078-E93122CBFC43}"/>
              </a:ext>
            </a:extLst>
          </p:cNvPr>
          <p:cNvSpPr>
            <a:spLocks noGrp="1"/>
          </p:cNvSpPr>
          <p:nvPr>
            <p:custDataLst>
              <p:tags r:id="rId13"/>
            </p:custDataLst>
          </p:nvPr>
        </p:nvSpPr>
        <p:spPr bwMode="auto">
          <a:xfrm>
            <a:off x="10493375" y="5629275"/>
            <a:ext cx="46990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lgn="ctr">
              <a:spcBef>
                <a:spcPct val="0"/>
              </a:spcBef>
              <a:spcAft>
                <a:spcPct val="0"/>
              </a:spcAft>
            </a:pPr>
            <a:fld id="{215DE926-47C7-4607-93A2-2B1EF400E2B2}" type="datetime'''''''''''''''''''''''''''1''6:''''0''''''0'''''''''">
              <a:rPr lang="en-US" altLang="en-US" sz="1200" smtClean="0">
                <a:effectLst/>
              </a:rPr>
              <a:pPr lvl="0" algn="ctr">
                <a:spcBef>
                  <a:spcPct val="0"/>
                </a:spcBef>
                <a:spcAft>
                  <a:spcPct val="0"/>
                </a:spcAft>
              </a:pPr>
              <a:t>16:00</a:t>
            </a:fld>
            <a:endParaRPr lang="en-US" sz="1200" noProof="0" dirty="0"/>
          </a:p>
        </p:txBody>
      </p:sp>
      <p:sp>
        <p:nvSpPr>
          <p:cNvPr id="56" name="Text Placeholder 18">
            <a:extLst>
              <a:ext uri="{FF2B5EF4-FFF2-40B4-BE49-F238E27FC236}">
                <a16:creationId xmlns:a16="http://schemas.microsoft.com/office/drawing/2014/main" id="{2582EC10-2FF3-FFC9-16CF-1649CB032AF2}"/>
              </a:ext>
            </a:extLst>
          </p:cNvPr>
          <p:cNvSpPr>
            <a:spLocks noGrp="1"/>
          </p:cNvSpPr>
          <p:nvPr>
            <p:custDataLst>
              <p:tags r:id="rId14"/>
            </p:custDataLst>
          </p:nvPr>
        </p:nvSpPr>
        <p:spPr bwMode="auto">
          <a:xfrm>
            <a:off x="11444288" y="5629275"/>
            <a:ext cx="46990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lgn="ctr">
              <a:spcBef>
                <a:spcPct val="0"/>
              </a:spcBef>
              <a:spcAft>
                <a:spcPct val="0"/>
              </a:spcAft>
            </a:pPr>
            <a:fld id="{A84F97C2-9311-4045-8A82-2A1DFD4B31F6}" type="datetime'''''''''''''1''''7'''''''''''''':''''''0''''''0'''">
              <a:rPr lang="en-US" altLang="en-US" sz="1200" smtClean="0">
                <a:effectLst/>
              </a:rPr>
              <a:pPr lvl="0" algn="ctr">
                <a:spcBef>
                  <a:spcPct val="0"/>
                </a:spcBef>
                <a:spcAft>
                  <a:spcPct val="0"/>
                </a:spcAft>
              </a:pPr>
              <a:t>17:00</a:t>
            </a:fld>
            <a:endParaRPr lang="en-US" sz="1200" noProof="0" dirty="0"/>
          </a:p>
        </p:txBody>
      </p:sp>
      <p:cxnSp>
        <p:nvCxnSpPr>
          <p:cNvPr id="293" name="Straight Connector 292">
            <a:extLst>
              <a:ext uri="{FF2B5EF4-FFF2-40B4-BE49-F238E27FC236}">
                <a16:creationId xmlns:a16="http://schemas.microsoft.com/office/drawing/2014/main" id="{90FF6F7D-E121-A997-3A98-6F01236A3E1F}"/>
              </a:ext>
            </a:extLst>
          </p:cNvPr>
          <p:cNvCxnSpPr/>
          <p:nvPr>
            <p:custDataLst>
              <p:tags r:id="rId15"/>
            </p:custDataLst>
          </p:nvPr>
        </p:nvCxnSpPr>
        <p:spPr bwMode="gray">
          <a:xfrm>
            <a:off x="2152650" y="6113463"/>
            <a:ext cx="141288" cy="0"/>
          </a:xfrm>
          <a:prstGeom prst="line">
            <a:avLst/>
          </a:prstGeom>
          <a:ln w="19050" cap="rnd" cmpd="sng" algn="ctr">
            <a:solidFill>
              <a:schemeClr val="accent4"/>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735A1823-FAEA-C07E-B0C1-B0F2BD0E61CF}"/>
              </a:ext>
            </a:extLst>
          </p:cNvPr>
          <p:cNvCxnSpPr/>
          <p:nvPr>
            <p:custDataLst>
              <p:tags r:id="rId16"/>
            </p:custDataLst>
          </p:nvPr>
        </p:nvCxnSpPr>
        <p:spPr bwMode="gray">
          <a:xfrm>
            <a:off x="1282700" y="6113463"/>
            <a:ext cx="141288" cy="0"/>
          </a:xfrm>
          <a:prstGeom prst="line">
            <a:avLst/>
          </a:prstGeom>
          <a:ln w="19050" cap="rnd" cmpd="sng" algn="ctr">
            <a:solidFill>
              <a:schemeClr val="accent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98" name="Straight Connector 297">
            <a:extLst>
              <a:ext uri="{FF2B5EF4-FFF2-40B4-BE49-F238E27FC236}">
                <a16:creationId xmlns:a16="http://schemas.microsoft.com/office/drawing/2014/main" id="{AA97603C-91B5-D7C4-4EB1-CF6F2108C6B2}"/>
              </a:ext>
            </a:extLst>
          </p:cNvPr>
          <p:cNvCxnSpPr/>
          <p:nvPr>
            <p:custDataLst>
              <p:tags r:id="rId17"/>
            </p:custDataLst>
          </p:nvPr>
        </p:nvCxnSpPr>
        <p:spPr bwMode="gray">
          <a:xfrm>
            <a:off x="3027363" y="6488113"/>
            <a:ext cx="131763" cy="0"/>
          </a:xfrm>
          <a:prstGeom prst="line">
            <a:avLst/>
          </a:prstGeom>
          <a:ln w="28575" cap="rnd" cmpd="sng" algn="ctr">
            <a:solidFill>
              <a:schemeClr val="accent3"/>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91" name="Straight Connector 290">
            <a:extLst>
              <a:ext uri="{FF2B5EF4-FFF2-40B4-BE49-F238E27FC236}">
                <a16:creationId xmlns:a16="http://schemas.microsoft.com/office/drawing/2014/main" id="{D6EAE3DC-6D03-4094-1EFD-2B03AB9FFA5E}"/>
              </a:ext>
            </a:extLst>
          </p:cNvPr>
          <p:cNvCxnSpPr/>
          <p:nvPr>
            <p:custDataLst>
              <p:tags r:id="rId18"/>
            </p:custDataLst>
          </p:nvPr>
        </p:nvCxnSpPr>
        <p:spPr bwMode="gray">
          <a:xfrm>
            <a:off x="1282700" y="6300788"/>
            <a:ext cx="141288" cy="0"/>
          </a:xfrm>
          <a:prstGeom prst="line">
            <a:avLst/>
          </a:prstGeom>
          <a:ln w="19050" cap="rnd" cmpd="sng" algn="ctr">
            <a:solidFill>
              <a:schemeClr val="accent2"/>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02" name="Straight Connector 301">
            <a:extLst>
              <a:ext uri="{FF2B5EF4-FFF2-40B4-BE49-F238E27FC236}">
                <a16:creationId xmlns:a16="http://schemas.microsoft.com/office/drawing/2014/main" id="{B8E3170F-F956-0404-5377-406A722CC158}"/>
              </a:ext>
            </a:extLst>
          </p:cNvPr>
          <p:cNvCxnSpPr/>
          <p:nvPr>
            <p:custDataLst>
              <p:tags r:id="rId19"/>
            </p:custDataLst>
          </p:nvPr>
        </p:nvCxnSpPr>
        <p:spPr bwMode="gray">
          <a:xfrm>
            <a:off x="4835525" y="6113463"/>
            <a:ext cx="141288" cy="0"/>
          </a:xfrm>
          <a:prstGeom prst="line">
            <a:avLst/>
          </a:prstGeom>
          <a:ln w="19050" cap="rnd" cmpd="sng" algn="ctr">
            <a:solidFill>
              <a:schemeClr val="accent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92" name="Straight Connector 291">
            <a:extLst>
              <a:ext uri="{FF2B5EF4-FFF2-40B4-BE49-F238E27FC236}">
                <a16:creationId xmlns:a16="http://schemas.microsoft.com/office/drawing/2014/main" id="{E7696216-2BAD-C4A3-E50A-C675652998CA}"/>
              </a:ext>
            </a:extLst>
          </p:cNvPr>
          <p:cNvCxnSpPr/>
          <p:nvPr>
            <p:custDataLst>
              <p:tags r:id="rId20"/>
            </p:custDataLst>
          </p:nvPr>
        </p:nvCxnSpPr>
        <p:spPr bwMode="gray">
          <a:xfrm>
            <a:off x="1282700" y="6488113"/>
            <a:ext cx="141288" cy="0"/>
          </a:xfrm>
          <a:prstGeom prst="line">
            <a:avLst/>
          </a:prstGeom>
          <a:ln w="19050" cap="rnd" cmpd="sng" algn="ctr">
            <a:solidFill>
              <a:schemeClr val="accent3"/>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99" name="Straight Connector 298">
            <a:extLst>
              <a:ext uri="{FF2B5EF4-FFF2-40B4-BE49-F238E27FC236}">
                <a16:creationId xmlns:a16="http://schemas.microsoft.com/office/drawing/2014/main" id="{3C4DEE5E-95AB-BE68-A85D-21EBD8287846}"/>
              </a:ext>
            </a:extLst>
          </p:cNvPr>
          <p:cNvCxnSpPr/>
          <p:nvPr>
            <p:custDataLst>
              <p:tags r:id="rId21"/>
            </p:custDataLst>
          </p:nvPr>
        </p:nvCxnSpPr>
        <p:spPr bwMode="gray">
          <a:xfrm>
            <a:off x="3897313" y="6113463"/>
            <a:ext cx="131763" cy="0"/>
          </a:xfrm>
          <a:prstGeom prst="line">
            <a:avLst/>
          </a:prstGeom>
          <a:ln w="28575" cap="rnd" cmpd="sng" algn="ctr">
            <a:solidFill>
              <a:schemeClr val="accent4"/>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9" name="Straight Connector 8">
            <a:extLst>
              <a:ext uri="{FF2B5EF4-FFF2-40B4-BE49-F238E27FC236}">
                <a16:creationId xmlns:a16="http://schemas.microsoft.com/office/drawing/2014/main" id="{A47B2AC1-ED31-6BED-548D-8601B79D712B}"/>
              </a:ext>
            </a:extLst>
          </p:cNvPr>
          <p:cNvCxnSpPr/>
          <p:nvPr>
            <p:custDataLst>
              <p:tags r:id="rId22"/>
            </p:custDataLst>
          </p:nvPr>
        </p:nvCxnSpPr>
        <p:spPr bwMode="gray">
          <a:xfrm>
            <a:off x="10498138" y="6113463"/>
            <a:ext cx="131763" cy="0"/>
          </a:xfrm>
          <a:prstGeom prst="line">
            <a:avLst/>
          </a:prstGeom>
          <a:ln w="28575" cap="rnd" cmpd="sng" algn="ctr">
            <a:solidFill>
              <a:schemeClr val="accent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04" name="Straight Connector 303">
            <a:extLst>
              <a:ext uri="{FF2B5EF4-FFF2-40B4-BE49-F238E27FC236}">
                <a16:creationId xmlns:a16="http://schemas.microsoft.com/office/drawing/2014/main" id="{A1C84C99-4EA6-2782-E738-763FAF4C2353}"/>
              </a:ext>
            </a:extLst>
          </p:cNvPr>
          <p:cNvCxnSpPr/>
          <p:nvPr>
            <p:custDataLst>
              <p:tags r:id="rId23"/>
            </p:custDataLst>
          </p:nvPr>
        </p:nvCxnSpPr>
        <p:spPr bwMode="gray">
          <a:xfrm>
            <a:off x="4835525" y="6488113"/>
            <a:ext cx="141288" cy="0"/>
          </a:xfrm>
          <a:prstGeom prst="line">
            <a:avLst/>
          </a:prstGeom>
          <a:ln w="19050" cap="rnd" cmpd="sng" algn="ctr">
            <a:solidFill>
              <a:schemeClr val="accent3"/>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94" name="Straight Connector 293">
            <a:extLst>
              <a:ext uri="{FF2B5EF4-FFF2-40B4-BE49-F238E27FC236}">
                <a16:creationId xmlns:a16="http://schemas.microsoft.com/office/drawing/2014/main" id="{27082C17-DF19-82A7-B6DE-85F525F49A01}"/>
              </a:ext>
            </a:extLst>
          </p:cNvPr>
          <p:cNvCxnSpPr/>
          <p:nvPr>
            <p:custDataLst>
              <p:tags r:id="rId24"/>
            </p:custDataLst>
          </p:nvPr>
        </p:nvCxnSpPr>
        <p:spPr bwMode="gray">
          <a:xfrm>
            <a:off x="2152650" y="6300788"/>
            <a:ext cx="141288" cy="0"/>
          </a:xfrm>
          <a:prstGeom prst="line">
            <a:avLst/>
          </a:prstGeom>
          <a:ln w="19050" cap="rnd" cmpd="sng" algn="ctr">
            <a:solidFill>
              <a:schemeClr val="accent5"/>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00" name="Straight Connector 299">
            <a:extLst>
              <a:ext uri="{FF2B5EF4-FFF2-40B4-BE49-F238E27FC236}">
                <a16:creationId xmlns:a16="http://schemas.microsoft.com/office/drawing/2014/main" id="{09F0399B-EF48-2043-0237-F7FEF91C0039}"/>
              </a:ext>
            </a:extLst>
          </p:cNvPr>
          <p:cNvCxnSpPr/>
          <p:nvPr>
            <p:custDataLst>
              <p:tags r:id="rId25"/>
            </p:custDataLst>
          </p:nvPr>
        </p:nvCxnSpPr>
        <p:spPr bwMode="gray">
          <a:xfrm>
            <a:off x="3897313" y="6300788"/>
            <a:ext cx="131763" cy="0"/>
          </a:xfrm>
          <a:prstGeom prst="line">
            <a:avLst/>
          </a:prstGeom>
          <a:ln w="28575" cap="rnd" cmpd="sng" algn="ctr">
            <a:solidFill>
              <a:schemeClr val="accent5"/>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95" name="Straight Connector 294">
            <a:extLst>
              <a:ext uri="{FF2B5EF4-FFF2-40B4-BE49-F238E27FC236}">
                <a16:creationId xmlns:a16="http://schemas.microsoft.com/office/drawing/2014/main" id="{49FD5C7C-6838-4AAC-698E-E1212C5AF55C}"/>
              </a:ext>
            </a:extLst>
          </p:cNvPr>
          <p:cNvCxnSpPr/>
          <p:nvPr>
            <p:custDataLst>
              <p:tags r:id="rId26"/>
            </p:custDataLst>
          </p:nvPr>
        </p:nvCxnSpPr>
        <p:spPr bwMode="gray">
          <a:xfrm>
            <a:off x="2152650" y="6488113"/>
            <a:ext cx="141288" cy="0"/>
          </a:xfrm>
          <a:prstGeom prst="line">
            <a:avLst/>
          </a:prstGeom>
          <a:ln w="19050" cap="rnd" cmpd="sng" algn="ctr">
            <a:solidFill>
              <a:schemeClr val="accent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03" name="Straight Connector 302">
            <a:extLst>
              <a:ext uri="{FF2B5EF4-FFF2-40B4-BE49-F238E27FC236}">
                <a16:creationId xmlns:a16="http://schemas.microsoft.com/office/drawing/2014/main" id="{7736362A-A6AE-DD4C-B089-069C7BB81396}"/>
              </a:ext>
            </a:extLst>
          </p:cNvPr>
          <p:cNvCxnSpPr/>
          <p:nvPr>
            <p:custDataLst>
              <p:tags r:id="rId27"/>
            </p:custDataLst>
          </p:nvPr>
        </p:nvCxnSpPr>
        <p:spPr bwMode="gray">
          <a:xfrm>
            <a:off x="4835525" y="6300788"/>
            <a:ext cx="141288" cy="0"/>
          </a:xfrm>
          <a:prstGeom prst="line">
            <a:avLst/>
          </a:prstGeom>
          <a:ln w="19050" cap="rnd" cmpd="sng" algn="ctr">
            <a:solidFill>
              <a:schemeClr val="accent2"/>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96" name="Straight Connector 295">
            <a:extLst>
              <a:ext uri="{FF2B5EF4-FFF2-40B4-BE49-F238E27FC236}">
                <a16:creationId xmlns:a16="http://schemas.microsoft.com/office/drawing/2014/main" id="{56441A72-D973-79E1-A644-00335ED2C58C}"/>
              </a:ext>
            </a:extLst>
          </p:cNvPr>
          <p:cNvCxnSpPr/>
          <p:nvPr>
            <p:custDataLst>
              <p:tags r:id="rId28"/>
            </p:custDataLst>
          </p:nvPr>
        </p:nvCxnSpPr>
        <p:spPr bwMode="gray">
          <a:xfrm>
            <a:off x="3027363" y="6113463"/>
            <a:ext cx="131763" cy="0"/>
          </a:xfrm>
          <a:prstGeom prst="line">
            <a:avLst/>
          </a:prstGeom>
          <a:ln w="28575" cap="rnd" cmpd="sng" algn="ctr">
            <a:solidFill>
              <a:schemeClr val="accent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01" name="Straight Connector 300">
            <a:extLst>
              <a:ext uri="{FF2B5EF4-FFF2-40B4-BE49-F238E27FC236}">
                <a16:creationId xmlns:a16="http://schemas.microsoft.com/office/drawing/2014/main" id="{81C34790-2B38-0370-7C89-DE9802071E92}"/>
              </a:ext>
            </a:extLst>
          </p:cNvPr>
          <p:cNvCxnSpPr/>
          <p:nvPr>
            <p:custDataLst>
              <p:tags r:id="rId29"/>
            </p:custDataLst>
          </p:nvPr>
        </p:nvCxnSpPr>
        <p:spPr bwMode="gray">
          <a:xfrm>
            <a:off x="3897313" y="6488113"/>
            <a:ext cx="131763" cy="0"/>
          </a:xfrm>
          <a:prstGeom prst="line">
            <a:avLst/>
          </a:prstGeom>
          <a:ln w="28575" cap="rnd" cmpd="sng" algn="ctr">
            <a:solidFill>
              <a:schemeClr val="accent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97" name="Straight Connector 296">
            <a:extLst>
              <a:ext uri="{FF2B5EF4-FFF2-40B4-BE49-F238E27FC236}">
                <a16:creationId xmlns:a16="http://schemas.microsoft.com/office/drawing/2014/main" id="{AA21D477-EC8D-40D2-BCFB-A3CE47089A81}"/>
              </a:ext>
            </a:extLst>
          </p:cNvPr>
          <p:cNvCxnSpPr/>
          <p:nvPr>
            <p:custDataLst>
              <p:tags r:id="rId30"/>
            </p:custDataLst>
          </p:nvPr>
        </p:nvCxnSpPr>
        <p:spPr bwMode="gray">
          <a:xfrm>
            <a:off x="3027363" y="6300788"/>
            <a:ext cx="131763" cy="0"/>
          </a:xfrm>
          <a:prstGeom prst="line">
            <a:avLst/>
          </a:prstGeom>
          <a:ln w="28575" cap="rnd" cmpd="sng" algn="ctr">
            <a:solidFill>
              <a:schemeClr val="accent2"/>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05" name="Straight Connector 304">
            <a:extLst>
              <a:ext uri="{FF2B5EF4-FFF2-40B4-BE49-F238E27FC236}">
                <a16:creationId xmlns:a16="http://schemas.microsoft.com/office/drawing/2014/main" id="{5BED3074-73C6-6818-4D49-86673E8C50FE}"/>
              </a:ext>
            </a:extLst>
          </p:cNvPr>
          <p:cNvCxnSpPr/>
          <p:nvPr>
            <p:custDataLst>
              <p:tags r:id="rId31"/>
            </p:custDataLst>
          </p:nvPr>
        </p:nvCxnSpPr>
        <p:spPr bwMode="gray">
          <a:xfrm>
            <a:off x="5778500" y="6113463"/>
            <a:ext cx="141288" cy="0"/>
          </a:xfrm>
          <a:prstGeom prst="line">
            <a:avLst/>
          </a:prstGeom>
          <a:ln w="19050" cap="rnd" cmpd="sng" algn="ctr">
            <a:solidFill>
              <a:schemeClr val="accent4"/>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06" name="Straight Connector 305">
            <a:extLst>
              <a:ext uri="{FF2B5EF4-FFF2-40B4-BE49-F238E27FC236}">
                <a16:creationId xmlns:a16="http://schemas.microsoft.com/office/drawing/2014/main" id="{24F0645A-5C14-F268-D10C-57825AE7F12A}"/>
              </a:ext>
            </a:extLst>
          </p:cNvPr>
          <p:cNvCxnSpPr/>
          <p:nvPr>
            <p:custDataLst>
              <p:tags r:id="rId32"/>
            </p:custDataLst>
          </p:nvPr>
        </p:nvCxnSpPr>
        <p:spPr bwMode="gray">
          <a:xfrm>
            <a:off x="5778500" y="6300788"/>
            <a:ext cx="141288" cy="0"/>
          </a:xfrm>
          <a:prstGeom prst="line">
            <a:avLst/>
          </a:prstGeom>
          <a:ln w="19050" cap="rnd" cmpd="sng" algn="ctr">
            <a:solidFill>
              <a:schemeClr val="accent5"/>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07" name="Straight Connector 306">
            <a:extLst>
              <a:ext uri="{FF2B5EF4-FFF2-40B4-BE49-F238E27FC236}">
                <a16:creationId xmlns:a16="http://schemas.microsoft.com/office/drawing/2014/main" id="{4BFCF6B3-951F-F588-0EB3-8BC7996DE025}"/>
              </a:ext>
            </a:extLst>
          </p:cNvPr>
          <p:cNvCxnSpPr/>
          <p:nvPr>
            <p:custDataLst>
              <p:tags r:id="rId33"/>
            </p:custDataLst>
          </p:nvPr>
        </p:nvCxnSpPr>
        <p:spPr bwMode="gray">
          <a:xfrm>
            <a:off x="5778500" y="6488113"/>
            <a:ext cx="141288" cy="0"/>
          </a:xfrm>
          <a:prstGeom prst="line">
            <a:avLst/>
          </a:prstGeom>
          <a:ln w="19050" cap="rnd" cmpd="sng" algn="ctr">
            <a:solidFill>
              <a:schemeClr val="accent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08" name="Straight Connector 307">
            <a:extLst>
              <a:ext uri="{FF2B5EF4-FFF2-40B4-BE49-F238E27FC236}">
                <a16:creationId xmlns:a16="http://schemas.microsoft.com/office/drawing/2014/main" id="{E5682BF4-B0D0-002D-F761-9B448E14149F}"/>
              </a:ext>
            </a:extLst>
          </p:cNvPr>
          <p:cNvCxnSpPr/>
          <p:nvPr>
            <p:custDataLst>
              <p:tags r:id="rId34"/>
            </p:custDataLst>
          </p:nvPr>
        </p:nvCxnSpPr>
        <p:spPr bwMode="gray">
          <a:xfrm>
            <a:off x="6726238" y="6113463"/>
            <a:ext cx="131763" cy="0"/>
          </a:xfrm>
          <a:prstGeom prst="line">
            <a:avLst/>
          </a:prstGeom>
          <a:ln w="28575" cap="rnd" cmpd="sng" algn="ctr">
            <a:solidFill>
              <a:schemeClr val="accent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09" name="Straight Connector 308">
            <a:extLst>
              <a:ext uri="{FF2B5EF4-FFF2-40B4-BE49-F238E27FC236}">
                <a16:creationId xmlns:a16="http://schemas.microsoft.com/office/drawing/2014/main" id="{5B32D669-3089-E62C-0F1A-4CF903F0D227}"/>
              </a:ext>
            </a:extLst>
          </p:cNvPr>
          <p:cNvCxnSpPr/>
          <p:nvPr>
            <p:custDataLst>
              <p:tags r:id="rId35"/>
            </p:custDataLst>
          </p:nvPr>
        </p:nvCxnSpPr>
        <p:spPr bwMode="gray">
          <a:xfrm>
            <a:off x="6726238" y="6300788"/>
            <a:ext cx="131763" cy="0"/>
          </a:xfrm>
          <a:prstGeom prst="line">
            <a:avLst/>
          </a:prstGeom>
          <a:ln w="28575" cap="rnd" cmpd="sng" algn="ctr">
            <a:solidFill>
              <a:schemeClr val="accent2"/>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10" name="Straight Connector 309">
            <a:extLst>
              <a:ext uri="{FF2B5EF4-FFF2-40B4-BE49-F238E27FC236}">
                <a16:creationId xmlns:a16="http://schemas.microsoft.com/office/drawing/2014/main" id="{31450809-4B7A-866D-11CB-CD2A5AAFBF83}"/>
              </a:ext>
            </a:extLst>
          </p:cNvPr>
          <p:cNvCxnSpPr/>
          <p:nvPr>
            <p:custDataLst>
              <p:tags r:id="rId36"/>
            </p:custDataLst>
          </p:nvPr>
        </p:nvCxnSpPr>
        <p:spPr bwMode="gray">
          <a:xfrm>
            <a:off x="6726238" y="6488113"/>
            <a:ext cx="131763" cy="0"/>
          </a:xfrm>
          <a:prstGeom prst="line">
            <a:avLst/>
          </a:prstGeom>
          <a:ln w="28575" cap="rnd" cmpd="sng" algn="ctr">
            <a:solidFill>
              <a:schemeClr val="accent3"/>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11" name="Straight Connector 310">
            <a:extLst>
              <a:ext uri="{FF2B5EF4-FFF2-40B4-BE49-F238E27FC236}">
                <a16:creationId xmlns:a16="http://schemas.microsoft.com/office/drawing/2014/main" id="{2A47BF0E-6805-2405-7A7F-38C963CEB156}"/>
              </a:ext>
            </a:extLst>
          </p:cNvPr>
          <p:cNvCxnSpPr/>
          <p:nvPr>
            <p:custDataLst>
              <p:tags r:id="rId37"/>
            </p:custDataLst>
          </p:nvPr>
        </p:nvCxnSpPr>
        <p:spPr bwMode="gray">
          <a:xfrm>
            <a:off x="7669213" y="6113463"/>
            <a:ext cx="131763" cy="0"/>
          </a:xfrm>
          <a:prstGeom prst="line">
            <a:avLst/>
          </a:prstGeom>
          <a:ln w="28575" cap="rnd" cmpd="sng" algn="ctr">
            <a:solidFill>
              <a:schemeClr val="accent4"/>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12" name="Straight Connector 311">
            <a:extLst>
              <a:ext uri="{FF2B5EF4-FFF2-40B4-BE49-F238E27FC236}">
                <a16:creationId xmlns:a16="http://schemas.microsoft.com/office/drawing/2014/main" id="{6D11398A-7D43-6E98-A139-BA68D44FFBAC}"/>
              </a:ext>
            </a:extLst>
          </p:cNvPr>
          <p:cNvCxnSpPr/>
          <p:nvPr>
            <p:custDataLst>
              <p:tags r:id="rId38"/>
            </p:custDataLst>
          </p:nvPr>
        </p:nvCxnSpPr>
        <p:spPr bwMode="gray">
          <a:xfrm>
            <a:off x="7669213" y="6300788"/>
            <a:ext cx="131763" cy="0"/>
          </a:xfrm>
          <a:prstGeom prst="line">
            <a:avLst/>
          </a:prstGeom>
          <a:ln w="28575" cap="rnd" cmpd="sng" algn="ctr">
            <a:solidFill>
              <a:schemeClr val="accent5"/>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13" name="Straight Connector 312">
            <a:extLst>
              <a:ext uri="{FF2B5EF4-FFF2-40B4-BE49-F238E27FC236}">
                <a16:creationId xmlns:a16="http://schemas.microsoft.com/office/drawing/2014/main" id="{08D96D39-588F-3952-B750-7D40A82D5AD8}"/>
              </a:ext>
            </a:extLst>
          </p:cNvPr>
          <p:cNvCxnSpPr/>
          <p:nvPr>
            <p:custDataLst>
              <p:tags r:id="rId39"/>
            </p:custDataLst>
          </p:nvPr>
        </p:nvCxnSpPr>
        <p:spPr bwMode="gray">
          <a:xfrm>
            <a:off x="7669213" y="6488113"/>
            <a:ext cx="131763" cy="0"/>
          </a:xfrm>
          <a:prstGeom prst="line">
            <a:avLst/>
          </a:prstGeom>
          <a:ln w="28575" cap="rnd" cmpd="sng" algn="ctr">
            <a:solidFill>
              <a:schemeClr val="accent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14" name="Straight Connector 313">
            <a:extLst>
              <a:ext uri="{FF2B5EF4-FFF2-40B4-BE49-F238E27FC236}">
                <a16:creationId xmlns:a16="http://schemas.microsoft.com/office/drawing/2014/main" id="{44A8E7B7-0980-F311-C583-D85EEB2629BE}"/>
              </a:ext>
            </a:extLst>
          </p:cNvPr>
          <p:cNvCxnSpPr/>
          <p:nvPr>
            <p:custDataLst>
              <p:tags r:id="rId40"/>
            </p:custDataLst>
          </p:nvPr>
        </p:nvCxnSpPr>
        <p:spPr bwMode="gray">
          <a:xfrm>
            <a:off x="8607425" y="6113463"/>
            <a:ext cx="141288" cy="0"/>
          </a:xfrm>
          <a:prstGeom prst="line">
            <a:avLst/>
          </a:prstGeom>
          <a:ln w="19050" cap="rnd" cmpd="sng" algn="ctr">
            <a:solidFill>
              <a:schemeClr val="accent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15" name="Straight Connector 314">
            <a:extLst>
              <a:ext uri="{FF2B5EF4-FFF2-40B4-BE49-F238E27FC236}">
                <a16:creationId xmlns:a16="http://schemas.microsoft.com/office/drawing/2014/main" id="{669C19B8-AF5B-7DCE-C8A1-24CEEDB1E052}"/>
              </a:ext>
            </a:extLst>
          </p:cNvPr>
          <p:cNvCxnSpPr/>
          <p:nvPr>
            <p:custDataLst>
              <p:tags r:id="rId41"/>
            </p:custDataLst>
          </p:nvPr>
        </p:nvCxnSpPr>
        <p:spPr bwMode="gray">
          <a:xfrm>
            <a:off x="8607425" y="6300788"/>
            <a:ext cx="141288" cy="0"/>
          </a:xfrm>
          <a:prstGeom prst="line">
            <a:avLst/>
          </a:prstGeom>
          <a:ln w="19050" cap="rnd" cmpd="sng" algn="ctr">
            <a:solidFill>
              <a:schemeClr val="accent2"/>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16" name="Straight Connector 315">
            <a:extLst>
              <a:ext uri="{FF2B5EF4-FFF2-40B4-BE49-F238E27FC236}">
                <a16:creationId xmlns:a16="http://schemas.microsoft.com/office/drawing/2014/main" id="{EBC1D25D-AFF7-8F5E-6DDE-1489DA43AA18}"/>
              </a:ext>
            </a:extLst>
          </p:cNvPr>
          <p:cNvCxnSpPr/>
          <p:nvPr>
            <p:custDataLst>
              <p:tags r:id="rId42"/>
            </p:custDataLst>
          </p:nvPr>
        </p:nvCxnSpPr>
        <p:spPr bwMode="gray">
          <a:xfrm>
            <a:off x="8607425" y="6488113"/>
            <a:ext cx="141288" cy="0"/>
          </a:xfrm>
          <a:prstGeom prst="line">
            <a:avLst/>
          </a:prstGeom>
          <a:ln w="19050" cap="rnd" cmpd="sng" algn="ctr">
            <a:solidFill>
              <a:schemeClr val="accent3"/>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17" name="Straight Connector 316">
            <a:extLst>
              <a:ext uri="{FF2B5EF4-FFF2-40B4-BE49-F238E27FC236}">
                <a16:creationId xmlns:a16="http://schemas.microsoft.com/office/drawing/2014/main" id="{D9B758C8-478B-D1A9-072A-67714B7CCA22}"/>
              </a:ext>
            </a:extLst>
          </p:cNvPr>
          <p:cNvCxnSpPr/>
          <p:nvPr>
            <p:custDataLst>
              <p:tags r:id="rId43"/>
            </p:custDataLst>
          </p:nvPr>
        </p:nvCxnSpPr>
        <p:spPr bwMode="gray">
          <a:xfrm>
            <a:off x="9550400" y="6113463"/>
            <a:ext cx="141288" cy="0"/>
          </a:xfrm>
          <a:prstGeom prst="line">
            <a:avLst/>
          </a:prstGeom>
          <a:ln w="19050" cap="rnd" cmpd="sng" algn="ctr">
            <a:solidFill>
              <a:schemeClr val="accent4"/>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18" name="Straight Connector 317">
            <a:extLst>
              <a:ext uri="{FF2B5EF4-FFF2-40B4-BE49-F238E27FC236}">
                <a16:creationId xmlns:a16="http://schemas.microsoft.com/office/drawing/2014/main" id="{8F83CA04-8EC4-9FE1-8987-AC319B49697A}"/>
              </a:ext>
            </a:extLst>
          </p:cNvPr>
          <p:cNvCxnSpPr/>
          <p:nvPr>
            <p:custDataLst>
              <p:tags r:id="rId44"/>
            </p:custDataLst>
          </p:nvPr>
        </p:nvCxnSpPr>
        <p:spPr bwMode="gray">
          <a:xfrm>
            <a:off x="9550400" y="6300788"/>
            <a:ext cx="141288" cy="0"/>
          </a:xfrm>
          <a:prstGeom prst="line">
            <a:avLst/>
          </a:prstGeom>
          <a:ln w="19050" cap="rnd" cmpd="sng" algn="ctr">
            <a:solidFill>
              <a:schemeClr val="accent5"/>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19" name="Straight Connector 318">
            <a:extLst>
              <a:ext uri="{FF2B5EF4-FFF2-40B4-BE49-F238E27FC236}">
                <a16:creationId xmlns:a16="http://schemas.microsoft.com/office/drawing/2014/main" id="{654CCABE-3986-3948-A430-0CC7850300BF}"/>
              </a:ext>
            </a:extLst>
          </p:cNvPr>
          <p:cNvCxnSpPr/>
          <p:nvPr>
            <p:custDataLst>
              <p:tags r:id="rId45"/>
            </p:custDataLst>
          </p:nvPr>
        </p:nvCxnSpPr>
        <p:spPr bwMode="gray">
          <a:xfrm>
            <a:off x="9550400" y="6488113"/>
            <a:ext cx="141288" cy="0"/>
          </a:xfrm>
          <a:prstGeom prst="line">
            <a:avLst/>
          </a:prstGeom>
          <a:ln w="19050" cap="rnd" cmpd="sng" algn="ctr">
            <a:solidFill>
              <a:schemeClr val="accent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0" name="Text Placeholder 18">
            <a:extLst>
              <a:ext uri="{FF2B5EF4-FFF2-40B4-BE49-F238E27FC236}">
                <a16:creationId xmlns:a16="http://schemas.microsoft.com/office/drawing/2014/main" id="{CDEB2C1E-3EAB-E60F-9029-5909DE421ABC}"/>
              </a:ext>
            </a:extLst>
          </p:cNvPr>
          <p:cNvSpPr>
            <a:spLocks noGrp="1"/>
          </p:cNvSpPr>
          <p:nvPr>
            <p:custDataLst>
              <p:tags r:id="rId46"/>
            </p:custDataLst>
          </p:nvPr>
        </p:nvSpPr>
        <p:spPr bwMode="auto">
          <a:xfrm>
            <a:off x="1484313" y="6049963"/>
            <a:ext cx="55721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9858D409-0ABB-4D5F-9EB3-989EB9858EA1}" type="datetime'''1''''''''-''''''''M''''''''''ay-''''''2''''''''''''''''3'">
              <a:rPr lang="en-US" altLang="en-US" sz="900" smtClean="0"/>
              <a:pPr/>
              <a:t>1-May-23</a:t>
            </a:fld>
            <a:endParaRPr lang="en-US" sz="900" noProof="0" dirty="0"/>
          </a:p>
        </p:txBody>
      </p:sp>
      <p:sp>
        <p:nvSpPr>
          <p:cNvPr id="170" name="Text Placeholder 18">
            <a:extLst>
              <a:ext uri="{FF2B5EF4-FFF2-40B4-BE49-F238E27FC236}">
                <a16:creationId xmlns:a16="http://schemas.microsoft.com/office/drawing/2014/main" id="{EDFF89ED-8A35-B36E-B598-1B90E6CCEF1D}"/>
              </a:ext>
            </a:extLst>
          </p:cNvPr>
          <p:cNvSpPr>
            <a:spLocks noGrp="1"/>
          </p:cNvSpPr>
          <p:nvPr>
            <p:custDataLst>
              <p:tags r:id="rId47"/>
            </p:custDataLst>
          </p:nvPr>
        </p:nvSpPr>
        <p:spPr bwMode="auto">
          <a:xfrm>
            <a:off x="5980113" y="6237288"/>
            <a:ext cx="63023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41B95B8E-F0E2-45C1-B663-BAE6ECDD2772}" type="datetime'1''7''''-M''''a''y-''''''''2''''''''''''''''''''''''''3'">
              <a:rPr lang="en-US" altLang="en-US" sz="900" smtClean="0"/>
              <a:pPr/>
              <a:t>17-May-23</a:t>
            </a:fld>
            <a:endParaRPr lang="en-US" sz="900" noProof="0" dirty="0"/>
          </a:p>
        </p:txBody>
      </p:sp>
      <p:sp>
        <p:nvSpPr>
          <p:cNvPr id="154" name="Text Placeholder 18">
            <a:extLst>
              <a:ext uri="{FF2B5EF4-FFF2-40B4-BE49-F238E27FC236}">
                <a16:creationId xmlns:a16="http://schemas.microsoft.com/office/drawing/2014/main" id="{A23D24A2-29E4-E9C1-2458-8AA82DB12191}"/>
              </a:ext>
            </a:extLst>
          </p:cNvPr>
          <p:cNvSpPr>
            <a:spLocks noGrp="1"/>
          </p:cNvSpPr>
          <p:nvPr>
            <p:custDataLst>
              <p:tags r:id="rId48"/>
            </p:custDataLst>
          </p:nvPr>
        </p:nvSpPr>
        <p:spPr bwMode="auto">
          <a:xfrm>
            <a:off x="1484313" y="6237288"/>
            <a:ext cx="55721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77512590-6EA0-41E8-8A14-94206E2C23B8}" type="datetime'2''-''''''''''''''M''''a''y-''''''2''''''3'''''''''''''''''''">
              <a:rPr lang="en-US" altLang="en-US" sz="900" smtClean="0"/>
              <a:pPr/>
              <a:t>2-May-23</a:t>
            </a:fld>
            <a:endParaRPr lang="en-US" sz="900" noProof="0" dirty="0"/>
          </a:p>
        </p:txBody>
      </p:sp>
      <p:sp>
        <p:nvSpPr>
          <p:cNvPr id="172" name="Text Placeholder 18">
            <a:extLst>
              <a:ext uri="{FF2B5EF4-FFF2-40B4-BE49-F238E27FC236}">
                <a16:creationId xmlns:a16="http://schemas.microsoft.com/office/drawing/2014/main" id="{1240A350-7557-7728-44E1-84A744237880}"/>
              </a:ext>
            </a:extLst>
          </p:cNvPr>
          <p:cNvSpPr>
            <a:spLocks noGrp="1"/>
          </p:cNvSpPr>
          <p:nvPr>
            <p:custDataLst>
              <p:tags r:id="rId49"/>
            </p:custDataLst>
          </p:nvPr>
        </p:nvSpPr>
        <p:spPr bwMode="auto">
          <a:xfrm>
            <a:off x="5980113" y="6424613"/>
            <a:ext cx="63023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D46E6979-D1A4-45EA-90C3-9162538E85C1}" type="datetime'1''''''''''''''''''8''''''-M''''''a''''y-2''3'''''">
              <a:rPr lang="en-US" altLang="en-US" sz="900" smtClean="0"/>
              <a:pPr/>
              <a:t>18-May-23</a:t>
            </a:fld>
            <a:endParaRPr lang="en-US" sz="900" noProof="0" dirty="0"/>
          </a:p>
        </p:txBody>
      </p:sp>
      <p:sp>
        <p:nvSpPr>
          <p:cNvPr id="156" name="Text Placeholder 18">
            <a:extLst>
              <a:ext uri="{FF2B5EF4-FFF2-40B4-BE49-F238E27FC236}">
                <a16:creationId xmlns:a16="http://schemas.microsoft.com/office/drawing/2014/main" id="{50D215C1-A4B5-6539-5565-56481506CC51}"/>
              </a:ext>
            </a:extLst>
          </p:cNvPr>
          <p:cNvSpPr>
            <a:spLocks noGrp="1"/>
          </p:cNvSpPr>
          <p:nvPr>
            <p:custDataLst>
              <p:tags r:id="rId50"/>
            </p:custDataLst>
          </p:nvPr>
        </p:nvSpPr>
        <p:spPr bwMode="auto">
          <a:xfrm>
            <a:off x="1484313" y="6424613"/>
            <a:ext cx="55721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000C59AC-5CDE-4396-9E44-E21698D5E4AF}" type="datetime'''3-''''''''''''''''''''''M''''''a''''''y-2''''''''3'''''''''">
              <a:rPr lang="en-US" altLang="en-US" sz="900" smtClean="0"/>
              <a:pPr/>
              <a:t>3-May-23</a:t>
            </a:fld>
            <a:endParaRPr lang="en-US" sz="900" noProof="0" dirty="0"/>
          </a:p>
        </p:txBody>
      </p:sp>
      <p:sp>
        <p:nvSpPr>
          <p:cNvPr id="173" name="Text Placeholder 18">
            <a:extLst>
              <a:ext uri="{FF2B5EF4-FFF2-40B4-BE49-F238E27FC236}">
                <a16:creationId xmlns:a16="http://schemas.microsoft.com/office/drawing/2014/main" id="{AE247B1C-E1C1-D511-6AFF-8768A59DFE9B}"/>
              </a:ext>
            </a:extLst>
          </p:cNvPr>
          <p:cNvSpPr>
            <a:spLocks noGrp="1"/>
          </p:cNvSpPr>
          <p:nvPr>
            <p:custDataLst>
              <p:tags r:id="rId51"/>
            </p:custDataLst>
          </p:nvPr>
        </p:nvSpPr>
        <p:spPr bwMode="auto">
          <a:xfrm>
            <a:off x="6923088" y="6049963"/>
            <a:ext cx="63023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D40C3C17-6A61-4551-801A-83F0AF627F4B}" type="datetime'19''''-''''''Ma''''''''''y''''''-''''2''''''''''''3'''">
              <a:rPr lang="en-US" altLang="en-US" sz="900" smtClean="0"/>
              <a:pPr/>
              <a:t>19-May-23</a:t>
            </a:fld>
            <a:endParaRPr lang="en-US" sz="900" noProof="0" dirty="0"/>
          </a:p>
        </p:txBody>
      </p:sp>
      <p:sp>
        <p:nvSpPr>
          <p:cNvPr id="159" name="Text Placeholder 18">
            <a:extLst>
              <a:ext uri="{FF2B5EF4-FFF2-40B4-BE49-F238E27FC236}">
                <a16:creationId xmlns:a16="http://schemas.microsoft.com/office/drawing/2014/main" id="{C6D0C0BC-3A14-DD23-BD88-29CB58132261}"/>
              </a:ext>
            </a:extLst>
          </p:cNvPr>
          <p:cNvSpPr>
            <a:spLocks noGrp="1"/>
          </p:cNvSpPr>
          <p:nvPr>
            <p:custDataLst>
              <p:tags r:id="rId52"/>
            </p:custDataLst>
          </p:nvPr>
        </p:nvSpPr>
        <p:spPr bwMode="auto">
          <a:xfrm>
            <a:off x="2354263" y="6049963"/>
            <a:ext cx="55721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7A9C5EAB-C103-4E27-BF5C-1252FDBAEFCE}" type="datetime'''4''''''-''''''''''''''M''''a''y''''''''''-23'''''''''">
              <a:rPr lang="en-US" altLang="en-US" sz="900" smtClean="0"/>
              <a:pPr/>
              <a:t>4-May-23</a:t>
            </a:fld>
            <a:endParaRPr lang="en-US" sz="900" noProof="0" dirty="0"/>
          </a:p>
        </p:txBody>
      </p:sp>
      <p:sp>
        <p:nvSpPr>
          <p:cNvPr id="164" name="Text Placeholder 18">
            <a:extLst>
              <a:ext uri="{FF2B5EF4-FFF2-40B4-BE49-F238E27FC236}">
                <a16:creationId xmlns:a16="http://schemas.microsoft.com/office/drawing/2014/main" id="{5D9C3946-AEF0-5FE6-748A-167E8C3881D0}"/>
              </a:ext>
            </a:extLst>
          </p:cNvPr>
          <p:cNvSpPr>
            <a:spLocks noGrp="1"/>
          </p:cNvSpPr>
          <p:nvPr>
            <p:custDataLst>
              <p:tags r:id="rId53"/>
            </p:custDataLst>
          </p:nvPr>
        </p:nvSpPr>
        <p:spPr bwMode="auto">
          <a:xfrm>
            <a:off x="6923088" y="6237288"/>
            <a:ext cx="63023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E961858E-09E1-490E-A143-9B8C74444A22}" type="datetime'''''''''''''2''''''''''''0-''''''''''M''a''''''y''-''2''''3'''">
              <a:rPr lang="en-US" altLang="en-US" sz="900" smtClean="0"/>
              <a:pPr/>
              <a:t>20-May-23</a:t>
            </a:fld>
            <a:endParaRPr lang="en-US" sz="900" noProof="0" dirty="0"/>
          </a:p>
        </p:txBody>
      </p:sp>
      <p:sp>
        <p:nvSpPr>
          <p:cNvPr id="160" name="Text Placeholder 18">
            <a:extLst>
              <a:ext uri="{FF2B5EF4-FFF2-40B4-BE49-F238E27FC236}">
                <a16:creationId xmlns:a16="http://schemas.microsoft.com/office/drawing/2014/main" id="{ED8D6488-80E8-BE37-F819-744784F28DC4}"/>
              </a:ext>
            </a:extLst>
          </p:cNvPr>
          <p:cNvSpPr>
            <a:spLocks noGrp="1"/>
          </p:cNvSpPr>
          <p:nvPr>
            <p:custDataLst>
              <p:tags r:id="rId54"/>
            </p:custDataLst>
          </p:nvPr>
        </p:nvSpPr>
        <p:spPr bwMode="auto">
          <a:xfrm>
            <a:off x="2354263" y="6237288"/>
            <a:ext cx="55721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DD8C2484-67FA-4CB9-AD80-D9CCBC945302}" type="datetime'5''''-''M''ay''''''''''''''''-''''23'''''''''">
              <a:rPr lang="en-US" altLang="en-US" sz="900" smtClean="0"/>
              <a:pPr/>
              <a:t>5-May-23</a:t>
            </a:fld>
            <a:endParaRPr lang="en-US" sz="900" noProof="0" dirty="0"/>
          </a:p>
        </p:txBody>
      </p:sp>
      <p:sp>
        <p:nvSpPr>
          <p:cNvPr id="171" name="Text Placeholder 18">
            <a:extLst>
              <a:ext uri="{FF2B5EF4-FFF2-40B4-BE49-F238E27FC236}">
                <a16:creationId xmlns:a16="http://schemas.microsoft.com/office/drawing/2014/main" id="{4A05A4DC-EBD2-985D-2BCC-E68DF78EB400}"/>
              </a:ext>
            </a:extLst>
          </p:cNvPr>
          <p:cNvSpPr>
            <a:spLocks noGrp="1"/>
          </p:cNvSpPr>
          <p:nvPr>
            <p:custDataLst>
              <p:tags r:id="rId55"/>
            </p:custDataLst>
          </p:nvPr>
        </p:nvSpPr>
        <p:spPr bwMode="auto">
          <a:xfrm>
            <a:off x="6923088" y="6424613"/>
            <a:ext cx="63023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19ED9E78-8E2B-406B-9092-12044993DC8D}" type="datetime'''2''''''''''1''''''-''''''''''M''''''''''ay-2''''''''''''''3'">
              <a:rPr lang="en-US" altLang="en-US" sz="900" smtClean="0"/>
              <a:pPr/>
              <a:t>21-May-23</a:t>
            </a:fld>
            <a:endParaRPr lang="en-US" sz="900" noProof="0" dirty="0"/>
          </a:p>
        </p:txBody>
      </p:sp>
      <p:sp>
        <p:nvSpPr>
          <p:cNvPr id="161" name="Text Placeholder 18">
            <a:extLst>
              <a:ext uri="{FF2B5EF4-FFF2-40B4-BE49-F238E27FC236}">
                <a16:creationId xmlns:a16="http://schemas.microsoft.com/office/drawing/2014/main" id="{AC12B8E3-6051-B123-C887-74FA24D14BA4}"/>
              </a:ext>
            </a:extLst>
          </p:cNvPr>
          <p:cNvSpPr>
            <a:spLocks noGrp="1"/>
          </p:cNvSpPr>
          <p:nvPr>
            <p:custDataLst>
              <p:tags r:id="rId56"/>
            </p:custDataLst>
          </p:nvPr>
        </p:nvSpPr>
        <p:spPr bwMode="auto">
          <a:xfrm>
            <a:off x="2354263" y="6424613"/>
            <a:ext cx="55721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D455EF6A-A25A-4B42-9A16-5B261262A01C}" type="datetime'''6''''''''''''-M''''''''''''''''a''y''''''''''-''23'''''''''">
              <a:rPr lang="en-US" altLang="en-US" sz="900" smtClean="0"/>
              <a:pPr/>
              <a:t>6-May-23</a:t>
            </a:fld>
            <a:endParaRPr lang="en-US" sz="900" noProof="0" dirty="0"/>
          </a:p>
        </p:txBody>
      </p:sp>
      <p:sp>
        <p:nvSpPr>
          <p:cNvPr id="174" name="Text Placeholder 18">
            <a:extLst>
              <a:ext uri="{FF2B5EF4-FFF2-40B4-BE49-F238E27FC236}">
                <a16:creationId xmlns:a16="http://schemas.microsoft.com/office/drawing/2014/main" id="{C91A48EF-97AB-1012-A07B-EAF4F91EF513}"/>
              </a:ext>
            </a:extLst>
          </p:cNvPr>
          <p:cNvSpPr>
            <a:spLocks noGrp="1"/>
          </p:cNvSpPr>
          <p:nvPr>
            <p:custDataLst>
              <p:tags r:id="rId57"/>
            </p:custDataLst>
          </p:nvPr>
        </p:nvSpPr>
        <p:spPr bwMode="auto">
          <a:xfrm>
            <a:off x="7866063" y="6049963"/>
            <a:ext cx="63023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DE1643E3-C3CC-4EAF-B462-F21D34165A7A}" type="datetime'22''''''-Ma''''''y-''''''''''''''''''''''''''''''''2''''3'''''">
              <a:rPr lang="en-US" altLang="en-US" sz="900" smtClean="0"/>
              <a:pPr/>
              <a:t>22-May-23</a:t>
            </a:fld>
            <a:endParaRPr lang="en-US" sz="900" noProof="0" dirty="0"/>
          </a:p>
        </p:txBody>
      </p:sp>
      <p:sp>
        <p:nvSpPr>
          <p:cNvPr id="151" name="Text Placeholder 18">
            <a:extLst>
              <a:ext uri="{FF2B5EF4-FFF2-40B4-BE49-F238E27FC236}">
                <a16:creationId xmlns:a16="http://schemas.microsoft.com/office/drawing/2014/main" id="{03B585BC-2A48-6395-0BEE-88252AB7174A}"/>
              </a:ext>
            </a:extLst>
          </p:cNvPr>
          <p:cNvSpPr>
            <a:spLocks noGrp="1"/>
          </p:cNvSpPr>
          <p:nvPr>
            <p:custDataLst>
              <p:tags r:id="rId58"/>
            </p:custDataLst>
          </p:nvPr>
        </p:nvSpPr>
        <p:spPr bwMode="auto">
          <a:xfrm>
            <a:off x="3224213" y="6049963"/>
            <a:ext cx="55721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2A182984-D9F0-4851-8A64-0D45C03FC1BD}" type="datetime'''''7''''''-''M''''''''a''''y''-''''2''''''''''''''3'''">
              <a:rPr lang="en-US" altLang="en-US" sz="900" smtClean="0"/>
              <a:pPr/>
              <a:t>7-May-23</a:t>
            </a:fld>
            <a:endParaRPr lang="en-US" sz="900" noProof="0" dirty="0"/>
          </a:p>
        </p:txBody>
      </p:sp>
      <p:sp>
        <p:nvSpPr>
          <p:cNvPr id="176" name="Text Placeholder 18">
            <a:extLst>
              <a:ext uri="{FF2B5EF4-FFF2-40B4-BE49-F238E27FC236}">
                <a16:creationId xmlns:a16="http://schemas.microsoft.com/office/drawing/2014/main" id="{BB6C5473-DC3A-C9EA-201A-D71E1D7DCD61}"/>
              </a:ext>
            </a:extLst>
          </p:cNvPr>
          <p:cNvSpPr>
            <a:spLocks noGrp="1"/>
          </p:cNvSpPr>
          <p:nvPr>
            <p:custDataLst>
              <p:tags r:id="rId59"/>
            </p:custDataLst>
          </p:nvPr>
        </p:nvSpPr>
        <p:spPr bwMode="auto">
          <a:xfrm>
            <a:off x="7866063" y="6237288"/>
            <a:ext cx="63023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669BE3DC-1B5E-4FCE-B974-D0E03C50F762}" type="datetime'''23''''''-M''''a''y''''''''''''-''''''''''''''''''23'''">
              <a:rPr lang="en-US" altLang="en-US" sz="900" smtClean="0"/>
              <a:pPr/>
              <a:t>23-May-23</a:t>
            </a:fld>
            <a:endParaRPr lang="en-US" sz="900" noProof="0" dirty="0"/>
          </a:p>
        </p:txBody>
      </p:sp>
      <p:sp>
        <p:nvSpPr>
          <p:cNvPr id="155" name="Text Placeholder 18">
            <a:extLst>
              <a:ext uri="{FF2B5EF4-FFF2-40B4-BE49-F238E27FC236}">
                <a16:creationId xmlns:a16="http://schemas.microsoft.com/office/drawing/2014/main" id="{D2CFF3FE-F24C-D333-DF38-B094B8085A71}"/>
              </a:ext>
            </a:extLst>
          </p:cNvPr>
          <p:cNvSpPr>
            <a:spLocks noGrp="1"/>
          </p:cNvSpPr>
          <p:nvPr>
            <p:custDataLst>
              <p:tags r:id="rId60"/>
            </p:custDataLst>
          </p:nvPr>
        </p:nvSpPr>
        <p:spPr bwMode="auto">
          <a:xfrm>
            <a:off x="3224213" y="6237288"/>
            <a:ext cx="55721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CAE985B5-7A2F-4FEA-9832-38BFB11C6E22}" type="datetime'''''8''''-''''''''M''''''a''y''''-''''23'''''''''''''''">
              <a:rPr lang="en-US" altLang="en-US" sz="900" smtClean="0"/>
              <a:pPr/>
              <a:t>8-May-23</a:t>
            </a:fld>
            <a:endParaRPr lang="en-US" sz="900" noProof="0" dirty="0"/>
          </a:p>
        </p:txBody>
      </p:sp>
      <p:sp>
        <p:nvSpPr>
          <p:cNvPr id="175" name="Text Placeholder 18">
            <a:extLst>
              <a:ext uri="{FF2B5EF4-FFF2-40B4-BE49-F238E27FC236}">
                <a16:creationId xmlns:a16="http://schemas.microsoft.com/office/drawing/2014/main" id="{87BF580F-09B6-07B3-C860-2AF39E11D6AD}"/>
              </a:ext>
            </a:extLst>
          </p:cNvPr>
          <p:cNvSpPr>
            <a:spLocks noGrp="1"/>
          </p:cNvSpPr>
          <p:nvPr>
            <p:custDataLst>
              <p:tags r:id="rId61"/>
            </p:custDataLst>
          </p:nvPr>
        </p:nvSpPr>
        <p:spPr bwMode="auto">
          <a:xfrm>
            <a:off x="7866063" y="6424613"/>
            <a:ext cx="63023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E4E8D0B0-7D10-4883-9BAD-A1BCD1DB9C61}" type="datetime'''''''''''''''''''24''''-M''''''''''''''ay-23'''">
              <a:rPr lang="en-US" altLang="en-US" sz="900" smtClean="0"/>
              <a:pPr/>
              <a:t>24-May-23</a:t>
            </a:fld>
            <a:endParaRPr lang="en-US" sz="900" noProof="0" dirty="0"/>
          </a:p>
        </p:txBody>
      </p:sp>
      <p:sp>
        <p:nvSpPr>
          <p:cNvPr id="157" name="Text Placeholder 18">
            <a:extLst>
              <a:ext uri="{FF2B5EF4-FFF2-40B4-BE49-F238E27FC236}">
                <a16:creationId xmlns:a16="http://schemas.microsoft.com/office/drawing/2014/main" id="{E7883EDA-9E16-F3C6-5A09-4CCF73234DF0}"/>
              </a:ext>
            </a:extLst>
          </p:cNvPr>
          <p:cNvSpPr>
            <a:spLocks noGrp="1"/>
          </p:cNvSpPr>
          <p:nvPr>
            <p:custDataLst>
              <p:tags r:id="rId62"/>
            </p:custDataLst>
          </p:nvPr>
        </p:nvSpPr>
        <p:spPr bwMode="auto">
          <a:xfrm>
            <a:off x="3224213" y="6424613"/>
            <a:ext cx="55721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A9C9B0D6-C2BA-4DC1-B38F-534D64C2CDCB}" type="datetime'''''''9''''''-M''''''''''''''''''''a''''y-''''''''23'''''''''">
              <a:rPr lang="en-US" altLang="en-US" sz="900" smtClean="0"/>
              <a:pPr/>
              <a:t>9-May-23</a:t>
            </a:fld>
            <a:endParaRPr lang="en-US" sz="900" noProof="0" dirty="0"/>
          </a:p>
        </p:txBody>
      </p:sp>
      <p:sp>
        <p:nvSpPr>
          <p:cNvPr id="177" name="Text Placeholder 18">
            <a:extLst>
              <a:ext uri="{FF2B5EF4-FFF2-40B4-BE49-F238E27FC236}">
                <a16:creationId xmlns:a16="http://schemas.microsoft.com/office/drawing/2014/main" id="{8C5B98A9-E035-63A1-4673-150C9031E06E}"/>
              </a:ext>
            </a:extLst>
          </p:cNvPr>
          <p:cNvSpPr>
            <a:spLocks noGrp="1"/>
          </p:cNvSpPr>
          <p:nvPr>
            <p:custDataLst>
              <p:tags r:id="rId63"/>
            </p:custDataLst>
          </p:nvPr>
        </p:nvSpPr>
        <p:spPr bwMode="auto">
          <a:xfrm>
            <a:off x="8809038" y="6049963"/>
            <a:ext cx="63023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B5554FFD-DCCE-4767-8E1E-5040A750F261}" type="datetime'''2''''''''''''5-''M''''''a''''''y''''-''''''''''''2''''''3'">
              <a:rPr lang="en-US" altLang="en-US" sz="900" smtClean="0"/>
              <a:pPr/>
              <a:t>25-May-23</a:t>
            </a:fld>
            <a:endParaRPr lang="en-US" sz="900" noProof="0" dirty="0"/>
          </a:p>
        </p:txBody>
      </p:sp>
      <p:sp>
        <p:nvSpPr>
          <p:cNvPr id="162" name="Text Placeholder 18">
            <a:extLst>
              <a:ext uri="{FF2B5EF4-FFF2-40B4-BE49-F238E27FC236}">
                <a16:creationId xmlns:a16="http://schemas.microsoft.com/office/drawing/2014/main" id="{1AA6840F-2066-6C03-D25C-5E3CF18AB7B4}"/>
              </a:ext>
            </a:extLst>
          </p:cNvPr>
          <p:cNvSpPr>
            <a:spLocks noGrp="1"/>
          </p:cNvSpPr>
          <p:nvPr>
            <p:custDataLst>
              <p:tags r:id="rId64"/>
            </p:custDataLst>
          </p:nvPr>
        </p:nvSpPr>
        <p:spPr bwMode="auto">
          <a:xfrm>
            <a:off x="4094163" y="6049963"/>
            <a:ext cx="63023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7EACFC85-314A-4F1E-A802-0214EEB73898}" type="datetime'1''0-''M''''''''''''''''''''a''''y''''''''-''''23'''">
              <a:rPr lang="en-US" altLang="en-US" sz="900" smtClean="0"/>
              <a:pPr/>
              <a:t>10-May-23</a:t>
            </a:fld>
            <a:endParaRPr lang="en-US" sz="900" noProof="0" dirty="0"/>
          </a:p>
        </p:txBody>
      </p:sp>
      <p:sp>
        <p:nvSpPr>
          <p:cNvPr id="153" name="Text Placeholder 18">
            <a:extLst>
              <a:ext uri="{FF2B5EF4-FFF2-40B4-BE49-F238E27FC236}">
                <a16:creationId xmlns:a16="http://schemas.microsoft.com/office/drawing/2014/main" id="{9A6FCEF9-E112-61BA-FE95-706416FEABD9}"/>
              </a:ext>
            </a:extLst>
          </p:cNvPr>
          <p:cNvSpPr>
            <a:spLocks noGrp="1"/>
          </p:cNvSpPr>
          <p:nvPr>
            <p:custDataLst>
              <p:tags r:id="rId65"/>
            </p:custDataLst>
          </p:nvPr>
        </p:nvSpPr>
        <p:spPr bwMode="auto">
          <a:xfrm>
            <a:off x="8809038" y="6237288"/>
            <a:ext cx="63023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7E5EEBA3-59BC-4A63-9ABB-C6F796BF1EFE}" type="datetime'''2''''''''''''''''''6''''''''''-M''a''''y''''''-2''''3'''''''">
              <a:rPr lang="en-US" altLang="en-US" sz="900" smtClean="0"/>
              <a:pPr/>
              <a:t>26-May-23</a:t>
            </a:fld>
            <a:endParaRPr lang="en-US" sz="900" noProof="0" dirty="0"/>
          </a:p>
        </p:txBody>
      </p:sp>
      <p:sp>
        <p:nvSpPr>
          <p:cNvPr id="163" name="Text Placeholder 18">
            <a:extLst>
              <a:ext uri="{FF2B5EF4-FFF2-40B4-BE49-F238E27FC236}">
                <a16:creationId xmlns:a16="http://schemas.microsoft.com/office/drawing/2014/main" id="{4662449E-4024-8D75-32F8-C85740816986}"/>
              </a:ext>
            </a:extLst>
          </p:cNvPr>
          <p:cNvSpPr>
            <a:spLocks noGrp="1"/>
          </p:cNvSpPr>
          <p:nvPr>
            <p:custDataLst>
              <p:tags r:id="rId66"/>
            </p:custDataLst>
          </p:nvPr>
        </p:nvSpPr>
        <p:spPr bwMode="auto">
          <a:xfrm>
            <a:off x="4094163" y="6237288"/>
            <a:ext cx="63023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F9935477-CA76-42C5-B344-92D3BFD4497B}" type="datetime'1''''''1''-M''''''a''''''''''''y''-''''''''2''''3'''">
              <a:rPr lang="en-US" altLang="en-US" sz="900" smtClean="0"/>
              <a:pPr/>
              <a:t>11-May-23</a:t>
            </a:fld>
            <a:endParaRPr lang="en-US" sz="900" noProof="0" dirty="0"/>
          </a:p>
        </p:txBody>
      </p:sp>
      <p:sp>
        <p:nvSpPr>
          <p:cNvPr id="158" name="Text Placeholder 18">
            <a:extLst>
              <a:ext uri="{FF2B5EF4-FFF2-40B4-BE49-F238E27FC236}">
                <a16:creationId xmlns:a16="http://schemas.microsoft.com/office/drawing/2014/main" id="{1011DE5D-C530-F7B7-6774-C7D4C199A889}"/>
              </a:ext>
            </a:extLst>
          </p:cNvPr>
          <p:cNvSpPr>
            <a:spLocks noGrp="1"/>
          </p:cNvSpPr>
          <p:nvPr>
            <p:custDataLst>
              <p:tags r:id="rId67"/>
            </p:custDataLst>
          </p:nvPr>
        </p:nvSpPr>
        <p:spPr bwMode="auto">
          <a:xfrm>
            <a:off x="8809038" y="6424613"/>
            <a:ext cx="63023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298788AD-C376-44D0-A9F5-246009D260C7}" type="datetime'''27''-''''''M''''''''''''''a''''y''''''''''''''-2''''''''3'''">
              <a:rPr lang="en-US" altLang="en-US" sz="900" smtClean="0"/>
              <a:pPr/>
              <a:t>27-May-23</a:t>
            </a:fld>
            <a:endParaRPr lang="en-US" sz="900" noProof="0" dirty="0"/>
          </a:p>
        </p:txBody>
      </p:sp>
      <p:sp>
        <p:nvSpPr>
          <p:cNvPr id="165" name="Text Placeholder 18">
            <a:extLst>
              <a:ext uri="{FF2B5EF4-FFF2-40B4-BE49-F238E27FC236}">
                <a16:creationId xmlns:a16="http://schemas.microsoft.com/office/drawing/2014/main" id="{0B17710B-D742-13EF-23EF-8B675F3194C0}"/>
              </a:ext>
            </a:extLst>
          </p:cNvPr>
          <p:cNvSpPr>
            <a:spLocks noGrp="1"/>
          </p:cNvSpPr>
          <p:nvPr>
            <p:custDataLst>
              <p:tags r:id="rId68"/>
            </p:custDataLst>
          </p:nvPr>
        </p:nvSpPr>
        <p:spPr bwMode="auto">
          <a:xfrm>
            <a:off x="4094163" y="6424613"/>
            <a:ext cx="63023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00808906-C45A-4108-BA93-91790ACE74A1}" type="datetime'''''''''''''''''''''12-''''M''a''''y''''''''''-''''''23'''''''">
              <a:rPr lang="en-US" altLang="en-US" sz="900" smtClean="0"/>
              <a:pPr/>
              <a:t>12-May-23</a:t>
            </a:fld>
            <a:endParaRPr lang="en-US" sz="900" noProof="0" dirty="0"/>
          </a:p>
        </p:txBody>
      </p:sp>
      <p:sp>
        <p:nvSpPr>
          <p:cNvPr id="166" name="Text Placeholder 18">
            <a:extLst>
              <a:ext uri="{FF2B5EF4-FFF2-40B4-BE49-F238E27FC236}">
                <a16:creationId xmlns:a16="http://schemas.microsoft.com/office/drawing/2014/main" id="{B62D69AA-A492-2A0A-7369-B2ED90339DFF}"/>
              </a:ext>
            </a:extLst>
          </p:cNvPr>
          <p:cNvSpPr>
            <a:spLocks noGrp="1"/>
          </p:cNvSpPr>
          <p:nvPr>
            <p:custDataLst>
              <p:tags r:id="rId69"/>
            </p:custDataLst>
          </p:nvPr>
        </p:nvSpPr>
        <p:spPr bwMode="auto">
          <a:xfrm>
            <a:off x="5037138" y="6049963"/>
            <a:ext cx="63023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5D6A5A31-5213-4010-96F4-2A33D732F9E2}" type="datetime'''1''''3''''''''''-''''''''''M''''a''''''''''y''''''''-2''3'">
              <a:rPr lang="en-US" altLang="en-US" sz="900" smtClean="0"/>
              <a:pPr/>
              <a:t>13-May-23</a:t>
            </a:fld>
            <a:endParaRPr lang="en-US" sz="900" noProof="0" dirty="0"/>
          </a:p>
        </p:txBody>
      </p:sp>
      <p:sp>
        <p:nvSpPr>
          <p:cNvPr id="167" name="Text Placeholder 18">
            <a:extLst>
              <a:ext uri="{FF2B5EF4-FFF2-40B4-BE49-F238E27FC236}">
                <a16:creationId xmlns:a16="http://schemas.microsoft.com/office/drawing/2014/main" id="{7682C1F3-51EF-C2B0-639E-CDB442B2F4D8}"/>
              </a:ext>
            </a:extLst>
          </p:cNvPr>
          <p:cNvSpPr>
            <a:spLocks noGrp="1"/>
          </p:cNvSpPr>
          <p:nvPr>
            <p:custDataLst>
              <p:tags r:id="rId70"/>
            </p:custDataLst>
          </p:nvPr>
        </p:nvSpPr>
        <p:spPr bwMode="auto">
          <a:xfrm>
            <a:off x="5037138" y="6237288"/>
            <a:ext cx="63023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EE5ABD2F-8598-4BDA-A7F2-A61F34724BD9}" type="datetime'''''1''''''''4''''''-''''''M''''''a''y''-''''''''''23'''''''''">
              <a:rPr lang="en-US" altLang="en-US" sz="900" smtClean="0"/>
              <a:pPr/>
              <a:t>14-May-23</a:t>
            </a:fld>
            <a:endParaRPr lang="en-US" sz="900" noProof="0" dirty="0"/>
          </a:p>
        </p:txBody>
      </p:sp>
      <p:sp>
        <p:nvSpPr>
          <p:cNvPr id="179" name="Text Placeholder 18">
            <a:extLst>
              <a:ext uri="{FF2B5EF4-FFF2-40B4-BE49-F238E27FC236}">
                <a16:creationId xmlns:a16="http://schemas.microsoft.com/office/drawing/2014/main" id="{840B6B8B-DDE5-EE73-ECB0-B32106ADABC6}"/>
              </a:ext>
            </a:extLst>
          </p:cNvPr>
          <p:cNvSpPr>
            <a:spLocks noGrp="1"/>
          </p:cNvSpPr>
          <p:nvPr>
            <p:custDataLst>
              <p:tags r:id="rId71"/>
            </p:custDataLst>
          </p:nvPr>
        </p:nvSpPr>
        <p:spPr bwMode="auto">
          <a:xfrm>
            <a:off x="9752013" y="6237288"/>
            <a:ext cx="63023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F6FD0075-D3AB-4C61-8E40-4E2D881718D7}" type="datetime'''''''2''''''9''''''-M''''''''ay''''''''''''-2''''3'''''''">
              <a:rPr lang="en-US" altLang="en-US" sz="900" smtClean="0"/>
              <a:pPr/>
              <a:t>29-May-23</a:t>
            </a:fld>
            <a:endParaRPr lang="en-US" sz="900" noProof="0" dirty="0"/>
          </a:p>
        </p:txBody>
      </p:sp>
      <p:sp>
        <p:nvSpPr>
          <p:cNvPr id="168" name="Text Placeholder 18">
            <a:extLst>
              <a:ext uri="{FF2B5EF4-FFF2-40B4-BE49-F238E27FC236}">
                <a16:creationId xmlns:a16="http://schemas.microsoft.com/office/drawing/2014/main" id="{C3DFFB4D-A6EE-835E-CE73-4EF7BA4998B6}"/>
              </a:ext>
            </a:extLst>
          </p:cNvPr>
          <p:cNvSpPr>
            <a:spLocks noGrp="1"/>
          </p:cNvSpPr>
          <p:nvPr>
            <p:custDataLst>
              <p:tags r:id="rId72"/>
            </p:custDataLst>
          </p:nvPr>
        </p:nvSpPr>
        <p:spPr bwMode="auto">
          <a:xfrm>
            <a:off x="5037138" y="6424613"/>
            <a:ext cx="63023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C5CFB111-800B-413F-9066-D76953E6E46F}" type="datetime'1''''''''5''''''''''''-''''''''Ma''''''y''''-''2''''3'''''">
              <a:rPr lang="en-US" altLang="en-US" sz="900" smtClean="0"/>
              <a:pPr/>
              <a:t>15-May-23</a:t>
            </a:fld>
            <a:endParaRPr lang="en-US" sz="900" noProof="0" dirty="0"/>
          </a:p>
        </p:txBody>
      </p:sp>
      <p:sp>
        <p:nvSpPr>
          <p:cNvPr id="180" name="Text Placeholder 18">
            <a:extLst>
              <a:ext uri="{FF2B5EF4-FFF2-40B4-BE49-F238E27FC236}">
                <a16:creationId xmlns:a16="http://schemas.microsoft.com/office/drawing/2014/main" id="{C78C3FE1-E47A-7BDE-ADDF-BDB6D14ED6FC}"/>
              </a:ext>
            </a:extLst>
          </p:cNvPr>
          <p:cNvSpPr>
            <a:spLocks noGrp="1"/>
          </p:cNvSpPr>
          <p:nvPr>
            <p:custDataLst>
              <p:tags r:id="rId73"/>
            </p:custDataLst>
          </p:nvPr>
        </p:nvSpPr>
        <p:spPr bwMode="auto">
          <a:xfrm>
            <a:off x="9752013" y="6424613"/>
            <a:ext cx="63023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CB785B9C-75B6-4B06-B654-A51A919B5C8A}" type="datetime'30''-''''''''''M''''''''''''''''a''y''-''''2''''''''''''''''3'">
              <a:rPr lang="en-US" altLang="en-US" sz="900" smtClean="0"/>
              <a:pPr/>
              <a:t>30-May-23</a:t>
            </a:fld>
            <a:endParaRPr lang="en-US" sz="900" noProof="0" dirty="0"/>
          </a:p>
        </p:txBody>
      </p:sp>
      <p:sp>
        <p:nvSpPr>
          <p:cNvPr id="169" name="Text Placeholder 18">
            <a:extLst>
              <a:ext uri="{FF2B5EF4-FFF2-40B4-BE49-F238E27FC236}">
                <a16:creationId xmlns:a16="http://schemas.microsoft.com/office/drawing/2014/main" id="{B99D5A0D-AC9C-FAA0-AAA2-F62253108231}"/>
              </a:ext>
            </a:extLst>
          </p:cNvPr>
          <p:cNvSpPr>
            <a:spLocks noGrp="1"/>
          </p:cNvSpPr>
          <p:nvPr>
            <p:custDataLst>
              <p:tags r:id="rId74"/>
            </p:custDataLst>
          </p:nvPr>
        </p:nvSpPr>
        <p:spPr bwMode="auto">
          <a:xfrm>
            <a:off x="5980113" y="6049963"/>
            <a:ext cx="63023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43B7BE9E-0B8D-475F-8BF6-9A0A76A07FEF}" type="datetime'''''''''''1''6''''''''-Ma''''''''''y-''''''2''''3'''''''''''">
              <a:rPr lang="en-US" altLang="en-US" sz="900" smtClean="0"/>
              <a:pPr/>
              <a:t>16-May-23</a:t>
            </a:fld>
            <a:endParaRPr lang="en-US" sz="900" noProof="0" dirty="0"/>
          </a:p>
        </p:txBody>
      </p:sp>
      <p:sp>
        <p:nvSpPr>
          <p:cNvPr id="4" name="Text Placeholder 18">
            <a:extLst>
              <a:ext uri="{FF2B5EF4-FFF2-40B4-BE49-F238E27FC236}">
                <a16:creationId xmlns:a16="http://schemas.microsoft.com/office/drawing/2014/main" id="{3C73EF57-F479-7E20-E8A2-54ED97A857F6}"/>
              </a:ext>
            </a:extLst>
          </p:cNvPr>
          <p:cNvSpPr>
            <a:spLocks noGrp="1"/>
          </p:cNvSpPr>
          <p:nvPr>
            <p:custDataLst>
              <p:tags r:id="rId75"/>
            </p:custDataLst>
          </p:nvPr>
        </p:nvSpPr>
        <p:spPr bwMode="auto">
          <a:xfrm>
            <a:off x="10694988" y="6049963"/>
            <a:ext cx="63023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9B06F303-23F5-4F76-8FE6-0C4A0FE73407}" type="datetime'3''''''''1-Ma''y''''''''''-''''2''''''''''''''''''3'''''''''''">
              <a:rPr lang="en-US" altLang="en-US" sz="900" smtClean="0"/>
              <a:pPr/>
              <a:t>31-May-23</a:t>
            </a:fld>
            <a:endParaRPr lang="en-US" sz="900" noProof="0" dirty="0"/>
          </a:p>
        </p:txBody>
      </p:sp>
      <p:sp>
        <p:nvSpPr>
          <p:cNvPr id="178" name="Text Placeholder 18">
            <a:extLst>
              <a:ext uri="{FF2B5EF4-FFF2-40B4-BE49-F238E27FC236}">
                <a16:creationId xmlns:a16="http://schemas.microsoft.com/office/drawing/2014/main" id="{ED214B63-180C-446D-3A18-E1DEF2C10A0B}"/>
              </a:ext>
            </a:extLst>
          </p:cNvPr>
          <p:cNvSpPr>
            <a:spLocks noGrp="1"/>
          </p:cNvSpPr>
          <p:nvPr>
            <p:custDataLst>
              <p:tags r:id="rId76"/>
            </p:custDataLst>
          </p:nvPr>
        </p:nvSpPr>
        <p:spPr bwMode="auto">
          <a:xfrm>
            <a:off x="9752013" y="6049963"/>
            <a:ext cx="63023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BCCEE824-221A-4003-9DCE-7906B6BBD49C}" type="datetime'''2''''''''''8''-''''M''a''''y''''''-''2''''''3'">
              <a:rPr lang="en-US" altLang="en-US" sz="900" smtClean="0"/>
              <a:pPr/>
              <a:t>28-May-23</a:t>
            </a:fld>
            <a:endParaRPr lang="en-US" sz="900" noProof="0" dirty="0"/>
          </a:p>
        </p:txBody>
      </p:sp>
      <p:cxnSp>
        <p:nvCxnSpPr>
          <p:cNvPr id="328" name="Straight Arrow Connector 327">
            <a:extLst>
              <a:ext uri="{FF2B5EF4-FFF2-40B4-BE49-F238E27FC236}">
                <a16:creationId xmlns:a16="http://schemas.microsoft.com/office/drawing/2014/main" id="{85A25165-BDF3-D5AC-EB25-28CAAD805EA9}"/>
              </a:ext>
            </a:extLst>
          </p:cNvPr>
          <p:cNvCxnSpPr>
            <a:cxnSpLocks/>
          </p:cNvCxnSpPr>
          <p:nvPr/>
        </p:nvCxnSpPr>
        <p:spPr>
          <a:xfrm>
            <a:off x="1293813" y="5919567"/>
            <a:ext cx="10416851" cy="1188"/>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26" name="Rectangle 325">
            <a:extLst>
              <a:ext uri="{FF2B5EF4-FFF2-40B4-BE49-F238E27FC236}">
                <a16:creationId xmlns:a16="http://schemas.microsoft.com/office/drawing/2014/main" id="{3CEEFEE3-E67C-3394-152B-8EA060626DC2}"/>
              </a:ext>
            </a:extLst>
          </p:cNvPr>
          <p:cNvSpPr/>
          <p:nvPr/>
        </p:nvSpPr>
        <p:spPr bwMode="gray">
          <a:xfrm>
            <a:off x="5262563" y="5798829"/>
            <a:ext cx="1591599" cy="238124"/>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t>Time (Hours)</a:t>
            </a:r>
          </a:p>
        </p:txBody>
      </p:sp>
      <p:cxnSp>
        <p:nvCxnSpPr>
          <p:cNvPr id="333" name="Straight Arrow Connector 332">
            <a:extLst>
              <a:ext uri="{FF2B5EF4-FFF2-40B4-BE49-F238E27FC236}">
                <a16:creationId xmlns:a16="http://schemas.microsoft.com/office/drawing/2014/main" id="{9C716DAF-2225-82C9-1B60-F50B060360DB}"/>
              </a:ext>
            </a:extLst>
          </p:cNvPr>
          <p:cNvCxnSpPr>
            <a:cxnSpLocks/>
          </p:cNvCxnSpPr>
          <p:nvPr/>
        </p:nvCxnSpPr>
        <p:spPr>
          <a:xfrm flipV="1">
            <a:off x="502047" y="1328889"/>
            <a:ext cx="0" cy="4482949"/>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36" name="Rectangle 335">
            <a:extLst>
              <a:ext uri="{FF2B5EF4-FFF2-40B4-BE49-F238E27FC236}">
                <a16:creationId xmlns:a16="http://schemas.microsoft.com/office/drawing/2014/main" id="{E0E06CA7-67CF-0374-5800-8D69E34DC3B7}"/>
              </a:ext>
            </a:extLst>
          </p:cNvPr>
          <p:cNvSpPr/>
          <p:nvPr/>
        </p:nvSpPr>
        <p:spPr bwMode="gray">
          <a:xfrm rot="16200000">
            <a:off x="-1496883" y="3302544"/>
            <a:ext cx="3977622" cy="405101"/>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t>Short term Power Purchase + Load Shedding (Solar Opportunity) (MW)</a:t>
            </a:r>
          </a:p>
        </p:txBody>
      </p:sp>
      <p:cxnSp>
        <p:nvCxnSpPr>
          <p:cNvPr id="7" name="Straight Connector 6">
            <a:extLst>
              <a:ext uri="{FF2B5EF4-FFF2-40B4-BE49-F238E27FC236}">
                <a16:creationId xmlns:a16="http://schemas.microsoft.com/office/drawing/2014/main" id="{201B79D9-1DB4-2C03-774B-A30A2297CE99}"/>
              </a:ext>
            </a:extLst>
          </p:cNvPr>
          <p:cNvCxnSpPr/>
          <p:nvPr/>
        </p:nvCxnSpPr>
        <p:spPr>
          <a:xfrm flipV="1">
            <a:off x="410491" y="649363"/>
            <a:ext cx="11196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344E6ED5-8D45-4603-42D1-B3BA234C5F0A}"/>
              </a:ext>
            </a:extLst>
          </p:cNvPr>
          <p:cNvSpPr txBox="1"/>
          <p:nvPr/>
        </p:nvSpPr>
        <p:spPr>
          <a:xfrm>
            <a:off x="10631951" y="6315696"/>
            <a:ext cx="1228727" cy="184666"/>
          </a:xfrm>
          <a:prstGeom prst="rect">
            <a:avLst/>
          </a:prstGeom>
          <a:noFill/>
        </p:spPr>
        <p:txBody>
          <a:bodyPr wrap="square" lIns="0" tIns="0" rIns="0" bIns="0" rtlCol="0">
            <a:spAutoFit/>
          </a:bodyPr>
          <a:lstStyle/>
          <a:p>
            <a:pPr algn="r">
              <a:spcBef>
                <a:spcPts val="600"/>
              </a:spcBef>
              <a:buSzPct val="100000"/>
            </a:pPr>
            <a:r>
              <a:rPr lang="en-US" sz="1200" b="1" dirty="0">
                <a:solidFill>
                  <a:srgbClr val="313131"/>
                </a:solidFill>
                <a:hlinkClick r:id="rId81" action="ppaction://hlinksldjump"/>
              </a:rPr>
              <a:t>Details</a:t>
            </a:r>
            <a:endParaRPr lang="en-US" sz="1200" b="1" dirty="0">
              <a:solidFill>
                <a:srgbClr val="313131"/>
              </a:solidFill>
            </a:endParaRPr>
          </a:p>
        </p:txBody>
      </p:sp>
    </p:spTree>
    <p:extLst>
      <p:ext uri="{BB962C8B-B14F-4D97-AF65-F5344CB8AC3E}">
        <p14:creationId xmlns:p14="http://schemas.microsoft.com/office/powerpoint/2010/main" val="1088931802"/>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F53E3122-8B80-4B2B-9425-C97F9D1809CD}"/>
              </a:ext>
            </a:extLst>
          </p:cNvPr>
          <p:cNvGraphicFramePr>
            <a:graphicFrameLocks noChangeAspect="1"/>
          </p:cNvGraphicFramePr>
          <p:nvPr>
            <p:custDataLst>
              <p:tags r:id="rId1"/>
            </p:custDataLst>
            <p:extLst>
              <p:ext uri="{D42A27DB-BD31-4B8C-83A1-F6EECF244321}">
                <p14:modId xmlns:p14="http://schemas.microsoft.com/office/powerpoint/2010/main" val="329858044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6" imgW="415" imgH="416" progId="TCLayout.ActiveDocument.1">
                  <p:embed/>
                </p:oleObj>
              </mc:Choice>
              <mc:Fallback>
                <p:oleObj name="think-cell Slide" r:id="rId76" imgW="415" imgH="416" progId="TCLayout.ActiveDocument.1">
                  <p:embed/>
                  <p:pic>
                    <p:nvPicPr>
                      <p:cNvPr id="6" name="Object 5" hidden="1">
                        <a:extLst>
                          <a:ext uri="{FF2B5EF4-FFF2-40B4-BE49-F238E27FC236}">
                            <a16:creationId xmlns:a16="http://schemas.microsoft.com/office/drawing/2014/main" id="{F53E3122-8B80-4B2B-9425-C97F9D1809CD}"/>
                          </a:ext>
                        </a:extLst>
                      </p:cNvPr>
                      <p:cNvPicPr/>
                      <p:nvPr/>
                    </p:nvPicPr>
                    <p:blipFill>
                      <a:blip r:embed="rId77"/>
                      <a:stretch>
                        <a:fillRect/>
                      </a:stretch>
                    </p:blipFill>
                    <p:spPr>
                      <a:xfrm>
                        <a:off x="1588" y="1588"/>
                        <a:ext cx="1588" cy="1588"/>
                      </a:xfrm>
                      <a:prstGeom prst="rect">
                        <a:avLst/>
                      </a:prstGeom>
                    </p:spPr>
                  </p:pic>
                </p:oleObj>
              </mc:Fallback>
            </mc:AlternateContent>
          </a:graphicData>
        </a:graphic>
      </p:graphicFrame>
      <p:sp>
        <p:nvSpPr>
          <p:cNvPr id="3" name="Title 2"/>
          <p:cNvSpPr>
            <a:spLocks noGrp="1"/>
          </p:cNvSpPr>
          <p:nvPr>
            <p:ph type="title"/>
          </p:nvPr>
        </p:nvSpPr>
        <p:spPr>
          <a:xfrm>
            <a:off x="555170" y="266401"/>
            <a:ext cx="11166932" cy="347321"/>
          </a:xfrm>
        </p:spPr>
        <p:txBody>
          <a:bodyPr vert="horz"/>
          <a:lstStyle/>
          <a:p>
            <a:r>
              <a:rPr lang="en-US" b="1" dirty="0"/>
              <a:t>June 2023 – Hourly </a:t>
            </a:r>
            <a:r>
              <a:rPr lang="en-US" dirty="0"/>
              <a:t>Short Term Procurement + Load Shedding during Solar Hours</a:t>
            </a:r>
            <a:endParaRPr lang="en-US" sz="1800" b="1" dirty="0"/>
          </a:p>
        </p:txBody>
      </p:sp>
      <p:cxnSp>
        <p:nvCxnSpPr>
          <p:cNvPr id="34" name="Straight Connector 33">
            <a:extLst>
              <a:ext uri="{FF2B5EF4-FFF2-40B4-BE49-F238E27FC236}">
                <a16:creationId xmlns:a16="http://schemas.microsoft.com/office/drawing/2014/main" id="{C64B3BBE-2752-0F5F-6AA3-836BA91F095C}"/>
              </a:ext>
            </a:extLst>
          </p:cNvPr>
          <p:cNvCxnSpPr/>
          <p:nvPr/>
        </p:nvCxnSpPr>
        <p:spPr>
          <a:xfrm flipV="1">
            <a:off x="498000" y="637789"/>
            <a:ext cx="11196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graphicFrame>
        <p:nvGraphicFramePr>
          <p:cNvPr id="9" name="Chart 8">
            <a:extLst>
              <a:ext uri="{FF2B5EF4-FFF2-40B4-BE49-F238E27FC236}">
                <a16:creationId xmlns:a16="http://schemas.microsoft.com/office/drawing/2014/main" id="{F1F1FEBF-7D94-A022-BD61-EB0893D62EB7}"/>
              </a:ext>
            </a:extLst>
          </p:cNvPr>
          <p:cNvGraphicFramePr/>
          <p:nvPr>
            <p:custDataLst>
              <p:tags r:id="rId2"/>
            </p:custDataLst>
            <p:extLst>
              <p:ext uri="{D42A27DB-BD31-4B8C-83A1-F6EECF244321}">
                <p14:modId xmlns:p14="http://schemas.microsoft.com/office/powerpoint/2010/main" val="3031037077"/>
              </p:ext>
            </p:extLst>
          </p:nvPr>
        </p:nvGraphicFramePr>
        <p:xfrm>
          <a:off x="669925" y="617538"/>
          <a:ext cx="11091863" cy="5092700"/>
        </p:xfrm>
        <a:graphic>
          <a:graphicData uri="http://schemas.openxmlformats.org/drawingml/2006/chart">
            <c:chart xmlns:c="http://schemas.openxmlformats.org/drawingml/2006/chart" xmlns:r="http://schemas.openxmlformats.org/officeDocument/2006/relationships" r:id="rId78"/>
          </a:graphicData>
        </a:graphic>
      </p:graphicFrame>
      <p:sp>
        <p:nvSpPr>
          <p:cNvPr id="45" name="Text Placeholder 18">
            <a:extLst>
              <a:ext uri="{FF2B5EF4-FFF2-40B4-BE49-F238E27FC236}">
                <a16:creationId xmlns:a16="http://schemas.microsoft.com/office/drawing/2014/main" id="{10749C61-692F-50F3-8EA7-C4AB00E2CCD4}"/>
              </a:ext>
            </a:extLst>
          </p:cNvPr>
          <p:cNvSpPr>
            <a:spLocks noGrp="1"/>
          </p:cNvSpPr>
          <p:nvPr>
            <p:custDataLst>
              <p:tags r:id="rId3"/>
            </p:custDataLst>
          </p:nvPr>
        </p:nvSpPr>
        <p:spPr bwMode="auto">
          <a:xfrm>
            <a:off x="992188" y="5629275"/>
            <a:ext cx="46990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lgn="ctr">
              <a:spcBef>
                <a:spcPct val="0"/>
              </a:spcBef>
              <a:spcAft>
                <a:spcPct val="0"/>
              </a:spcAft>
            </a:pPr>
            <a:fld id="{7F2E54F1-1430-478C-976F-56960AD7EB92}" type="datetime'''06'''''''''':''''''''''''0''''''''''''''''''''''''0'''">
              <a:rPr lang="en-US" altLang="en-US" sz="1200" smtClean="0">
                <a:effectLst/>
              </a:rPr>
              <a:pPr lvl="0" algn="ctr">
                <a:spcBef>
                  <a:spcPct val="0"/>
                </a:spcBef>
                <a:spcAft>
                  <a:spcPct val="0"/>
                </a:spcAft>
              </a:pPr>
              <a:t>06:00</a:t>
            </a:fld>
            <a:endParaRPr lang="en-US" sz="1200" noProof="0" dirty="0"/>
          </a:p>
        </p:txBody>
      </p:sp>
      <p:sp>
        <p:nvSpPr>
          <p:cNvPr id="46" name="Text Placeholder 18">
            <a:extLst>
              <a:ext uri="{FF2B5EF4-FFF2-40B4-BE49-F238E27FC236}">
                <a16:creationId xmlns:a16="http://schemas.microsoft.com/office/drawing/2014/main" id="{FB914D80-C1CE-2574-C74F-FC295BA50CAF}"/>
              </a:ext>
            </a:extLst>
          </p:cNvPr>
          <p:cNvSpPr>
            <a:spLocks noGrp="1"/>
          </p:cNvSpPr>
          <p:nvPr>
            <p:custDataLst>
              <p:tags r:id="rId4"/>
            </p:custDataLst>
          </p:nvPr>
        </p:nvSpPr>
        <p:spPr bwMode="auto">
          <a:xfrm>
            <a:off x="1943100" y="5629275"/>
            <a:ext cx="46990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lgn="ctr">
              <a:spcBef>
                <a:spcPct val="0"/>
              </a:spcBef>
              <a:spcAft>
                <a:spcPct val="0"/>
              </a:spcAft>
            </a:pPr>
            <a:fld id="{5CC5A4B3-DCD5-4233-91D8-C45571C9E304}" type="datetime'''''''''''07'''''''''''''''''''''''''''''''''''''':0''''0'''">
              <a:rPr lang="en-US" altLang="en-US" sz="1200" smtClean="0">
                <a:effectLst/>
              </a:rPr>
              <a:pPr lvl="0" algn="ctr">
                <a:spcBef>
                  <a:spcPct val="0"/>
                </a:spcBef>
                <a:spcAft>
                  <a:spcPct val="0"/>
                </a:spcAft>
              </a:pPr>
              <a:t>07:00</a:t>
            </a:fld>
            <a:endParaRPr lang="en-US" sz="1200" noProof="0" dirty="0"/>
          </a:p>
        </p:txBody>
      </p:sp>
      <p:sp>
        <p:nvSpPr>
          <p:cNvPr id="47" name="Text Placeholder 18">
            <a:extLst>
              <a:ext uri="{FF2B5EF4-FFF2-40B4-BE49-F238E27FC236}">
                <a16:creationId xmlns:a16="http://schemas.microsoft.com/office/drawing/2014/main" id="{D29E33F6-E35F-1F23-123A-9AD3894376D1}"/>
              </a:ext>
            </a:extLst>
          </p:cNvPr>
          <p:cNvSpPr>
            <a:spLocks noGrp="1"/>
          </p:cNvSpPr>
          <p:nvPr>
            <p:custDataLst>
              <p:tags r:id="rId5"/>
            </p:custDataLst>
          </p:nvPr>
        </p:nvSpPr>
        <p:spPr bwMode="auto">
          <a:xfrm>
            <a:off x="2892425" y="5629275"/>
            <a:ext cx="46990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lgn="ctr">
              <a:spcBef>
                <a:spcPct val="0"/>
              </a:spcBef>
              <a:spcAft>
                <a:spcPct val="0"/>
              </a:spcAft>
            </a:pPr>
            <a:fld id="{740D415A-A508-421C-A433-EB2517B49DF4}" type="datetime'0''''''''''8'''''''''''''''''':''''''''''''''''00'''''''''">
              <a:rPr lang="en-US" altLang="en-US" sz="1200" smtClean="0">
                <a:effectLst/>
              </a:rPr>
              <a:pPr lvl="0" algn="ctr">
                <a:spcBef>
                  <a:spcPct val="0"/>
                </a:spcBef>
                <a:spcAft>
                  <a:spcPct val="0"/>
                </a:spcAft>
              </a:pPr>
              <a:t>08:00</a:t>
            </a:fld>
            <a:endParaRPr lang="en-US" sz="1200" noProof="0" dirty="0"/>
          </a:p>
        </p:txBody>
      </p:sp>
      <p:sp>
        <p:nvSpPr>
          <p:cNvPr id="48" name="Text Placeholder 18">
            <a:extLst>
              <a:ext uri="{FF2B5EF4-FFF2-40B4-BE49-F238E27FC236}">
                <a16:creationId xmlns:a16="http://schemas.microsoft.com/office/drawing/2014/main" id="{49531A69-3DD3-1BD9-F5AD-FA8C45EA33E1}"/>
              </a:ext>
            </a:extLst>
          </p:cNvPr>
          <p:cNvSpPr>
            <a:spLocks noGrp="1"/>
          </p:cNvSpPr>
          <p:nvPr>
            <p:custDataLst>
              <p:tags r:id="rId6"/>
            </p:custDataLst>
          </p:nvPr>
        </p:nvSpPr>
        <p:spPr bwMode="auto">
          <a:xfrm>
            <a:off x="3843338" y="5629275"/>
            <a:ext cx="46990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lgn="ctr">
              <a:spcBef>
                <a:spcPct val="0"/>
              </a:spcBef>
              <a:spcAft>
                <a:spcPct val="0"/>
              </a:spcAft>
            </a:pPr>
            <a:fld id="{71E70D54-645D-491A-A19F-2D2A78D7D170}" type="datetime'''''09'''':0''0'''''''''''''''''''''''''">
              <a:rPr lang="en-US" altLang="en-US" sz="1200" smtClean="0">
                <a:effectLst/>
              </a:rPr>
              <a:pPr lvl="0" algn="ctr">
                <a:spcBef>
                  <a:spcPct val="0"/>
                </a:spcBef>
                <a:spcAft>
                  <a:spcPct val="0"/>
                </a:spcAft>
              </a:pPr>
              <a:t>09:00</a:t>
            </a:fld>
            <a:endParaRPr lang="en-US" sz="1200" noProof="0" dirty="0"/>
          </a:p>
        </p:txBody>
      </p:sp>
      <p:sp>
        <p:nvSpPr>
          <p:cNvPr id="49" name="Text Placeholder 18">
            <a:extLst>
              <a:ext uri="{FF2B5EF4-FFF2-40B4-BE49-F238E27FC236}">
                <a16:creationId xmlns:a16="http://schemas.microsoft.com/office/drawing/2014/main" id="{26E37660-BDCA-6B16-E2DB-10033B6DDBC0}"/>
              </a:ext>
            </a:extLst>
          </p:cNvPr>
          <p:cNvSpPr>
            <a:spLocks noGrp="1"/>
          </p:cNvSpPr>
          <p:nvPr>
            <p:custDataLst>
              <p:tags r:id="rId7"/>
            </p:custDataLst>
          </p:nvPr>
        </p:nvSpPr>
        <p:spPr bwMode="auto">
          <a:xfrm>
            <a:off x="4792663" y="5629275"/>
            <a:ext cx="46990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lgn="ctr">
              <a:spcBef>
                <a:spcPct val="0"/>
              </a:spcBef>
              <a:spcAft>
                <a:spcPct val="0"/>
              </a:spcAft>
            </a:pPr>
            <a:fld id="{CFC882B1-5034-4156-9781-3758295E6F7E}" type="datetime'''''1''0'':''''''''''0''''''''''''''0'''''''''''''''''''">
              <a:rPr lang="en-US" altLang="en-US" sz="1200" smtClean="0">
                <a:effectLst/>
              </a:rPr>
              <a:pPr lvl="0" algn="ctr">
                <a:spcBef>
                  <a:spcPct val="0"/>
                </a:spcBef>
                <a:spcAft>
                  <a:spcPct val="0"/>
                </a:spcAft>
              </a:pPr>
              <a:t>10:00</a:t>
            </a:fld>
            <a:endParaRPr lang="en-US" sz="1200" noProof="0" dirty="0"/>
          </a:p>
        </p:txBody>
      </p:sp>
      <p:sp>
        <p:nvSpPr>
          <p:cNvPr id="50" name="Text Placeholder 18">
            <a:extLst>
              <a:ext uri="{FF2B5EF4-FFF2-40B4-BE49-F238E27FC236}">
                <a16:creationId xmlns:a16="http://schemas.microsoft.com/office/drawing/2014/main" id="{4DA81E2D-5404-62A4-32F0-6A4EE5EF0029}"/>
              </a:ext>
            </a:extLst>
          </p:cNvPr>
          <p:cNvSpPr>
            <a:spLocks noGrp="1"/>
          </p:cNvSpPr>
          <p:nvPr>
            <p:custDataLst>
              <p:tags r:id="rId8"/>
            </p:custDataLst>
          </p:nvPr>
        </p:nvSpPr>
        <p:spPr bwMode="auto">
          <a:xfrm>
            <a:off x="5743575" y="5629275"/>
            <a:ext cx="46990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lgn="ctr">
              <a:spcBef>
                <a:spcPct val="0"/>
              </a:spcBef>
              <a:spcAft>
                <a:spcPct val="0"/>
              </a:spcAft>
            </a:pPr>
            <a:fld id="{30F0C05A-71AF-46B6-ADE7-4498E9AD3F77}" type="datetime'''1''''''''''''''1'''''''''''''''''':''''''''''0''0'''">
              <a:rPr lang="en-US" altLang="en-US" sz="1200" smtClean="0">
                <a:effectLst/>
              </a:rPr>
              <a:pPr lvl="0" algn="ctr">
                <a:spcBef>
                  <a:spcPct val="0"/>
                </a:spcBef>
                <a:spcAft>
                  <a:spcPct val="0"/>
                </a:spcAft>
              </a:pPr>
              <a:t>11:00</a:t>
            </a:fld>
            <a:endParaRPr lang="en-US" sz="1200" noProof="0" dirty="0"/>
          </a:p>
        </p:txBody>
      </p:sp>
      <p:sp>
        <p:nvSpPr>
          <p:cNvPr id="51" name="Text Placeholder 18">
            <a:extLst>
              <a:ext uri="{FF2B5EF4-FFF2-40B4-BE49-F238E27FC236}">
                <a16:creationId xmlns:a16="http://schemas.microsoft.com/office/drawing/2014/main" id="{7770E69B-88FD-46DC-C2E9-BB2F7F3A7AA5}"/>
              </a:ext>
            </a:extLst>
          </p:cNvPr>
          <p:cNvSpPr>
            <a:spLocks noGrp="1"/>
          </p:cNvSpPr>
          <p:nvPr>
            <p:custDataLst>
              <p:tags r:id="rId9"/>
            </p:custDataLst>
          </p:nvPr>
        </p:nvSpPr>
        <p:spPr bwMode="auto">
          <a:xfrm>
            <a:off x="6692900" y="5629275"/>
            <a:ext cx="46990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lgn="ctr">
              <a:spcBef>
                <a:spcPct val="0"/>
              </a:spcBef>
              <a:spcAft>
                <a:spcPct val="0"/>
              </a:spcAft>
            </a:pPr>
            <a:fld id="{0589EDEF-78AC-47FE-97A2-BA5F2C70402D}" type="datetime'''''''''''''12'''''''''''':''''''''''''''0''0'''''''">
              <a:rPr lang="en-US" altLang="en-US" sz="1200" smtClean="0">
                <a:effectLst/>
              </a:rPr>
              <a:pPr lvl="0" algn="ctr">
                <a:spcBef>
                  <a:spcPct val="0"/>
                </a:spcBef>
                <a:spcAft>
                  <a:spcPct val="0"/>
                </a:spcAft>
              </a:pPr>
              <a:t>12:00</a:t>
            </a:fld>
            <a:endParaRPr lang="en-US" sz="1200" noProof="0" dirty="0"/>
          </a:p>
        </p:txBody>
      </p:sp>
      <p:sp>
        <p:nvSpPr>
          <p:cNvPr id="52" name="Text Placeholder 18">
            <a:extLst>
              <a:ext uri="{FF2B5EF4-FFF2-40B4-BE49-F238E27FC236}">
                <a16:creationId xmlns:a16="http://schemas.microsoft.com/office/drawing/2014/main" id="{DA292A27-FC91-0D18-A539-815019F2C28F}"/>
              </a:ext>
            </a:extLst>
          </p:cNvPr>
          <p:cNvSpPr>
            <a:spLocks noGrp="1"/>
          </p:cNvSpPr>
          <p:nvPr>
            <p:custDataLst>
              <p:tags r:id="rId10"/>
            </p:custDataLst>
          </p:nvPr>
        </p:nvSpPr>
        <p:spPr bwMode="auto">
          <a:xfrm>
            <a:off x="7643813" y="5629275"/>
            <a:ext cx="46990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lgn="ctr">
              <a:spcBef>
                <a:spcPct val="0"/>
              </a:spcBef>
              <a:spcAft>
                <a:spcPct val="0"/>
              </a:spcAft>
            </a:pPr>
            <a:fld id="{CE306EF1-53EF-4E12-A0CE-A1075EF3EC0C}" type="datetime'''''''1''''''3'''':''''''0''0'''''''''''''''''''''''''''''''">
              <a:rPr lang="en-US" altLang="en-US" sz="1200" smtClean="0">
                <a:effectLst/>
              </a:rPr>
              <a:pPr lvl="0" algn="ctr">
                <a:spcBef>
                  <a:spcPct val="0"/>
                </a:spcBef>
                <a:spcAft>
                  <a:spcPct val="0"/>
                </a:spcAft>
              </a:pPr>
              <a:t>13:00</a:t>
            </a:fld>
            <a:endParaRPr lang="en-US" sz="1200" noProof="0" dirty="0"/>
          </a:p>
        </p:txBody>
      </p:sp>
      <p:sp>
        <p:nvSpPr>
          <p:cNvPr id="53" name="Text Placeholder 18">
            <a:extLst>
              <a:ext uri="{FF2B5EF4-FFF2-40B4-BE49-F238E27FC236}">
                <a16:creationId xmlns:a16="http://schemas.microsoft.com/office/drawing/2014/main" id="{91320403-A3E4-172B-DA62-A3A631952F08}"/>
              </a:ext>
            </a:extLst>
          </p:cNvPr>
          <p:cNvSpPr>
            <a:spLocks noGrp="1"/>
          </p:cNvSpPr>
          <p:nvPr>
            <p:custDataLst>
              <p:tags r:id="rId11"/>
            </p:custDataLst>
          </p:nvPr>
        </p:nvSpPr>
        <p:spPr bwMode="auto">
          <a:xfrm>
            <a:off x="8593138" y="5629275"/>
            <a:ext cx="46990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lgn="ctr">
              <a:spcBef>
                <a:spcPct val="0"/>
              </a:spcBef>
              <a:spcAft>
                <a:spcPct val="0"/>
              </a:spcAft>
            </a:pPr>
            <a:fld id="{1426020F-0925-4F2E-9613-D4ECBF17E27D}" type="datetime'''1''''''''4'':''''''''''0''''0'''''">
              <a:rPr lang="en-US" altLang="en-US" sz="1200" smtClean="0">
                <a:effectLst/>
              </a:rPr>
              <a:pPr lvl="0" algn="ctr">
                <a:spcBef>
                  <a:spcPct val="0"/>
                </a:spcBef>
                <a:spcAft>
                  <a:spcPct val="0"/>
                </a:spcAft>
              </a:pPr>
              <a:t>14:00</a:t>
            </a:fld>
            <a:endParaRPr lang="en-US" sz="1200" noProof="0" dirty="0"/>
          </a:p>
        </p:txBody>
      </p:sp>
      <p:sp>
        <p:nvSpPr>
          <p:cNvPr id="54" name="Text Placeholder 18">
            <a:extLst>
              <a:ext uri="{FF2B5EF4-FFF2-40B4-BE49-F238E27FC236}">
                <a16:creationId xmlns:a16="http://schemas.microsoft.com/office/drawing/2014/main" id="{1B8579CE-66EC-C29B-1CDB-CF5A90172715}"/>
              </a:ext>
            </a:extLst>
          </p:cNvPr>
          <p:cNvSpPr>
            <a:spLocks noGrp="1"/>
          </p:cNvSpPr>
          <p:nvPr>
            <p:custDataLst>
              <p:tags r:id="rId12"/>
            </p:custDataLst>
          </p:nvPr>
        </p:nvSpPr>
        <p:spPr bwMode="auto">
          <a:xfrm>
            <a:off x="9544050" y="5629275"/>
            <a:ext cx="46990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lgn="ctr">
              <a:spcBef>
                <a:spcPct val="0"/>
              </a:spcBef>
              <a:spcAft>
                <a:spcPct val="0"/>
              </a:spcAft>
            </a:pPr>
            <a:fld id="{C3E46719-5B28-462B-8A40-92BF401D2493}" type="datetime'''''''''1''''''''''''''''''''''''''''''5:''''''''''00'">
              <a:rPr lang="en-US" altLang="en-US" sz="1200" smtClean="0">
                <a:effectLst/>
              </a:rPr>
              <a:pPr lvl="0" algn="ctr">
                <a:spcBef>
                  <a:spcPct val="0"/>
                </a:spcBef>
                <a:spcAft>
                  <a:spcPct val="0"/>
                </a:spcAft>
              </a:pPr>
              <a:t>15:00</a:t>
            </a:fld>
            <a:endParaRPr lang="en-US" sz="1200" noProof="0" dirty="0"/>
          </a:p>
        </p:txBody>
      </p:sp>
      <p:sp>
        <p:nvSpPr>
          <p:cNvPr id="55" name="Text Placeholder 18">
            <a:extLst>
              <a:ext uri="{FF2B5EF4-FFF2-40B4-BE49-F238E27FC236}">
                <a16:creationId xmlns:a16="http://schemas.microsoft.com/office/drawing/2014/main" id="{0182E504-42DC-2BE1-F078-E93122CBFC43}"/>
              </a:ext>
            </a:extLst>
          </p:cNvPr>
          <p:cNvSpPr>
            <a:spLocks noGrp="1"/>
          </p:cNvSpPr>
          <p:nvPr>
            <p:custDataLst>
              <p:tags r:id="rId13"/>
            </p:custDataLst>
          </p:nvPr>
        </p:nvSpPr>
        <p:spPr bwMode="auto">
          <a:xfrm>
            <a:off x="10493375" y="5629275"/>
            <a:ext cx="46990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lgn="ctr">
              <a:spcBef>
                <a:spcPct val="0"/>
              </a:spcBef>
              <a:spcAft>
                <a:spcPct val="0"/>
              </a:spcAft>
            </a:pPr>
            <a:fld id="{215DE926-47C7-4607-93A2-2B1EF400E2B2}" type="datetime'''''''''''''''''''''''''''1''6:''''0''''''0'''''''''">
              <a:rPr lang="en-US" altLang="en-US" sz="1200" smtClean="0">
                <a:effectLst/>
              </a:rPr>
              <a:pPr lvl="0" algn="ctr">
                <a:spcBef>
                  <a:spcPct val="0"/>
                </a:spcBef>
                <a:spcAft>
                  <a:spcPct val="0"/>
                </a:spcAft>
              </a:pPr>
              <a:t>16:00</a:t>
            </a:fld>
            <a:endParaRPr lang="en-US" sz="1200" noProof="0" dirty="0"/>
          </a:p>
        </p:txBody>
      </p:sp>
      <p:sp>
        <p:nvSpPr>
          <p:cNvPr id="56" name="Text Placeholder 18">
            <a:extLst>
              <a:ext uri="{FF2B5EF4-FFF2-40B4-BE49-F238E27FC236}">
                <a16:creationId xmlns:a16="http://schemas.microsoft.com/office/drawing/2014/main" id="{2582EC10-2FF3-FFC9-16CF-1649CB032AF2}"/>
              </a:ext>
            </a:extLst>
          </p:cNvPr>
          <p:cNvSpPr>
            <a:spLocks noGrp="1"/>
          </p:cNvSpPr>
          <p:nvPr>
            <p:custDataLst>
              <p:tags r:id="rId14"/>
            </p:custDataLst>
          </p:nvPr>
        </p:nvSpPr>
        <p:spPr bwMode="auto">
          <a:xfrm>
            <a:off x="11444288" y="5629275"/>
            <a:ext cx="46990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lgn="ctr">
              <a:spcBef>
                <a:spcPct val="0"/>
              </a:spcBef>
              <a:spcAft>
                <a:spcPct val="0"/>
              </a:spcAft>
            </a:pPr>
            <a:fld id="{A84F97C2-9311-4045-8A82-2A1DFD4B31F6}" type="datetime'''''''''''''1''''7'''''''''''''':''''''0''''''0'''">
              <a:rPr lang="en-US" altLang="en-US" sz="1200" smtClean="0">
                <a:effectLst/>
              </a:rPr>
              <a:pPr lvl="0" algn="ctr">
                <a:spcBef>
                  <a:spcPct val="0"/>
                </a:spcBef>
                <a:spcAft>
                  <a:spcPct val="0"/>
                </a:spcAft>
              </a:pPr>
              <a:t>17:00</a:t>
            </a:fld>
            <a:endParaRPr lang="en-US" sz="1200" noProof="0" dirty="0"/>
          </a:p>
        </p:txBody>
      </p:sp>
      <p:cxnSp>
        <p:nvCxnSpPr>
          <p:cNvPr id="293" name="Straight Connector 292">
            <a:extLst>
              <a:ext uri="{FF2B5EF4-FFF2-40B4-BE49-F238E27FC236}">
                <a16:creationId xmlns:a16="http://schemas.microsoft.com/office/drawing/2014/main" id="{90FF6F7D-E121-A997-3A98-6F01236A3E1F}"/>
              </a:ext>
            </a:extLst>
          </p:cNvPr>
          <p:cNvCxnSpPr/>
          <p:nvPr>
            <p:custDataLst>
              <p:tags r:id="rId15"/>
            </p:custDataLst>
          </p:nvPr>
        </p:nvCxnSpPr>
        <p:spPr bwMode="gray">
          <a:xfrm>
            <a:off x="2117725" y="6113463"/>
            <a:ext cx="141288" cy="0"/>
          </a:xfrm>
          <a:prstGeom prst="line">
            <a:avLst/>
          </a:prstGeom>
          <a:ln w="19050" cap="rnd" cmpd="sng" algn="ctr">
            <a:solidFill>
              <a:schemeClr val="accent4"/>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735A1823-FAEA-C07E-B0C1-B0F2BD0E61CF}"/>
              </a:ext>
            </a:extLst>
          </p:cNvPr>
          <p:cNvCxnSpPr/>
          <p:nvPr>
            <p:custDataLst>
              <p:tags r:id="rId16"/>
            </p:custDataLst>
          </p:nvPr>
        </p:nvCxnSpPr>
        <p:spPr bwMode="gray">
          <a:xfrm>
            <a:off x="1282700" y="6113463"/>
            <a:ext cx="141288" cy="0"/>
          </a:xfrm>
          <a:prstGeom prst="line">
            <a:avLst/>
          </a:prstGeom>
          <a:ln w="19050" cap="rnd" cmpd="sng" algn="ctr">
            <a:solidFill>
              <a:schemeClr val="accent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19" name="Straight Connector 318">
            <a:extLst>
              <a:ext uri="{FF2B5EF4-FFF2-40B4-BE49-F238E27FC236}">
                <a16:creationId xmlns:a16="http://schemas.microsoft.com/office/drawing/2014/main" id="{654CCABE-3986-3948-A430-0CC7850300BF}"/>
              </a:ext>
            </a:extLst>
          </p:cNvPr>
          <p:cNvCxnSpPr/>
          <p:nvPr>
            <p:custDataLst>
              <p:tags r:id="rId17"/>
            </p:custDataLst>
          </p:nvPr>
        </p:nvCxnSpPr>
        <p:spPr bwMode="gray">
          <a:xfrm>
            <a:off x="9236075" y="6488113"/>
            <a:ext cx="141288" cy="0"/>
          </a:xfrm>
          <a:prstGeom prst="line">
            <a:avLst/>
          </a:prstGeom>
          <a:ln w="19050" cap="rnd" cmpd="sng" algn="ctr">
            <a:solidFill>
              <a:schemeClr val="accent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91" name="Straight Connector 290">
            <a:extLst>
              <a:ext uri="{FF2B5EF4-FFF2-40B4-BE49-F238E27FC236}">
                <a16:creationId xmlns:a16="http://schemas.microsoft.com/office/drawing/2014/main" id="{D6EAE3DC-6D03-4094-1EFD-2B03AB9FFA5E}"/>
              </a:ext>
            </a:extLst>
          </p:cNvPr>
          <p:cNvCxnSpPr/>
          <p:nvPr>
            <p:custDataLst>
              <p:tags r:id="rId18"/>
            </p:custDataLst>
          </p:nvPr>
        </p:nvCxnSpPr>
        <p:spPr bwMode="gray">
          <a:xfrm>
            <a:off x="1282700" y="6300788"/>
            <a:ext cx="141288" cy="0"/>
          </a:xfrm>
          <a:prstGeom prst="line">
            <a:avLst/>
          </a:prstGeom>
          <a:ln w="19050" cap="rnd" cmpd="sng" algn="ctr">
            <a:solidFill>
              <a:schemeClr val="accent2"/>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05" name="Straight Connector 304">
            <a:extLst>
              <a:ext uri="{FF2B5EF4-FFF2-40B4-BE49-F238E27FC236}">
                <a16:creationId xmlns:a16="http://schemas.microsoft.com/office/drawing/2014/main" id="{5BED3074-73C6-6818-4D49-86673E8C50FE}"/>
              </a:ext>
            </a:extLst>
          </p:cNvPr>
          <p:cNvCxnSpPr/>
          <p:nvPr>
            <p:custDataLst>
              <p:tags r:id="rId19"/>
            </p:custDataLst>
          </p:nvPr>
        </p:nvCxnSpPr>
        <p:spPr bwMode="gray">
          <a:xfrm>
            <a:off x="5603875" y="6113463"/>
            <a:ext cx="141288" cy="0"/>
          </a:xfrm>
          <a:prstGeom prst="line">
            <a:avLst/>
          </a:prstGeom>
          <a:ln w="19050" cap="rnd" cmpd="sng" algn="ctr">
            <a:solidFill>
              <a:schemeClr val="accent4"/>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92" name="Straight Connector 291">
            <a:extLst>
              <a:ext uri="{FF2B5EF4-FFF2-40B4-BE49-F238E27FC236}">
                <a16:creationId xmlns:a16="http://schemas.microsoft.com/office/drawing/2014/main" id="{E7696216-2BAD-C4A3-E50A-C675652998CA}"/>
              </a:ext>
            </a:extLst>
          </p:cNvPr>
          <p:cNvCxnSpPr/>
          <p:nvPr>
            <p:custDataLst>
              <p:tags r:id="rId20"/>
            </p:custDataLst>
          </p:nvPr>
        </p:nvCxnSpPr>
        <p:spPr bwMode="gray">
          <a:xfrm>
            <a:off x="1282700" y="6488113"/>
            <a:ext cx="141288" cy="0"/>
          </a:xfrm>
          <a:prstGeom prst="line">
            <a:avLst/>
          </a:prstGeom>
          <a:ln w="19050" cap="rnd" cmpd="sng" algn="ctr">
            <a:solidFill>
              <a:schemeClr val="accent3"/>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06" name="Straight Connector 305">
            <a:extLst>
              <a:ext uri="{FF2B5EF4-FFF2-40B4-BE49-F238E27FC236}">
                <a16:creationId xmlns:a16="http://schemas.microsoft.com/office/drawing/2014/main" id="{24F0645A-5C14-F268-D10C-57825AE7F12A}"/>
              </a:ext>
            </a:extLst>
          </p:cNvPr>
          <p:cNvCxnSpPr/>
          <p:nvPr>
            <p:custDataLst>
              <p:tags r:id="rId21"/>
            </p:custDataLst>
          </p:nvPr>
        </p:nvCxnSpPr>
        <p:spPr bwMode="gray">
          <a:xfrm>
            <a:off x="5603875" y="6300788"/>
            <a:ext cx="141288" cy="0"/>
          </a:xfrm>
          <a:prstGeom prst="line">
            <a:avLst/>
          </a:prstGeom>
          <a:ln w="19050" cap="rnd" cmpd="sng" algn="ctr">
            <a:solidFill>
              <a:schemeClr val="accent5"/>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08" name="Straight Connector 307">
            <a:extLst>
              <a:ext uri="{FF2B5EF4-FFF2-40B4-BE49-F238E27FC236}">
                <a16:creationId xmlns:a16="http://schemas.microsoft.com/office/drawing/2014/main" id="{E5682BF4-B0D0-002D-F761-9B448E14149F}"/>
              </a:ext>
            </a:extLst>
          </p:cNvPr>
          <p:cNvCxnSpPr/>
          <p:nvPr>
            <p:custDataLst>
              <p:tags r:id="rId22"/>
            </p:custDataLst>
          </p:nvPr>
        </p:nvCxnSpPr>
        <p:spPr bwMode="gray">
          <a:xfrm>
            <a:off x="6516688" y="6113463"/>
            <a:ext cx="131763" cy="0"/>
          </a:xfrm>
          <a:prstGeom prst="line">
            <a:avLst/>
          </a:prstGeom>
          <a:ln w="28575" cap="rnd" cmpd="sng" algn="ctr">
            <a:solidFill>
              <a:schemeClr val="accent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07" name="Straight Connector 306">
            <a:extLst>
              <a:ext uri="{FF2B5EF4-FFF2-40B4-BE49-F238E27FC236}">
                <a16:creationId xmlns:a16="http://schemas.microsoft.com/office/drawing/2014/main" id="{4BFCF6B3-951F-F588-0EB3-8BC7996DE025}"/>
              </a:ext>
            </a:extLst>
          </p:cNvPr>
          <p:cNvCxnSpPr/>
          <p:nvPr>
            <p:custDataLst>
              <p:tags r:id="rId23"/>
            </p:custDataLst>
          </p:nvPr>
        </p:nvCxnSpPr>
        <p:spPr bwMode="gray">
          <a:xfrm>
            <a:off x="5603875" y="6488113"/>
            <a:ext cx="141288" cy="0"/>
          </a:xfrm>
          <a:prstGeom prst="line">
            <a:avLst/>
          </a:prstGeom>
          <a:ln w="19050" cap="rnd" cmpd="sng" algn="ctr">
            <a:solidFill>
              <a:schemeClr val="accent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94" name="Straight Connector 293">
            <a:extLst>
              <a:ext uri="{FF2B5EF4-FFF2-40B4-BE49-F238E27FC236}">
                <a16:creationId xmlns:a16="http://schemas.microsoft.com/office/drawing/2014/main" id="{27082C17-DF19-82A7-B6DE-85F525F49A01}"/>
              </a:ext>
            </a:extLst>
          </p:cNvPr>
          <p:cNvCxnSpPr/>
          <p:nvPr>
            <p:custDataLst>
              <p:tags r:id="rId24"/>
            </p:custDataLst>
          </p:nvPr>
        </p:nvCxnSpPr>
        <p:spPr bwMode="gray">
          <a:xfrm>
            <a:off x="2117725" y="6300788"/>
            <a:ext cx="141288" cy="0"/>
          </a:xfrm>
          <a:prstGeom prst="line">
            <a:avLst/>
          </a:prstGeom>
          <a:ln w="19050" cap="rnd" cmpd="sng" algn="ctr">
            <a:solidFill>
              <a:schemeClr val="accent5"/>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09" name="Straight Connector 308">
            <a:extLst>
              <a:ext uri="{FF2B5EF4-FFF2-40B4-BE49-F238E27FC236}">
                <a16:creationId xmlns:a16="http://schemas.microsoft.com/office/drawing/2014/main" id="{5B32D669-3089-E62C-0F1A-4CF903F0D227}"/>
              </a:ext>
            </a:extLst>
          </p:cNvPr>
          <p:cNvCxnSpPr/>
          <p:nvPr>
            <p:custDataLst>
              <p:tags r:id="rId25"/>
            </p:custDataLst>
          </p:nvPr>
        </p:nvCxnSpPr>
        <p:spPr bwMode="gray">
          <a:xfrm>
            <a:off x="6516688" y="6300788"/>
            <a:ext cx="131763" cy="0"/>
          </a:xfrm>
          <a:prstGeom prst="line">
            <a:avLst/>
          </a:prstGeom>
          <a:ln w="28575" cap="rnd" cmpd="sng" algn="ctr">
            <a:solidFill>
              <a:schemeClr val="accent2"/>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95" name="Straight Connector 294">
            <a:extLst>
              <a:ext uri="{FF2B5EF4-FFF2-40B4-BE49-F238E27FC236}">
                <a16:creationId xmlns:a16="http://schemas.microsoft.com/office/drawing/2014/main" id="{49FD5C7C-6838-4AAC-698E-E1212C5AF55C}"/>
              </a:ext>
            </a:extLst>
          </p:cNvPr>
          <p:cNvCxnSpPr/>
          <p:nvPr>
            <p:custDataLst>
              <p:tags r:id="rId26"/>
            </p:custDataLst>
          </p:nvPr>
        </p:nvCxnSpPr>
        <p:spPr bwMode="gray">
          <a:xfrm>
            <a:off x="2117725" y="6488113"/>
            <a:ext cx="141288" cy="0"/>
          </a:xfrm>
          <a:prstGeom prst="line">
            <a:avLst/>
          </a:prstGeom>
          <a:ln w="19050" cap="rnd" cmpd="sng" algn="ctr">
            <a:solidFill>
              <a:schemeClr val="accent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10" name="Straight Connector 309">
            <a:extLst>
              <a:ext uri="{FF2B5EF4-FFF2-40B4-BE49-F238E27FC236}">
                <a16:creationId xmlns:a16="http://schemas.microsoft.com/office/drawing/2014/main" id="{31450809-4B7A-866D-11CB-CD2A5AAFBF83}"/>
              </a:ext>
            </a:extLst>
          </p:cNvPr>
          <p:cNvCxnSpPr/>
          <p:nvPr>
            <p:custDataLst>
              <p:tags r:id="rId27"/>
            </p:custDataLst>
          </p:nvPr>
        </p:nvCxnSpPr>
        <p:spPr bwMode="gray">
          <a:xfrm>
            <a:off x="6516688" y="6488113"/>
            <a:ext cx="131763" cy="0"/>
          </a:xfrm>
          <a:prstGeom prst="line">
            <a:avLst/>
          </a:prstGeom>
          <a:ln w="28575" cap="rnd" cmpd="sng" algn="ctr">
            <a:solidFill>
              <a:schemeClr val="accent3"/>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96" name="Straight Connector 295">
            <a:extLst>
              <a:ext uri="{FF2B5EF4-FFF2-40B4-BE49-F238E27FC236}">
                <a16:creationId xmlns:a16="http://schemas.microsoft.com/office/drawing/2014/main" id="{56441A72-D973-79E1-A644-00335ED2C58C}"/>
              </a:ext>
            </a:extLst>
          </p:cNvPr>
          <p:cNvCxnSpPr/>
          <p:nvPr>
            <p:custDataLst>
              <p:tags r:id="rId28"/>
            </p:custDataLst>
          </p:nvPr>
        </p:nvCxnSpPr>
        <p:spPr bwMode="gray">
          <a:xfrm>
            <a:off x="2957513" y="6113463"/>
            <a:ext cx="131763" cy="0"/>
          </a:xfrm>
          <a:prstGeom prst="line">
            <a:avLst/>
          </a:prstGeom>
          <a:ln w="28575" cap="rnd" cmpd="sng" algn="ctr">
            <a:solidFill>
              <a:schemeClr val="accent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11" name="Straight Connector 310">
            <a:extLst>
              <a:ext uri="{FF2B5EF4-FFF2-40B4-BE49-F238E27FC236}">
                <a16:creationId xmlns:a16="http://schemas.microsoft.com/office/drawing/2014/main" id="{2A47BF0E-6805-2405-7A7F-38C963CEB156}"/>
              </a:ext>
            </a:extLst>
          </p:cNvPr>
          <p:cNvCxnSpPr/>
          <p:nvPr>
            <p:custDataLst>
              <p:tags r:id="rId29"/>
            </p:custDataLst>
          </p:nvPr>
        </p:nvCxnSpPr>
        <p:spPr bwMode="gray">
          <a:xfrm>
            <a:off x="7424738" y="6113463"/>
            <a:ext cx="131763" cy="0"/>
          </a:xfrm>
          <a:prstGeom prst="line">
            <a:avLst/>
          </a:prstGeom>
          <a:ln w="28575" cap="rnd" cmpd="sng" algn="ctr">
            <a:solidFill>
              <a:schemeClr val="accent4"/>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97" name="Straight Connector 296">
            <a:extLst>
              <a:ext uri="{FF2B5EF4-FFF2-40B4-BE49-F238E27FC236}">
                <a16:creationId xmlns:a16="http://schemas.microsoft.com/office/drawing/2014/main" id="{AA21D477-EC8D-40D2-BCFB-A3CE47089A81}"/>
              </a:ext>
            </a:extLst>
          </p:cNvPr>
          <p:cNvCxnSpPr/>
          <p:nvPr>
            <p:custDataLst>
              <p:tags r:id="rId30"/>
            </p:custDataLst>
          </p:nvPr>
        </p:nvCxnSpPr>
        <p:spPr bwMode="gray">
          <a:xfrm>
            <a:off x="2957513" y="6300788"/>
            <a:ext cx="131763" cy="0"/>
          </a:xfrm>
          <a:prstGeom prst="line">
            <a:avLst/>
          </a:prstGeom>
          <a:ln w="28575" cap="rnd" cmpd="sng" algn="ctr">
            <a:solidFill>
              <a:schemeClr val="accent2"/>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12" name="Straight Connector 311">
            <a:extLst>
              <a:ext uri="{FF2B5EF4-FFF2-40B4-BE49-F238E27FC236}">
                <a16:creationId xmlns:a16="http://schemas.microsoft.com/office/drawing/2014/main" id="{6D11398A-7D43-6E98-A139-BA68D44FFBAC}"/>
              </a:ext>
            </a:extLst>
          </p:cNvPr>
          <p:cNvCxnSpPr/>
          <p:nvPr>
            <p:custDataLst>
              <p:tags r:id="rId31"/>
            </p:custDataLst>
          </p:nvPr>
        </p:nvCxnSpPr>
        <p:spPr bwMode="gray">
          <a:xfrm>
            <a:off x="7424738" y="6300788"/>
            <a:ext cx="131763" cy="0"/>
          </a:xfrm>
          <a:prstGeom prst="line">
            <a:avLst/>
          </a:prstGeom>
          <a:ln w="28575" cap="rnd" cmpd="sng" algn="ctr">
            <a:solidFill>
              <a:schemeClr val="accent5"/>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98" name="Straight Connector 297">
            <a:extLst>
              <a:ext uri="{FF2B5EF4-FFF2-40B4-BE49-F238E27FC236}">
                <a16:creationId xmlns:a16="http://schemas.microsoft.com/office/drawing/2014/main" id="{AA97603C-91B5-D7C4-4EB1-CF6F2108C6B2}"/>
              </a:ext>
            </a:extLst>
          </p:cNvPr>
          <p:cNvCxnSpPr/>
          <p:nvPr>
            <p:custDataLst>
              <p:tags r:id="rId32"/>
            </p:custDataLst>
          </p:nvPr>
        </p:nvCxnSpPr>
        <p:spPr bwMode="gray">
          <a:xfrm>
            <a:off x="2957513" y="6488113"/>
            <a:ext cx="131763" cy="0"/>
          </a:xfrm>
          <a:prstGeom prst="line">
            <a:avLst/>
          </a:prstGeom>
          <a:ln w="28575" cap="rnd" cmpd="sng" algn="ctr">
            <a:solidFill>
              <a:schemeClr val="accent3"/>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13" name="Straight Connector 312">
            <a:extLst>
              <a:ext uri="{FF2B5EF4-FFF2-40B4-BE49-F238E27FC236}">
                <a16:creationId xmlns:a16="http://schemas.microsoft.com/office/drawing/2014/main" id="{08D96D39-588F-3952-B750-7D40A82D5AD8}"/>
              </a:ext>
            </a:extLst>
          </p:cNvPr>
          <p:cNvCxnSpPr/>
          <p:nvPr>
            <p:custDataLst>
              <p:tags r:id="rId33"/>
            </p:custDataLst>
          </p:nvPr>
        </p:nvCxnSpPr>
        <p:spPr bwMode="gray">
          <a:xfrm>
            <a:off x="7424738" y="6488113"/>
            <a:ext cx="131763" cy="0"/>
          </a:xfrm>
          <a:prstGeom prst="line">
            <a:avLst/>
          </a:prstGeom>
          <a:ln w="28575" cap="rnd" cmpd="sng" algn="ctr">
            <a:solidFill>
              <a:schemeClr val="accent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99" name="Straight Connector 298">
            <a:extLst>
              <a:ext uri="{FF2B5EF4-FFF2-40B4-BE49-F238E27FC236}">
                <a16:creationId xmlns:a16="http://schemas.microsoft.com/office/drawing/2014/main" id="{3C4DEE5E-95AB-BE68-A85D-21EBD8287846}"/>
              </a:ext>
            </a:extLst>
          </p:cNvPr>
          <p:cNvCxnSpPr/>
          <p:nvPr>
            <p:custDataLst>
              <p:tags r:id="rId34"/>
            </p:custDataLst>
          </p:nvPr>
        </p:nvCxnSpPr>
        <p:spPr bwMode="gray">
          <a:xfrm>
            <a:off x="3792538" y="6113463"/>
            <a:ext cx="131763" cy="0"/>
          </a:xfrm>
          <a:prstGeom prst="line">
            <a:avLst/>
          </a:prstGeom>
          <a:ln w="28575" cap="rnd" cmpd="sng" algn="ctr">
            <a:solidFill>
              <a:schemeClr val="accent4"/>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14" name="Straight Connector 313">
            <a:extLst>
              <a:ext uri="{FF2B5EF4-FFF2-40B4-BE49-F238E27FC236}">
                <a16:creationId xmlns:a16="http://schemas.microsoft.com/office/drawing/2014/main" id="{44A8E7B7-0980-F311-C583-D85EEB2629BE}"/>
              </a:ext>
            </a:extLst>
          </p:cNvPr>
          <p:cNvCxnSpPr/>
          <p:nvPr>
            <p:custDataLst>
              <p:tags r:id="rId35"/>
            </p:custDataLst>
          </p:nvPr>
        </p:nvCxnSpPr>
        <p:spPr bwMode="gray">
          <a:xfrm>
            <a:off x="8328025" y="6113463"/>
            <a:ext cx="141288" cy="0"/>
          </a:xfrm>
          <a:prstGeom prst="line">
            <a:avLst/>
          </a:prstGeom>
          <a:ln w="19050" cap="rnd" cmpd="sng" algn="ctr">
            <a:solidFill>
              <a:schemeClr val="accent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00" name="Straight Connector 299">
            <a:extLst>
              <a:ext uri="{FF2B5EF4-FFF2-40B4-BE49-F238E27FC236}">
                <a16:creationId xmlns:a16="http://schemas.microsoft.com/office/drawing/2014/main" id="{09F0399B-EF48-2043-0237-F7FEF91C0039}"/>
              </a:ext>
            </a:extLst>
          </p:cNvPr>
          <p:cNvCxnSpPr/>
          <p:nvPr>
            <p:custDataLst>
              <p:tags r:id="rId36"/>
            </p:custDataLst>
          </p:nvPr>
        </p:nvCxnSpPr>
        <p:spPr bwMode="gray">
          <a:xfrm>
            <a:off x="3792538" y="6300788"/>
            <a:ext cx="131763" cy="0"/>
          </a:xfrm>
          <a:prstGeom prst="line">
            <a:avLst/>
          </a:prstGeom>
          <a:ln w="28575" cap="rnd" cmpd="sng" algn="ctr">
            <a:solidFill>
              <a:schemeClr val="accent5"/>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15" name="Straight Connector 314">
            <a:extLst>
              <a:ext uri="{FF2B5EF4-FFF2-40B4-BE49-F238E27FC236}">
                <a16:creationId xmlns:a16="http://schemas.microsoft.com/office/drawing/2014/main" id="{669C19B8-AF5B-7DCE-C8A1-24CEEDB1E052}"/>
              </a:ext>
            </a:extLst>
          </p:cNvPr>
          <p:cNvCxnSpPr/>
          <p:nvPr>
            <p:custDataLst>
              <p:tags r:id="rId37"/>
            </p:custDataLst>
          </p:nvPr>
        </p:nvCxnSpPr>
        <p:spPr bwMode="gray">
          <a:xfrm>
            <a:off x="8328025" y="6300788"/>
            <a:ext cx="141288" cy="0"/>
          </a:xfrm>
          <a:prstGeom prst="line">
            <a:avLst/>
          </a:prstGeom>
          <a:ln w="19050" cap="rnd" cmpd="sng" algn="ctr">
            <a:solidFill>
              <a:schemeClr val="accent2"/>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01" name="Straight Connector 300">
            <a:extLst>
              <a:ext uri="{FF2B5EF4-FFF2-40B4-BE49-F238E27FC236}">
                <a16:creationId xmlns:a16="http://schemas.microsoft.com/office/drawing/2014/main" id="{81C34790-2B38-0370-7C89-DE9802071E92}"/>
              </a:ext>
            </a:extLst>
          </p:cNvPr>
          <p:cNvCxnSpPr/>
          <p:nvPr>
            <p:custDataLst>
              <p:tags r:id="rId38"/>
            </p:custDataLst>
          </p:nvPr>
        </p:nvCxnSpPr>
        <p:spPr bwMode="gray">
          <a:xfrm>
            <a:off x="3792538" y="6488113"/>
            <a:ext cx="131763" cy="0"/>
          </a:xfrm>
          <a:prstGeom prst="line">
            <a:avLst/>
          </a:prstGeom>
          <a:ln w="28575" cap="rnd" cmpd="sng" algn="ctr">
            <a:solidFill>
              <a:schemeClr val="accent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16" name="Straight Connector 315">
            <a:extLst>
              <a:ext uri="{FF2B5EF4-FFF2-40B4-BE49-F238E27FC236}">
                <a16:creationId xmlns:a16="http://schemas.microsoft.com/office/drawing/2014/main" id="{EBC1D25D-AFF7-8F5E-6DDE-1489DA43AA18}"/>
              </a:ext>
            </a:extLst>
          </p:cNvPr>
          <p:cNvCxnSpPr/>
          <p:nvPr>
            <p:custDataLst>
              <p:tags r:id="rId39"/>
            </p:custDataLst>
          </p:nvPr>
        </p:nvCxnSpPr>
        <p:spPr bwMode="gray">
          <a:xfrm>
            <a:off x="8328025" y="6488113"/>
            <a:ext cx="141288" cy="0"/>
          </a:xfrm>
          <a:prstGeom prst="line">
            <a:avLst/>
          </a:prstGeom>
          <a:ln w="19050" cap="rnd" cmpd="sng" algn="ctr">
            <a:solidFill>
              <a:schemeClr val="accent3"/>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02" name="Straight Connector 301">
            <a:extLst>
              <a:ext uri="{FF2B5EF4-FFF2-40B4-BE49-F238E27FC236}">
                <a16:creationId xmlns:a16="http://schemas.microsoft.com/office/drawing/2014/main" id="{B8E3170F-F956-0404-5377-406A722CC158}"/>
              </a:ext>
            </a:extLst>
          </p:cNvPr>
          <p:cNvCxnSpPr/>
          <p:nvPr>
            <p:custDataLst>
              <p:tags r:id="rId40"/>
            </p:custDataLst>
          </p:nvPr>
        </p:nvCxnSpPr>
        <p:spPr bwMode="gray">
          <a:xfrm>
            <a:off x="4695825" y="6113463"/>
            <a:ext cx="141288" cy="0"/>
          </a:xfrm>
          <a:prstGeom prst="line">
            <a:avLst/>
          </a:prstGeom>
          <a:ln w="19050" cap="rnd" cmpd="sng" algn="ctr">
            <a:solidFill>
              <a:schemeClr val="accent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17" name="Straight Connector 316">
            <a:extLst>
              <a:ext uri="{FF2B5EF4-FFF2-40B4-BE49-F238E27FC236}">
                <a16:creationId xmlns:a16="http://schemas.microsoft.com/office/drawing/2014/main" id="{D9B758C8-478B-D1A9-072A-67714B7CCA22}"/>
              </a:ext>
            </a:extLst>
          </p:cNvPr>
          <p:cNvCxnSpPr/>
          <p:nvPr>
            <p:custDataLst>
              <p:tags r:id="rId41"/>
            </p:custDataLst>
          </p:nvPr>
        </p:nvCxnSpPr>
        <p:spPr bwMode="gray">
          <a:xfrm>
            <a:off x="9236075" y="6113463"/>
            <a:ext cx="141288" cy="0"/>
          </a:xfrm>
          <a:prstGeom prst="line">
            <a:avLst/>
          </a:prstGeom>
          <a:ln w="19050" cap="rnd" cmpd="sng" algn="ctr">
            <a:solidFill>
              <a:schemeClr val="accent4"/>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03" name="Straight Connector 302">
            <a:extLst>
              <a:ext uri="{FF2B5EF4-FFF2-40B4-BE49-F238E27FC236}">
                <a16:creationId xmlns:a16="http://schemas.microsoft.com/office/drawing/2014/main" id="{7736362A-A6AE-DD4C-B089-069C7BB81396}"/>
              </a:ext>
            </a:extLst>
          </p:cNvPr>
          <p:cNvCxnSpPr/>
          <p:nvPr>
            <p:custDataLst>
              <p:tags r:id="rId42"/>
            </p:custDataLst>
          </p:nvPr>
        </p:nvCxnSpPr>
        <p:spPr bwMode="gray">
          <a:xfrm>
            <a:off x="4695825" y="6300788"/>
            <a:ext cx="141288" cy="0"/>
          </a:xfrm>
          <a:prstGeom prst="line">
            <a:avLst/>
          </a:prstGeom>
          <a:ln w="19050" cap="rnd" cmpd="sng" algn="ctr">
            <a:solidFill>
              <a:schemeClr val="accent2"/>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18" name="Straight Connector 317">
            <a:extLst>
              <a:ext uri="{FF2B5EF4-FFF2-40B4-BE49-F238E27FC236}">
                <a16:creationId xmlns:a16="http://schemas.microsoft.com/office/drawing/2014/main" id="{8F83CA04-8EC4-9FE1-8987-AC319B49697A}"/>
              </a:ext>
            </a:extLst>
          </p:cNvPr>
          <p:cNvCxnSpPr/>
          <p:nvPr>
            <p:custDataLst>
              <p:tags r:id="rId43"/>
            </p:custDataLst>
          </p:nvPr>
        </p:nvCxnSpPr>
        <p:spPr bwMode="gray">
          <a:xfrm>
            <a:off x="9236075" y="6300788"/>
            <a:ext cx="141288" cy="0"/>
          </a:xfrm>
          <a:prstGeom prst="line">
            <a:avLst/>
          </a:prstGeom>
          <a:ln w="19050" cap="rnd" cmpd="sng" algn="ctr">
            <a:solidFill>
              <a:schemeClr val="accent5"/>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04" name="Straight Connector 303">
            <a:extLst>
              <a:ext uri="{FF2B5EF4-FFF2-40B4-BE49-F238E27FC236}">
                <a16:creationId xmlns:a16="http://schemas.microsoft.com/office/drawing/2014/main" id="{A1C84C99-4EA6-2782-E738-763FAF4C2353}"/>
              </a:ext>
            </a:extLst>
          </p:cNvPr>
          <p:cNvCxnSpPr/>
          <p:nvPr>
            <p:custDataLst>
              <p:tags r:id="rId44"/>
            </p:custDataLst>
          </p:nvPr>
        </p:nvCxnSpPr>
        <p:spPr bwMode="gray">
          <a:xfrm>
            <a:off x="4695825" y="6488113"/>
            <a:ext cx="141288" cy="0"/>
          </a:xfrm>
          <a:prstGeom prst="line">
            <a:avLst/>
          </a:prstGeom>
          <a:ln w="19050" cap="rnd" cmpd="sng" algn="ctr">
            <a:solidFill>
              <a:schemeClr val="accent3"/>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54" name="Text Placeholder 18">
            <a:extLst>
              <a:ext uri="{FF2B5EF4-FFF2-40B4-BE49-F238E27FC236}">
                <a16:creationId xmlns:a16="http://schemas.microsoft.com/office/drawing/2014/main" id="{A23D24A2-29E4-E9C1-2458-8AA82DB12191}"/>
              </a:ext>
            </a:extLst>
          </p:cNvPr>
          <p:cNvSpPr>
            <a:spLocks noGrp="1"/>
          </p:cNvSpPr>
          <p:nvPr>
            <p:custDataLst>
              <p:tags r:id="rId45"/>
            </p:custDataLst>
          </p:nvPr>
        </p:nvSpPr>
        <p:spPr bwMode="auto">
          <a:xfrm>
            <a:off x="1484313" y="6237288"/>
            <a:ext cx="52228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5F3E1E47-A78F-4BF6-BE65-C1B6BCBB1152}" type="datetime'''''2''''''-J''u''''''''''''''n''-''2''''''''''''''3'''''">
              <a:rPr lang="en-US" altLang="en-US" sz="900" smtClean="0"/>
              <a:pPr/>
              <a:t>2-Jun-23</a:t>
            </a:fld>
            <a:endParaRPr lang="en-US" sz="900" noProof="0" dirty="0"/>
          </a:p>
        </p:txBody>
      </p:sp>
      <p:sp>
        <p:nvSpPr>
          <p:cNvPr id="156" name="Text Placeholder 18">
            <a:extLst>
              <a:ext uri="{FF2B5EF4-FFF2-40B4-BE49-F238E27FC236}">
                <a16:creationId xmlns:a16="http://schemas.microsoft.com/office/drawing/2014/main" id="{50D215C1-A4B5-6539-5565-56481506CC51}"/>
              </a:ext>
            </a:extLst>
          </p:cNvPr>
          <p:cNvSpPr>
            <a:spLocks noGrp="1"/>
          </p:cNvSpPr>
          <p:nvPr>
            <p:custDataLst>
              <p:tags r:id="rId46"/>
            </p:custDataLst>
          </p:nvPr>
        </p:nvSpPr>
        <p:spPr bwMode="auto">
          <a:xfrm>
            <a:off x="1484313" y="6424613"/>
            <a:ext cx="52228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7A1E4403-046C-4CC0-9469-56EC6244C0DC}" type="datetime'''''''''''''''''''''3''-''Jun''-23'''''''">
              <a:rPr lang="en-US" altLang="en-US" sz="900" smtClean="0"/>
              <a:pPr/>
              <a:t>3-Jun-23</a:t>
            </a:fld>
            <a:endParaRPr lang="en-US" sz="900" noProof="0" dirty="0"/>
          </a:p>
        </p:txBody>
      </p:sp>
      <p:sp>
        <p:nvSpPr>
          <p:cNvPr id="159" name="Text Placeholder 18">
            <a:extLst>
              <a:ext uri="{FF2B5EF4-FFF2-40B4-BE49-F238E27FC236}">
                <a16:creationId xmlns:a16="http://schemas.microsoft.com/office/drawing/2014/main" id="{C6D0C0BC-3A14-DD23-BD88-29CB58132261}"/>
              </a:ext>
            </a:extLst>
          </p:cNvPr>
          <p:cNvSpPr>
            <a:spLocks noGrp="1"/>
          </p:cNvSpPr>
          <p:nvPr>
            <p:custDataLst>
              <p:tags r:id="rId47"/>
            </p:custDataLst>
          </p:nvPr>
        </p:nvSpPr>
        <p:spPr bwMode="auto">
          <a:xfrm>
            <a:off x="2319338" y="6049963"/>
            <a:ext cx="52228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FEF3FF64-F608-4D6A-BE0F-5452B80F8354}" type="datetime'''4''''''''-Ju''n''''-''''''''''''''''''''''''''2''3'''">
              <a:rPr lang="en-US" altLang="en-US" sz="900" smtClean="0"/>
              <a:pPr/>
              <a:t>4-Jun-23</a:t>
            </a:fld>
            <a:endParaRPr lang="en-US" sz="900" noProof="0" dirty="0"/>
          </a:p>
        </p:txBody>
      </p:sp>
      <p:sp>
        <p:nvSpPr>
          <p:cNvPr id="160" name="Text Placeholder 18">
            <a:extLst>
              <a:ext uri="{FF2B5EF4-FFF2-40B4-BE49-F238E27FC236}">
                <a16:creationId xmlns:a16="http://schemas.microsoft.com/office/drawing/2014/main" id="{ED8D6488-80E8-BE37-F819-744784F28DC4}"/>
              </a:ext>
            </a:extLst>
          </p:cNvPr>
          <p:cNvSpPr>
            <a:spLocks noGrp="1"/>
          </p:cNvSpPr>
          <p:nvPr>
            <p:custDataLst>
              <p:tags r:id="rId48"/>
            </p:custDataLst>
          </p:nvPr>
        </p:nvSpPr>
        <p:spPr bwMode="auto">
          <a:xfrm>
            <a:off x="2319338" y="6237288"/>
            <a:ext cx="52228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EB9DE0D4-ABC7-4C90-90C5-DB2F7ED390B4}" type="datetime'''''''''5''''''''''''''''''''''-Ju''''n''''''''''''-23'''''''">
              <a:rPr lang="en-US" altLang="en-US" sz="900" smtClean="0"/>
              <a:pPr/>
              <a:t>5-Jun-23</a:t>
            </a:fld>
            <a:endParaRPr lang="en-US" sz="900" noProof="0" dirty="0"/>
          </a:p>
        </p:txBody>
      </p:sp>
      <p:sp>
        <p:nvSpPr>
          <p:cNvPr id="161" name="Text Placeholder 18">
            <a:extLst>
              <a:ext uri="{FF2B5EF4-FFF2-40B4-BE49-F238E27FC236}">
                <a16:creationId xmlns:a16="http://schemas.microsoft.com/office/drawing/2014/main" id="{AC12B8E3-6051-B123-C887-74FA24D14BA4}"/>
              </a:ext>
            </a:extLst>
          </p:cNvPr>
          <p:cNvSpPr>
            <a:spLocks noGrp="1"/>
          </p:cNvSpPr>
          <p:nvPr>
            <p:custDataLst>
              <p:tags r:id="rId49"/>
            </p:custDataLst>
          </p:nvPr>
        </p:nvSpPr>
        <p:spPr bwMode="auto">
          <a:xfrm>
            <a:off x="2319338" y="6424613"/>
            <a:ext cx="52228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0174A8E4-95E2-48BC-9CBB-5A23CE243D29}" type="datetime'''''''''6''-''''''J''''''u''''''''n-''''''2''''''3'''''''">
              <a:rPr lang="en-US" altLang="en-US" sz="900" smtClean="0"/>
              <a:pPr/>
              <a:t>6-Jun-23</a:t>
            </a:fld>
            <a:endParaRPr lang="en-US" sz="900" noProof="0" dirty="0"/>
          </a:p>
        </p:txBody>
      </p:sp>
      <p:sp>
        <p:nvSpPr>
          <p:cNvPr id="151" name="Text Placeholder 18">
            <a:extLst>
              <a:ext uri="{FF2B5EF4-FFF2-40B4-BE49-F238E27FC236}">
                <a16:creationId xmlns:a16="http://schemas.microsoft.com/office/drawing/2014/main" id="{03B585BC-2A48-6395-0BEE-88252AB7174A}"/>
              </a:ext>
            </a:extLst>
          </p:cNvPr>
          <p:cNvSpPr>
            <a:spLocks noGrp="1"/>
          </p:cNvSpPr>
          <p:nvPr>
            <p:custDataLst>
              <p:tags r:id="rId50"/>
            </p:custDataLst>
          </p:nvPr>
        </p:nvSpPr>
        <p:spPr bwMode="auto">
          <a:xfrm>
            <a:off x="3154363" y="6049963"/>
            <a:ext cx="52228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F890DE9E-6182-4C1A-8DD7-3B9046F7B507}" type="datetime'''''''''7''''''''''-J''''''''''''u''n''''''''-23'''''''''''''">
              <a:rPr lang="en-US" altLang="en-US" sz="900" smtClean="0"/>
              <a:pPr/>
              <a:t>7-Jun-23</a:t>
            </a:fld>
            <a:endParaRPr lang="en-US" sz="900" noProof="0" dirty="0"/>
          </a:p>
        </p:txBody>
      </p:sp>
      <p:sp>
        <p:nvSpPr>
          <p:cNvPr id="155" name="Text Placeholder 18">
            <a:extLst>
              <a:ext uri="{FF2B5EF4-FFF2-40B4-BE49-F238E27FC236}">
                <a16:creationId xmlns:a16="http://schemas.microsoft.com/office/drawing/2014/main" id="{D2CFF3FE-F24C-D333-DF38-B094B8085A71}"/>
              </a:ext>
            </a:extLst>
          </p:cNvPr>
          <p:cNvSpPr>
            <a:spLocks noGrp="1"/>
          </p:cNvSpPr>
          <p:nvPr>
            <p:custDataLst>
              <p:tags r:id="rId51"/>
            </p:custDataLst>
          </p:nvPr>
        </p:nvSpPr>
        <p:spPr bwMode="auto">
          <a:xfrm>
            <a:off x="3154363" y="6237288"/>
            <a:ext cx="52228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94003554-16A6-4E48-9F84-6677E84D835F}" type="datetime'''8''''''''''''''''''''''''-Jun''''-''''''''23'''">
              <a:rPr lang="en-US" altLang="en-US" sz="900" smtClean="0"/>
              <a:pPr/>
              <a:t>8-Jun-23</a:t>
            </a:fld>
            <a:endParaRPr lang="en-US" sz="900" noProof="0" dirty="0"/>
          </a:p>
        </p:txBody>
      </p:sp>
      <p:sp>
        <p:nvSpPr>
          <p:cNvPr id="157" name="Text Placeholder 18">
            <a:extLst>
              <a:ext uri="{FF2B5EF4-FFF2-40B4-BE49-F238E27FC236}">
                <a16:creationId xmlns:a16="http://schemas.microsoft.com/office/drawing/2014/main" id="{E7883EDA-9E16-F3C6-5A09-4CCF73234DF0}"/>
              </a:ext>
            </a:extLst>
          </p:cNvPr>
          <p:cNvSpPr>
            <a:spLocks noGrp="1"/>
          </p:cNvSpPr>
          <p:nvPr>
            <p:custDataLst>
              <p:tags r:id="rId52"/>
            </p:custDataLst>
          </p:nvPr>
        </p:nvSpPr>
        <p:spPr bwMode="auto">
          <a:xfrm>
            <a:off x="3154363" y="6424613"/>
            <a:ext cx="52228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FFC2CD8B-1693-4B6E-8CD2-6BFF61884F9B}" type="datetime'''9''-J''''''''u''n''''''-''''2''''3'''''''''''''''">
              <a:rPr lang="en-US" altLang="en-US" sz="900" smtClean="0"/>
              <a:pPr/>
              <a:t>9-Jun-23</a:t>
            </a:fld>
            <a:endParaRPr lang="en-US" sz="900" noProof="0" dirty="0"/>
          </a:p>
        </p:txBody>
      </p:sp>
      <p:sp>
        <p:nvSpPr>
          <p:cNvPr id="162" name="Text Placeholder 18">
            <a:extLst>
              <a:ext uri="{FF2B5EF4-FFF2-40B4-BE49-F238E27FC236}">
                <a16:creationId xmlns:a16="http://schemas.microsoft.com/office/drawing/2014/main" id="{1AA6840F-2066-6C03-D25C-5E3CF18AB7B4}"/>
              </a:ext>
            </a:extLst>
          </p:cNvPr>
          <p:cNvSpPr>
            <a:spLocks noGrp="1"/>
          </p:cNvSpPr>
          <p:nvPr>
            <p:custDataLst>
              <p:tags r:id="rId53"/>
            </p:custDataLst>
          </p:nvPr>
        </p:nvSpPr>
        <p:spPr bwMode="auto">
          <a:xfrm>
            <a:off x="3989389" y="6049963"/>
            <a:ext cx="59531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C70B6886-4C3E-4C67-BB02-97DF532AB67C}" type="datetime'''''''''''1''''''''''''''''''''0-J''''''''un''-''''''''2''3'">
              <a:rPr lang="en-US" altLang="en-US" sz="900" smtClean="0"/>
              <a:pPr/>
              <a:t>10-Jun-23</a:t>
            </a:fld>
            <a:endParaRPr lang="en-US" sz="900" noProof="0" dirty="0"/>
          </a:p>
        </p:txBody>
      </p:sp>
      <p:sp>
        <p:nvSpPr>
          <p:cNvPr id="163" name="Text Placeholder 18">
            <a:extLst>
              <a:ext uri="{FF2B5EF4-FFF2-40B4-BE49-F238E27FC236}">
                <a16:creationId xmlns:a16="http://schemas.microsoft.com/office/drawing/2014/main" id="{4662449E-4024-8D75-32F8-C85740816986}"/>
              </a:ext>
            </a:extLst>
          </p:cNvPr>
          <p:cNvSpPr>
            <a:spLocks noGrp="1"/>
          </p:cNvSpPr>
          <p:nvPr>
            <p:custDataLst>
              <p:tags r:id="rId54"/>
            </p:custDataLst>
          </p:nvPr>
        </p:nvSpPr>
        <p:spPr bwMode="auto">
          <a:xfrm>
            <a:off x="3989389" y="6237288"/>
            <a:ext cx="59531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D0C6058A-A4E2-4E01-9447-A45B0ABD4B0E}" type="datetime'''1''''''1-Ju''''''''''''''''''''''''''''''''''''''''n''-23'''">
              <a:rPr lang="en-US" altLang="en-US" sz="900" smtClean="0"/>
              <a:pPr/>
              <a:t>11-Jun-23</a:t>
            </a:fld>
            <a:endParaRPr lang="en-US" sz="900" noProof="0" dirty="0"/>
          </a:p>
        </p:txBody>
      </p:sp>
      <p:sp>
        <p:nvSpPr>
          <p:cNvPr id="165" name="Text Placeholder 18">
            <a:extLst>
              <a:ext uri="{FF2B5EF4-FFF2-40B4-BE49-F238E27FC236}">
                <a16:creationId xmlns:a16="http://schemas.microsoft.com/office/drawing/2014/main" id="{0B17710B-D742-13EF-23EF-8B675F3194C0}"/>
              </a:ext>
            </a:extLst>
          </p:cNvPr>
          <p:cNvSpPr>
            <a:spLocks noGrp="1"/>
          </p:cNvSpPr>
          <p:nvPr>
            <p:custDataLst>
              <p:tags r:id="rId55"/>
            </p:custDataLst>
          </p:nvPr>
        </p:nvSpPr>
        <p:spPr bwMode="auto">
          <a:xfrm>
            <a:off x="3989389" y="6424613"/>
            <a:ext cx="59531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787E7378-02CD-47F7-8F70-B66767633839}" type="datetime'''''''''12''''''-''''''''''''J''''un''-''2''3'''''''">
              <a:rPr lang="en-US" altLang="en-US" sz="900" smtClean="0"/>
              <a:pPr/>
              <a:t>12-Jun-23</a:t>
            </a:fld>
            <a:endParaRPr lang="en-US" sz="900" noProof="0" dirty="0"/>
          </a:p>
        </p:txBody>
      </p:sp>
      <p:sp>
        <p:nvSpPr>
          <p:cNvPr id="166" name="Text Placeholder 18">
            <a:extLst>
              <a:ext uri="{FF2B5EF4-FFF2-40B4-BE49-F238E27FC236}">
                <a16:creationId xmlns:a16="http://schemas.microsoft.com/office/drawing/2014/main" id="{B62D69AA-A492-2A0A-7369-B2ED90339DFF}"/>
              </a:ext>
            </a:extLst>
          </p:cNvPr>
          <p:cNvSpPr>
            <a:spLocks noGrp="1"/>
          </p:cNvSpPr>
          <p:nvPr>
            <p:custDataLst>
              <p:tags r:id="rId56"/>
            </p:custDataLst>
          </p:nvPr>
        </p:nvSpPr>
        <p:spPr bwMode="auto">
          <a:xfrm>
            <a:off x="4897439" y="6049963"/>
            <a:ext cx="59531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801CA4ED-58C3-4826-BFF1-7B1BD79E2297}" type="datetime'1''''''''3''''''''''''-J''u''''''''''n''-''''''''2''3'''''''''">
              <a:rPr lang="en-US" altLang="en-US" sz="900" smtClean="0"/>
              <a:pPr/>
              <a:t>13-Jun-23</a:t>
            </a:fld>
            <a:endParaRPr lang="en-US" sz="900" noProof="0" dirty="0"/>
          </a:p>
        </p:txBody>
      </p:sp>
      <p:sp>
        <p:nvSpPr>
          <p:cNvPr id="167" name="Text Placeholder 18">
            <a:extLst>
              <a:ext uri="{FF2B5EF4-FFF2-40B4-BE49-F238E27FC236}">
                <a16:creationId xmlns:a16="http://schemas.microsoft.com/office/drawing/2014/main" id="{7682C1F3-51EF-C2B0-639E-CDB442B2F4D8}"/>
              </a:ext>
            </a:extLst>
          </p:cNvPr>
          <p:cNvSpPr>
            <a:spLocks noGrp="1"/>
          </p:cNvSpPr>
          <p:nvPr>
            <p:custDataLst>
              <p:tags r:id="rId57"/>
            </p:custDataLst>
          </p:nvPr>
        </p:nvSpPr>
        <p:spPr bwMode="auto">
          <a:xfrm>
            <a:off x="4897439" y="6237288"/>
            <a:ext cx="59531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96B27732-F84E-485B-B3F9-BB810BC7F645}" type="datetime'1''''''''4''''''''''''-''''J''''''''''''u''''n''''-''23'''">
              <a:rPr lang="en-US" altLang="en-US" sz="900" smtClean="0"/>
              <a:pPr/>
              <a:t>14-Jun-23</a:t>
            </a:fld>
            <a:endParaRPr lang="en-US" sz="900" noProof="0" dirty="0"/>
          </a:p>
        </p:txBody>
      </p:sp>
      <p:sp>
        <p:nvSpPr>
          <p:cNvPr id="168" name="Text Placeholder 18">
            <a:extLst>
              <a:ext uri="{FF2B5EF4-FFF2-40B4-BE49-F238E27FC236}">
                <a16:creationId xmlns:a16="http://schemas.microsoft.com/office/drawing/2014/main" id="{C3DFFB4D-A6EE-835E-CE73-4EF7BA4998B6}"/>
              </a:ext>
            </a:extLst>
          </p:cNvPr>
          <p:cNvSpPr>
            <a:spLocks noGrp="1"/>
          </p:cNvSpPr>
          <p:nvPr>
            <p:custDataLst>
              <p:tags r:id="rId58"/>
            </p:custDataLst>
          </p:nvPr>
        </p:nvSpPr>
        <p:spPr bwMode="auto">
          <a:xfrm>
            <a:off x="4897439" y="6424613"/>
            <a:ext cx="59531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DF34C0D8-EB11-4B3B-9294-3B6BB748024F}" type="datetime'''''''''''''''15''''''''''-J''un-''''2''''''''3'''">
              <a:rPr lang="en-US" altLang="en-US" sz="900" smtClean="0"/>
              <a:pPr/>
              <a:t>15-Jun-23</a:t>
            </a:fld>
            <a:endParaRPr lang="en-US" sz="900" noProof="0" dirty="0"/>
          </a:p>
        </p:txBody>
      </p:sp>
      <p:sp>
        <p:nvSpPr>
          <p:cNvPr id="176" name="Text Placeholder 18">
            <a:extLst>
              <a:ext uri="{FF2B5EF4-FFF2-40B4-BE49-F238E27FC236}">
                <a16:creationId xmlns:a16="http://schemas.microsoft.com/office/drawing/2014/main" id="{BB6C5473-DC3A-C9EA-201A-D71E1D7DCD61}"/>
              </a:ext>
            </a:extLst>
          </p:cNvPr>
          <p:cNvSpPr>
            <a:spLocks noGrp="1"/>
          </p:cNvSpPr>
          <p:nvPr>
            <p:custDataLst>
              <p:tags r:id="rId59"/>
            </p:custDataLst>
          </p:nvPr>
        </p:nvSpPr>
        <p:spPr bwMode="auto">
          <a:xfrm>
            <a:off x="7621589" y="6237288"/>
            <a:ext cx="59531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F66C6D89-82B6-4D11-8258-C12AE84EB739}" type="datetime'''2''3''-Ju''''''n''''''''''''-''''''''2''''''''''''''''''3'">
              <a:rPr lang="en-US" altLang="en-US" sz="900" smtClean="0"/>
              <a:pPr/>
              <a:t>23-Jun-23</a:t>
            </a:fld>
            <a:endParaRPr lang="en-US" sz="900" noProof="0" dirty="0"/>
          </a:p>
        </p:txBody>
      </p:sp>
      <p:sp>
        <p:nvSpPr>
          <p:cNvPr id="169" name="Text Placeholder 18">
            <a:extLst>
              <a:ext uri="{FF2B5EF4-FFF2-40B4-BE49-F238E27FC236}">
                <a16:creationId xmlns:a16="http://schemas.microsoft.com/office/drawing/2014/main" id="{B99D5A0D-AC9C-FAA0-AAA2-F62253108231}"/>
              </a:ext>
            </a:extLst>
          </p:cNvPr>
          <p:cNvSpPr>
            <a:spLocks noGrp="1"/>
          </p:cNvSpPr>
          <p:nvPr>
            <p:custDataLst>
              <p:tags r:id="rId60"/>
            </p:custDataLst>
          </p:nvPr>
        </p:nvSpPr>
        <p:spPr bwMode="auto">
          <a:xfrm>
            <a:off x="5805489" y="6049963"/>
            <a:ext cx="59531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59E8039A-8E68-4DBF-B04E-A18402D4FE63}" type="datetime'''1''''6-''''''''''''''''Ju''''''n''''''''''-''''''2''3'''''''">
              <a:rPr lang="en-US" altLang="en-US" sz="900" smtClean="0"/>
              <a:pPr/>
              <a:t>16-Jun-23</a:t>
            </a:fld>
            <a:endParaRPr lang="en-US" sz="900" noProof="0" dirty="0"/>
          </a:p>
        </p:txBody>
      </p:sp>
      <p:sp>
        <p:nvSpPr>
          <p:cNvPr id="175" name="Text Placeholder 18">
            <a:extLst>
              <a:ext uri="{FF2B5EF4-FFF2-40B4-BE49-F238E27FC236}">
                <a16:creationId xmlns:a16="http://schemas.microsoft.com/office/drawing/2014/main" id="{87BF580F-09B6-07B3-C860-2AF39E11D6AD}"/>
              </a:ext>
            </a:extLst>
          </p:cNvPr>
          <p:cNvSpPr>
            <a:spLocks noGrp="1"/>
          </p:cNvSpPr>
          <p:nvPr>
            <p:custDataLst>
              <p:tags r:id="rId61"/>
            </p:custDataLst>
          </p:nvPr>
        </p:nvSpPr>
        <p:spPr bwMode="auto">
          <a:xfrm>
            <a:off x="7621589" y="6424613"/>
            <a:ext cx="59531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6199D5F5-4DF2-478E-9A85-278F014A41D8}" type="datetime'24''''''''-J''''''''''u''''n''''-''2''''''''''''''''''''''''3'">
              <a:rPr lang="en-US" altLang="en-US" sz="900" smtClean="0"/>
              <a:pPr/>
              <a:t>24-Jun-23</a:t>
            </a:fld>
            <a:endParaRPr lang="en-US" sz="900" noProof="0" dirty="0"/>
          </a:p>
        </p:txBody>
      </p:sp>
      <p:sp>
        <p:nvSpPr>
          <p:cNvPr id="164" name="Text Placeholder 18">
            <a:extLst>
              <a:ext uri="{FF2B5EF4-FFF2-40B4-BE49-F238E27FC236}">
                <a16:creationId xmlns:a16="http://schemas.microsoft.com/office/drawing/2014/main" id="{5D9C3946-AEF0-5FE6-748A-167E8C3881D0}"/>
              </a:ext>
            </a:extLst>
          </p:cNvPr>
          <p:cNvSpPr>
            <a:spLocks noGrp="1"/>
          </p:cNvSpPr>
          <p:nvPr>
            <p:custDataLst>
              <p:tags r:id="rId62"/>
            </p:custDataLst>
          </p:nvPr>
        </p:nvSpPr>
        <p:spPr bwMode="auto">
          <a:xfrm>
            <a:off x="6713539" y="6237288"/>
            <a:ext cx="59531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4CB83973-5875-4B2F-890F-36D02A596584}" type="datetime'''''20''-''''''''''Ju''''''''''n''''-''23'''">
              <a:rPr lang="en-US" altLang="en-US" sz="900" smtClean="0"/>
              <a:pPr/>
              <a:t>20-Jun-23</a:t>
            </a:fld>
            <a:endParaRPr lang="en-US" sz="900" noProof="0" dirty="0"/>
          </a:p>
        </p:txBody>
      </p:sp>
      <p:sp>
        <p:nvSpPr>
          <p:cNvPr id="177" name="Text Placeholder 18">
            <a:extLst>
              <a:ext uri="{FF2B5EF4-FFF2-40B4-BE49-F238E27FC236}">
                <a16:creationId xmlns:a16="http://schemas.microsoft.com/office/drawing/2014/main" id="{8C5B98A9-E035-63A1-4673-150C9031E06E}"/>
              </a:ext>
            </a:extLst>
          </p:cNvPr>
          <p:cNvSpPr>
            <a:spLocks noGrp="1"/>
          </p:cNvSpPr>
          <p:nvPr>
            <p:custDataLst>
              <p:tags r:id="rId63"/>
            </p:custDataLst>
          </p:nvPr>
        </p:nvSpPr>
        <p:spPr bwMode="auto">
          <a:xfrm>
            <a:off x="8529639" y="6049963"/>
            <a:ext cx="59531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73960FEC-3F02-4672-B511-2668DC31E9B3}" type="datetime'''''''''''''2''''5''''''''''''''-''''''''J''''un-''''''2''3'''">
              <a:rPr lang="en-US" altLang="en-US" sz="900" smtClean="0"/>
              <a:pPr/>
              <a:t>25-Jun-23</a:t>
            </a:fld>
            <a:endParaRPr lang="en-US" sz="900" noProof="0" dirty="0"/>
          </a:p>
        </p:txBody>
      </p:sp>
      <p:sp>
        <p:nvSpPr>
          <p:cNvPr id="172" name="Text Placeholder 18">
            <a:extLst>
              <a:ext uri="{FF2B5EF4-FFF2-40B4-BE49-F238E27FC236}">
                <a16:creationId xmlns:a16="http://schemas.microsoft.com/office/drawing/2014/main" id="{1240A350-7557-7728-44E1-84A744237880}"/>
              </a:ext>
            </a:extLst>
          </p:cNvPr>
          <p:cNvSpPr>
            <a:spLocks noGrp="1"/>
          </p:cNvSpPr>
          <p:nvPr>
            <p:custDataLst>
              <p:tags r:id="rId64"/>
            </p:custDataLst>
          </p:nvPr>
        </p:nvSpPr>
        <p:spPr bwMode="auto">
          <a:xfrm>
            <a:off x="5805489" y="6424613"/>
            <a:ext cx="59531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8DACD4E5-1BBC-427D-89DF-EF630DBEC80D}" type="datetime'1''''''''8''''''-''''''''''''''J''u''''n-23'''''''''''">
              <a:rPr lang="en-US" altLang="en-US" sz="900" smtClean="0"/>
              <a:pPr/>
              <a:t>18-Jun-23</a:t>
            </a:fld>
            <a:endParaRPr lang="en-US" sz="900" noProof="0" dirty="0"/>
          </a:p>
        </p:txBody>
      </p:sp>
      <p:sp>
        <p:nvSpPr>
          <p:cNvPr id="153" name="Text Placeholder 18">
            <a:extLst>
              <a:ext uri="{FF2B5EF4-FFF2-40B4-BE49-F238E27FC236}">
                <a16:creationId xmlns:a16="http://schemas.microsoft.com/office/drawing/2014/main" id="{9A6FCEF9-E112-61BA-FE95-706416FEABD9}"/>
              </a:ext>
            </a:extLst>
          </p:cNvPr>
          <p:cNvSpPr>
            <a:spLocks noGrp="1"/>
          </p:cNvSpPr>
          <p:nvPr>
            <p:custDataLst>
              <p:tags r:id="rId65"/>
            </p:custDataLst>
          </p:nvPr>
        </p:nvSpPr>
        <p:spPr bwMode="auto">
          <a:xfrm>
            <a:off x="8529639" y="6237288"/>
            <a:ext cx="59531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0163B181-2DD5-4D0F-B051-8746A4447769}" type="datetime'2''''6''-J''u''''''''n-''''''''2''''''''''''''''3'''''''''">
              <a:rPr lang="en-US" altLang="en-US" sz="900" smtClean="0"/>
              <a:pPr/>
              <a:t>26-Jun-23</a:t>
            </a:fld>
            <a:endParaRPr lang="en-US" sz="900" noProof="0" dirty="0"/>
          </a:p>
        </p:txBody>
      </p:sp>
      <p:sp>
        <p:nvSpPr>
          <p:cNvPr id="171" name="Text Placeholder 18">
            <a:extLst>
              <a:ext uri="{FF2B5EF4-FFF2-40B4-BE49-F238E27FC236}">
                <a16:creationId xmlns:a16="http://schemas.microsoft.com/office/drawing/2014/main" id="{4A05A4DC-EBD2-985D-2BCC-E68DF78EB400}"/>
              </a:ext>
            </a:extLst>
          </p:cNvPr>
          <p:cNvSpPr>
            <a:spLocks noGrp="1"/>
          </p:cNvSpPr>
          <p:nvPr>
            <p:custDataLst>
              <p:tags r:id="rId66"/>
            </p:custDataLst>
          </p:nvPr>
        </p:nvSpPr>
        <p:spPr bwMode="auto">
          <a:xfrm>
            <a:off x="6713539" y="6424613"/>
            <a:ext cx="59531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FFE6D617-FE83-4ED0-9530-8EACBA7B9E6F}" type="datetime'''''''''''''2''''''''1''-''J''u''''''''''n-''''2''3'">
              <a:rPr lang="en-US" altLang="en-US" sz="900" smtClean="0"/>
              <a:pPr/>
              <a:t>21-Jun-23</a:t>
            </a:fld>
            <a:endParaRPr lang="en-US" sz="900" noProof="0" dirty="0"/>
          </a:p>
        </p:txBody>
      </p:sp>
      <p:sp>
        <p:nvSpPr>
          <p:cNvPr id="10" name="Text Placeholder 18">
            <a:extLst>
              <a:ext uri="{FF2B5EF4-FFF2-40B4-BE49-F238E27FC236}">
                <a16:creationId xmlns:a16="http://schemas.microsoft.com/office/drawing/2014/main" id="{CDEB2C1E-3EAB-E60F-9029-5909DE421ABC}"/>
              </a:ext>
            </a:extLst>
          </p:cNvPr>
          <p:cNvSpPr>
            <a:spLocks noGrp="1"/>
          </p:cNvSpPr>
          <p:nvPr>
            <p:custDataLst>
              <p:tags r:id="rId67"/>
            </p:custDataLst>
          </p:nvPr>
        </p:nvSpPr>
        <p:spPr bwMode="auto">
          <a:xfrm>
            <a:off x="1484313" y="6049963"/>
            <a:ext cx="52228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C390A63F-4A45-4A32-A49B-F3765C590085}" type="datetime'''''''1-''''''''''''Jun''-''''''''''2''''3'">
              <a:rPr lang="en-US" altLang="en-US" sz="900" smtClean="0"/>
              <a:pPr/>
              <a:t>1-Jun-23</a:t>
            </a:fld>
            <a:endParaRPr lang="en-US" sz="900" noProof="0" dirty="0"/>
          </a:p>
        </p:txBody>
      </p:sp>
      <p:sp>
        <p:nvSpPr>
          <p:cNvPr id="170" name="Text Placeholder 18">
            <a:extLst>
              <a:ext uri="{FF2B5EF4-FFF2-40B4-BE49-F238E27FC236}">
                <a16:creationId xmlns:a16="http://schemas.microsoft.com/office/drawing/2014/main" id="{EDFF89ED-8A35-B36E-B598-1B90E6CCEF1D}"/>
              </a:ext>
            </a:extLst>
          </p:cNvPr>
          <p:cNvSpPr>
            <a:spLocks noGrp="1"/>
          </p:cNvSpPr>
          <p:nvPr>
            <p:custDataLst>
              <p:tags r:id="rId68"/>
            </p:custDataLst>
          </p:nvPr>
        </p:nvSpPr>
        <p:spPr bwMode="auto">
          <a:xfrm>
            <a:off x="5805489" y="6237288"/>
            <a:ext cx="59531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B44F38DA-5B8E-4F83-91AD-C2994E306005}" type="datetime'''''''''''''1''7''''''''-J''''u''n''''''''-''2''''''''''''3'">
              <a:rPr lang="en-US" altLang="en-US" sz="900" smtClean="0"/>
              <a:pPr/>
              <a:t>17-Jun-23</a:t>
            </a:fld>
            <a:endParaRPr lang="en-US" sz="900" noProof="0" dirty="0"/>
          </a:p>
        </p:txBody>
      </p:sp>
      <p:sp>
        <p:nvSpPr>
          <p:cNvPr id="178" name="Text Placeholder 18">
            <a:extLst>
              <a:ext uri="{FF2B5EF4-FFF2-40B4-BE49-F238E27FC236}">
                <a16:creationId xmlns:a16="http://schemas.microsoft.com/office/drawing/2014/main" id="{ED214B63-180C-446D-3A18-E1DEF2C10A0B}"/>
              </a:ext>
            </a:extLst>
          </p:cNvPr>
          <p:cNvSpPr>
            <a:spLocks noGrp="1"/>
          </p:cNvSpPr>
          <p:nvPr>
            <p:custDataLst>
              <p:tags r:id="rId69"/>
            </p:custDataLst>
          </p:nvPr>
        </p:nvSpPr>
        <p:spPr bwMode="auto">
          <a:xfrm>
            <a:off x="9437689" y="6049963"/>
            <a:ext cx="59531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4F35BAD1-D0D3-43D0-9C02-4B58C96347C2}" type="datetime'''''''''''2''''''''8''''''''''''''''-J''''''u''n-''''2''3'''">
              <a:rPr lang="en-US" altLang="en-US" sz="900" smtClean="0"/>
              <a:pPr/>
              <a:t>28-Jun-23</a:t>
            </a:fld>
            <a:endParaRPr lang="en-US" sz="900" noProof="0" dirty="0"/>
          </a:p>
        </p:txBody>
      </p:sp>
      <p:sp>
        <p:nvSpPr>
          <p:cNvPr id="174" name="Text Placeholder 18">
            <a:extLst>
              <a:ext uri="{FF2B5EF4-FFF2-40B4-BE49-F238E27FC236}">
                <a16:creationId xmlns:a16="http://schemas.microsoft.com/office/drawing/2014/main" id="{C91A48EF-97AB-1012-A07B-EAF4F91EF513}"/>
              </a:ext>
            </a:extLst>
          </p:cNvPr>
          <p:cNvSpPr>
            <a:spLocks noGrp="1"/>
          </p:cNvSpPr>
          <p:nvPr>
            <p:custDataLst>
              <p:tags r:id="rId70"/>
            </p:custDataLst>
          </p:nvPr>
        </p:nvSpPr>
        <p:spPr bwMode="auto">
          <a:xfrm>
            <a:off x="7621589" y="6049963"/>
            <a:ext cx="59531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908040DD-50BA-48C1-B11B-DD5F08603964}" type="datetime'''''''''2''''2''''-''J''''''u''n''-''23'''''''">
              <a:rPr lang="en-US" altLang="en-US" sz="900" smtClean="0"/>
              <a:pPr/>
              <a:t>22-Jun-23</a:t>
            </a:fld>
            <a:endParaRPr lang="en-US" sz="900" noProof="0" dirty="0"/>
          </a:p>
        </p:txBody>
      </p:sp>
      <p:sp>
        <p:nvSpPr>
          <p:cNvPr id="179" name="Text Placeholder 18">
            <a:extLst>
              <a:ext uri="{FF2B5EF4-FFF2-40B4-BE49-F238E27FC236}">
                <a16:creationId xmlns:a16="http://schemas.microsoft.com/office/drawing/2014/main" id="{840B6B8B-DDE5-EE73-ECB0-B32106ADABC6}"/>
              </a:ext>
            </a:extLst>
          </p:cNvPr>
          <p:cNvSpPr>
            <a:spLocks noGrp="1"/>
          </p:cNvSpPr>
          <p:nvPr>
            <p:custDataLst>
              <p:tags r:id="rId71"/>
            </p:custDataLst>
          </p:nvPr>
        </p:nvSpPr>
        <p:spPr bwMode="auto">
          <a:xfrm>
            <a:off x="9437689" y="6237288"/>
            <a:ext cx="59531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CFDF7CD4-42AB-4E8F-AB60-B9F7DD286EA0}" type="datetime'''''''''''''''''''2''9''''-J''''''u''''n''''''-23'''''''">
              <a:rPr lang="en-US" altLang="en-US" sz="900" smtClean="0"/>
              <a:pPr/>
              <a:t>29-Jun-23</a:t>
            </a:fld>
            <a:endParaRPr lang="en-US" sz="900" noProof="0" dirty="0"/>
          </a:p>
        </p:txBody>
      </p:sp>
      <p:sp>
        <p:nvSpPr>
          <p:cNvPr id="173" name="Text Placeholder 18">
            <a:extLst>
              <a:ext uri="{FF2B5EF4-FFF2-40B4-BE49-F238E27FC236}">
                <a16:creationId xmlns:a16="http://schemas.microsoft.com/office/drawing/2014/main" id="{AE247B1C-E1C1-D511-6AFF-8768A59DFE9B}"/>
              </a:ext>
            </a:extLst>
          </p:cNvPr>
          <p:cNvSpPr>
            <a:spLocks noGrp="1"/>
          </p:cNvSpPr>
          <p:nvPr>
            <p:custDataLst>
              <p:tags r:id="rId72"/>
            </p:custDataLst>
          </p:nvPr>
        </p:nvSpPr>
        <p:spPr bwMode="auto">
          <a:xfrm>
            <a:off x="6713539" y="6049963"/>
            <a:ext cx="59531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02C22259-2A58-4DBD-B812-2F7723394AF6}" type="datetime'''''''''1''''9-''''''''J''u''n-''''''2''3'''''''''''''''''''">
              <a:rPr lang="en-US" altLang="en-US" sz="900" smtClean="0"/>
              <a:pPr/>
              <a:t>19-Jun-23</a:t>
            </a:fld>
            <a:endParaRPr lang="en-US" sz="900" noProof="0" dirty="0"/>
          </a:p>
        </p:txBody>
      </p:sp>
      <p:sp>
        <p:nvSpPr>
          <p:cNvPr id="180" name="Text Placeholder 18">
            <a:extLst>
              <a:ext uri="{FF2B5EF4-FFF2-40B4-BE49-F238E27FC236}">
                <a16:creationId xmlns:a16="http://schemas.microsoft.com/office/drawing/2014/main" id="{C78C3FE1-E47A-7BDE-ADDF-BDB6D14ED6FC}"/>
              </a:ext>
            </a:extLst>
          </p:cNvPr>
          <p:cNvSpPr>
            <a:spLocks noGrp="1"/>
          </p:cNvSpPr>
          <p:nvPr>
            <p:custDataLst>
              <p:tags r:id="rId73"/>
            </p:custDataLst>
          </p:nvPr>
        </p:nvSpPr>
        <p:spPr bwMode="auto">
          <a:xfrm>
            <a:off x="9437689" y="6424613"/>
            <a:ext cx="59531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2E26FCA0-8092-461F-82EE-99768D657660}" type="datetime'''''3''0''''''''-Ju''''''''''''''''n''-''2''''''''3'''''''">
              <a:rPr lang="en-US" altLang="en-US" sz="900" smtClean="0"/>
              <a:pPr/>
              <a:t>30-Jun-23</a:t>
            </a:fld>
            <a:endParaRPr lang="en-US" sz="900" noProof="0" dirty="0"/>
          </a:p>
        </p:txBody>
      </p:sp>
      <p:sp>
        <p:nvSpPr>
          <p:cNvPr id="158" name="Text Placeholder 18">
            <a:extLst>
              <a:ext uri="{FF2B5EF4-FFF2-40B4-BE49-F238E27FC236}">
                <a16:creationId xmlns:a16="http://schemas.microsoft.com/office/drawing/2014/main" id="{1011DE5D-C530-F7B7-6774-C7D4C199A889}"/>
              </a:ext>
            </a:extLst>
          </p:cNvPr>
          <p:cNvSpPr>
            <a:spLocks noGrp="1"/>
          </p:cNvSpPr>
          <p:nvPr>
            <p:custDataLst>
              <p:tags r:id="rId74"/>
            </p:custDataLst>
          </p:nvPr>
        </p:nvSpPr>
        <p:spPr bwMode="auto">
          <a:xfrm>
            <a:off x="8529639" y="6424613"/>
            <a:ext cx="59531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D204A388-A170-40C7-B5D3-5088BC710CEB}" type="datetime'''''2''''7''''-J''''''''''''u''''n''''''-2''3'">
              <a:rPr lang="en-US" altLang="en-US" sz="900" smtClean="0"/>
              <a:pPr/>
              <a:t>27-Jun-23</a:t>
            </a:fld>
            <a:endParaRPr lang="en-US" sz="900" noProof="0" dirty="0"/>
          </a:p>
        </p:txBody>
      </p:sp>
      <p:cxnSp>
        <p:nvCxnSpPr>
          <p:cNvPr id="328" name="Straight Arrow Connector 327">
            <a:extLst>
              <a:ext uri="{FF2B5EF4-FFF2-40B4-BE49-F238E27FC236}">
                <a16:creationId xmlns:a16="http://schemas.microsoft.com/office/drawing/2014/main" id="{85A25165-BDF3-D5AC-EB25-28CAAD805EA9}"/>
              </a:ext>
            </a:extLst>
          </p:cNvPr>
          <p:cNvCxnSpPr>
            <a:cxnSpLocks/>
          </p:cNvCxnSpPr>
          <p:nvPr/>
        </p:nvCxnSpPr>
        <p:spPr>
          <a:xfrm>
            <a:off x="1293813" y="5919567"/>
            <a:ext cx="10416851" cy="1188"/>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26" name="Rectangle 325">
            <a:extLst>
              <a:ext uri="{FF2B5EF4-FFF2-40B4-BE49-F238E27FC236}">
                <a16:creationId xmlns:a16="http://schemas.microsoft.com/office/drawing/2014/main" id="{3CEEFEE3-E67C-3394-152B-8EA060626DC2}"/>
              </a:ext>
            </a:extLst>
          </p:cNvPr>
          <p:cNvSpPr/>
          <p:nvPr/>
        </p:nvSpPr>
        <p:spPr bwMode="gray">
          <a:xfrm>
            <a:off x="5262563" y="5798829"/>
            <a:ext cx="1591599" cy="238124"/>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t>Time (Hours)</a:t>
            </a:r>
          </a:p>
        </p:txBody>
      </p:sp>
      <p:cxnSp>
        <p:nvCxnSpPr>
          <p:cNvPr id="333" name="Straight Arrow Connector 332">
            <a:extLst>
              <a:ext uri="{FF2B5EF4-FFF2-40B4-BE49-F238E27FC236}">
                <a16:creationId xmlns:a16="http://schemas.microsoft.com/office/drawing/2014/main" id="{9C716DAF-2225-82C9-1B60-F50B060360DB}"/>
              </a:ext>
            </a:extLst>
          </p:cNvPr>
          <p:cNvCxnSpPr>
            <a:cxnSpLocks/>
          </p:cNvCxnSpPr>
          <p:nvPr/>
        </p:nvCxnSpPr>
        <p:spPr>
          <a:xfrm flipV="1">
            <a:off x="502047" y="1328889"/>
            <a:ext cx="0" cy="4482949"/>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36" name="Rectangle 335">
            <a:extLst>
              <a:ext uri="{FF2B5EF4-FFF2-40B4-BE49-F238E27FC236}">
                <a16:creationId xmlns:a16="http://schemas.microsoft.com/office/drawing/2014/main" id="{E0E06CA7-67CF-0374-5800-8D69E34DC3B7}"/>
              </a:ext>
            </a:extLst>
          </p:cNvPr>
          <p:cNvSpPr/>
          <p:nvPr/>
        </p:nvSpPr>
        <p:spPr bwMode="gray">
          <a:xfrm rot="16200000">
            <a:off x="-1496883" y="3302544"/>
            <a:ext cx="3977622" cy="405101"/>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t>Short term Power Purchase + Load Shedding (Solar Opportunity) (MW)</a:t>
            </a:r>
          </a:p>
        </p:txBody>
      </p:sp>
      <p:sp>
        <p:nvSpPr>
          <p:cNvPr id="11" name="TextBox 10">
            <a:extLst>
              <a:ext uri="{FF2B5EF4-FFF2-40B4-BE49-F238E27FC236}">
                <a16:creationId xmlns:a16="http://schemas.microsoft.com/office/drawing/2014/main" id="{B6E7CABB-9CD9-D516-93A6-8C2FB5C842E6}"/>
              </a:ext>
            </a:extLst>
          </p:cNvPr>
          <p:cNvSpPr txBox="1"/>
          <p:nvPr/>
        </p:nvSpPr>
        <p:spPr>
          <a:xfrm>
            <a:off x="10631951" y="6315696"/>
            <a:ext cx="1228727" cy="184666"/>
          </a:xfrm>
          <a:prstGeom prst="rect">
            <a:avLst/>
          </a:prstGeom>
          <a:noFill/>
        </p:spPr>
        <p:txBody>
          <a:bodyPr wrap="square" lIns="0" tIns="0" rIns="0" bIns="0" rtlCol="0">
            <a:spAutoFit/>
          </a:bodyPr>
          <a:lstStyle/>
          <a:p>
            <a:pPr algn="r">
              <a:spcBef>
                <a:spcPts val="600"/>
              </a:spcBef>
              <a:buSzPct val="100000"/>
            </a:pPr>
            <a:r>
              <a:rPr lang="en-US" sz="1200" b="1" dirty="0">
                <a:solidFill>
                  <a:srgbClr val="313131"/>
                </a:solidFill>
                <a:hlinkClick r:id="rId79" action="ppaction://hlinksldjump"/>
              </a:rPr>
              <a:t>Details</a:t>
            </a:r>
            <a:endParaRPr lang="en-US" sz="1200" b="1" dirty="0">
              <a:solidFill>
                <a:srgbClr val="313131"/>
              </a:solidFill>
            </a:endParaRPr>
          </a:p>
        </p:txBody>
      </p:sp>
    </p:spTree>
    <p:extLst>
      <p:ext uri="{BB962C8B-B14F-4D97-AF65-F5344CB8AC3E}">
        <p14:creationId xmlns:p14="http://schemas.microsoft.com/office/powerpoint/2010/main" val="1163889101"/>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F53E3122-8B80-4B2B-9425-C97F9D1809CD}"/>
              </a:ext>
            </a:extLst>
          </p:cNvPr>
          <p:cNvGraphicFramePr>
            <a:graphicFrameLocks noChangeAspect="1"/>
          </p:cNvGraphicFramePr>
          <p:nvPr>
            <p:custDataLst>
              <p:tags r:id="rId1"/>
            </p:custDataLst>
            <p:extLst>
              <p:ext uri="{D42A27DB-BD31-4B8C-83A1-F6EECF244321}">
                <p14:modId xmlns:p14="http://schemas.microsoft.com/office/powerpoint/2010/main" val="391766842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3" imgW="415" imgH="416" progId="TCLayout.ActiveDocument.1">
                  <p:embed/>
                </p:oleObj>
              </mc:Choice>
              <mc:Fallback>
                <p:oleObj name="think-cell Slide" r:id="rId83" imgW="415" imgH="416" progId="TCLayout.ActiveDocument.1">
                  <p:embed/>
                  <p:pic>
                    <p:nvPicPr>
                      <p:cNvPr id="6" name="Object 5" hidden="1">
                        <a:extLst>
                          <a:ext uri="{FF2B5EF4-FFF2-40B4-BE49-F238E27FC236}">
                            <a16:creationId xmlns:a16="http://schemas.microsoft.com/office/drawing/2014/main" id="{F53E3122-8B80-4B2B-9425-C97F9D1809CD}"/>
                          </a:ext>
                        </a:extLst>
                      </p:cNvPr>
                      <p:cNvPicPr/>
                      <p:nvPr/>
                    </p:nvPicPr>
                    <p:blipFill>
                      <a:blip r:embed="rId84"/>
                      <a:stretch>
                        <a:fillRect/>
                      </a:stretch>
                    </p:blipFill>
                    <p:spPr>
                      <a:xfrm>
                        <a:off x="1588" y="1588"/>
                        <a:ext cx="1588" cy="1588"/>
                      </a:xfrm>
                      <a:prstGeom prst="rect">
                        <a:avLst/>
                      </a:prstGeom>
                    </p:spPr>
                  </p:pic>
                </p:oleObj>
              </mc:Fallback>
            </mc:AlternateContent>
          </a:graphicData>
        </a:graphic>
      </p:graphicFrame>
      <p:sp>
        <p:nvSpPr>
          <p:cNvPr id="3" name="Title 2"/>
          <p:cNvSpPr>
            <a:spLocks noGrp="1"/>
          </p:cNvSpPr>
          <p:nvPr>
            <p:ph type="title"/>
          </p:nvPr>
        </p:nvSpPr>
        <p:spPr>
          <a:xfrm>
            <a:off x="555170" y="266401"/>
            <a:ext cx="11166932" cy="347321"/>
          </a:xfrm>
        </p:spPr>
        <p:txBody>
          <a:bodyPr vert="horz"/>
          <a:lstStyle/>
          <a:p>
            <a:r>
              <a:rPr lang="en-US" b="1" dirty="0"/>
              <a:t>July 2023 – Hourly </a:t>
            </a:r>
            <a:r>
              <a:rPr lang="en-US" dirty="0"/>
              <a:t>Short Term Procurement + Load Shedding during Solar Hours</a:t>
            </a:r>
            <a:endParaRPr lang="en-US" sz="1800" b="1" dirty="0"/>
          </a:p>
        </p:txBody>
      </p:sp>
      <p:cxnSp>
        <p:nvCxnSpPr>
          <p:cNvPr id="34" name="Straight Connector 33">
            <a:extLst>
              <a:ext uri="{FF2B5EF4-FFF2-40B4-BE49-F238E27FC236}">
                <a16:creationId xmlns:a16="http://schemas.microsoft.com/office/drawing/2014/main" id="{C64B3BBE-2752-0F5F-6AA3-836BA91F095C}"/>
              </a:ext>
            </a:extLst>
          </p:cNvPr>
          <p:cNvCxnSpPr/>
          <p:nvPr/>
        </p:nvCxnSpPr>
        <p:spPr>
          <a:xfrm flipV="1">
            <a:off x="514664" y="649363"/>
            <a:ext cx="11196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graphicFrame>
        <p:nvGraphicFramePr>
          <p:cNvPr id="19" name="Chart 18">
            <a:extLst>
              <a:ext uri="{FF2B5EF4-FFF2-40B4-BE49-F238E27FC236}">
                <a16:creationId xmlns:a16="http://schemas.microsoft.com/office/drawing/2014/main" id="{28168042-B0A1-038D-DFC5-8540F7B749BE}"/>
              </a:ext>
            </a:extLst>
          </p:cNvPr>
          <p:cNvGraphicFramePr/>
          <p:nvPr>
            <p:custDataLst>
              <p:tags r:id="rId2"/>
            </p:custDataLst>
            <p:extLst>
              <p:ext uri="{D42A27DB-BD31-4B8C-83A1-F6EECF244321}">
                <p14:modId xmlns:p14="http://schemas.microsoft.com/office/powerpoint/2010/main" val="1743968250"/>
              </p:ext>
            </p:extLst>
          </p:nvPr>
        </p:nvGraphicFramePr>
        <p:xfrm>
          <a:off x="669925" y="628650"/>
          <a:ext cx="11091863" cy="5081588"/>
        </p:xfrm>
        <a:graphic>
          <a:graphicData uri="http://schemas.openxmlformats.org/drawingml/2006/chart">
            <c:chart xmlns:c="http://schemas.openxmlformats.org/drawingml/2006/chart" xmlns:r="http://schemas.openxmlformats.org/officeDocument/2006/relationships" r:id="rId85"/>
          </a:graphicData>
        </a:graphic>
      </p:graphicFrame>
      <p:sp>
        <p:nvSpPr>
          <p:cNvPr id="45" name="Text Placeholder 18">
            <a:extLst>
              <a:ext uri="{FF2B5EF4-FFF2-40B4-BE49-F238E27FC236}">
                <a16:creationId xmlns:a16="http://schemas.microsoft.com/office/drawing/2014/main" id="{10749C61-692F-50F3-8EA7-C4AB00E2CCD4}"/>
              </a:ext>
            </a:extLst>
          </p:cNvPr>
          <p:cNvSpPr>
            <a:spLocks noGrp="1"/>
          </p:cNvSpPr>
          <p:nvPr>
            <p:custDataLst>
              <p:tags r:id="rId3"/>
            </p:custDataLst>
          </p:nvPr>
        </p:nvSpPr>
        <p:spPr bwMode="auto">
          <a:xfrm>
            <a:off x="992188" y="5629275"/>
            <a:ext cx="46990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lgn="ctr">
              <a:spcBef>
                <a:spcPct val="0"/>
              </a:spcBef>
              <a:spcAft>
                <a:spcPct val="0"/>
              </a:spcAft>
            </a:pPr>
            <a:fld id="{7F2E54F1-1430-478C-976F-56960AD7EB92}" type="datetime'''06'''''''''':''''''''''''0''''''''''''''''''''''''0'''">
              <a:rPr lang="en-US" altLang="en-US" sz="1200" smtClean="0">
                <a:effectLst/>
              </a:rPr>
              <a:pPr lvl="0" algn="ctr">
                <a:spcBef>
                  <a:spcPct val="0"/>
                </a:spcBef>
                <a:spcAft>
                  <a:spcPct val="0"/>
                </a:spcAft>
              </a:pPr>
              <a:t>06:00</a:t>
            </a:fld>
            <a:endParaRPr lang="en-US" sz="1200" noProof="0" dirty="0"/>
          </a:p>
        </p:txBody>
      </p:sp>
      <p:sp>
        <p:nvSpPr>
          <p:cNvPr id="46" name="Text Placeholder 18">
            <a:extLst>
              <a:ext uri="{FF2B5EF4-FFF2-40B4-BE49-F238E27FC236}">
                <a16:creationId xmlns:a16="http://schemas.microsoft.com/office/drawing/2014/main" id="{FB914D80-C1CE-2574-C74F-FC295BA50CAF}"/>
              </a:ext>
            </a:extLst>
          </p:cNvPr>
          <p:cNvSpPr>
            <a:spLocks noGrp="1"/>
          </p:cNvSpPr>
          <p:nvPr>
            <p:custDataLst>
              <p:tags r:id="rId4"/>
            </p:custDataLst>
          </p:nvPr>
        </p:nvSpPr>
        <p:spPr bwMode="auto">
          <a:xfrm>
            <a:off x="1646238" y="5629275"/>
            <a:ext cx="46990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lgn="ctr">
              <a:spcBef>
                <a:spcPct val="0"/>
              </a:spcBef>
              <a:spcAft>
                <a:spcPct val="0"/>
              </a:spcAft>
            </a:pPr>
            <a:fld id="{5CC5A4B3-DCD5-4233-91D8-C45571C9E304}" type="datetime'''''''''''07'''''''''''''''''''''''''''''''''''''':0''''0'''">
              <a:rPr lang="en-US" altLang="en-US" sz="1200" smtClean="0">
                <a:effectLst/>
              </a:rPr>
              <a:pPr lvl="0" algn="ctr">
                <a:spcBef>
                  <a:spcPct val="0"/>
                </a:spcBef>
                <a:spcAft>
                  <a:spcPct val="0"/>
                </a:spcAft>
              </a:pPr>
              <a:t>07:00</a:t>
            </a:fld>
            <a:endParaRPr lang="en-US" sz="1200" noProof="0" dirty="0"/>
          </a:p>
        </p:txBody>
      </p:sp>
      <p:sp>
        <p:nvSpPr>
          <p:cNvPr id="47" name="Text Placeholder 18">
            <a:extLst>
              <a:ext uri="{FF2B5EF4-FFF2-40B4-BE49-F238E27FC236}">
                <a16:creationId xmlns:a16="http://schemas.microsoft.com/office/drawing/2014/main" id="{D29E33F6-E35F-1F23-123A-9AD3894376D1}"/>
              </a:ext>
            </a:extLst>
          </p:cNvPr>
          <p:cNvSpPr>
            <a:spLocks noGrp="1"/>
          </p:cNvSpPr>
          <p:nvPr>
            <p:custDataLst>
              <p:tags r:id="rId5"/>
            </p:custDataLst>
          </p:nvPr>
        </p:nvSpPr>
        <p:spPr bwMode="auto">
          <a:xfrm>
            <a:off x="2298700" y="5629275"/>
            <a:ext cx="46990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lgn="ctr">
              <a:spcBef>
                <a:spcPct val="0"/>
              </a:spcBef>
              <a:spcAft>
                <a:spcPct val="0"/>
              </a:spcAft>
            </a:pPr>
            <a:fld id="{740D415A-A508-421C-A433-EB2517B49DF4}" type="datetime'0''''''''''8'''''''''''''''''':''''''''''''''''00'''''''''">
              <a:rPr lang="en-US" altLang="en-US" sz="1200" smtClean="0">
                <a:effectLst/>
              </a:rPr>
              <a:pPr lvl="0" algn="ctr">
                <a:spcBef>
                  <a:spcPct val="0"/>
                </a:spcBef>
                <a:spcAft>
                  <a:spcPct val="0"/>
                </a:spcAft>
              </a:pPr>
              <a:t>08:00</a:t>
            </a:fld>
            <a:endParaRPr lang="en-US" sz="1200" noProof="0" dirty="0"/>
          </a:p>
        </p:txBody>
      </p:sp>
      <p:sp>
        <p:nvSpPr>
          <p:cNvPr id="48" name="Text Placeholder 18">
            <a:extLst>
              <a:ext uri="{FF2B5EF4-FFF2-40B4-BE49-F238E27FC236}">
                <a16:creationId xmlns:a16="http://schemas.microsoft.com/office/drawing/2014/main" id="{49531A69-3DD3-1BD9-F5AD-FA8C45EA33E1}"/>
              </a:ext>
            </a:extLst>
          </p:cNvPr>
          <p:cNvSpPr>
            <a:spLocks noGrp="1"/>
          </p:cNvSpPr>
          <p:nvPr>
            <p:custDataLst>
              <p:tags r:id="rId6"/>
            </p:custDataLst>
          </p:nvPr>
        </p:nvSpPr>
        <p:spPr bwMode="auto">
          <a:xfrm>
            <a:off x="2952750" y="5629275"/>
            <a:ext cx="46990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lgn="ctr">
              <a:spcBef>
                <a:spcPct val="0"/>
              </a:spcBef>
              <a:spcAft>
                <a:spcPct val="0"/>
              </a:spcAft>
            </a:pPr>
            <a:fld id="{71E70D54-645D-491A-A19F-2D2A78D7D170}" type="datetime'''''09'''':0''0'''''''''''''''''''''''''">
              <a:rPr lang="en-US" altLang="en-US" sz="1200" smtClean="0">
                <a:effectLst/>
              </a:rPr>
              <a:pPr lvl="0" algn="ctr">
                <a:spcBef>
                  <a:spcPct val="0"/>
                </a:spcBef>
                <a:spcAft>
                  <a:spcPct val="0"/>
                </a:spcAft>
              </a:pPr>
              <a:t>09:00</a:t>
            </a:fld>
            <a:endParaRPr lang="en-US" sz="1200" noProof="0" dirty="0"/>
          </a:p>
        </p:txBody>
      </p:sp>
      <p:sp>
        <p:nvSpPr>
          <p:cNvPr id="49" name="Text Placeholder 18">
            <a:extLst>
              <a:ext uri="{FF2B5EF4-FFF2-40B4-BE49-F238E27FC236}">
                <a16:creationId xmlns:a16="http://schemas.microsoft.com/office/drawing/2014/main" id="{26E37660-BDCA-6B16-E2DB-10033B6DDBC0}"/>
              </a:ext>
            </a:extLst>
          </p:cNvPr>
          <p:cNvSpPr>
            <a:spLocks noGrp="1"/>
          </p:cNvSpPr>
          <p:nvPr>
            <p:custDataLst>
              <p:tags r:id="rId7"/>
            </p:custDataLst>
          </p:nvPr>
        </p:nvSpPr>
        <p:spPr bwMode="auto">
          <a:xfrm>
            <a:off x="3605213" y="5629275"/>
            <a:ext cx="46990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lgn="ctr">
              <a:spcBef>
                <a:spcPct val="0"/>
              </a:spcBef>
              <a:spcAft>
                <a:spcPct val="0"/>
              </a:spcAft>
            </a:pPr>
            <a:fld id="{CFC882B1-5034-4156-9781-3758295E6F7E}" type="datetime'''''1''0'':''''''''''0''''''''''''''0'''''''''''''''''''">
              <a:rPr lang="en-US" altLang="en-US" sz="1200" smtClean="0">
                <a:effectLst/>
              </a:rPr>
              <a:pPr lvl="0" algn="ctr">
                <a:spcBef>
                  <a:spcPct val="0"/>
                </a:spcBef>
                <a:spcAft>
                  <a:spcPct val="0"/>
                </a:spcAft>
              </a:pPr>
              <a:t>10:00</a:t>
            </a:fld>
            <a:endParaRPr lang="en-US" sz="1200" noProof="0" dirty="0"/>
          </a:p>
        </p:txBody>
      </p:sp>
      <p:sp>
        <p:nvSpPr>
          <p:cNvPr id="50" name="Text Placeholder 18">
            <a:extLst>
              <a:ext uri="{FF2B5EF4-FFF2-40B4-BE49-F238E27FC236}">
                <a16:creationId xmlns:a16="http://schemas.microsoft.com/office/drawing/2014/main" id="{4DA81E2D-5404-62A4-32F0-6A4EE5EF0029}"/>
              </a:ext>
            </a:extLst>
          </p:cNvPr>
          <p:cNvSpPr>
            <a:spLocks noGrp="1"/>
          </p:cNvSpPr>
          <p:nvPr>
            <p:custDataLst>
              <p:tags r:id="rId8"/>
            </p:custDataLst>
          </p:nvPr>
        </p:nvSpPr>
        <p:spPr bwMode="auto">
          <a:xfrm>
            <a:off x="4259263" y="5629275"/>
            <a:ext cx="46990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lgn="ctr">
              <a:spcBef>
                <a:spcPct val="0"/>
              </a:spcBef>
              <a:spcAft>
                <a:spcPct val="0"/>
              </a:spcAft>
            </a:pPr>
            <a:fld id="{30F0C05A-71AF-46B6-ADE7-4498E9AD3F77}" type="datetime'''1''''''''''''''1'''''''''''''''''':''''''''''0''0'''">
              <a:rPr lang="en-US" altLang="en-US" sz="1200" smtClean="0">
                <a:effectLst/>
              </a:rPr>
              <a:pPr lvl="0" algn="ctr">
                <a:spcBef>
                  <a:spcPct val="0"/>
                </a:spcBef>
                <a:spcAft>
                  <a:spcPct val="0"/>
                </a:spcAft>
              </a:pPr>
              <a:t>11:00</a:t>
            </a:fld>
            <a:endParaRPr lang="en-US" sz="1200" noProof="0" dirty="0"/>
          </a:p>
        </p:txBody>
      </p:sp>
      <p:sp>
        <p:nvSpPr>
          <p:cNvPr id="51" name="Text Placeholder 18">
            <a:extLst>
              <a:ext uri="{FF2B5EF4-FFF2-40B4-BE49-F238E27FC236}">
                <a16:creationId xmlns:a16="http://schemas.microsoft.com/office/drawing/2014/main" id="{7770E69B-88FD-46DC-C2E9-BB2F7F3A7AA5}"/>
              </a:ext>
            </a:extLst>
          </p:cNvPr>
          <p:cNvSpPr>
            <a:spLocks noGrp="1"/>
          </p:cNvSpPr>
          <p:nvPr>
            <p:custDataLst>
              <p:tags r:id="rId9"/>
            </p:custDataLst>
          </p:nvPr>
        </p:nvSpPr>
        <p:spPr bwMode="auto">
          <a:xfrm>
            <a:off x="4911725" y="5629275"/>
            <a:ext cx="46990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lgn="ctr">
              <a:spcBef>
                <a:spcPct val="0"/>
              </a:spcBef>
              <a:spcAft>
                <a:spcPct val="0"/>
              </a:spcAft>
            </a:pPr>
            <a:fld id="{0589EDEF-78AC-47FE-97A2-BA5F2C70402D}" type="datetime'''''''''''''12'''''''''''':''''''''''''''0''0'''''''">
              <a:rPr lang="en-US" altLang="en-US" sz="1200" smtClean="0">
                <a:effectLst/>
              </a:rPr>
              <a:pPr lvl="0" algn="ctr">
                <a:spcBef>
                  <a:spcPct val="0"/>
                </a:spcBef>
                <a:spcAft>
                  <a:spcPct val="0"/>
                </a:spcAft>
              </a:pPr>
              <a:t>12:00</a:t>
            </a:fld>
            <a:endParaRPr lang="en-US" sz="1200" noProof="0" dirty="0"/>
          </a:p>
        </p:txBody>
      </p:sp>
      <p:sp>
        <p:nvSpPr>
          <p:cNvPr id="52" name="Text Placeholder 18">
            <a:extLst>
              <a:ext uri="{FF2B5EF4-FFF2-40B4-BE49-F238E27FC236}">
                <a16:creationId xmlns:a16="http://schemas.microsoft.com/office/drawing/2014/main" id="{DA292A27-FC91-0D18-A539-815019F2C28F}"/>
              </a:ext>
            </a:extLst>
          </p:cNvPr>
          <p:cNvSpPr>
            <a:spLocks noGrp="1"/>
          </p:cNvSpPr>
          <p:nvPr>
            <p:custDataLst>
              <p:tags r:id="rId10"/>
            </p:custDataLst>
          </p:nvPr>
        </p:nvSpPr>
        <p:spPr bwMode="auto">
          <a:xfrm>
            <a:off x="5565775" y="5629275"/>
            <a:ext cx="46990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lgn="ctr">
              <a:spcBef>
                <a:spcPct val="0"/>
              </a:spcBef>
              <a:spcAft>
                <a:spcPct val="0"/>
              </a:spcAft>
            </a:pPr>
            <a:fld id="{CE306EF1-53EF-4E12-A0CE-A1075EF3EC0C}" type="datetime'''''''1''''''3'''':''''''0''0'''''''''''''''''''''''''''''''">
              <a:rPr lang="en-US" altLang="en-US" sz="1200" smtClean="0">
                <a:effectLst/>
              </a:rPr>
              <a:pPr lvl="0" algn="ctr">
                <a:spcBef>
                  <a:spcPct val="0"/>
                </a:spcBef>
                <a:spcAft>
                  <a:spcPct val="0"/>
                </a:spcAft>
              </a:pPr>
              <a:t>13:00</a:t>
            </a:fld>
            <a:endParaRPr lang="en-US" sz="1200" noProof="0" dirty="0"/>
          </a:p>
        </p:txBody>
      </p:sp>
      <p:sp>
        <p:nvSpPr>
          <p:cNvPr id="53" name="Text Placeholder 18">
            <a:extLst>
              <a:ext uri="{FF2B5EF4-FFF2-40B4-BE49-F238E27FC236}">
                <a16:creationId xmlns:a16="http://schemas.microsoft.com/office/drawing/2014/main" id="{91320403-A3E4-172B-DA62-A3A631952F08}"/>
              </a:ext>
            </a:extLst>
          </p:cNvPr>
          <p:cNvSpPr>
            <a:spLocks noGrp="1"/>
          </p:cNvSpPr>
          <p:nvPr>
            <p:custDataLst>
              <p:tags r:id="rId11"/>
            </p:custDataLst>
          </p:nvPr>
        </p:nvSpPr>
        <p:spPr bwMode="auto">
          <a:xfrm>
            <a:off x="6218238" y="5629275"/>
            <a:ext cx="46990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lgn="ctr">
              <a:spcBef>
                <a:spcPct val="0"/>
              </a:spcBef>
              <a:spcAft>
                <a:spcPct val="0"/>
              </a:spcAft>
            </a:pPr>
            <a:fld id="{1426020F-0925-4F2E-9613-D4ECBF17E27D}" type="datetime'''1''''''''4'':''''''''''0''''0'''''">
              <a:rPr lang="en-US" altLang="en-US" sz="1200" smtClean="0">
                <a:effectLst/>
              </a:rPr>
              <a:pPr lvl="0" algn="ctr">
                <a:spcBef>
                  <a:spcPct val="0"/>
                </a:spcBef>
                <a:spcAft>
                  <a:spcPct val="0"/>
                </a:spcAft>
              </a:pPr>
              <a:t>14:00</a:t>
            </a:fld>
            <a:endParaRPr lang="en-US" sz="1200" noProof="0" dirty="0"/>
          </a:p>
        </p:txBody>
      </p:sp>
      <p:sp>
        <p:nvSpPr>
          <p:cNvPr id="54" name="Text Placeholder 18">
            <a:extLst>
              <a:ext uri="{FF2B5EF4-FFF2-40B4-BE49-F238E27FC236}">
                <a16:creationId xmlns:a16="http://schemas.microsoft.com/office/drawing/2014/main" id="{1B8579CE-66EC-C29B-1CDB-CF5A90172715}"/>
              </a:ext>
            </a:extLst>
          </p:cNvPr>
          <p:cNvSpPr>
            <a:spLocks noGrp="1"/>
          </p:cNvSpPr>
          <p:nvPr>
            <p:custDataLst>
              <p:tags r:id="rId12"/>
            </p:custDataLst>
          </p:nvPr>
        </p:nvSpPr>
        <p:spPr bwMode="auto">
          <a:xfrm>
            <a:off x="6872288" y="5629275"/>
            <a:ext cx="46990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lgn="ctr">
              <a:spcBef>
                <a:spcPct val="0"/>
              </a:spcBef>
              <a:spcAft>
                <a:spcPct val="0"/>
              </a:spcAft>
            </a:pPr>
            <a:fld id="{C3E46719-5B28-462B-8A40-92BF401D2493}" type="datetime'''''''''1''''''''''''''''''''''''''''''5:''''''''''00'">
              <a:rPr lang="en-US" altLang="en-US" sz="1200" smtClean="0">
                <a:effectLst/>
              </a:rPr>
              <a:pPr lvl="0" algn="ctr">
                <a:spcBef>
                  <a:spcPct val="0"/>
                </a:spcBef>
                <a:spcAft>
                  <a:spcPct val="0"/>
                </a:spcAft>
              </a:pPr>
              <a:t>15:00</a:t>
            </a:fld>
            <a:endParaRPr lang="en-US" sz="1200" noProof="0" dirty="0"/>
          </a:p>
        </p:txBody>
      </p:sp>
      <p:sp>
        <p:nvSpPr>
          <p:cNvPr id="55" name="Text Placeholder 18">
            <a:extLst>
              <a:ext uri="{FF2B5EF4-FFF2-40B4-BE49-F238E27FC236}">
                <a16:creationId xmlns:a16="http://schemas.microsoft.com/office/drawing/2014/main" id="{0182E504-42DC-2BE1-F078-E93122CBFC43}"/>
              </a:ext>
            </a:extLst>
          </p:cNvPr>
          <p:cNvSpPr>
            <a:spLocks noGrp="1"/>
          </p:cNvSpPr>
          <p:nvPr>
            <p:custDataLst>
              <p:tags r:id="rId13"/>
            </p:custDataLst>
          </p:nvPr>
        </p:nvSpPr>
        <p:spPr bwMode="auto">
          <a:xfrm>
            <a:off x="7524750" y="5629275"/>
            <a:ext cx="46990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lgn="ctr">
              <a:spcBef>
                <a:spcPct val="0"/>
              </a:spcBef>
              <a:spcAft>
                <a:spcPct val="0"/>
              </a:spcAft>
            </a:pPr>
            <a:fld id="{215DE926-47C7-4607-93A2-2B1EF400E2B2}" type="datetime'''''''''''''''''''''''''''1''6:''''0''''''0'''''''''">
              <a:rPr lang="en-US" altLang="en-US" sz="1200" smtClean="0">
                <a:effectLst/>
              </a:rPr>
              <a:pPr lvl="0" algn="ctr">
                <a:spcBef>
                  <a:spcPct val="0"/>
                </a:spcBef>
                <a:spcAft>
                  <a:spcPct val="0"/>
                </a:spcAft>
              </a:pPr>
              <a:t>16:00</a:t>
            </a:fld>
            <a:endParaRPr lang="en-US" sz="1200" noProof="0" dirty="0"/>
          </a:p>
        </p:txBody>
      </p:sp>
      <p:sp>
        <p:nvSpPr>
          <p:cNvPr id="56" name="Text Placeholder 18">
            <a:extLst>
              <a:ext uri="{FF2B5EF4-FFF2-40B4-BE49-F238E27FC236}">
                <a16:creationId xmlns:a16="http://schemas.microsoft.com/office/drawing/2014/main" id="{2582EC10-2FF3-FFC9-16CF-1649CB032AF2}"/>
              </a:ext>
            </a:extLst>
          </p:cNvPr>
          <p:cNvSpPr>
            <a:spLocks noGrp="1"/>
          </p:cNvSpPr>
          <p:nvPr>
            <p:custDataLst>
              <p:tags r:id="rId14"/>
            </p:custDataLst>
          </p:nvPr>
        </p:nvSpPr>
        <p:spPr bwMode="auto">
          <a:xfrm>
            <a:off x="8178800" y="5629275"/>
            <a:ext cx="46990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lgn="ctr">
              <a:spcBef>
                <a:spcPct val="0"/>
              </a:spcBef>
              <a:spcAft>
                <a:spcPct val="0"/>
              </a:spcAft>
            </a:pPr>
            <a:fld id="{A84F97C2-9311-4045-8A82-2A1DFD4B31F6}" type="datetime'''''''''''''1''''7'''''''''''''':''''''0''''''0'''">
              <a:rPr lang="en-US" altLang="en-US" sz="1200" smtClean="0">
                <a:effectLst/>
              </a:rPr>
              <a:pPr lvl="0" algn="ctr">
                <a:spcBef>
                  <a:spcPct val="0"/>
                </a:spcBef>
                <a:spcAft>
                  <a:spcPct val="0"/>
                </a:spcAft>
              </a:pPr>
              <a:t>17:00</a:t>
            </a:fld>
            <a:endParaRPr lang="en-US" sz="1200" noProof="0" dirty="0"/>
          </a:p>
        </p:txBody>
      </p:sp>
      <p:sp>
        <p:nvSpPr>
          <p:cNvPr id="4" name="Text Placeholder 18">
            <a:extLst>
              <a:ext uri="{FF2B5EF4-FFF2-40B4-BE49-F238E27FC236}">
                <a16:creationId xmlns:a16="http://schemas.microsoft.com/office/drawing/2014/main" id="{98FB9729-2B4D-8B46-E8BF-646BEAA9D6A1}"/>
              </a:ext>
            </a:extLst>
          </p:cNvPr>
          <p:cNvSpPr>
            <a:spLocks noGrp="1"/>
          </p:cNvSpPr>
          <p:nvPr>
            <p:custDataLst>
              <p:tags r:id="rId15"/>
            </p:custDataLst>
          </p:nvPr>
        </p:nvSpPr>
        <p:spPr bwMode="auto">
          <a:xfrm>
            <a:off x="8858251" y="5629275"/>
            <a:ext cx="415925"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lgn="ctr">
              <a:spcBef>
                <a:spcPct val="0"/>
              </a:spcBef>
              <a:spcAft>
                <a:spcPct val="0"/>
              </a:spcAft>
            </a:pPr>
            <a:fld id="{8772F64A-35A6-4FC9-A085-DB994D14F268}" type="datetime'''''''La''b''''''e''''''l'''''''''''''''''">
              <a:rPr lang="en-US" altLang="en-US" sz="1200" smtClean="0"/>
              <a:pPr/>
              <a:t>Label</a:t>
            </a:fld>
            <a:endParaRPr lang="en-US" sz="1200" noProof="0" dirty="0"/>
          </a:p>
        </p:txBody>
      </p:sp>
      <p:sp>
        <p:nvSpPr>
          <p:cNvPr id="5" name="Text Placeholder 18">
            <a:extLst>
              <a:ext uri="{FF2B5EF4-FFF2-40B4-BE49-F238E27FC236}">
                <a16:creationId xmlns:a16="http://schemas.microsoft.com/office/drawing/2014/main" id="{883A4511-B9AE-9B3E-9139-977BDE2EE5DC}"/>
              </a:ext>
            </a:extLst>
          </p:cNvPr>
          <p:cNvSpPr>
            <a:spLocks noGrp="1"/>
          </p:cNvSpPr>
          <p:nvPr>
            <p:custDataLst>
              <p:tags r:id="rId16"/>
            </p:custDataLst>
          </p:nvPr>
        </p:nvSpPr>
        <p:spPr bwMode="auto">
          <a:xfrm>
            <a:off x="9512301" y="5629275"/>
            <a:ext cx="415925"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lgn="ctr">
              <a:spcBef>
                <a:spcPct val="0"/>
              </a:spcBef>
              <a:spcAft>
                <a:spcPct val="0"/>
              </a:spcAft>
            </a:pPr>
            <a:fld id="{DE762D7A-0DD3-4CA8-AB20-EE4476C2564E}" type="datetime'L''''''''''''''''''a''''b''''''''''e''''''''''''''''''''''l'">
              <a:rPr lang="en-US" altLang="en-US" sz="1200" smtClean="0"/>
              <a:pPr/>
              <a:t>Label</a:t>
            </a:fld>
            <a:endParaRPr lang="en-US" sz="1200" noProof="0" dirty="0"/>
          </a:p>
        </p:txBody>
      </p:sp>
      <p:sp>
        <p:nvSpPr>
          <p:cNvPr id="7" name="Text Placeholder 18">
            <a:extLst>
              <a:ext uri="{FF2B5EF4-FFF2-40B4-BE49-F238E27FC236}">
                <a16:creationId xmlns:a16="http://schemas.microsoft.com/office/drawing/2014/main" id="{9034EF3C-F862-FD00-CC77-BA65BE7C24AC}"/>
              </a:ext>
            </a:extLst>
          </p:cNvPr>
          <p:cNvSpPr>
            <a:spLocks noGrp="1"/>
          </p:cNvSpPr>
          <p:nvPr>
            <p:custDataLst>
              <p:tags r:id="rId17"/>
            </p:custDataLst>
          </p:nvPr>
        </p:nvSpPr>
        <p:spPr bwMode="auto">
          <a:xfrm>
            <a:off x="10164764" y="5629275"/>
            <a:ext cx="415925"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lgn="ctr">
              <a:spcBef>
                <a:spcPct val="0"/>
              </a:spcBef>
              <a:spcAft>
                <a:spcPct val="0"/>
              </a:spcAft>
            </a:pPr>
            <a:fld id="{FE17CFD4-ED92-4DD5-AC4B-1A3D796FC38A}" type="datetime'''''''''''L''''''''''a''b''''''''''''''e''''''''l'">
              <a:rPr lang="en-US" altLang="en-US" sz="1200" smtClean="0"/>
              <a:pPr/>
              <a:t>Label</a:t>
            </a:fld>
            <a:endParaRPr lang="en-US" sz="1200" noProof="0" dirty="0"/>
          </a:p>
        </p:txBody>
      </p:sp>
      <p:sp>
        <p:nvSpPr>
          <p:cNvPr id="9" name="Text Placeholder 18">
            <a:extLst>
              <a:ext uri="{FF2B5EF4-FFF2-40B4-BE49-F238E27FC236}">
                <a16:creationId xmlns:a16="http://schemas.microsoft.com/office/drawing/2014/main" id="{32DBFEE6-0712-7DF4-55D5-100AC3ECA737}"/>
              </a:ext>
            </a:extLst>
          </p:cNvPr>
          <p:cNvSpPr>
            <a:spLocks noGrp="1"/>
          </p:cNvSpPr>
          <p:nvPr>
            <p:custDataLst>
              <p:tags r:id="rId18"/>
            </p:custDataLst>
          </p:nvPr>
        </p:nvSpPr>
        <p:spPr bwMode="auto">
          <a:xfrm>
            <a:off x="10818814" y="5629275"/>
            <a:ext cx="415925"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lgn="ctr">
              <a:spcBef>
                <a:spcPct val="0"/>
              </a:spcBef>
              <a:spcAft>
                <a:spcPct val="0"/>
              </a:spcAft>
            </a:pPr>
            <a:fld id="{B9CAEE44-9044-4E2A-80A7-E8831618A9AE}" type="datetime'''''La''''''''''''''''b''''''''''''e''''l'">
              <a:rPr lang="en-US" altLang="en-US" sz="1200" smtClean="0"/>
              <a:pPr/>
              <a:t>Label</a:t>
            </a:fld>
            <a:endParaRPr lang="en-US" sz="1200" noProof="0" dirty="0"/>
          </a:p>
        </p:txBody>
      </p:sp>
      <p:sp>
        <p:nvSpPr>
          <p:cNvPr id="11" name="Text Placeholder 18">
            <a:extLst>
              <a:ext uri="{FF2B5EF4-FFF2-40B4-BE49-F238E27FC236}">
                <a16:creationId xmlns:a16="http://schemas.microsoft.com/office/drawing/2014/main" id="{D4A538BF-AB69-6D35-E9FF-C30F273E55FC}"/>
              </a:ext>
            </a:extLst>
          </p:cNvPr>
          <p:cNvSpPr>
            <a:spLocks noGrp="1"/>
          </p:cNvSpPr>
          <p:nvPr>
            <p:custDataLst>
              <p:tags r:id="rId19"/>
            </p:custDataLst>
          </p:nvPr>
        </p:nvSpPr>
        <p:spPr bwMode="auto">
          <a:xfrm>
            <a:off x="11471276" y="5629275"/>
            <a:ext cx="415925"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lgn="ctr">
              <a:spcBef>
                <a:spcPct val="0"/>
              </a:spcBef>
              <a:spcAft>
                <a:spcPct val="0"/>
              </a:spcAft>
            </a:pPr>
            <a:fld id="{B0017615-25A9-407D-94FA-677FA121BC33}" type="datetime'''''''''L''a''''''''''''''''b''''''el'''''''''''''''''">
              <a:rPr lang="en-US" altLang="en-US" sz="1200" smtClean="0"/>
              <a:pPr/>
              <a:t>Label</a:t>
            </a:fld>
            <a:endParaRPr lang="en-US" sz="1200" noProof="0" dirty="0"/>
          </a:p>
        </p:txBody>
      </p:sp>
      <p:cxnSp>
        <p:nvCxnSpPr>
          <p:cNvPr id="293" name="Straight Connector 292">
            <a:extLst>
              <a:ext uri="{FF2B5EF4-FFF2-40B4-BE49-F238E27FC236}">
                <a16:creationId xmlns:a16="http://schemas.microsoft.com/office/drawing/2014/main" id="{90FF6F7D-E121-A997-3A98-6F01236A3E1F}"/>
              </a:ext>
            </a:extLst>
          </p:cNvPr>
          <p:cNvCxnSpPr/>
          <p:nvPr>
            <p:custDataLst>
              <p:tags r:id="rId20"/>
            </p:custDataLst>
          </p:nvPr>
        </p:nvCxnSpPr>
        <p:spPr bwMode="gray">
          <a:xfrm>
            <a:off x="2076450" y="6113463"/>
            <a:ext cx="141288" cy="0"/>
          </a:xfrm>
          <a:prstGeom prst="line">
            <a:avLst/>
          </a:prstGeom>
          <a:ln w="19050" cap="rnd" cmpd="sng" algn="ctr">
            <a:solidFill>
              <a:schemeClr val="accent4"/>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735A1823-FAEA-C07E-B0C1-B0F2BD0E61CF}"/>
              </a:ext>
            </a:extLst>
          </p:cNvPr>
          <p:cNvCxnSpPr/>
          <p:nvPr>
            <p:custDataLst>
              <p:tags r:id="rId21"/>
            </p:custDataLst>
          </p:nvPr>
        </p:nvCxnSpPr>
        <p:spPr bwMode="gray">
          <a:xfrm>
            <a:off x="1282700" y="6113463"/>
            <a:ext cx="141288" cy="0"/>
          </a:xfrm>
          <a:prstGeom prst="line">
            <a:avLst/>
          </a:prstGeom>
          <a:ln w="19050" cap="rnd" cmpd="sng" algn="ctr">
            <a:solidFill>
              <a:schemeClr val="accent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98" name="Straight Connector 297">
            <a:extLst>
              <a:ext uri="{FF2B5EF4-FFF2-40B4-BE49-F238E27FC236}">
                <a16:creationId xmlns:a16="http://schemas.microsoft.com/office/drawing/2014/main" id="{AA97603C-91B5-D7C4-4EB1-CF6F2108C6B2}"/>
              </a:ext>
            </a:extLst>
          </p:cNvPr>
          <p:cNvCxnSpPr/>
          <p:nvPr>
            <p:custDataLst>
              <p:tags r:id="rId22"/>
            </p:custDataLst>
          </p:nvPr>
        </p:nvCxnSpPr>
        <p:spPr bwMode="gray">
          <a:xfrm>
            <a:off x="2874963" y="6488113"/>
            <a:ext cx="131763" cy="0"/>
          </a:xfrm>
          <a:prstGeom prst="line">
            <a:avLst/>
          </a:prstGeom>
          <a:ln w="28575" cap="rnd" cmpd="sng" algn="ctr">
            <a:solidFill>
              <a:schemeClr val="accent3"/>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91" name="Straight Connector 290">
            <a:extLst>
              <a:ext uri="{FF2B5EF4-FFF2-40B4-BE49-F238E27FC236}">
                <a16:creationId xmlns:a16="http://schemas.microsoft.com/office/drawing/2014/main" id="{D6EAE3DC-6D03-4094-1EFD-2B03AB9FFA5E}"/>
              </a:ext>
            </a:extLst>
          </p:cNvPr>
          <p:cNvCxnSpPr/>
          <p:nvPr>
            <p:custDataLst>
              <p:tags r:id="rId23"/>
            </p:custDataLst>
          </p:nvPr>
        </p:nvCxnSpPr>
        <p:spPr bwMode="gray">
          <a:xfrm>
            <a:off x="1282700" y="6300788"/>
            <a:ext cx="141288" cy="0"/>
          </a:xfrm>
          <a:prstGeom prst="line">
            <a:avLst/>
          </a:prstGeom>
          <a:ln w="19050" cap="rnd" cmpd="sng" algn="ctr">
            <a:solidFill>
              <a:schemeClr val="accent2"/>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02" name="Straight Connector 301">
            <a:extLst>
              <a:ext uri="{FF2B5EF4-FFF2-40B4-BE49-F238E27FC236}">
                <a16:creationId xmlns:a16="http://schemas.microsoft.com/office/drawing/2014/main" id="{B8E3170F-F956-0404-5377-406A722CC158}"/>
              </a:ext>
            </a:extLst>
          </p:cNvPr>
          <p:cNvCxnSpPr/>
          <p:nvPr>
            <p:custDataLst>
              <p:tags r:id="rId24"/>
            </p:custDataLst>
          </p:nvPr>
        </p:nvCxnSpPr>
        <p:spPr bwMode="gray">
          <a:xfrm>
            <a:off x="4530725" y="6113463"/>
            <a:ext cx="141288" cy="0"/>
          </a:xfrm>
          <a:prstGeom prst="line">
            <a:avLst/>
          </a:prstGeom>
          <a:ln w="19050" cap="rnd" cmpd="sng" algn="ctr">
            <a:solidFill>
              <a:schemeClr val="accent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92" name="Straight Connector 291">
            <a:extLst>
              <a:ext uri="{FF2B5EF4-FFF2-40B4-BE49-F238E27FC236}">
                <a16:creationId xmlns:a16="http://schemas.microsoft.com/office/drawing/2014/main" id="{E7696216-2BAD-C4A3-E50A-C675652998CA}"/>
              </a:ext>
            </a:extLst>
          </p:cNvPr>
          <p:cNvCxnSpPr/>
          <p:nvPr>
            <p:custDataLst>
              <p:tags r:id="rId25"/>
            </p:custDataLst>
          </p:nvPr>
        </p:nvCxnSpPr>
        <p:spPr bwMode="gray">
          <a:xfrm>
            <a:off x="1282700" y="6488113"/>
            <a:ext cx="141288" cy="0"/>
          </a:xfrm>
          <a:prstGeom prst="line">
            <a:avLst/>
          </a:prstGeom>
          <a:ln w="19050" cap="rnd" cmpd="sng" algn="ctr">
            <a:solidFill>
              <a:schemeClr val="accent3"/>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99" name="Straight Connector 298">
            <a:extLst>
              <a:ext uri="{FF2B5EF4-FFF2-40B4-BE49-F238E27FC236}">
                <a16:creationId xmlns:a16="http://schemas.microsoft.com/office/drawing/2014/main" id="{3C4DEE5E-95AB-BE68-A85D-21EBD8287846}"/>
              </a:ext>
            </a:extLst>
          </p:cNvPr>
          <p:cNvCxnSpPr/>
          <p:nvPr>
            <p:custDataLst>
              <p:tags r:id="rId26"/>
            </p:custDataLst>
          </p:nvPr>
        </p:nvCxnSpPr>
        <p:spPr bwMode="gray">
          <a:xfrm>
            <a:off x="3668713" y="6113463"/>
            <a:ext cx="131763" cy="0"/>
          </a:xfrm>
          <a:prstGeom prst="line">
            <a:avLst/>
          </a:prstGeom>
          <a:ln w="28575" cap="rnd" cmpd="sng" algn="ctr">
            <a:solidFill>
              <a:schemeClr val="accent4"/>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ABF874FF-47B7-7FBC-6568-F5A072B520F6}"/>
              </a:ext>
            </a:extLst>
          </p:cNvPr>
          <p:cNvCxnSpPr/>
          <p:nvPr>
            <p:custDataLst>
              <p:tags r:id="rId27"/>
            </p:custDataLst>
          </p:nvPr>
        </p:nvCxnSpPr>
        <p:spPr bwMode="gray">
          <a:xfrm>
            <a:off x="9736138" y="6113463"/>
            <a:ext cx="131763" cy="0"/>
          </a:xfrm>
          <a:prstGeom prst="line">
            <a:avLst/>
          </a:prstGeom>
          <a:ln w="28575" cap="rnd" cmpd="sng" algn="ctr">
            <a:solidFill>
              <a:schemeClr val="accent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04" name="Straight Connector 303">
            <a:extLst>
              <a:ext uri="{FF2B5EF4-FFF2-40B4-BE49-F238E27FC236}">
                <a16:creationId xmlns:a16="http://schemas.microsoft.com/office/drawing/2014/main" id="{A1C84C99-4EA6-2782-E738-763FAF4C2353}"/>
              </a:ext>
            </a:extLst>
          </p:cNvPr>
          <p:cNvCxnSpPr/>
          <p:nvPr>
            <p:custDataLst>
              <p:tags r:id="rId28"/>
            </p:custDataLst>
          </p:nvPr>
        </p:nvCxnSpPr>
        <p:spPr bwMode="gray">
          <a:xfrm>
            <a:off x="4530725" y="6488113"/>
            <a:ext cx="141288" cy="0"/>
          </a:xfrm>
          <a:prstGeom prst="line">
            <a:avLst/>
          </a:prstGeom>
          <a:ln w="19050" cap="rnd" cmpd="sng" algn="ctr">
            <a:solidFill>
              <a:schemeClr val="accent3"/>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94" name="Straight Connector 293">
            <a:extLst>
              <a:ext uri="{FF2B5EF4-FFF2-40B4-BE49-F238E27FC236}">
                <a16:creationId xmlns:a16="http://schemas.microsoft.com/office/drawing/2014/main" id="{27082C17-DF19-82A7-B6DE-85F525F49A01}"/>
              </a:ext>
            </a:extLst>
          </p:cNvPr>
          <p:cNvCxnSpPr/>
          <p:nvPr>
            <p:custDataLst>
              <p:tags r:id="rId29"/>
            </p:custDataLst>
          </p:nvPr>
        </p:nvCxnSpPr>
        <p:spPr bwMode="gray">
          <a:xfrm>
            <a:off x="2076450" y="6300788"/>
            <a:ext cx="141288" cy="0"/>
          </a:xfrm>
          <a:prstGeom prst="line">
            <a:avLst/>
          </a:prstGeom>
          <a:ln w="19050" cap="rnd" cmpd="sng" algn="ctr">
            <a:solidFill>
              <a:schemeClr val="accent5"/>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00" name="Straight Connector 299">
            <a:extLst>
              <a:ext uri="{FF2B5EF4-FFF2-40B4-BE49-F238E27FC236}">
                <a16:creationId xmlns:a16="http://schemas.microsoft.com/office/drawing/2014/main" id="{09F0399B-EF48-2043-0237-F7FEF91C0039}"/>
              </a:ext>
            </a:extLst>
          </p:cNvPr>
          <p:cNvCxnSpPr/>
          <p:nvPr>
            <p:custDataLst>
              <p:tags r:id="rId30"/>
            </p:custDataLst>
          </p:nvPr>
        </p:nvCxnSpPr>
        <p:spPr bwMode="gray">
          <a:xfrm>
            <a:off x="3668713" y="6300788"/>
            <a:ext cx="131763" cy="0"/>
          </a:xfrm>
          <a:prstGeom prst="line">
            <a:avLst/>
          </a:prstGeom>
          <a:ln w="28575" cap="rnd" cmpd="sng" algn="ctr">
            <a:solidFill>
              <a:schemeClr val="accent5"/>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95" name="Straight Connector 294">
            <a:extLst>
              <a:ext uri="{FF2B5EF4-FFF2-40B4-BE49-F238E27FC236}">
                <a16:creationId xmlns:a16="http://schemas.microsoft.com/office/drawing/2014/main" id="{49FD5C7C-6838-4AAC-698E-E1212C5AF55C}"/>
              </a:ext>
            </a:extLst>
          </p:cNvPr>
          <p:cNvCxnSpPr/>
          <p:nvPr>
            <p:custDataLst>
              <p:tags r:id="rId31"/>
            </p:custDataLst>
          </p:nvPr>
        </p:nvCxnSpPr>
        <p:spPr bwMode="gray">
          <a:xfrm>
            <a:off x="2076450" y="6488113"/>
            <a:ext cx="141288" cy="0"/>
          </a:xfrm>
          <a:prstGeom prst="line">
            <a:avLst/>
          </a:prstGeom>
          <a:ln w="19050" cap="rnd" cmpd="sng" algn="ctr">
            <a:solidFill>
              <a:schemeClr val="accent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03" name="Straight Connector 302">
            <a:extLst>
              <a:ext uri="{FF2B5EF4-FFF2-40B4-BE49-F238E27FC236}">
                <a16:creationId xmlns:a16="http://schemas.microsoft.com/office/drawing/2014/main" id="{7736362A-A6AE-DD4C-B089-069C7BB81396}"/>
              </a:ext>
            </a:extLst>
          </p:cNvPr>
          <p:cNvCxnSpPr/>
          <p:nvPr>
            <p:custDataLst>
              <p:tags r:id="rId32"/>
            </p:custDataLst>
          </p:nvPr>
        </p:nvCxnSpPr>
        <p:spPr bwMode="gray">
          <a:xfrm>
            <a:off x="4530725" y="6300788"/>
            <a:ext cx="141288" cy="0"/>
          </a:xfrm>
          <a:prstGeom prst="line">
            <a:avLst/>
          </a:prstGeom>
          <a:ln w="19050" cap="rnd" cmpd="sng" algn="ctr">
            <a:solidFill>
              <a:schemeClr val="accent2"/>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96" name="Straight Connector 295">
            <a:extLst>
              <a:ext uri="{FF2B5EF4-FFF2-40B4-BE49-F238E27FC236}">
                <a16:creationId xmlns:a16="http://schemas.microsoft.com/office/drawing/2014/main" id="{56441A72-D973-79E1-A644-00335ED2C58C}"/>
              </a:ext>
            </a:extLst>
          </p:cNvPr>
          <p:cNvCxnSpPr/>
          <p:nvPr>
            <p:custDataLst>
              <p:tags r:id="rId33"/>
            </p:custDataLst>
          </p:nvPr>
        </p:nvCxnSpPr>
        <p:spPr bwMode="gray">
          <a:xfrm>
            <a:off x="2874963" y="6113463"/>
            <a:ext cx="131763" cy="0"/>
          </a:xfrm>
          <a:prstGeom prst="line">
            <a:avLst/>
          </a:prstGeom>
          <a:ln w="28575" cap="rnd" cmpd="sng" algn="ctr">
            <a:solidFill>
              <a:schemeClr val="accent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01" name="Straight Connector 300">
            <a:extLst>
              <a:ext uri="{FF2B5EF4-FFF2-40B4-BE49-F238E27FC236}">
                <a16:creationId xmlns:a16="http://schemas.microsoft.com/office/drawing/2014/main" id="{81C34790-2B38-0370-7C89-DE9802071E92}"/>
              </a:ext>
            </a:extLst>
          </p:cNvPr>
          <p:cNvCxnSpPr/>
          <p:nvPr>
            <p:custDataLst>
              <p:tags r:id="rId34"/>
            </p:custDataLst>
          </p:nvPr>
        </p:nvCxnSpPr>
        <p:spPr bwMode="gray">
          <a:xfrm>
            <a:off x="3668713" y="6488113"/>
            <a:ext cx="131763" cy="0"/>
          </a:xfrm>
          <a:prstGeom prst="line">
            <a:avLst/>
          </a:prstGeom>
          <a:ln w="28575" cap="rnd" cmpd="sng" algn="ctr">
            <a:solidFill>
              <a:schemeClr val="accent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97" name="Straight Connector 296">
            <a:extLst>
              <a:ext uri="{FF2B5EF4-FFF2-40B4-BE49-F238E27FC236}">
                <a16:creationId xmlns:a16="http://schemas.microsoft.com/office/drawing/2014/main" id="{AA21D477-EC8D-40D2-BCFB-A3CE47089A81}"/>
              </a:ext>
            </a:extLst>
          </p:cNvPr>
          <p:cNvCxnSpPr/>
          <p:nvPr>
            <p:custDataLst>
              <p:tags r:id="rId35"/>
            </p:custDataLst>
          </p:nvPr>
        </p:nvCxnSpPr>
        <p:spPr bwMode="gray">
          <a:xfrm>
            <a:off x="2874963" y="6300788"/>
            <a:ext cx="131763" cy="0"/>
          </a:xfrm>
          <a:prstGeom prst="line">
            <a:avLst/>
          </a:prstGeom>
          <a:ln w="28575" cap="rnd" cmpd="sng" algn="ctr">
            <a:solidFill>
              <a:schemeClr val="accent2"/>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05" name="Straight Connector 304">
            <a:extLst>
              <a:ext uri="{FF2B5EF4-FFF2-40B4-BE49-F238E27FC236}">
                <a16:creationId xmlns:a16="http://schemas.microsoft.com/office/drawing/2014/main" id="{5BED3074-73C6-6818-4D49-86673E8C50FE}"/>
              </a:ext>
            </a:extLst>
          </p:cNvPr>
          <p:cNvCxnSpPr/>
          <p:nvPr>
            <p:custDataLst>
              <p:tags r:id="rId36"/>
            </p:custDataLst>
          </p:nvPr>
        </p:nvCxnSpPr>
        <p:spPr bwMode="gray">
          <a:xfrm>
            <a:off x="5397500" y="6113463"/>
            <a:ext cx="141288" cy="0"/>
          </a:xfrm>
          <a:prstGeom prst="line">
            <a:avLst/>
          </a:prstGeom>
          <a:ln w="19050" cap="rnd" cmpd="sng" algn="ctr">
            <a:solidFill>
              <a:schemeClr val="accent4"/>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06" name="Straight Connector 305">
            <a:extLst>
              <a:ext uri="{FF2B5EF4-FFF2-40B4-BE49-F238E27FC236}">
                <a16:creationId xmlns:a16="http://schemas.microsoft.com/office/drawing/2014/main" id="{24F0645A-5C14-F268-D10C-57825AE7F12A}"/>
              </a:ext>
            </a:extLst>
          </p:cNvPr>
          <p:cNvCxnSpPr/>
          <p:nvPr>
            <p:custDataLst>
              <p:tags r:id="rId37"/>
            </p:custDataLst>
          </p:nvPr>
        </p:nvCxnSpPr>
        <p:spPr bwMode="gray">
          <a:xfrm>
            <a:off x="5397500" y="6300788"/>
            <a:ext cx="141288" cy="0"/>
          </a:xfrm>
          <a:prstGeom prst="line">
            <a:avLst/>
          </a:prstGeom>
          <a:ln w="19050" cap="rnd" cmpd="sng" algn="ctr">
            <a:solidFill>
              <a:schemeClr val="accent5"/>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07" name="Straight Connector 306">
            <a:extLst>
              <a:ext uri="{FF2B5EF4-FFF2-40B4-BE49-F238E27FC236}">
                <a16:creationId xmlns:a16="http://schemas.microsoft.com/office/drawing/2014/main" id="{4BFCF6B3-951F-F588-0EB3-8BC7996DE025}"/>
              </a:ext>
            </a:extLst>
          </p:cNvPr>
          <p:cNvCxnSpPr/>
          <p:nvPr>
            <p:custDataLst>
              <p:tags r:id="rId38"/>
            </p:custDataLst>
          </p:nvPr>
        </p:nvCxnSpPr>
        <p:spPr bwMode="gray">
          <a:xfrm>
            <a:off x="5397500" y="6488113"/>
            <a:ext cx="141288" cy="0"/>
          </a:xfrm>
          <a:prstGeom prst="line">
            <a:avLst/>
          </a:prstGeom>
          <a:ln w="19050" cap="rnd" cmpd="sng" algn="ctr">
            <a:solidFill>
              <a:schemeClr val="accent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08" name="Straight Connector 307">
            <a:extLst>
              <a:ext uri="{FF2B5EF4-FFF2-40B4-BE49-F238E27FC236}">
                <a16:creationId xmlns:a16="http://schemas.microsoft.com/office/drawing/2014/main" id="{E5682BF4-B0D0-002D-F761-9B448E14149F}"/>
              </a:ext>
            </a:extLst>
          </p:cNvPr>
          <p:cNvCxnSpPr/>
          <p:nvPr>
            <p:custDataLst>
              <p:tags r:id="rId39"/>
            </p:custDataLst>
          </p:nvPr>
        </p:nvCxnSpPr>
        <p:spPr bwMode="gray">
          <a:xfrm>
            <a:off x="6269038" y="6113463"/>
            <a:ext cx="131763" cy="0"/>
          </a:xfrm>
          <a:prstGeom prst="line">
            <a:avLst/>
          </a:prstGeom>
          <a:ln w="28575" cap="rnd" cmpd="sng" algn="ctr">
            <a:solidFill>
              <a:schemeClr val="accent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09" name="Straight Connector 308">
            <a:extLst>
              <a:ext uri="{FF2B5EF4-FFF2-40B4-BE49-F238E27FC236}">
                <a16:creationId xmlns:a16="http://schemas.microsoft.com/office/drawing/2014/main" id="{5B32D669-3089-E62C-0F1A-4CF903F0D227}"/>
              </a:ext>
            </a:extLst>
          </p:cNvPr>
          <p:cNvCxnSpPr/>
          <p:nvPr>
            <p:custDataLst>
              <p:tags r:id="rId40"/>
            </p:custDataLst>
          </p:nvPr>
        </p:nvCxnSpPr>
        <p:spPr bwMode="gray">
          <a:xfrm>
            <a:off x="6269038" y="6300788"/>
            <a:ext cx="131763" cy="0"/>
          </a:xfrm>
          <a:prstGeom prst="line">
            <a:avLst/>
          </a:prstGeom>
          <a:ln w="28575" cap="rnd" cmpd="sng" algn="ctr">
            <a:solidFill>
              <a:schemeClr val="accent2"/>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10" name="Straight Connector 309">
            <a:extLst>
              <a:ext uri="{FF2B5EF4-FFF2-40B4-BE49-F238E27FC236}">
                <a16:creationId xmlns:a16="http://schemas.microsoft.com/office/drawing/2014/main" id="{31450809-4B7A-866D-11CB-CD2A5AAFBF83}"/>
              </a:ext>
            </a:extLst>
          </p:cNvPr>
          <p:cNvCxnSpPr/>
          <p:nvPr>
            <p:custDataLst>
              <p:tags r:id="rId41"/>
            </p:custDataLst>
          </p:nvPr>
        </p:nvCxnSpPr>
        <p:spPr bwMode="gray">
          <a:xfrm>
            <a:off x="6269038" y="6488113"/>
            <a:ext cx="131763" cy="0"/>
          </a:xfrm>
          <a:prstGeom prst="line">
            <a:avLst/>
          </a:prstGeom>
          <a:ln w="28575" cap="rnd" cmpd="sng" algn="ctr">
            <a:solidFill>
              <a:schemeClr val="accent3"/>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11" name="Straight Connector 310">
            <a:extLst>
              <a:ext uri="{FF2B5EF4-FFF2-40B4-BE49-F238E27FC236}">
                <a16:creationId xmlns:a16="http://schemas.microsoft.com/office/drawing/2014/main" id="{2A47BF0E-6805-2405-7A7F-38C963CEB156}"/>
              </a:ext>
            </a:extLst>
          </p:cNvPr>
          <p:cNvCxnSpPr/>
          <p:nvPr>
            <p:custDataLst>
              <p:tags r:id="rId42"/>
            </p:custDataLst>
          </p:nvPr>
        </p:nvCxnSpPr>
        <p:spPr bwMode="gray">
          <a:xfrm>
            <a:off x="7135813" y="6113463"/>
            <a:ext cx="131763" cy="0"/>
          </a:xfrm>
          <a:prstGeom prst="line">
            <a:avLst/>
          </a:prstGeom>
          <a:ln w="28575" cap="rnd" cmpd="sng" algn="ctr">
            <a:solidFill>
              <a:schemeClr val="accent4"/>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12" name="Straight Connector 311">
            <a:extLst>
              <a:ext uri="{FF2B5EF4-FFF2-40B4-BE49-F238E27FC236}">
                <a16:creationId xmlns:a16="http://schemas.microsoft.com/office/drawing/2014/main" id="{6D11398A-7D43-6E98-A139-BA68D44FFBAC}"/>
              </a:ext>
            </a:extLst>
          </p:cNvPr>
          <p:cNvCxnSpPr/>
          <p:nvPr>
            <p:custDataLst>
              <p:tags r:id="rId43"/>
            </p:custDataLst>
          </p:nvPr>
        </p:nvCxnSpPr>
        <p:spPr bwMode="gray">
          <a:xfrm>
            <a:off x="7135813" y="6300788"/>
            <a:ext cx="131763" cy="0"/>
          </a:xfrm>
          <a:prstGeom prst="line">
            <a:avLst/>
          </a:prstGeom>
          <a:ln w="28575" cap="rnd" cmpd="sng" algn="ctr">
            <a:solidFill>
              <a:schemeClr val="accent5"/>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13" name="Straight Connector 312">
            <a:extLst>
              <a:ext uri="{FF2B5EF4-FFF2-40B4-BE49-F238E27FC236}">
                <a16:creationId xmlns:a16="http://schemas.microsoft.com/office/drawing/2014/main" id="{08D96D39-588F-3952-B750-7D40A82D5AD8}"/>
              </a:ext>
            </a:extLst>
          </p:cNvPr>
          <p:cNvCxnSpPr/>
          <p:nvPr>
            <p:custDataLst>
              <p:tags r:id="rId44"/>
            </p:custDataLst>
          </p:nvPr>
        </p:nvCxnSpPr>
        <p:spPr bwMode="gray">
          <a:xfrm>
            <a:off x="7135813" y="6488113"/>
            <a:ext cx="131763" cy="0"/>
          </a:xfrm>
          <a:prstGeom prst="line">
            <a:avLst/>
          </a:prstGeom>
          <a:ln w="28575" cap="rnd" cmpd="sng" algn="ctr">
            <a:solidFill>
              <a:schemeClr val="accent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14" name="Straight Connector 313">
            <a:extLst>
              <a:ext uri="{FF2B5EF4-FFF2-40B4-BE49-F238E27FC236}">
                <a16:creationId xmlns:a16="http://schemas.microsoft.com/office/drawing/2014/main" id="{44A8E7B7-0980-F311-C583-D85EEB2629BE}"/>
              </a:ext>
            </a:extLst>
          </p:cNvPr>
          <p:cNvCxnSpPr/>
          <p:nvPr>
            <p:custDataLst>
              <p:tags r:id="rId45"/>
            </p:custDataLst>
          </p:nvPr>
        </p:nvCxnSpPr>
        <p:spPr bwMode="gray">
          <a:xfrm>
            <a:off x="7997825" y="6113463"/>
            <a:ext cx="141288" cy="0"/>
          </a:xfrm>
          <a:prstGeom prst="line">
            <a:avLst/>
          </a:prstGeom>
          <a:ln w="19050" cap="rnd" cmpd="sng" algn="ctr">
            <a:solidFill>
              <a:schemeClr val="accent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15" name="Straight Connector 314">
            <a:extLst>
              <a:ext uri="{FF2B5EF4-FFF2-40B4-BE49-F238E27FC236}">
                <a16:creationId xmlns:a16="http://schemas.microsoft.com/office/drawing/2014/main" id="{669C19B8-AF5B-7DCE-C8A1-24CEEDB1E052}"/>
              </a:ext>
            </a:extLst>
          </p:cNvPr>
          <p:cNvCxnSpPr/>
          <p:nvPr>
            <p:custDataLst>
              <p:tags r:id="rId46"/>
            </p:custDataLst>
          </p:nvPr>
        </p:nvCxnSpPr>
        <p:spPr bwMode="gray">
          <a:xfrm>
            <a:off x="7997825" y="6300788"/>
            <a:ext cx="141288" cy="0"/>
          </a:xfrm>
          <a:prstGeom prst="line">
            <a:avLst/>
          </a:prstGeom>
          <a:ln w="19050" cap="rnd" cmpd="sng" algn="ctr">
            <a:solidFill>
              <a:schemeClr val="accent2"/>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16" name="Straight Connector 315">
            <a:extLst>
              <a:ext uri="{FF2B5EF4-FFF2-40B4-BE49-F238E27FC236}">
                <a16:creationId xmlns:a16="http://schemas.microsoft.com/office/drawing/2014/main" id="{EBC1D25D-AFF7-8F5E-6DDE-1489DA43AA18}"/>
              </a:ext>
            </a:extLst>
          </p:cNvPr>
          <p:cNvCxnSpPr/>
          <p:nvPr>
            <p:custDataLst>
              <p:tags r:id="rId47"/>
            </p:custDataLst>
          </p:nvPr>
        </p:nvCxnSpPr>
        <p:spPr bwMode="gray">
          <a:xfrm>
            <a:off x="7997825" y="6488113"/>
            <a:ext cx="141288" cy="0"/>
          </a:xfrm>
          <a:prstGeom prst="line">
            <a:avLst/>
          </a:prstGeom>
          <a:ln w="19050" cap="rnd" cmpd="sng" algn="ctr">
            <a:solidFill>
              <a:schemeClr val="accent3"/>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17" name="Straight Connector 316">
            <a:extLst>
              <a:ext uri="{FF2B5EF4-FFF2-40B4-BE49-F238E27FC236}">
                <a16:creationId xmlns:a16="http://schemas.microsoft.com/office/drawing/2014/main" id="{D9B758C8-478B-D1A9-072A-67714B7CCA22}"/>
              </a:ext>
            </a:extLst>
          </p:cNvPr>
          <p:cNvCxnSpPr/>
          <p:nvPr>
            <p:custDataLst>
              <p:tags r:id="rId48"/>
            </p:custDataLst>
          </p:nvPr>
        </p:nvCxnSpPr>
        <p:spPr bwMode="gray">
          <a:xfrm>
            <a:off x="8864600" y="6113463"/>
            <a:ext cx="141288" cy="0"/>
          </a:xfrm>
          <a:prstGeom prst="line">
            <a:avLst/>
          </a:prstGeom>
          <a:ln w="19050" cap="rnd" cmpd="sng" algn="ctr">
            <a:solidFill>
              <a:schemeClr val="accent4"/>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18" name="Straight Connector 317">
            <a:extLst>
              <a:ext uri="{FF2B5EF4-FFF2-40B4-BE49-F238E27FC236}">
                <a16:creationId xmlns:a16="http://schemas.microsoft.com/office/drawing/2014/main" id="{8F83CA04-8EC4-9FE1-8987-AC319B49697A}"/>
              </a:ext>
            </a:extLst>
          </p:cNvPr>
          <p:cNvCxnSpPr/>
          <p:nvPr>
            <p:custDataLst>
              <p:tags r:id="rId49"/>
            </p:custDataLst>
          </p:nvPr>
        </p:nvCxnSpPr>
        <p:spPr bwMode="gray">
          <a:xfrm>
            <a:off x="8864600" y="6300788"/>
            <a:ext cx="141288" cy="0"/>
          </a:xfrm>
          <a:prstGeom prst="line">
            <a:avLst/>
          </a:prstGeom>
          <a:ln w="19050" cap="rnd" cmpd="sng" algn="ctr">
            <a:solidFill>
              <a:schemeClr val="accent5"/>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19" name="Straight Connector 318">
            <a:extLst>
              <a:ext uri="{FF2B5EF4-FFF2-40B4-BE49-F238E27FC236}">
                <a16:creationId xmlns:a16="http://schemas.microsoft.com/office/drawing/2014/main" id="{654CCABE-3986-3948-A430-0CC7850300BF}"/>
              </a:ext>
            </a:extLst>
          </p:cNvPr>
          <p:cNvCxnSpPr/>
          <p:nvPr>
            <p:custDataLst>
              <p:tags r:id="rId50"/>
            </p:custDataLst>
          </p:nvPr>
        </p:nvCxnSpPr>
        <p:spPr bwMode="gray">
          <a:xfrm>
            <a:off x="8864600" y="6488113"/>
            <a:ext cx="141288" cy="0"/>
          </a:xfrm>
          <a:prstGeom prst="line">
            <a:avLst/>
          </a:prstGeom>
          <a:ln w="19050" cap="rnd" cmpd="sng" algn="ctr">
            <a:solidFill>
              <a:schemeClr val="accent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0" name="Text Placeholder 18">
            <a:extLst>
              <a:ext uri="{FF2B5EF4-FFF2-40B4-BE49-F238E27FC236}">
                <a16:creationId xmlns:a16="http://schemas.microsoft.com/office/drawing/2014/main" id="{CDEB2C1E-3EAB-E60F-9029-5909DE421ABC}"/>
              </a:ext>
            </a:extLst>
          </p:cNvPr>
          <p:cNvSpPr>
            <a:spLocks noGrp="1"/>
          </p:cNvSpPr>
          <p:nvPr>
            <p:custDataLst>
              <p:tags r:id="rId51"/>
            </p:custDataLst>
          </p:nvPr>
        </p:nvSpPr>
        <p:spPr bwMode="auto">
          <a:xfrm>
            <a:off x="1484314" y="6049963"/>
            <a:ext cx="48101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148316C4-6422-4F4D-940F-BFBFDD2B24A8}" type="datetime'''1''''''-J''''''u''''''l''''''-''''2''3'''''''''''''''''''">
              <a:rPr lang="en-US" altLang="en-US" sz="900" smtClean="0"/>
              <a:pPr/>
              <a:t>1-Jul-23</a:t>
            </a:fld>
            <a:endParaRPr lang="en-US" sz="900" noProof="0" dirty="0"/>
          </a:p>
        </p:txBody>
      </p:sp>
      <p:sp>
        <p:nvSpPr>
          <p:cNvPr id="170" name="Text Placeholder 18">
            <a:extLst>
              <a:ext uri="{FF2B5EF4-FFF2-40B4-BE49-F238E27FC236}">
                <a16:creationId xmlns:a16="http://schemas.microsoft.com/office/drawing/2014/main" id="{EDFF89ED-8A35-B36E-B598-1B90E6CCEF1D}"/>
              </a:ext>
            </a:extLst>
          </p:cNvPr>
          <p:cNvSpPr>
            <a:spLocks noGrp="1"/>
          </p:cNvSpPr>
          <p:nvPr>
            <p:custDataLst>
              <p:tags r:id="rId52"/>
            </p:custDataLst>
          </p:nvPr>
        </p:nvSpPr>
        <p:spPr bwMode="auto">
          <a:xfrm>
            <a:off x="5599113" y="6237288"/>
            <a:ext cx="55403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EA5AA0D1-3455-4E05-A8F4-7007A28FA6D6}" type="datetime'''''1''7''''''''-''''Ju''''l-''''''''''2''''3'''''''''">
              <a:rPr lang="en-US" altLang="en-US" sz="900" smtClean="0"/>
              <a:pPr/>
              <a:t>17-Jul-23</a:t>
            </a:fld>
            <a:endParaRPr lang="en-US" sz="900" noProof="0" dirty="0"/>
          </a:p>
        </p:txBody>
      </p:sp>
      <p:sp>
        <p:nvSpPr>
          <p:cNvPr id="154" name="Text Placeholder 18">
            <a:extLst>
              <a:ext uri="{FF2B5EF4-FFF2-40B4-BE49-F238E27FC236}">
                <a16:creationId xmlns:a16="http://schemas.microsoft.com/office/drawing/2014/main" id="{A23D24A2-29E4-E9C1-2458-8AA82DB12191}"/>
              </a:ext>
            </a:extLst>
          </p:cNvPr>
          <p:cNvSpPr>
            <a:spLocks noGrp="1"/>
          </p:cNvSpPr>
          <p:nvPr>
            <p:custDataLst>
              <p:tags r:id="rId53"/>
            </p:custDataLst>
          </p:nvPr>
        </p:nvSpPr>
        <p:spPr bwMode="auto">
          <a:xfrm>
            <a:off x="1484314" y="6237288"/>
            <a:ext cx="48101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9B0B4E74-AEA2-4457-872D-289CE2132160}" type="datetime'''''''''''2''''''''''''-Ju''''''''''''l''-''''''''''''23'''''">
              <a:rPr lang="en-US" altLang="en-US" sz="900" smtClean="0"/>
              <a:pPr/>
              <a:t>2-Jul-23</a:t>
            </a:fld>
            <a:endParaRPr lang="en-US" sz="900" noProof="0" dirty="0"/>
          </a:p>
        </p:txBody>
      </p:sp>
      <p:sp>
        <p:nvSpPr>
          <p:cNvPr id="172" name="Text Placeholder 18">
            <a:extLst>
              <a:ext uri="{FF2B5EF4-FFF2-40B4-BE49-F238E27FC236}">
                <a16:creationId xmlns:a16="http://schemas.microsoft.com/office/drawing/2014/main" id="{1240A350-7557-7728-44E1-84A744237880}"/>
              </a:ext>
            </a:extLst>
          </p:cNvPr>
          <p:cNvSpPr>
            <a:spLocks noGrp="1"/>
          </p:cNvSpPr>
          <p:nvPr>
            <p:custDataLst>
              <p:tags r:id="rId54"/>
            </p:custDataLst>
          </p:nvPr>
        </p:nvSpPr>
        <p:spPr bwMode="auto">
          <a:xfrm>
            <a:off x="5599113" y="6424613"/>
            <a:ext cx="55403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8165E6BE-4B04-486D-B6C1-8D6B120FE499}" type="datetime'''1''''''8''-''''Ju''l''''''''''''''''''''''''-''2''3'">
              <a:rPr lang="en-US" altLang="en-US" sz="900" smtClean="0"/>
              <a:pPr/>
              <a:t>18-Jul-23</a:t>
            </a:fld>
            <a:endParaRPr lang="en-US" sz="900" noProof="0" dirty="0"/>
          </a:p>
        </p:txBody>
      </p:sp>
      <p:sp>
        <p:nvSpPr>
          <p:cNvPr id="156" name="Text Placeholder 18">
            <a:extLst>
              <a:ext uri="{FF2B5EF4-FFF2-40B4-BE49-F238E27FC236}">
                <a16:creationId xmlns:a16="http://schemas.microsoft.com/office/drawing/2014/main" id="{50D215C1-A4B5-6539-5565-56481506CC51}"/>
              </a:ext>
            </a:extLst>
          </p:cNvPr>
          <p:cNvSpPr>
            <a:spLocks noGrp="1"/>
          </p:cNvSpPr>
          <p:nvPr>
            <p:custDataLst>
              <p:tags r:id="rId55"/>
            </p:custDataLst>
          </p:nvPr>
        </p:nvSpPr>
        <p:spPr bwMode="auto">
          <a:xfrm>
            <a:off x="1484314" y="6424613"/>
            <a:ext cx="48101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F1ED4154-40B5-420E-B483-B4F55C9A0A36}" type="datetime'''3-''''''''''''''J''ul-2''3'''''''''''''''''''''">
              <a:rPr lang="en-US" altLang="en-US" sz="900" smtClean="0"/>
              <a:pPr/>
              <a:t>3-Jul-23</a:t>
            </a:fld>
            <a:endParaRPr lang="en-US" sz="900" noProof="0" dirty="0"/>
          </a:p>
        </p:txBody>
      </p:sp>
      <p:sp>
        <p:nvSpPr>
          <p:cNvPr id="173" name="Text Placeholder 18">
            <a:extLst>
              <a:ext uri="{FF2B5EF4-FFF2-40B4-BE49-F238E27FC236}">
                <a16:creationId xmlns:a16="http://schemas.microsoft.com/office/drawing/2014/main" id="{AE247B1C-E1C1-D511-6AFF-8768A59DFE9B}"/>
              </a:ext>
            </a:extLst>
          </p:cNvPr>
          <p:cNvSpPr>
            <a:spLocks noGrp="1"/>
          </p:cNvSpPr>
          <p:nvPr>
            <p:custDataLst>
              <p:tags r:id="rId56"/>
            </p:custDataLst>
          </p:nvPr>
        </p:nvSpPr>
        <p:spPr bwMode="auto">
          <a:xfrm>
            <a:off x="6465888" y="6049963"/>
            <a:ext cx="55403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B2F52B92-A908-4368-B5BF-3FC3FE26CC2E}" type="datetime'''''''''19-''Ju''''''l''-''''''''''''''2''3'''''''''''''">
              <a:rPr lang="en-US" altLang="en-US" sz="900" smtClean="0"/>
              <a:pPr/>
              <a:t>19-Jul-23</a:t>
            </a:fld>
            <a:endParaRPr lang="en-US" sz="900" noProof="0" dirty="0"/>
          </a:p>
        </p:txBody>
      </p:sp>
      <p:sp>
        <p:nvSpPr>
          <p:cNvPr id="159" name="Text Placeholder 18">
            <a:extLst>
              <a:ext uri="{FF2B5EF4-FFF2-40B4-BE49-F238E27FC236}">
                <a16:creationId xmlns:a16="http://schemas.microsoft.com/office/drawing/2014/main" id="{C6D0C0BC-3A14-DD23-BD88-29CB58132261}"/>
              </a:ext>
            </a:extLst>
          </p:cNvPr>
          <p:cNvSpPr>
            <a:spLocks noGrp="1"/>
          </p:cNvSpPr>
          <p:nvPr>
            <p:custDataLst>
              <p:tags r:id="rId57"/>
            </p:custDataLst>
          </p:nvPr>
        </p:nvSpPr>
        <p:spPr bwMode="auto">
          <a:xfrm>
            <a:off x="2278063" y="6049963"/>
            <a:ext cx="48101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598DE91A-711B-4A22-AF54-8FC5F7449350}" type="datetime'''''''''''''''4''''-J''''u''''''''l''''-2''3'''''''''''">
              <a:rPr lang="en-US" altLang="en-US" sz="900" smtClean="0"/>
              <a:pPr/>
              <a:t>4-Jul-23</a:t>
            </a:fld>
            <a:endParaRPr lang="en-US" sz="900" noProof="0" dirty="0"/>
          </a:p>
        </p:txBody>
      </p:sp>
      <p:sp>
        <p:nvSpPr>
          <p:cNvPr id="164" name="Text Placeholder 18">
            <a:extLst>
              <a:ext uri="{FF2B5EF4-FFF2-40B4-BE49-F238E27FC236}">
                <a16:creationId xmlns:a16="http://schemas.microsoft.com/office/drawing/2014/main" id="{5D9C3946-AEF0-5FE6-748A-167E8C3881D0}"/>
              </a:ext>
            </a:extLst>
          </p:cNvPr>
          <p:cNvSpPr>
            <a:spLocks noGrp="1"/>
          </p:cNvSpPr>
          <p:nvPr>
            <p:custDataLst>
              <p:tags r:id="rId58"/>
            </p:custDataLst>
          </p:nvPr>
        </p:nvSpPr>
        <p:spPr bwMode="auto">
          <a:xfrm>
            <a:off x="6465888" y="6237288"/>
            <a:ext cx="55403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A12942A7-C1F6-43A7-811A-AA4F5657D64E}" type="datetime'''''''''''2''''''''''''''0-J''ul-''''''2''''''''''''''''3'">
              <a:rPr lang="en-US" altLang="en-US" sz="900" smtClean="0"/>
              <a:pPr/>
              <a:t>20-Jul-23</a:t>
            </a:fld>
            <a:endParaRPr lang="en-US" sz="900" noProof="0" dirty="0"/>
          </a:p>
        </p:txBody>
      </p:sp>
      <p:sp>
        <p:nvSpPr>
          <p:cNvPr id="160" name="Text Placeholder 18">
            <a:extLst>
              <a:ext uri="{FF2B5EF4-FFF2-40B4-BE49-F238E27FC236}">
                <a16:creationId xmlns:a16="http://schemas.microsoft.com/office/drawing/2014/main" id="{ED8D6488-80E8-BE37-F819-744784F28DC4}"/>
              </a:ext>
            </a:extLst>
          </p:cNvPr>
          <p:cNvSpPr>
            <a:spLocks noGrp="1"/>
          </p:cNvSpPr>
          <p:nvPr>
            <p:custDataLst>
              <p:tags r:id="rId59"/>
            </p:custDataLst>
          </p:nvPr>
        </p:nvSpPr>
        <p:spPr bwMode="auto">
          <a:xfrm>
            <a:off x="2278064" y="6237288"/>
            <a:ext cx="48101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E8825464-CE0E-4CC1-BAF5-4C64DD15A5D9}" type="datetime'5''-''''''''''''Ju''''''''''l-''2''''''''''''''''''''3'''''">
              <a:rPr lang="en-US" altLang="en-US" sz="900" smtClean="0"/>
              <a:pPr/>
              <a:t>5-Jul-23</a:t>
            </a:fld>
            <a:endParaRPr lang="en-US" sz="900" noProof="0" dirty="0"/>
          </a:p>
        </p:txBody>
      </p:sp>
      <p:sp>
        <p:nvSpPr>
          <p:cNvPr id="171" name="Text Placeholder 18">
            <a:extLst>
              <a:ext uri="{FF2B5EF4-FFF2-40B4-BE49-F238E27FC236}">
                <a16:creationId xmlns:a16="http://schemas.microsoft.com/office/drawing/2014/main" id="{4A05A4DC-EBD2-985D-2BCC-E68DF78EB400}"/>
              </a:ext>
            </a:extLst>
          </p:cNvPr>
          <p:cNvSpPr>
            <a:spLocks noGrp="1"/>
          </p:cNvSpPr>
          <p:nvPr>
            <p:custDataLst>
              <p:tags r:id="rId60"/>
            </p:custDataLst>
          </p:nvPr>
        </p:nvSpPr>
        <p:spPr bwMode="auto">
          <a:xfrm>
            <a:off x="6465888" y="6424613"/>
            <a:ext cx="55403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C8F8506B-E28F-4ABF-AEB1-C5CEA32F045E}" type="datetime'''2''1''''-''''J''u''''''''l''''''''''''-''''''2''3'''''">
              <a:rPr lang="en-US" altLang="en-US" sz="900" smtClean="0"/>
              <a:pPr/>
              <a:t>21-Jul-23</a:t>
            </a:fld>
            <a:endParaRPr lang="en-US" sz="900" noProof="0" dirty="0"/>
          </a:p>
        </p:txBody>
      </p:sp>
      <p:sp>
        <p:nvSpPr>
          <p:cNvPr id="161" name="Text Placeholder 18">
            <a:extLst>
              <a:ext uri="{FF2B5EF4-FFF2-40B4-BE49-F238E27FC236}">
                <a16:creationId xmlns:a16="http://schemas.microsoft.com/office/drawing/2014/main" id="{AC12B8E3-6051-B123-C887-74FA24D14BA4}"/>
              </a:ext>
            </a:extLst>
          </p:cNvPr>
          <p:cNvSpPr>
            <a:spLocks noGrp="1"/>
          </p:cNvSpPr>
          <p:nvPr>
            <p:custDataLst>
              <p:tags r:id="rId61"/>
            </p:custDataLst>
          </p:nvPr>
        </p:nvSpPr>
        <p:spPr bwMode="auto">
          <a:xfrm>
            <a:off x="2278064" y="6424613"/>
            <a:ext cx="48101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5C2DB598-523D-46B5-85FA-EC6A7B6D33E6}" type="datetime'''6-''''''''''J''''u''''''l''''''''''''''''''-''''''23'''">
              <a:rPr lang="en-US" altLang="en-US" sz="900" smtClean="0"/>
              <a:pPr/>
              <a:t>6-Jul-23</a:t>
            </a:fld>
            <a:endParaRPr lang="en-US" sz="900" noProof="0" dirty="0"/>
          </a:p>
        </p:txBody>
      </p:sp>
      <p:sp>
        <p:nvSpPr>
          <p:cNvPr id="174" name="Text Placeholder 18">
            <a:extLst>
              <a:ext uri="{FF2B5EF4-FFF2-40B4-BE49-F238E27FC236}">
                <a16:creationId xmlns:a16="http://schemas.microsoft.com/office/drawing/2014/main" id="{C91A48EF-97AB-1012-A07B-EAF4F91EF513}"/>
              </a:ext>
            </a:extLst>
          </p:cNvPr>
          <p:cNvSpPr>
            <a:spLocks noGrp="1"/>
          </p:cNvSpPr>
          <p:nvPr>
            <p:custDataLst>
              <p:tags r:id="rId62"/>
            </p:custDataLst>
          </p:nvPr>
        </p:nvSpPr>
        <p:spPr bwMode="auto">
          <a:xfrm>
            <a:off x="7332663" y="6049963"/>
            <a:ext cx="55403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6F3E18EB-1743-4CF4-A697-F7A3E84A3673}" type="datetime'2''''2''-J''''''u''''''''''l''''''''''''-''''2''3'''''''''''">
              <a:rPr lang="en-US" altLang="en-US" sz="900" smtClean="0"/>
              <a:pPr/>
              <a:t>22-Jul-23</a:t>
            </a:fld>
            <a:endParaRPr lang="en-US" sz="900" noProof="0" dirty="0"/>
          </a:p>
        </p:txBody>
      </p:sp>
      <p:sp>
        <p:nvSpPr>
          <p:cNvPr id="151" name="Text Placeholder 18">
            <a:extLst>
              <a:ext uri="{FF2B5EF4-FFF2-40B4-BE49-F238E27FC236}">
                <a16:creationId xmlns:a16="http://schemas.microsoft.com/office/drawing/2014/main" id="{03B585BC-2A48-6395-0BEE-88252AB7174A}"/>
              </a:ext>
            </a:extLst>
          </p:cNvPr>
          <p:cNvSpPr>
            <a:spLocks noGrp="1"/>
          </p:cNvSpPr>
          <p:nvPr>
            <p:custDataLst>
              <p:tags r:id="rId63"/>
            </p:custDataLst>
          </p:nvPr>
        </p:nvSpPr>
        <p:spPr bwMode="auto">
          <a:xfrm>
            <a:off x="3071813" y="6049963"/>
            <a:ext cx="48101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D7E3F4B3-BAEE-42FE-A8AD-DEF4007DC359}" type="datetime'''''''''''''''''''7''-''J''u''''l-''''''23'''''''''''''''''">
              <a:rPr lang="en-US" altLang="en-US" sz="900" smtClean="0"/>
              <a:pPr/>
              <a:t>7-Jul-23</a:t>
            </a:fld>
            <a:endParaRPr lang="en-US" sz="900" noProof="0" dirty="0"/>
          </a:p>
        </p:txBody>
      </p:sp>
      <p:sp>
        <p:nvSpPr>
          <p:cNvPr id="176" name="Text Placeholder 18">
            <a:extLst>
              <a:ext uri="{FF2B5EF4-FFF2-40B4-BE49-F238E27FC236}">
                <a16:creationId xmlns:a16="http://schemas.microsoft.com/office/drawing/2014/main" id="{BB6C5473-DC3A-C9EA-201A-D71E1D7DCD61}"/>
              </a:ext>
            </a:extLst>
          </p:cNvPr>
          <p:cNvSpPr>
            <a:spLocks noGrp="1"/>
          </p:cNvSpPr>
          <p:nvPr>
            <p:custDataLst>
              <p:tags r:id="rId64"/>
            </p:custDataLst>
          </p:nvPr>
        </p:nvSpPr>
        <p:spPr bwMode="auto">
          <a:xfrm>
            <a:off x="7332663" y="6237288"/>
            <a:ext cx="55403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CE91D87A-8D82-46C7-86FD-6C3D1B9C8CF4}" type="datetime'''''''2''''3-''''''Ju''''l''''-''2''''''''3'''''''''''''''">
              <a:rPr lang="en-US" altLang="en-US" sz="900" smtClean="0"/>
              <a:pPr/>
              <a:t>23-Jul-23</a:t>
            </a:fld>
            <a:endParaRPr lang="en-US" sz="900" noProof="0" dirty="0"/>
          </a:p>
        </p:txBody>
      </p:sp>
      <p:sp>
        <p:nvSpPr>
          <p:cNvPr id="155" name="Text Placeholder 18">
            <a:extLst>
              <a:ext uri="{FF2B5EF4-FFF2-40B4-BE49-F238E27FC236}">
                <a16:creationId xmlns:a16="http://schemas.microsoft.com/office/drawing/2014/main" id="{D2CFF3FE-F24C-D333-DF38-B094B8085A71}"/>
              </a:ext>
            </a:extLst>
          </p:cNvPr>
          <p:cNvSpPr>
            <a:spLocks noGrp="1"/>
          </p:cNvSpPr>
          <p:nvPr>
            <p:custDataLst>
              <p:tags r:id="rId65"/>
            </p:custDataLst>
          </p:nvPr>
        </p:nvSpPr>
        <p:spPr bwMode="auto">
          <a:xfrm>
            <a:off x="3071813" y="6237288"/>
            <a:ext cx="48101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3ED5D54F-8920-4607-B3A7-E5A111851088}" type="datetime'''8''''-''''J''u''l''''''-''''''23'''''''''''''''">
              <a:rPr lang="en-US" altLang="en-US" sz="900" smtClean="0"/>
              <a:pPr/>
              <a:t>8-Jul-23</a:t>
            </a:fld>
            <a:endParaRPr lang="en-US" sz="900" noProof="0" dirty="0"/>
          </a:p>
        </p:txBody>
      </p:sp>
      <p:sp>
        <p:nvSpPr>
          <p:cNvPr id="175" name="Text Placeholder 18">
            <a:extLst>
              <a:ext uri="{FF2B5EF4-FFF2-40B4-BE49-F238E27FC236}">
                <a16:creationId xmlns:a16="http://schemas.microsoft.com/office/drawing/2014/main" id="{87BF580F-09B6-07B3-C860-2AF39E11D6AD}"/>
              </a:ext>
            </a:extLst>
          </p:cNvPr>
          <p:cNvSpPr>
            <a:spLocks noGrp="1"/>
          </p:cNvSpPr>
          <p:nvPr>
            <p:custDataLst>
              <p:tags r:id="rId66"/>
            </p:custDataLst>
          </p:nvPr>
        </p:nvSpPr>
        <p:spPr bwMode="auto">
          <a:xfrm>
            <a:off x="7332663" y="6424613"/>
            <a:ext cx="55403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74D6C9B0-59DB-4CC2-90E6-28A1857EFFE3}" type="datetime'''''2''''''''''''''''4-J''u''l''''-''''2''''''3'''''''">
              <a:rPr lang="en-US" altLang="en-US" sz="900" smtClean="0"/>
              <a:pPr/>
              <a:t>24-Jul-23</a:t>
            </a:fld>
            <a:endParaRPr lang="en-US" sz="900" noProof="0" dirty="0"/>
          </a:p>
        </p:txBody>
      </p:sp>
      <p:sp>
        <p:nvSpPr>
          <p:cNvPr id="157" name="Text Placeholder 18">
            <a:extLst>
              <a:ext uri="{FF2B5EF4-FFF2-40B4-BE49-F238E27FC236}">
                <a16:creationId xmlns:a16="http://schemas.microsoft.com/office/drawing/2014/main" id="{E7883EDA-9E16-F3C6-5A09-4CCF73234DF0}"/>
              </a:ext>
            </a:extLst>
          </p:cNvPr>
          <p:cNvSpPr>
            <a:spLocks noGrp="1"/>
          </p:cNvSpPr>
          <p:nvPr>
            <p:custDataLst>
              <p:tags r:id="rId67"/>
            </p:custDataLst>
          </p:nvPr>
        </p:nvSpPr>
        <p:spPr bwMode="auto">
          <a:xfrm>
            <a:off x="3071814" y="6424613"/>
            <a:ext cx="48101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455DEFE2-0AF4-4109-AA01-C0CFBE84C81A}" type="datetime'''''''''''''''''9''-''''''''''''J''''''u''l''-''''2''3'">
              <a:rPr lang="en-US" altLang="en-US" sz="900" smtClean="0"/>
              <a:pPr/>
              <a:t>9-Jul-23</a:t>
            </a:fld>
            <a:endParaRPr lang="en-US" sz="900" noProof="0" dirty="0"/>
          </a:p>
        </p:txBody>
      </p:sp>
      <p:sp>
        <p:nvSpPr>
          <p:cNvPr id="177" name="Text Placeholder 18">
            <a:extLst>
              <a:ext uri="{FF2B5EF4-FFF2-40B4-BE49-F238E27FC236}">
                <a16:creationId xmlns:a16="http://schemas.microsoft.com/office/drawing/2014/main" id="{8C5B98A9-E035-63A1-4673-150C9031E06E}"/>
              </a:ext>
            </a:extLst>
          </p:cNvPr>
          <p:cNvSpPr>
            <a:spLocks noGrp="1"/>
          </p:cNvSpPr>
          <p:nvPr>
            <p:custDataLst>
              <p:tags r:id="rId68"/>
            </p:custDataLst>
          </p:nvPr>
        </p:nvSpPr>
        <p:spPr bwMode="auto">
          <a:xfrm>
            <a:off x="8199438" y="6049963"/>
            <a:ext cx="55403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C5C69AE1-40A3-41F2-B6EE-AD4FC6ACF47D}" type="datetime'''''2''''5''''''''''-''J''''u''''l''''''-2''''''3'''''''''''">
              <a:rPr lang="en-US" altLang="en-US" sz="900" smtClean="0"/>
              <a:pPr/>
              <a:t>25-Jul-23</a:t>
            </a:fld>
            <a:endParaRPr lang="en-US" sz="900" noProof="0" dirty="0"/>
          </a:p>
        </p:txBody>
      </p:sp>
      <p:sp>
        <p:nvSpPr>
          <p:cNvPr id="162" name="Text Placeholder 18">
            <a:extLst>
              <a:ext uri="{FF2B5EF4-FFF2-40B4-BE49-F238E27FC236}">
                <a16:creationId xmlns:a16="http://schemas.microsoft.com/office/drawing/2014/main" id="{1AA6840F-2066-6C03-D25C-5E3CF18AB7B4}"/>
              </a:ext>
            </a:extLst>
          </p:cNvPr>
          <p:cNvSpPr>
            <a:spLocks noGrp="1"/>
          </p:cNvSpPr>
          <p:nvPr>
            <p:custDataLst>
              <p:tags r:id="rId69"/>
            </p:custDataLst>
          </p:nvPr>
        </p:nvSpPr>
        <p:spPr bwMode="auto">
          <a:xfrm>
            <a:off x="3865563" y="6049963"/>
            <a:ext cx="55403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ED1956DA-2C59-4E3E-991F-FAFD13750A3F}" type="datetime'''''1''''''''0''''''''''''''-''''''''''''''''J''u''l''-23'">
              <a:rPr lang="en-US" altLang="en-US" sz="900" smtClean="0"/>
              <a:pPr/>
              <a:t>10-Jul-23</a:t>
            </a:fld>
            <a:endParaRPr lang="en-US" sz="900" noProof="0" dirty="0"/>
          </a:p>
        </p:txBody>
      </p:sp>
      <p:sp>
        <p:nvSpPr>
          <p:cNvPr id="153" name="Text Placeholder 18">
            <a:extLst>
              <a:ext uri="{FF2B5EF4-FFF2-40B4-BE49-F238E27FC236}">
                <a16:creationId xmlns:a16="http://schemas.microsoft.com/office/drawing/2014/main" id="{9A6FCEF9-E112-61BA-FE95-706416FEABD9}"/>
              </a:ext>
            </a:extLst>
          </p:cNvPr>
          <p:cNvSpPr>
            <a:spLocks noGrp="1"/>
          </p:cNvSpPr>
          <p:nvPr>
            <p:custDataLst>
              <p:tags r:id="rId70"/>
            </p:custDataLst>
          </p:nvPr>
        </p:nvSpPr>
        <p:spPr bwMode="auto">
          <a:xfrm>
            <a:off x="8199438" y="6237288"/>
            <a:ext cx="55403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0DC17157-AC80-4C1A-A277-9413D4C15B11}" type="datetime'''2''''6''''-''J''''''ul-''2''''''''''''''3'''''''''''''">
              <a:rPr lang="en-US" altLang="en-US" sz="900" smtClean="0"/>
              <a:pPr/>
              <a:t>26-Jul-23</a:t>
            </a:fld>
            <a:endParaRPr lang="en-US" sz="900" noProof="0" dirty="0"/>
          </a:p>
        </p:txBody>
      </p:sp>
      <p:sp>
        <p:nvSpPr>
          <p:cNvPr id="163" name="Text Placeholder 18">
            <a:extLst>
              <a:ext uri="{FF2B5EF4-FFF2-40B4-BE49-F238E27FC236}">
                <a16:creationId xmlns:a16="http://schemas.microsoft.com/office/drawing/2014/main" id="{4662449E-4024-8D75-32F8-C85740816986}"/>
              </a:ext>
            </a:extLst>
          </p:cNvPr>
          <p:cNvSpPr>
            <a:spLocks noGrp="1"/>
          </p:cNvSpPr>
          <p:nvPr>
            <p:custDataLst>
              <p:tags r:id="rId71"/>
            </p:custDataLst>
          </p:nvPr>
        </p:nvSpPr>
        <p:spPr bwMode="auto">
          <a:xfrm>
            <a:off x="3865563" y="6237288"/>
            <a:ext cx="55403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A6DF8A42-920A-4463-8415-2AB0B61F1178}" type="datetime'''''1''1''-''''''Ju''l''-''''''''''2''''''''''''''''''3'''''''">
              <a:rPr lang="en-US" altLang="en-US" sz="900" smtClean="0"/>
              <a:pPr/>
              <a:t>11-Jul-23</a:t>
            </a:fld>
            <a:endParaRPr lang="en-US" sz="900" noProof="0" dirty="0"/>
          </a:p>
        </p:txBody>
      </p:sp>
      <p:sp>
        <p:nvSpPr>
          <p:cNvPr id="158" name="Text Placeholder 18">
            <a:extLst>
              <a:ext uri="{FF2B5EF4-FFF2-40B4-BE49-F238E27FC236}">
                <a16:creationId xmlns:a16="http://schemas.microsoft.com/office/drawing/2014/main" id="{1011DE5D-C530-F7B7-6774-C7D4C199A889}"/>
              </a:ext>
            </a:extLst>
          </p:cNvPr>
          <p:cNvSpPr>
            <a:spLocks noGrp="1"/>
          </p:cNvSpPr>
          <p:nvPr>
            <p:custDataLst>
              <p:tags r:id="rId72"/>
            </p:custDataLst>
          </p:nvPr>
        </p:nvSpPr>
        <p:spPr bwMode="auto">
          <a:xfrm>
            <a:off x="8199438" y="6424613"/>
            <a:ext cx="55403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91E8C38C-8AA0-44FC-892C-7972CC2BD484}" type="datetime'2''''7''''''-''J''''''''''''''u''''''l-''''''23'''''''''">
              <a:rPr lang="en-US" altLang="en-US" sz="900" smtClean="0"/>
              <a:pPr/>
              <a:t>27-Jul-23</a:t>
            </a:fld>
            <a:endParaRPr lang="en-US" sz="900" noProof="0" dirty="0"/>
          </a:p>
        </p:txBody>
      </p:sp>
      <p:sp>
        <p:nvSpPr>
          <p:cNvPr id="165" name="Text Placeholder 18">
            <a:extLst>
              <a:ext uri="{FF2B5EF4-FFF2-40B4-BE49-F238E27FC236}">
                <a16:creationId xmlns:a16="http://schemas.microsoft.com/office/drawing/2014/main" id="{0B17710B-D742-13EF-23EF-8B675F3194C0}"/>
              </a:ext>
            </a:extLst>
          </p:cNvPr>
          <p:cNvSpPr>
            <a:spLocks noGrp="1"/>
          </p:cNvSpPr>
          <p:nvPr>
            <p:custDataLst>
              <p:tags r:id="rId73"/>
            </p:custDataLst>
          </p:nvPr>
        </p:nvSpPr>
        <p:spPr bwMode="auto">
          <a:xfrm>
            <a:off x="3865563" y="6424613"/>
            <a:ext cx="55403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F200E395-3A00-4FE4-B9C9-A777CAEF1177}" type="datetime'1''''''''''''2''''''''-''''J''''''''''''''''u''''''l-''23'">
              <a:rPr lang="en-US" altLang="en-US" sz="900" smtClean="0"/>
              <a:pPr/>
              <a:t>12-Jul-23</a:t>
            </a:fld>
            <a:endParaRPr lang="en-US" sz="900" noProof="0" dirty="0"/>
          </a:p>
        </p:txBody>
      </p:sp>
      <p:sp>
        <p:nvSpPr>
          <p:cNvPr id="166" name="Text Placeholder 18">
            <a:extLst>
              <a:ext uri="{FF2B5EF4-FFF2-40B4-BE49-F238E27FC236}">
                <a16:creationId xmlns:a16="http://schemas.microsoft.com/office/drawing/2014/main" id="{B62D69AA-A492-2A0A-7369-B2ED90339DFF}"/>
              </a:ext>
            </a:extLst>
          </p:cNvPr>
          <p:cNvSpPr>
            <a:spLocks noGrp="1"/>
          </p:cNvSpPr>
          <p:nvPr>
            <p:custDataLst>
              <p:tags r:id="rId74"/>
            </p:custDataLst>
          </p:nvPr>
        </p:nvSpPr>
        <p:spPr bwMode="auto">
          <a:xfrm>
            <a:off x="4732338" y="6049963"/>
            <a:ext cx="55403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665BB738-C802-4291-ADD2-F1C6CF6054B2}" type="datetime'''''''13-J''''u''''''''''l''-''''''''''23'''''''''''''''''''''">
              <a:rPr lang="en-US" altLang="en-US" sz="900" smtClean="0"/>
              <a:pPr/>
              <a:t>13-Jul-23</a:t>
            </a:fld>
            <a:endParaRPr lang="en-US" sz="900" noProof="0" dirty="0"/>
          </a:p>
        </p:txBody>
      </p:sp>
      <p:sp>
        <p:nvSpPr>
          <p:cNvPr id="167" name="Text Placeholder 18">
            <a:extLst>
              <a:ext uri="{FF2B5EF4-FFF2-40B4-BE49-F238E27FC236}">
                <a16:creationId xmlns:a16="http://schemas.microsoft.com/office/drawing/2014/main" id="{7682C1F3-51EF-C2B0-639E-CDB442B2F4D8}"/>
              </a:ext>
            </a:extLst>
          </p:cNvPr>
          <p:cNvSpPr>
            <a:spLocks noGrp="1"/>
          </p:cNvSpPr>
          <p:nvPr>
            <p:custDataLst>
              <p:tags r:id="rId75"/>
            </p:custDataLst>
          </p:nvPr>
        </p:nvSpPr>
        <p:spPr bwMode="auto">
          <a:xfrm>
            <a:off x="4732338" y="6237288"/>
            <a:ext cx="55403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6143BE47-722B-43EF-8844-42BEC89E3EFE}" type="datetime'''14''''''''''-''Ju''''''l-''''''''''''''''''''''2''''''''3'''">
              <a:rPr lang="en-US" altLang="en-US" sz="900" smtClean="0"/>
              <a:pPr/>
              <a:t>14-Jul-23</a:t>
            </a:fld>
            <a:endParaRPr lang="en-US" sz="900" noProof="0" dirty="0"/>
          </a:p>
        </p:txBody>
      </p:sp>
      <p:sp>
        <p:nvSpPr>
          <p:cNvPr id="179" name="Text Placeholder 18">
            <a:extLst>
              <a:ext uri="{FF2B5EF4-FFF2-40B4-BE49-F238E27FC236}">
                <a16:creationId xmlns:a16="http://schemas.microsoft.com/office/drawing/2014/main" id="{840B6B8B-DDE5-EE73-ECB0-B32106ADABC6}"/>
              </a:ext>
            </a:extLst>
          </p:cNvPr>
          <p:cNvSpPr>
            <a:spLocks noGrp="1"/>
          </p:cNvSpPr>
          <p:nvPr>
            <p:custDataLst>
              <p:tags r:id="rId76"/>
            </p:custDataLst>
          </p:nvPr>
        </p:nvSpPr>
        <p:spPr bwMode="auto">
          <a:xfrm>
            <a:off x="9066213" y="6237288"/>
            <a:ext cx="55403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CA5BC327-BDB5-453B-9115-D955193DD2B4}" type="datetime'''''''''29''''''''''''''''-J''u''l''''''-2''''''3'''''">
              <a:rPr lang="en-US" altLang="en-US" sz="900" smtClean="0"/>
              <a:pPr/>
              <a:t>29-Jul-23</a:t>
            </a:fld>
            <a:endParaRPr lang="en-US" sz="900" noProof="0" dirty="0"/>
          </a:p>
        </p:txBody>
      </p:sp>
      <p:sp>
        <p:nvSpPr>
          <p:cNvPr id="168" name="Text Placeholder 18">
            <a:extLst>
              <a:ext uri="{FF2B5EF4-FFF2-40B4-BE49-F238E27FC236}">
                <a16:creationId xmlns:a16="http://schemas.microsoft.com/office/drawing/2014/main" id="{C3DFFB4D-A6EE-835E-CE73-4EF7BA4998B6}"/>
              </a:ext>
            </a:extLst>
          </p:cNvPr>
          <p:cNvSpPr>
            <a:spLocks noGrp="1"/>
          </p:cNvSpPr>
          <p:nvPr>
            <p:custDataLst>
              <p:tags r:id="rId77"/>
            </p:custDataLst>
          </p:nvPr>
        </p:nvSpPr>
        <p:spPr bwMode="auto">
          <a:xfrm>
            <a:off x="4732338" y="6424613"/>
            <a:ext cx="55403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554EEE9F-67A3-4F26-B76E-56CA3082BE52}" type="datetime'''1''5-''''''''''''''J''u''l''''''''-''''''''2''''''''3'''''">
              <a:rPr lang="en-US" altLang="en-US" sz="900" smtClean="0"/>
              <a:pPr/>
              <a:t>15-Jul-23</a:t>
            </a:fld>
            <a:endParaRPr lang="en-US" sz="900" noProof="0" dirty="0"/>
          </a:p>
        </p:txBody>
      </p:sp>
      <p:sp>
        <p:nvSpPr>
          <p:cNvPr id="180" name="Text Placeholder 18">
            <a:extLst>
              <a:ext uri="{FF2B5EF4-FFF2-40B4-BE49-F238E27FC236}">
                <a16:creationId xmlns:a16="http://schemas.microsoft.com/office/drawing/2014/main" id="{C78C3FE1-E47A-7BDE-ADDF-BDB6D14ED6FC}"/>
              </a:ext>
            </a:extLst>
          </p:cNvPr>
          <p:cNvSpPr>
            <a:spLocks noGrp="1"/>
          </p:cNvSpPr>
          <p:nvPr>
            <p:custDataLst>
              <p:tags r:id="rId78"/>
            </p:custDataLst>
          </p:nvPr>
        </p:nvSpPr>
        <p:spPr bwMode="auto">
          <a:xfrm>
            <a:off x="9066213" y="6424613"/>
            <a:ext cx="55403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039D6ED4-989D-4CD1-A87D-D967F3AF36FF}" type="datetime'''''''''''''''''''30''''''''-''''Ju''l''-2''''3'''">
              <a:rPr lang="en-US" altLang="en-US" sz="900" smtClean="0"/>
              <a:pPr/>
              <a:t>30-Jul-23</a:t>
            </a:fld>
            <a:endParaRPr lang="en-US" sz="900" noProof="0" dirty="0"/>
          </a:p>
        </p:txBody>
      </p:sp>
      <p:sp>
        <p:nvSpPr>
          <p:cNvPr id="169" name="Text Placeholder 18">
            <a:extLst>
              <a:ext uri="{FF2B5EF4-FFF2-40B4-BE49-F238E27FC236}">
                <a16:creationId xmlns:a16="http://schemas.microsoft.com/office/drawing/2014/main" id="{B99D5A0D-AC9C-FAA0-AAA2-F62253108231}"/>
              </a:ext>
            </a:extLst>
          </p:cNvPr>
          <p:cNvSpPr>
            <a:spLocks noGrp="1"/>
          </p:cNvSpPr>
          <p:nvPr>
            <p:custDataLst>
              <p:tags r:id="rId79"/>
            </p:custDataLst>
          </p:nvPr>
        </p:nvSpPr>
        <p:spPr bwMode="auto">
          <a:xfrm>
            <a:off x="5599113" y="6049963"/>
            <a:ext cx="55403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67B41FEF-C51D-411E-AAEF-A84D4723F098}" type="datetime'1''''''''''''''6''''''-''Ju''''l''''-2''''3'">
              <a:rPr lang="en-US" altLang="en-US" sz="900" smtClean="0"/>
              <a:pPr/>
              <a:t>16-Jul-23</a:t>
            </a:fld>
            <a:endParaRPr lang="en-US" sz="900" noProof="0" dirty="0"/>
          </a:p>
        </p:txBody>
      </p:sp>
      <p:sp>
        <p:nvSpPr>
          <p:cNvPr id="12" name="Text Placeholder 18">
            <a:extLst>
              <a:ext uri="{FF2B5EF4-FFF2-40B4-BE49-F238E27FC236}">
                <a16:creationId xmlns:a16="http://schemas.microsoft.com/office/drawing/2014/main" id="{130395F4-D8A9-B0BD-8CEB-3C696F63B760}"/>
              </a:ext>
            </a:extLst>
          </p:cNvPr>
          <p:cNvSpPr>
            <a:spLocks noGrp="1"/>
          </p:cNvSpPr>
          <p:nvPr>
            <p:custDataLst>
              <p:tags r:id="rId80"/>
            </p:custDataLst>
          </p:nvPr>
        </p:nvSpPr>
        <p:spPr bwMode="auto">
          <a:xfrm>
            <a:off x="9932988" y="6049963"/>
            <a:ext cx="55403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814DC4BE-CBB5-42F9-9D08-B86394371AD8}" type="datetime'''''''3''''''''''''1''''-''J''''''ul''''-''''2''''3'''''''">
              <a:rPr lang="en-US" altLang="en-US" sz="900" smtClean="0"/>
              <a:pPr/>
              <a:t>31-Jul-23</a:t>
            </a:fld>
            <a:endParaRPr lang="en-US" sz="900" noProof="0" dirty="0"/>
          </a:p>
        </p:txBody>
      </p:sp>
      <p:sp>
        <p:nvSpPr>
          <p:cNvPr id="178" name="Text Placeholder 18">
            <a:extLst>
              <a:ext uri="{FF2B5EF4-FFF2-40B4-BE49-F238E27FC236}">
                <a16:creationId xmlns:a16="http://schemas.microsoft.com/office/drawing/2014/main" id="{ED214B63-180C-446D-3A18-E1DEF2C10A0B}"/>
              </a:ext>
            </a:extLst>
          </p:cNvPr>
          <p:cNvSpPr>
            <a:spLocks noGrp="1"/>
          </p:cNvSpPr>
          <p:nvPr>
            <p:custDataLst>
              <p:tags r:id="rId81"/>
            </p:custDataLst>
          </p:nvPr>
        </p:nvSpPr>
        <p:spPr bwMode="auto">
          <a:xfrm>
            <a:off x="9066213" y="6049963"/>
            <a:ext cx="55403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1E29581F-A730-4387-A37C-62EEF60D9041}" type="datetime'''28-''Ju''''''''''''''l''''''-''2''3'''''''''">
              <a:rPr lang="en-US" altLang="en-US" sz="900" smtClean="0"/>
              <a:pPr/>
              <a:t>28-Jul-23</a:t>
            </a:fld>
            <a:endParaRPr lang="en-US" sz="900" noProof="0" dirty="0"/>
          </a:p>
        </p:txBody>
      </p:sp>
      <p:cxnSp>
        <p:nvCxnSpPr>
          <p:cNvPr id="328" name="Straight Arrow Connector 327">
            <a:extLst>
              <a:ext uri="{FF2B5EF4-FFF2-40B4-BE49-F238E27FC236}">
                <a16:creationId xmlns:a16="http://schemas.microsoft.com/office/drawing/2014/main" id="{85A25165-BDF3-D5AC-EB25-28CAAD805EA9}"/>
              </a:ext>
            </a:extLst>
          </p:cNvPr>
          <p:cNvCxnSpPr>
            <a:cxnSpLocks/>
          </p:cNvCxnSpPr>
          <p:nvPr/>
        </p:nvCxnSpPr>
        <p:spPr>
          <a:xfrm>
            <a:off x="1293813" y="5919567"/>
            <a:ext cx="10416851" cy="1188"/>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26" name="Rectangle 325">
            <a:extLst>
              <a:ext uri="{FF2B5EF4-FFF2-40B4-BE49-F238E27FC236}">
                <a16:creationId xmlns:a16="http://schemas.microsoft.com/office/drawing/2014/main" id="{3CEEFEE3-E67C-3394-152B-8EA060626DC2}"/>
              </a:ext>
            </a:extLst>
          </p:cNvPr>
          <p:cNvSpPr/>
          <p:nvPr/>
        </p:nvSpPr>
        <p:spPr bwMode="gray">
          <a:xfrm>
            <a:off x="5262563" y="5798829"/>
            <a:ext cx="1591599" cy="238124"/>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t>Time (Hours)</a:t>
            </a:r>
          </a:p>
        </p:txBody>
      </p:sp>
      <p:cxnSp>
        <p:nvCxnSpPr>
          <p:cNvPr id="333" name="Straight Arrow Connector 332">
            <a:extLst>
              <a:ext uri="{FF2B5EF4-FFF2-40B4-BE49-F238E27FC236}">
                <a16:creationId xmlns:a16="http://schemas.microsoft.com/office/drawing/2014/main" id="{9C716DAF-2225-82C9-1B60-F50B060360DB}"/>
              </a:ext>
            </a:extLst>
          </p:cNvPr>
          <p:cNvCxnSpPr>
            <a:cxnSpLocks/>
          </p:cNvCxnSpPr>
          <p:nvPr/>
        </p:nvCxnSpPr>
        <p:spPr>
          <a:xfrm flipV="1">
            <a:off x="502047" y="1328889"/>
            <a:ext cx="0" cy="4482949"/>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36" name="Rectangle 335">
            <a:extLst>
              <a:ext uri="{FF2B5EF4-FFF2-40B4-BE49-F238E27FC236}">
                <a16:creationId xmlns:a16="http://schemas.microsoft.com/office/drawing/2014/main" id="{E0E06CA7-67CF-0374-5800-8D69E34DC3B7}"/>
              </a:ext>
            </a:extLst>
          </p:cNvPr>
          <p:cNvSpPr/>
          <p:nvPr/>
        </p:nvSpPr>
        <p:spPr bwMode="gray">
          <a:xfrm rot="16200000">
            <a:off x="-1496883" y="3302544"/>
            <a:ext cx="3977622" cy="405101"/>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t>Short term Power Purchase + Load Shedding (Solar Opportunity) (MW)</a:t>
            </a:r>
          </a:p>
        </p:txBody>
      </p:sp>
      <p:sp>
        <p:nvSpPr>
          <p:cNvPr id="20" name="TextBox 19">
            <a:extLst>
              <a:ext uri="{FF2B5EF4-FFF2-40B4-BE49-F238E27FC236}">
                <a16:creationId xmlns:a16="http://schemas.microsoft.com/office/drawing/2014/main" id="{5E943956-FEF4-E969-AB8B-E1014648D732}"/>
              </a:ext>
            </a:extLst>
          </p:cNvPr>
          <p:cNvSpPr txBox="1"/>
          <p:nvPr/>
        </p:nvSpPr>
        <p:spPr>
          <a:xfrm>
            <a:off x="10631951" y="6315696"/>
            <a:ext cx="1228727" cy="184666"/>
          </a:xfrm>
          <a:prstGeom prst="rect">
            <a:avLst/>
          </a:prstGeom>
          <a:noFill/>
        </p:spPr>
        <p:txBody>
          <a:bodyPr wrap="square" lIns="0" tIns="0" rIns="0" bIns="0" rtlCol="0">
            <a:spAutoFit/>
          </a:bodyPr>
          <a:lstStyle/>
          <a:p>
            <a:pPr algn="r">
              <a:spcBef>
                <a:spcPts val="600"/>
              </a:spcBef>
              <a:buSzPct val="100000"/>
            </a:pPr>
            <a:r>
              <a:rPr lang="en-US" sz="1200" b="1" dirty="0">
                <a:solidFill>
                  <a:srgbClr val="313131"/>
                </a:solidFill>
                <a:hlinkClick r:id="rId86" action="ppaction://hlinksldjump"/>
              </a:rPr>
              <a:t>Details</a:t>
            </a:r>
            <a:endParaRPr lang="en-US" sz="1200" b="1" dirty="0">
              <a:solidFill>
                <a:srgbClr val="313131"/>
              </a:solidFill>
            </a:endParaRPr>
          </a:p>
        </p:txBody>
      </p:sp>
    </p:spTree>
    <p:extLst>
      <p:ext uri="{BB962C8B-B14F-4D97-AF65-F5344CB8AC3E}">
        <p14:creationId xmlns:p14="http://schemas.microsoft.com/office/powerpoint/2010/main" val="2176086233"/>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F53E3122-8B80-4B2B-9425-C97F9D1809CD}"/>
              </a:ext>
            </a:extLst>
          </p:cNvPr>
          <p:cNvGraphicFramePr>
            <a:graphicFrameLocks noChangeAspect="1"/>
          </p:cNvGraphicFramePr>
          <p:nvPr>
            <p:custDataLst>
              <p:tags r:id="rId1"/>
            </p:custDataLst>
            <p:extLst>
              <p:ext uri="{D42A27DB-BD31-4B8C-83A1-F6EECF244321}">
                <p14:modId xmlns:p14="http://schemas.microsoft.com/office/powerpoint/2010/main" val="73475169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3" imgW="415" imgH="416" progId="TCLayout.ActiveDocument.1">
                  <p:embed/>
                </p:oleObj>
              </mc:Choice>
              <mc:Fallback>
                <p:oleObj name="think-cell Slide" r:id="rId83" imgW="415" imgH="416" progId="TCLayout.ActiveDocument.1">
                  <p:embed/>
                  <p:pic>
                    <p:nvPicPr>
                      <p:cNvPr id="6" name="Object 5" hidden="1">
                        <a:extLst>
                          <a:ext uri="{FF2B5EF4-FFF2-40B4-BE49-F238E27FC236}">
                            <a16:creationId xmlns:a16="http://schemas.microsoft.com/office/drawing/2014/main" id="{F53E3122-8B80-4B2B-9425-C97F9D1809CD}"/>
                          </a:ext>
                        </a:extLst>
                      </p:cNvPr>
                      <p:cNvPicPr/>
                      <p:nvPr/>
                    </p:nvPicPr>
                    <p:blipFill>
                      <a:blip r:embed="rId84"/>
                      <a:stretch>
                        <a:fillRect/>
                      </a:stretch>
                    </p:blipFill>
                    <p:spPr>
                      <a:xfrm>
                        <a:off x="1588" y="1588"/>
                        <a:ext cx="1588" cy="1588"/>
                      </a:xfrm>
                      <a:prstGeom prst="rect">
                        <a:avLst/>
                      </a:prstGeom>
                    </p:spPr>
                  </p:pic>
                </p:oleObj>
              </mc:Fallback>
            </mc:AlternateContent>
          </a:graphicData>
        </a:graphic>
      </p:graphicFrame>
      <p:sp>
        <p:nvSpPr>
          <p:cNvPr id="3" name="Title 2"/>
          <p:cNvSpPr>
            <a:spLocks noGrp="1"/>
          </p:cNvSpPr>
          <p:nvPr>
            <p:ph type="title"/>
          </p:nvPr>
        </p:nvSpPr>
        <p:spPr>
          <a:xfrm>
            <a:off x="555170" y="266401"/>
            <a:ext cx="11166932" cy="347321"/>
          </a:xfrm>
        </p:spPr>
        <p:txBody>
          <a:bodyPr vert="horz"/>
          <a:lstStyle/>
          <a:p>
            <a:r>
              <a:rPr lang="en-US" b="1" dirty="0"/>
              <a:t>August 2023 – Hourly </a:t>
            </a:r>
            <a:r>
              <a:rPr lang="en-US" dirty="0"/>
              <a:t>Short Term Procurement + Load Shedding during Solar Hours</a:t>
            </a:r>
            <a:endParaRPr lang="en-US" sz="1800" b="1" dirty="0"/>
          </a:p>
        </p:txBody>
      </p:sp>
      <p:cxnSp>
        <p:nvCxnSpPr>
          <p:cNvPr id="34" name="Straight Connector 33">
            <a:extLst>
              <a:ext uri="{FF2B5EF4-FFF2-40B4-BE49-F238E27FC236}">
                <a16:creationId xmlns:a16="http://schemas.microsoft.com/office/drawing/2014/main" id="{C64B3BBE-2752-0F5F-6AA3-836BA91F095C}"/>
              </a:ext>
            </a:extLst>
          </p:cNvPr>
          <p:cNvCxnSpPr/>
          <p:nvPr/>
        </p:nvCxnSpPr>
        <p:spPr>
          <a:xfrm flipV="1">
            <a:off x="514664" y="613722"/>
            <a:ext cx="11196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graphicFrame>
        <p:nvGraphicFramePr>
          <p:cNvPr id="18" name="Chart 17">
            <a:extLst>
              <a:ext uri="{FF2B5EF4-FFF2-40B4-BE49-F238E27FC236}">
                <a16:creationId xmlns:a16="http://schemas.microsoft.com/office/drawing/2014/main" id="{8084B336-A940-FA1F-FBA2-851468A7002D}"/>
              </a:ext>
            </a:extLst>
          </p:cNvPr>
          <p:cNvGraphicFramePr/>
          <p:nvPr>
            <p:custDataLst>
              <p:tags r:id="rId2"/>
            </p:custDataLst>
            <p:extLst>
              <p:ext uri="{D42A27DB-BD31-4B8C-83A1-F6EECF244321}">
                <p14:modId xmlns:p14="http://schemas.microsoft.com/office/powerpoint/2010/main" val="2808214516"/>
              </p:ext>
            </p:extLst>
          </p:nvPr>
        </p:nvGraphicFramePr>
        <p:xfrm>
          <a:off x="669925" y="582613"/>
          <a:ext cx="11091863" cy="5127625"/>
        </p:xfrm>
        <a:graphic>
          <a:graphicData uri="http://schemas.openxmlformats.org/drawingml/2006/chart">
            <c:chart xmlns:c="http://schemas.openxmlformats.org/drawingml/2006/chart" xmlns:r="http://schemas.openxmlformats.org/officeDocument/2006/relationships" r:id="rId85"/>
          </a:graphicData>
        </a:graphic>
      </p:graphicFrame>
      <p:sp>
        <p:nvSpPr>
          <p:cNvPr id="45" name="Text Placeholder 18">
            <a:extLst>
              <a:ext uri="{FF2B5EF4-FFF2-40B4-BE49-F238E27FC236}">
                <a16:creationId xmlns:a16="http://schemas.microsoft.com/office/drawing/2014/main" id="{10749C61-692F-50F3-8EA7-C4AB00E2CCD4}"/>
              </a:ext>
            </a:extLst>
          </p:cNvPr>
          <p:cNvSpPr>
            <a:spLocks noGrp="1"/>
          </p:cNvSpPr>
          <p:nvPr>
            <p:custDataLst>
              <p:tags r:id="rId3"/>
            </p:custDataLst>
          </p:nvPr>
        </p:nvSpPr>
        <p:spPr bwMode="auto">
          <a:xfrm>
            <a:off x="992188" y="5629275"/>
            <a:ext cx="46990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lgn="ctr">
              <a:spcBef>
                <a:spcPct val="0"/>
              </a:spcBef>
              <a:spcAft>
                <a:spcPct val="0"/>
              </a:spcAft>
            </a:pPr>
            <a:fld id="{7F2E54F1-1430-478C-976F-56960AD7EB92}" type="datetime'''06'''''''''':''''''''''''0''''''''''''''''''''''''0'''">
              <a:rPr lang="en-US" altLang="en-US" sz="1200" smtClean="0">
                <a:effectLst/>
              </a:rPr>
              <a:pPr lvl="0" algn="ctr">
                <a:spcBef>
                  <a:spcPct val="0"/>
                </a:spcBef>
                <a:spcAft>
                  <a:spcPct val="0"/>
                </a:spcAft>
              </a:pPr>
              <a:t>06:00</a:t>
            </a:fld>
            <a:endParaRPr lang="en-US" sz="1200" noProof="0" dirty="0"/>
          </a:p>
        </p:txBody>
      </p:sp>
      <p:sp>
        <p:nvSpPr>
          <p:cNvPr id="46" name="Text Placeholder 18">
            <a:extLst>
              <a:ext uri="{FF2B5EF4-FFF2-40B4-BE49-F238E27FC236}">
                <a16:creationId xmlns:a16="http://schemas.microsoft.com/office/drawing/2014/main" id="{FB914D80-C1CE-2574-C74F-FC295BA50CAF}"/>
              </a:ext>
            </a:extLst>
          </p:cNvPr>
          <p:cNvSpPr>
            <a:spLocks noGrp="1"/>
          </p:cNvSpPr>
          <p:nvPr>
            <p:custDataLst>
              <p:tags r:id="rId4"/>
            </p:custDataLst>
          </p:nvPr>
        </p:nvSpPr>
        <p:spPr bwMode="auto">
          <a:xfrm>
            <a:off x="1646238" y="5629275"/>
            <a:ext cx="46990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lgn="ctr">
              <a:spcBef>
                <a:spcPct val="0"/>
              </a:spcBef>
              <a:spcAft>
                <a:spcPct val="0"/>
              </a:spcAft>
            </a:pPr>
            <a:fld id="{5CC5A4B3-DCD5-4233-91D8-C45571C9E304}" type="datetime'''''''''''07'''''''''''''''''''''''''''''''''''''':0''''0'''">
              <a:rPr lang="en-US" altLang="en-US" sz="1200" smtClean="0">
                <a:effectLst/>
              </a:rPr>
              <a:pPr lvl="0" algn="ctr">
                <a:spcBef>
                  <a:spcPct val="0"/>
                </a:spcBef>
                <a:spcAft>
                  <a:spcPct val="0"/>
                </a:spcAft>
              </a:pPr>
              <a:t>07:00</a:t>
            </a:fld>
            <a:endParaRPr lang="en-US" sz="1200" noProof="0" dirty="0"/>
          </a:p>
        </p:txBody>
      </p:sp>
      <p:sp>
        <p:nvSpPr>
          <p:cNvPr id="47" name="Text Placeholder 18">
            <a:extLst>
              <a:ext uri="{FF2B5EF4-FFF2-40B4-BE49-F238E27FC236}">
                <a16:creationId xmlns:a16="http://schemas.microsoft.com/office/drawing/2014/main" id="{D29E33F6-E35F-1F23-123A-9AD3894376D1}"/>
              </a:ext>
            </a:extLst>
          </p:cNvPr>
          <p:cNvSpPr>
            <a:spLocks noGrp="1"/>
          </p:cNvSpPr>
          <p:nvPr>
            <p:custDataLst>
              <p:tags r:id="rId5"/>
            </p:custDataLst>
          </p:nvPr>
        </p:nvSpPr>
        <p:spPr bwMode="auto">
          <a:xfrm>
            <a:off x="2298700" y="5629275"/>
            <a:ext cx="46990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lgn="ctr">
              <a:spcBef>
                <a:spcPct val="0"/>
              </a:spcBef>
              <a:spcAft>
                <a:spcPct val="0"/>
              </a:spcAft>
            </a:pPr>
            <a:fld id="{740D415A-A508-421C-A433-EB2517B49DF4}" type="datetime'0''''''''''8'''''''''''''''''':''''''''''''''''00'''''''''">
              <a:rPr lang="en-US" altLang="en-US" sz="1200" smtClean="0">
                <a:effectLst/>
              </a:rPr>
              <a:pPr lvl="0" algn="ctr">
                <a:spcBef>
                  <a:spcPct val="0"/>
                </a:spcBef>
                <a:spcAft>
                  <a:spcPct val="0"/>
                </a:spcAft>
              </a:pPr>
              <a:t>08:00</a:t>
            </a:fld>
            <a:endParaRPr lang="en-US" sz="1200" noProof="0" dirty="0"/>
          </a:p>
        </p:txBody>
      </p:sp>
      <p:sp>
        <p:nvSpPr>
          <p:cNvPr id="48" name="Text Placeholder 18">
            <a:extLst>
              <a:ext uri="{FF2B5EF4-FFF2-40B4-BE49-F238E27FC236}">
                <a16:creationId xmlns:a16="http://schemas.microsoft.com/office/drawing/2014/main" id="{49531A69-3DD3-1BD9-F5AD-FA8C45EA33E1}"/>
              </a:ext>
            </a:extLst>
          </p:cNvPr>
          <p:cNvSpPr>
            <a:spLocks noGrp="1"/>
          </p:cNvSpPr>
          <p:nvPr>
            <p:custDataLst>
              <p:tags r:id="rId6"/>
            </p:custDataLst>
          </p:nvPr>
        </p:nvSpPr>
        <p:spPr bwMode="auto">
          <a:xfrm>
            <a:off x="2952750" y="5629275"/>
            <a:ext cx="46990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lgn="ctr">
              <a:spcBef>
                <a:spcPct val="0"/>
              </a:spcBef>
              <a:spcAft>
                <a:spcPct val="0"/>
              </a:spcAft>
            </a:pPr>
            <a:fld id="{71E70D54-645D-491A-A19F-2D2A78D7D170}" type="datetime'''''09'''':0''0'''''''''''''''''''''''''">
              <a:rPr lang="en-US" altLang="en-US" sz="1200" smtClean="0">
                <a:effectLst/>
              </a:rPr>
              <a:pPr lvl="0" algn="ctr">
                <a:spcBef>
                  <a:spcPct val="0"/>
                </a:spcBef>
                <a:spcAft>
                  <a:spcPct val="0"/>
                </a:spcAft>
              </a:pPr>
              <a:t>09:00</a:t>
            </a:fld>
            <a:endParaRPr lang="en-US" sz="1200" noProof="0" dirty="0"/>
          </a:p>
        </p:txBody>
      </p:sp>
      <p:sp>
        <p:nvSpPr>
          <p:cNvPr id="49" name="Text Placeholder 18">
            <a:extLst>
              <a:ext uri="{FF2B5EF4-FFF2-40B4-BE49-F238E27FC236}">
                <a16:creationId xmlns:a16="http://schemas.microsoft.com/office/drawing/2014/main" id="{26E37660-BDCA-6B16-E2DB-10033B6DDBC0}"/>
              </a:ext>
            </a:extLst>
          </p:cNvPr>
          <p:cNvSpPr>
            <a:spLocks noGrp="1"/>
          </p:cNvSpPr>
          <p:nvPr>
            <p:custDataLst>
              <p:tags r:id="rId7"/>
            </p:custDataLst>
          </p:nvPr>
        </p:nvSpPr>
        <p:spPr bwMode="auto">
          <a:xfrm>
            <a:off x="3605213" y="5629275"/>
            <a:ext cx="46990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lgn="ctr">
              <a:spcBef>
                <a:spcPct val="0"/>
              </a:spcBef>
              <a:spcAft>
                <a:spcPct val="0"/>
              </a:spcAft>
            </a:pPr>
            <a:fld id="{CFC882B1-5034-4156-9781-3758295E6F7E}" type="datetime'''''1''0'':''''''''''0''''''''''''''0'''''''''''''''''''">
              <a:rPr lang="en-US" altLang="en-US" sz="1200" smtClean="0">
                <a:effectLst/>
              </a:rPr>
              <a:pPr lvl="0" algn="ctr">
                <a:spcBef>
                  <a:spcPct val="0"/>
                </a:spcBef>
                <a:spcAft>
                  <a:spcPct val="0"/>
                </a:spcAft>
              </a:pPr>
              <a:t>10:00</a:t>
            </a:fld>
            <a:endParaRPr lang="en-US" sz="1200" noProof="0" dirty="0"/>
          </a:p>
        </p:txBody>
      </p:sp>
      <p:sp>
        <p:nvSpPr>
          <p:cNvPr id="50" name="Text Placeholder 18">
            <a:extLst>
              <a:ext uri="{FF2B5EF4-FFF2-40B4-BE49-F238E27FC236}">
                <a16:creationId xmlns:a16="http://schemas.microsoft.com/office/drawing/2014/main" id="{4DA81E2D-5404-62A4-32F0-6A4EE5EF0029}"/>
              </a:ext>
            </a:extLst>
          </p:cNvPr>
          <p:cNvSpPr>
            <a:spLocks noGrp="1"/>
          </p:cNvSpPr>
          <p:nvPr>
            <p:custDataLst>
              <p:tags r:id="rId8"/>
            </p:custDataLst>
          </p:nvPr>
        </p:nvSpPr>
        <p:spPr bwMode="auto">
          <a:xfrm>
            <a:off x="4259263" y="5629275"/>
            <a:ext cx="46990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lgn="ctr">
              <a:spcBef>
                <a:spcPct val="0"/>
              </a:spcBef>
              <a:spcAft>
                <a:spcPct val="0"/>
              </a:spcAft>
            </a:pPr>
            <a:fld id="{30F0C05A-71AF-46B6-ADE7-4498E9AD3F77}" type="datetime'''1''''''''''''''1'''''''''''''''''':''''''''''0''0'''">
              <a:rPr lang="en-US" altLang="en-US" sz="1200" smtClean="0">
                <a:effectLst/>
              </a:rPr>
              <a:pPr lvl="0" algn="ctr">
                <a:spcBef>
                  <a:spcPct val="0"/>
                </a:spcBef>
                <a:spcAft>
                  <a:spcPct val="0"/>
                </a:spcAft>
              </a:pPr>
              <a:t>11:00</a:t>
            </a:fld>
            <a:endParaRPr lang="en-US" sz="1200" noProof="0" dirty="0"/>
          </a:p>
        </p:txBody>
      </p:sp>
      <p:sp>
        <p:nvSpPr>
          <p:cNvPr id="51" name="Text Placeholder 18">
            <a:extLst>
              <a:ext uri="{FF2B5EF4-FFF2-40B4-BE49-F238E27FC236}">
                <a16:creationId xmlns:a16="http://schemas.microsoft.com/office/drawing/2014/main" id="{7770E69B-88FD-46DC-C2E9-BB2F7F3A7AA5}"/>
              </a:ext>
            </a:extLst>
          </p:cNvPr>
          <p:cNvSpPr>
            <a:spLocks noGrp="1"/>
          </p:cNvSpPr>
          <p:nvPr>
            <p:custDataLst>
              <p:tags r:id="rId9"/>
            </p:custDataLst>
          </p:nvPr>
        </p:nvSpPr>
        <p:spPr bwMode="auto">
          <a:xfrm>
            <a:off x="4911725" y="5629275"/>
            <a:ext cx="46990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lgn="ctr">
              <a:spcBef>
                <a:spcPct val="0"/>
              </a:spcBef>
              <a:spcAft>
                <a:spcPct val="0"/>
              </a:spcAft>
            </a:pPr>
            <a:fld id="{0589EDEF-78AC-47FE-97A2-BA5F2C70402D}" type="datetime'''''''''''''12'''''''''''':''''''''''''''0''0'''''''">
              <a:rPr lang="en-US" altLang="en-US" sz="1200" smtClean="0">
                <a:effectLst/>
              </a:rPr>
              <a:pPr lvl="0" algn="ctr">
                <a:spcBef>
                  <a:spcPct val="0"/>
                </a:spcBef>
                <a:spcAft>
                  <a:spcPct val="0"/>
                </a:spcAft>
              </a:pPr>
              <a:t>12:00</a:t>
            </a:fld>
            <a:endParaRPr lang="en-US" sz="1200" noProof="0" dirty="0"/>
          </a:p>
        </p:txBody>
      </p:sp>
      <p:sp>
        <p:nvSpPr>
          <p:cNvPr id="52" name="Text Placeholder 18">
            <a:extLst>
              <a:ext uri="{FF2B5EF4-FFF2-40B4-BE49-F238E27FC236}">
                <a16:creationId xmlns:a16="http://schemas.microsoft.com/office/drawing/2014/main" id="{DA292A27-FC91-0D18-A539-815019F2C28F}"/>
              </a:ext>
            </a:extLst>
          </p:cNvPr>
          <p:cNvSpPr>
            <a:spLocks noGrp="1"/>
          </p:cNvSpPr>
          <p:nvPr>
            <p:custDataLst>
              <p:tags r:id="rId10"/>
            </p:custDataLst>
          </p:nvPr>
        </p:nvSpPr>
        <p:spPr bwMode="auto">
          <a:xfrm>
            <a:off x="5565775" y="5629275"/>
            <a:ext cx="46990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lgn="ctr">
              <a:spcBef>
                <a:spcPct val="0"/>
              </a:spcBef>
              <a:spcAft>
                <a:spcPct val="0"/>
              </a:spcAft>
            </a:pPr>
            <a:fld id="{CE306EF1-53EF-4E12-A0CE-A1075EF3EC0C}" type="datetime'''''''1''''''3'''':''''''0''0'''''''''''''''''''''''''''''''">
              <a:rPr lang="en-US" altLang="en-US" sz="1200" smtClean="0">
                <a:effectLst/>
              </a:rPr>
              <a:pPr lvl="0" algn="ctr">
                <a:spcBef>
                  <a:spcPct val="0"/>
                </a:spcBef>
                <a:spcAft>
                  <a:spcPct val="0"/>
                </a:spcAft>
              </a:pPr>
              <a:t>13:00</a:t>
            </a:fld>
            <a:endParaRPr lang="en-US" sz="1200" noProof="0" dirty="0"/>
          </a:p>
        </p:txBody>
      </p:sp>
      <p:sp>
        <p:nvSpPr>
          <p:cNvPr id="53" name="Text Placeholder 18">
            <a:extLst>
              <a:ext uri="{FF2B5EF4-FFF2-40B4-BE49-F238E27FC236}">
                <a16:creationId xmlns:a16="http://schemas.microsoft.com/office/drawing/2014/main" id="{91320403-A3E4-172B-DA62-A3A631952F08}"/>
              </a:ext>
            </a:extLst>
          </p:cNvPr>
          <p:cNvSpPr>
            <a:spLocks noGrp="1"/>
          </p:cNvSpPr>
          <p:nvPr>
            <p:custDataLst>
              <p:tags r:id="rId11"/>
            </p:custDataLst>
          </p:nvPr>
        </p:nvSpPr>
        <p:spPr bwMode="auto">
          <a:xfrm>
            <a:off x="6218238" y="5629275"/>
            <a:ext cx="46990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lgn="ctr">
              <a:spcBef>
                <a:spcPct val="0"/>
              </a:spcBef>
              <a:spcAft>
                <a:spcPct val="0"/>
              </a:spcAft>
            </a:pPr>
            <a:fld id="{1426020F-0925-4F2E-9613-D4ECBF17E27D}" type="datetime'''1''''''''4'':''''''''''0''''0'''''">
              <a:rPr lang="en-US" altLang="en-US" sz="1200" smtClean="0">
                <a:effectLst/>
              </a:rPr>
              <a:pPr lvl="0" algn="ctr">
                <a:spcBef>
                  <a:spcPct val="0"/>
                </a:spcBef>
                <a:spcAft>
                  <a:spcPct val="0"/>
                </a:spcAft>
              </a:pPr>
              <a:t>14:00</a:t>
            </a:fld>
            <a:endParaRPr lang="en-US" sz="1200" noProof="0" dirty="0"/>
          </a:p>
        </p:txBody>
      </p:sp>
      <p:sp>
        <p:nvSpPr>
          <p:cNvPr id="54" name="Text Placeholder 18">
            <a:extLst>
              <a:ext uri="{FF2B5EF4-FFF2-40B4-BE49-F238E27FC236}">
                <a16:creationId xmlns:a16="http://schemas.microsoft.com/office/drawing/2014/main" id="{1B8579CE-66EC-C29B-1CDB-CF5A90172715}"/>
              </a:ext>
            </a:extLst>
          </p:cNvPr>
          <p:cNvSpPr>
            <a:spLocks noGrp="1"/>
          </p:cNvSpPr>
          <p:nvPr>
            <p:custDataLst>
              <p:tags r:id="rId12"/>
            </p:custDataLst>
          </p:nvPr>
        </p:nvSpPr>
        <p:spPr bwMode="auto">
          <a:xfrm>
            <a:off x="6872288" y="5629275"/>
            <a:ext cx="46990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lgn="ctr">
              <a:spcBef>
                <a:spcPct val="0"/>
              </a:spcBef>
              <a:spcAft>
                <a:spcPct val="0"/>
              </a:spcAft>
            </a:pPr>
            <a:fld id="{C3E46719-5B28-462B-8A40-92BF401D2493}" type="datetime'''''''''1''''''''''''''''''''''''''''''5:''''''''''00'">
              <a:rPr lang="en-US" altLang="en-US" sz="1200" smtClean="0">
                <a:effectLst/>
              </a:rPr>
              <a:pPr lvl="0" algn="ctr">
                <a:spcBef>
                  <a:spcPct val="0"/>
                </a:spcBef>
                <a:spcAft>
                  <a:spcPct val="0"/>
                </a:spcAft>
              </a:pPr>
              <a:t>15:00</a:t>
            </a:fld>
            <a:endParaRPr lang="en-US" sz="1200" noProof="0" dirty="0"/>
          </a:p>
        </p:txBody>
      </p:sp>
      <p:sp>
        <p:nvSpPr>
          <p:cNvPr id="55" name="Text Placeholder 18">
            <a:extLst>
              <a:ext uri="{FF2B5EF4-FFF2-40B4-BE49-F238E27FC236}">
                <a16:creationId xmlns:a16="http://schemas.microsoft.com/office/drawing/2014/main" id="{0182E504-42DC-2BE1-F078-E93122CBFC43}"/>
              </a:ext>
            </a:extLst>
          </p:cNvPr>
          <p:cNvSpPr>
            <a:spLocks noGrp="1"/>
          </p:cNvSpPr>
          <p:nvPr>
            <p:custDataLst>
              <p:tags r:id="rId13"/>
            </p:custDataLst>
          </p:nvPr>
        </p:nvSpPr>
        <p:spPr bwMode="auto">
          <a:xfrm>
            <a:off x="7524750" y="5629275"/>
            <a:ext cx="46990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lgn="ctr">
              <a:spcBef>
                <a:spcPct val="0"/>
              </a:spcBef>
              <a:spcAft>
                <a:spcPct val="0"/>
              </a:spcAft>
            </a:pPr>
            <a:fld id="{215DE926-47C7-4607-93A2-2B1EF400E2B2}" type="datetime'''''''''''''''''''''''''''1''6:''''0''''''0'''''''''">
              <a:rPr lang="en-US" altLang="en-US" sz="1200" smtClean="0">
                <a:effectLst/>
              </a:rPr>
              <a:pPr lvl="0" algn="ctr">
                <a:spcBef>
                  <a:spcPct val="0"/>
                </a:spcBef>
                <a:spcAft>
                  <a:spcPct val="0"/>
                </a:spcAft>
              </a:pPr>
              <a:t>16:00</a:t>
            </a:fld>
            <a:endParaRPr lang="en-US" sz="1200" noProof="0" dirty="0"/>
          </a:p>
        </p:txBody>
      </p:sp>
      <p:sp>
        <p:nvSpPr>
          <p:cNvPr id="56" name="Text Placeholder 18">
            <a:extLst>
              <a:ext uri="{FF2B5EF4-FFF2-40B4-BE49-F238E27FC236}">
                <a16:creationId xmlns:a16="http://schemas.microsoft.com/office/drawing/2014/main" id="{2582EC10-2FF3-FFC9-16CF-1649CB032AF2}"/>
              </a:ext>
            </a:extLst>
          </p:cNvPr>
          <p:cNvSpPr>
            <a:spLocks noGrp="1"/>
          </p:cNvSpPr>
          <p:nvPr>
            <p:custDataLst>
              <p:tags r:id="rId14"/>
            </p:custDataLst>
          </p:nvPr>
        </p:nvSpPr>
        <p:spPr bwMode="auto">
          <a:xfrm>
            <a:off x="8178800" y="5629275"/>
            <a:ext cx="46990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lgn="ctr">
              <a:spcBef>
                <a:spcPct val="0"/>
              </a:spcBef>
              <a:spcAft>
                <a:spcPct val="0"/>
              </a:spcAft>
            </a:pPr>
            <a:fld id="{A84F97C2-9311-4045-8A82-2A1DFD4B31F6}" type="datetime'''''''''''''1''''7'''''''''''''':''''''0''''''0'''">
              <a:rPr lang="en-US" altLang="en-US" sz="1200" smtClean="0">
                <a:effectLst/>
              </a:rPr>
              <a:pPr lvl="0" algn="ctr">
                <a:spcBef>
                  <a:spcPct val="0"/>
                </a:spcBef>
                <a:spcAft>
                  <a:spcPct val="0"/>
                </a:spcAft>
              </a:pPr>
              <a:t>17:00</a:t>
            </a:fld>
            <a:endParaRPr lang="en-US" sz="1200" noProof="0" dirty="0"/>
          </a:p>
        </p:txBody>
      </p:sp>
      <p:sp>
        <p:nvSpPr>
          <p:cNvPr id="4" name="Text Placeholder 18">
            <a:extLst>
              <a:ext uri="{FF2B5EF4-FFF2-40B4-BE49-F238E27FC236}">
                <a16:creationId xmlns:a16="http://schemas.microsoft.com/office/drawing/2014/main" id="{98FB9729-2B4D-8B46-E8BF-646BEAA9D6A1}"/>
              </a:ext>
            </a:extLst>
          </p:cNvPr>
          <p:cNvSpPr>
            <a:spLocks noGrp="1"/>
          </p:cNvSpPr>
          <p:nvPr>
            <p:custDataLst>
              <p:tags r:id="rId15"/>
            </p:custDataLst>
          </p:nvPr>
        </p:nvSpPr>
        <p:spPr bwMode="auto">
          <a:xfrm>
            <a:off x="8858251" y="5629275"/>
            <a:ext cx="415925"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lgn="ctr">
              <a:spcBef>
                <a:spcPct val="0"/>
              </a:spcBef>
              <a:spcAft>
                <a:spcPct val="0"/>
              </a:spcAft>
            </a:pPr>
            <a:fld id="{8772F64A-35A6-4FC9-A085-DB994D14F268}" type="datetime'''''''La''b''''''e''''''l'''''''''''''''''">
              <a:rPr lang="en-US" altLang="en-US" sz="1200" smtClean="0"/>
              <a:pPr/>
              <a:t>Label</a:t>
            </a:fld>
            <a:endParaRPr lang="en-US" sz="1200" noProof="0" dirty="0"/>
          </a:p>
        </p:txBody>
      </p:sp>
      <p:sp>
        <p:nvSpPr>
          <p:cNvPr id="5" name="Text Placeholder 18">
            <a:extLst>
              <a:ext uri="{FF2B5EF4-FFF2-40B4-BE49-F238E27FC236}">
                <a16:creationId xmlns:a16="http://schemas.microsoft.com/office/drawing/2014/main" id="{883A4511-B9AE-9B3E-9139-977BDE2EE5DC}"/>
              </a:ext>
            </a:extLst>
          </p:cNvPr>
          <p:cNvSpPr>
            <a:spLocks noGrp="1"/>
          </p:cNvSpPr>
          <p:nvPr>
            <p:custDataLst>
              <p:tags r:id="rId16"/>
            </p:custDataLst>
          </p:nvPr>
        </p:nvSpPr>
        <p:spPr bwMode="auto">
          <a:xfrm>
            <a:off x="9512301" y="5629275"/>
            <a:ext cx="415925"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lgn="ctr">
              <a:spcBef>
                <a:spcPct val="0"/>
              </a:spcBef>
              <a:spcAft>
                <a:spcPct val="0"/>
              </a:spcAft>
            </a:pPr>
            <a:fld id="{DE762D7A-0DD3-4CA8-AB20-EE4476C2564E}" type="datetime'L''''''''''''''''''a''''b''''''''''e''''''''''''''''''''''l'">
              <a:rPr lang="en-US" altLang="en-US" sz="1200" smtClean="0"/>
              <a:pPr/>
              <a:t>Label</a:t>
            </a:fld>
            <a:endParaRPr lang="en-US" sz="1200" noProof="0" dirty="0"/>
          </a:p>
        </p:txBody>
      </p:sp>
      <p:sp>
        <p:nvSpPr>
          <p:cNvPr id="7" name="Text Placeholder 18">
            <a:extLst>
              <a:ext uri="{FF2B5EF4-FFF2-40B4-BE49-F238E27FC236}">
                <a16:creationId xmlns:a16="http://schemas.microsoft.com/office/drawing/2014/main" id="{9034EF3C-F862-FD00-CC77-BA65BE7C24AC}"/>
              </a:ext>
            </a:extLst>
          </p:cNvPr>
          <p:cNvSpPr>
            <a:spLocks noGrp="1"/>
          </p:cNvSpPr>
          <p:nvPr>
            <p:custDataLst>
              <p:tags r:id="rId17"/>
            </p:custDataLst>
          </p:nvPr>
        </p:nvSpPr>
        <p:spPr bwMode="auto">
          <a:xfrm>
            <a:off x="10164764" y="5629275"/>
            <a:ext cx="415925"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lgn="ctr">
              <a:spcBef>
                <a:spcPct val="0"/>
              </a:spcBef>
              <a:spcAft>
                <a:spcPct val="0"/>
              </a:spcAft>
            </a:pPr>
            <a:fld id="{FE17CFD4-ED92-4DD5-AC4B-1A3D796FC38A}" type="datetime'''''''''''L''''''''''a''b''''''''''''''e''''''''l'">
              <a:rPr lang="en-US" altLang="en-US" sz="1200" smtClean="0"/>
              <a:pPr/>
              <a:t>Label</a:t>
            </a:fld>
            <a:endParaRPr lang="en-US" sz="1200" noProof="0" dirty="0"/>
          </a:p>
        </p:txBody>
      </p:sp>
      <p:sp>
        <p:nvSpPr>
          <p:cNvPr id="9" name="Text Placeholder 18">
            <a:extLst>
              <a:ext uri="{FF2B5EF4-FFF2-40B4-BE49-F238E27FC236}">
                <a16:creationId xmlns:a16="http://schemas.microsoft.com/office/drawing/2014/main" id="{32DBFEE6-0712-7DF4-55D5-100AC3ECA737}"/>
              </a:ext>
            </a:extLst>
          </p:cNvPr>
          <p:cNvSpPr>
            <a:spLocks noGrp="1"/>
          </p:cNvSpPr>
          <p:nvPr>
            <p:custDataLst>
              <p:tags r:id="rId18"/>
            </p:custDataLst>
          </p:nvPr>
        </p:nvSpPr>
        <p:spPr bwMode="auto">
          <a:xfrm>
            <a:off x="10818814" y="5629275"/>
            <a:ext cx="415925"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lgn="ctr">
              <a:spcBef>
                <a:spcPct val="0"/>
              </a:spcBef>
              <a:spcAft>
                <a:spcPct val="0"/>
              </a:spcAft>
            </a:pPr>
            <a:fld id="{B9CAEE44-9044-4E2A-80A7-E8831618A9AE}" type="datetime'''''La''''''''''''''''b''''''''''''e''''l'">
              <a:rPr lang="en-US" altLang="en-US" sz="1200" smtClean="0"/>
              <a:pPr/>
              <a:t>Label</a:t>
            </a:fld>
            <a:endParaRPr lang="en-US" sz="1200" noProof="0" dirty="0"/>
          </a:p>
        </p:txBody>
      </p:sp>
      <p:sp>
        <p:nvSpPr>
          <p:cNvPr id="11" name="Text Placeholder 18">
            <a:extLst>
              <a:ext uri="{FF2B5EF4-FFF2-40B4-BE49-F238E27FC236}">
                <a16:creationId xmlns:a16="http://schemas.microsoft.com/office/drawing/2014/main" id="{D4A538BF-AB69-6D35-E9FF-C30F273E55FC}"/>
              </a:ext>
            </a:extLst>
          </p:cNvPr>
          <p:cNvSpPr>
            <a:spLocks noGrp="1"/>
          </p:cNvSpPr>
          <p:nvPr>
            <p:custDataLst>
              <p:tags r:id="rId19"/>
            </p:custDataLst>
          </p:nvPr>
        </p:nvSpPr>
        <p:spPr bwMode="auto">
          <a:xfrm>
            <a:off x="11471276" y="5629275"/>
            <a:ext cx="415925"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lgn="ctr">
              <a:spcBef>
                <a:spcPct val="0"/>
              </a:spcBef>
              <a:spcAft>
                <a:spcPct val="0"/>
              </a:spcAft>
            </a:pPr>
            <a:fld id="{B0017615-25A9-407D-94FA-677FA121BC33}" type="datetime'''''''''L''a''''''''''''''''b''''''el'''''''''''''''''">
              <a:rPr lang="en-US" altLang="en-US" sz="1200" smtClean="0"/>
              <a:pPr/>
              <a:t>Label</a:t>
            </a:fld>
            <a:endParaRPr lang="en-US" sz="1200" noProof="0" dirty="0"/>
          </a:p>
        </p:txBody>
      </p:sp>
      <p:cxnSp>
        <p:nvCxnSpPr>
          <p:cNvPr id="293" name="Straight Connector 292">
            <a:extLst>
              <a:ext uri="{FF2B5EF4-FFF2-40B4-BE49-F238E27FC236}">
                <a16:creationId xmlns:a16="http://schemas.microsoft.com/office/drawing/2014/main" id="{90FF6F7D-E121-A997-3A98-6F01236A3E1F}"/>
              </a:ext>
            </a:extLst>
          </p:cNvPr>
          <p:cNvCxnSpPr/>
          <p:nvPr>
            <p:custDataLst>
              <p:tags r:id="rId20"/>
            </p:custDataLst>
          </p:nvPr>
        </p:nvCxnSpPr>
        <p:spPr bwMode="gray">
          <a:xfrm>
            <a:off x="2141538" y="6113463"/>
            <a:ext cx="141288" cy="0"/>
          </a:xfrm>
          <a:prstGeom prst="line">
            <a:avLst/>
          </a:prstGeom>
          <a:ln w="19050" cap="rnd" cmpd="sng" algn="ctr">
            <a:solidFill>
              <a:schemeClr val="accent4"/>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735A1823-FAEA-C07E-B0C1-B0F2BD0E61CF}"/>
              </a:ext>
            </a:extLst>
          </p:cNvPr>
          <p:cNvCxnSpPr/>
          <p:nvPr>
            <p:custDataLst>
              <p:tags r:id="rId21"/>
            </p:custDataLst>
          </p:nvPr>
        </p:nvCxnSpPr>
        <p:spPr bwMode="gray">
          <a:xfrm>
            <a:off x="1282700" y="6113463"/>
            <a:ext cx="141288" cy="0"/>
          </a:xfrm>
          <a:prstGeom prst="line">
            <a:avLst/>
          </a:prstGeom>
          <a:ln w="19050" cap="rnd" cmpd="sng" algn="ctr">
            <a:solidFill>
              <a:schemeClr val="accent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98" name="Straight Connector 297">
            <a:extLst>
              <a:ext uri="{FF2B5EF4-FFF2-40B4-BE49-F238E27FC236}">
                <a16:creationId xmlns:a16="http://schemas.microsoft.com/office/drawing/2014/main" id="{AA97603C-91B5-D7C4-4EB1-CF6F2108C6B2}"/>
              </a:ext>
            </a:extLst>
          </p:cNvPr>
          <p:cNvCxnSpPr/>
          <p:nvPr>
            <p:custDataLst>
              <p:tags r:id="rId22"/>
            </p:custDataLst>
          </p:nvPr>
        </p:nvCxnSpPr>
        <p:spPr bwMode="gray">
          <a:xfrm>
            <a:off x="3005138" y="6488113"/>
            <a:ext cx="131763" cy="0"/>
          </a:xfrm>
          <a:prstGeom prst="line">
            <a:avLst/>
          </a:prstGeom>
          <a:ln w="28575" cap="rnd" cmpd="sng" algn="ctr">
            <a:solidFill>
              <a:schemeClr val="accent3"/>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91" name="Straight Connector 290">
            <a:extLst>
              <a:ext uri="{FF2B5EF4-FFF2-40B4-BE49-F238E27FC236}">
                <a16:creationId xmlns:a16="http://schemas.microsoft.com/office/drawing/2014/main" id="{D6EAE3DC-6D03-4094-1EFD-2B03AB9FFA5E}"/>
              </a:ext>
            </a:extLst>
          </p:cNvPr>
          <p:cNvCxnSpPr/>
          <p:nvPr>
            <p:custDataLst>
              <p:tags r:id="rId23"/>
            </p:custDataLst>
          </p:nvPr>
        </p:nvCxnSpPr>
        <p:spPr bwMode="gray">
          <a:xfrm>
            <a:off x="1282700" y="6300788"/>
            <a:ext cx="141288" cy="0"/>
          </a:xfrm>
          <a:prstGeom prst="line">
            <a:avLst/>
          </a:prstGeom>
          <a:ln w="19050" cap="rnd" cmpd="sng" algn="ctr">
            <a:solidFill>
              <a:schemeClr val="accent2"/>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02" name="Straight Connector 301">
            <a:extLst>
              <a:ext uri="{FF2B5EF4-FFF2-40B4-BE49-F238E27FC236}">
                <a16:creationId xmlns:a16="http://schemas.microsoft.com/office/drawing/2014/main" id="{B8E3170F-F956-0404-5377-406A722CC158}"/>
              </a:ext>
            </a:extLst>
          </p:cNvPr>
          <p:cNvCxnSpPr/>
          <p:nvPr>
            <p:custDataLst>
              <p:tags r:id="rId24"/>
            </p:custDataLst>
          </p:nvPr>
        </p:nvCxnSpPr>
        <p:spPr bwMode="gray">
          <a:xfrm>
            <a:off x="4791075" y="6113463"/>
            <a:ext cx="141288" cy="0"/>
          </a:xfrm>
          <a:prstGeom prst="line">
            <a:avLst/>
          </a:prstGeom>
          <a:ln w="19050" cap="rnd" cmpd="sng" algn="ctr">
            <a:solidFill>
              <a:schemeClr val="accent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92" name="Straight Connector 291">
            <a:extLst>
              <a:ext uri="{FF2B5EF4-FFF2-40B4-BE49-F238E27FC236}">
                <a16:creationId xmlns:a16="http://schemas.microsoft.com/office/drawing/2014/main" id="{E7696216-2BAD-C4A3-E50A-C675652998CA}"/>
              </a:ext>
            </a:extLst>
          </p:cNvPr>
          <p:cNvCxnSpPr/>
          <p:nvPr>
            <p:custDataLst>
              <p:tags r:id="rId25"/>
            </p:custDataLst>
          </p:nvPr>
        </p:nvCxnSpPr>
        <p:spPr bwMode="gray">
          <a:xfrm>
            <a:off x="1282700" y="6488113"/>
            <a:ext cx="141288" cy="0"/>
          </a:xfrm>
          <a:prstGeom prst="line">
            <a:avLst/>
          </a:prstGeom>
          <a:ln w="19050" cap="rnd" cmpd="sng" algn="ctr">
            <a:solidFill>
              <a:schemeClr val="accent3"/>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99" name="Straight Connector 298">
            <a:extLst>
              <a:ext uri="{FF2B5EF4-FFF2-40B4-BE49-F238E27FC236}">
                <a16:creationId xmlns:a16="http://schemas.microsoft.com/office/drawing/2014/main" id="{3C4DEE5E-95AB-BE68-A85D-21EBD8287846}"/>
              </a:ext>
            </a:extLst>
          </p:cNvPr>
          <p:cNvCxnSpPr/>
          <p:nvPr>
            <p:custDataLst>
              <p:tags r:id="rId26"/>
            </p:custDataLst>
          </p:nvPr>
        </p:nvCxnSpPr>
        <p:spPr bwMode="gray">
          <a:xfrm>
            <a:off x="3863975" y="6113463"/>
            <a:ext cx="131763" cy="0"/>
          </a:xfrm>
          <a:prstGeom prst="line">
            <a:avLst/>
          </a:prstGeom>
          <a:ln w="28575" cap="rnd" cmpd="sng" algn="ctr">
            <a:solidFill>
              <a:schemeClr val="accent4"/>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ABF874FF-47B7-7FBC-6568-F5A072B520F6}"/>
              </a:ext>
            </a:extLst>
          </p:cNvPr>
          <p:cNvCxnSpPr/>
          <p:nvPr>
            <p:custDataLst>
              <p:tags r:id="rId27"/>
            </p:custDataLst>
          </p:nvPr>
        </p:nvCxnSpPr>
        <p:spPr bwMode="gray">
          <a:xfrm>
            <a:off x="10387013" y="6113463"/>
            <a:ext cx="131763" cy="0"/>
          </a:xfrm>
          <a:prstGeom prst="line">
            <a:avLst/>
          </a:prstGeom>
          <a:ln w="28575" cap="rnd" cmpd="sng" algn="ctr">
            <a:solidFill>
              <a:schemeClr val="accent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04" name="Straight Connector 303">
            <a:extLst>
              <a:ext uri="{FF2B5EF4-FFF2-40B4-BE49-F238E27FC236}">
                <a16:creationId xmlns:a16="http://schemas.microsoft.com/office/drawing/2014/main" id="{A1C84C99-4EA6-2782-E738-763FAF4C2353}"/>
              </a:ext>
            </a:extLst>
          </p:cNvPr>
          <p:cNvCxnSpPr/>
          <p:nvPr>
            <p:custDataLst>
              <p:tags r:id="rId28"/>
            </p:custDataLst>
          </p:nvPr>
        </p:nvCxnSpPr>
        <p:spPr bwMode="gray">
          <a:xfrm>
            <a:off x="4791075" y="6488113"/>
            <a:ext cx="141288" cy="0"/>
          </a:xfrm>
          <a:prstGeom prst="line">
            <a:avLst/>
          </a:prstGeom>
          <a:ln w="19050" cap="rnd" cmpd="sng" algn="ctr">
            <a:solidFill>
              <a:schemeClr val="accent3"/>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94" name="Straight Connector 293">
            <a:extLst>
              <a:ext uri="{FF2B5EF4-FFF2-40B4-BE49-F238E27FC236}">
                <a16:creationId xmlns:a16="http://schemas.microsoft.com/office/drawing/2014/main" id="{27082C17-DF19-82A7-B6DE-85F525F49A01}"/>
              </a:ext>
            </a:extLst>
          </p:cNvPr>
          <p:cNvCxnSpPr/>
          <p:nvPr>
            <p:custDataLst>
              <p:tags r:id="rId29"/>
            </p:custDataLst>
          </p:nvPr>
        </p:nvCxnSpPr>
        <p:spPr bwMode="gray">
          <a:xfrm>
            <a:off x="2141538" y="6300788"/>
            <a:ext cx="141288" cy="0"/>
          </a:xfrm>
          <a:prstGeom prst="line">
            <a:avLst/>
          </a:prstGeom>
          <a:ln w="19050" cap="rnd" cmpd="sng" algn="ctr">
            <a:solidFill>
              <a:schemeClr val="accent5"/>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00" name="Straight Connector 299">
            <a:extLst>
              <a:ext uri="{FF2B5EF4-FFF2-40B4-BE49-F238E27FC236}">
                <a16:creationId xmlns:a16="http://schemas.microsoft.com/office/drawing/2014/main" id="{09F0399B-EF48-2043-0237-F7FEF91C0039}"/>
              </a:ext>
            </a:extLst>
          </p:cNvPr>
          <p:cNvCxnSpPr/>
          <p:nvPr>
            <p:custDataLst>
              <p:tags r:id="rId30"/>
            </p:custDataLst>
          </p:nvPr>
        </p:nvCxnSpPr>
        <p:spPr bwMode="gray">
          <a:xfrm>
            <a:off x="3863975" y="6300788"/>
            <a:ext cx="131763" cy="0"/>
          </a:xfrm>
          <a:prstGeom prst="line">
            <a:avLst/>
          </a:prstGeom>
          <a:ln w="28575" cap="rnd" cmpd="sng" algn="ctr">
            <a:solidFill>
              <a:schemeClr val="accent5"/>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95" name="Straight Connector 294">
            <a:extLst>
              <a:ext uri="{FF2B5EF4-FFF2-40B4-BE49-F238E27FC236}">
                <a16:creationId xmlns:a16="http://schemas.microsoft.com/office/drawing/2014/main" id="{49FD5C7C-6838-4AAC-698E-E1212C5AF55C}"/>
              </a:ext>
            </a:extLst>
          </p:cNvPr>
          <p:cNvCxnSpPr/>
          <p:nvPr>
            <p:custDataLst>
              <p:tags r:id="rId31"/>
            </p:custDataLst>
          </p:nvPr>
        </p:nvCxnSpPr>
        <p:spPr bwMode="gray">
          <a:xfrm>
            <a:off x="2141538" y="6488113"/>
            <a:ext cx="141288" cy="0"/>
          </a:xfrm>
          <a:prstGeom prst="line">
            <a:avLst/>
          </a:prstGeom>
          <a:ln w="19050" cap="rnd" cmpd="sng" algn="ctr">
            <a:solidFill>
              <a:schemeClr val="accent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03" name="Straight Connector 302">
            <a:extLst>
              <a:ext uri="{FF2B5EF4-FFF2-40B4-BE49-F238E27FC236}">
                <a16:creationId xmlns:a16="http://schemas.microsoft.com/office/drawing/2014/main" id="{7736362A-A6AE-DD4C-B089-069C7BB81396}"/>
              </a:ext>
            </a:extLst>
          </p:cNvPr>
          <p:cNvCxnSpPr/>
          <p:nvPr>
            <p:custDataLst>
              <p:tags r:id="rId32"/>
            </p:custDataLst>
          </p:nvPr>
        </p:nvCxnSpPr>
        <p:spPr bwMode="gray">
          <a:xfrm>
            <a:off x="4791075" y="6300788"/>
            <a:ext cx="141288" cy="0"/>
          </a:xfrm>
          <a:prstGeom prst="line">
            <a:avLst/>
          </a:prstGeom>
          <a:ln w="19050" cap="rnd" cmpd="sng" algn="ctr">
            <a:solidFill>
              <a:schemeClr val="accent2"/>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96" name="Straight Connector 295">
            <a:extLst>
              <a:ext uri="{FF2B5EF4-FFF2-40B4-BE49-F238E27FC236}">
                <a16:creationId xmlns:a16="http://schemas.microsoft.com/office/drawing/2014/main" id="{56441A72-D973-79E1-A644-00335ED2C58C}"/>
              </a:ext>
            </a:extLst>
          </p:cNvPr>
          <p:cNvCxnSpPr/>
          <p:nvPr>
            <p:custDataLst>
              <p:tags r:id="rId33"/>
            </p:custDataLst>
          </p:nvPr>
        </p:nvCxnSpPr>
        <p:spPr bwMode="gray">
          <a:xfrm>
            <a:off x="3005138" y="6113463"/>
            <a:ext cx="131763" cy="0"/>
          </a:xfrm>
          <a:prstGeom prst="line">
            <a:avLst/>
          </a:prstGeom>
          <a:ln w="28575" cap="rnd" cmpd="sng" algn="ctr">
            <a:solidFill>
              <a:schemeClr val="accent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01" name="Straight Connector 300">
            <a:extLst>
              <a:ext uri="{FF2B5EF4-FFF2-40B4-BE49-F238E27FC236}">
                <a16:creationId xmlns:a16="http://schemas.microsoft.com/office/drawing/2014/main" id="{81C34790-2B38-0370-7C89-DE9802071E92}"/>
              </a:ext>
            </a:extLst>
          </p:cNvPr>
          <p:cNvCxnSpPr/>
          <p:nvPr>
            <p:custDataLst>
              <p:tags r:id="rId34"/>
            </p:custDataLst>
          </p:nvPr>
        </p:nvCxnSpPr>
        <p:spPr bwMode="gray">
          <a:xfrm>
            <a:off x="3863975" y="6488113"/>
            <a:ext cx="131763" cy="0"/>
          </a:xfrm>
          <a:prstGeom prst="line">
            <a:avLst/>
          </a:prstGeom>
          <a:ln w="28575" cap="rnd" cmpd="sng" algn="ctr">
            <a:solidFill>
              <a:schemeClr val="accent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97" name="Straight Connector 296">
            <a:extLst>
              <a:ext uri="{FF2B5EF4-FFF2-40B4-BE49-F238E27FC236}">
                <a16:creationId xmlns:a16="http://schemas.microsoft.com/office/drawing/2014/main" id="{AA21D477-EC8D-40D2-BCFB-A3CE47089A81}"/>
              </a:ext>
            </a:extLst>
          </p:cNvPr>
          <p:cNvCxnSpPr/>
          <p:nvPr>
            <p:custDataLst>
              <p:tags r:id="rId35"/>
            </p:custDataLst>
          </p:nvPr>
        </p:nvCxnSpPr>
        <p:spPr bwMode="gray">
          <a:xfrm>
            <a:off x="3005138" y="6300788"/>
            <a:ext cx="131763" cy="0"/>
          </a:xfrm>
          <a:prstGeom prst="line">
            <a:avLst/>
          </a:prstGeom>
          <a:ln w="28575" cap="rnd" cmpd="sng" algn="ctr">
            <a:solidFill>
              <a:schemeClr val="accent2"/>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05" name="Straight Connector 304">
            <a:extLst>
              <a:ext uri="{FF2B5EF4-FFF2-40B4-BE49-F238E27FC236}">
                <a16:creationId xmlns:a16="http://schemas.microsoft.com/office/drawing/2014/main" id="{5BED3074-73C6-6818-4D49-86673E8C50FE}"/>
              </a:ext>
            </a:extLst>
          </p:cNvPr>
          <p:cNvCxnSpPr/>
          <p:nvPr>
            <p:custDataLst>
              <p:tags r:id="rId36"/>
            </p:custDataLst>
          </p:nvPr>
        </p:nvCxnSpPr>
        <p:spPr bwMode="gray">
          <a:xfrm>
            <a:off x="5722938" y="6113463"/>
            <a:ext cx="141288" cy="0"/>
          </a:xfrm>
          <a:prstGeom prst="line">
            <a:avLst/>
          </a:prstGeom>
          <a:ln w="19050" cap="rnd" cmpd="sng" algn="ctr">
            <a:solidFill>
              <a:schemeClr val="accent4"/>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06" name="Straight Connector 305">
            <a:extLst>
              <a:ext uri="{FF2B5EF4-FFF2-40B4-BE49-F238E27FC236}">
                <a16:creationId xmlns:a16="http://schemas.microsoft.com/office/drawing/2014/main" id="{24F0645A-5C14-F268-D10C-57825AE7F12A}"/>
              </a:ext>
            </a:extLst>
          </p:cNvPr>
          <p:cNvCxnSpPr/>
          <p:nvPr>
            <p:custDataLst>
              <p:tags r:id="rId37"/>
            </p:custDataLst>
          </p:nvPr>
        </p:nvCxnSpPr>
        <p:spPr bwMode="gray">
          <a:xfrm>
            <a:off x="5722938" y="6300788"/>
            <a:ext cx="141288" cy="0"/>
          </a:xfrm>
          <a:prstGeom prst="line">
            <a:avLst/>
          </a:prstGeom>
          <a:ln w="19050" cap="rnd" cmpd="sng" algn="ctr">
            <a:solidFill>
              <a:schemeClr val="accent5"/>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07" name="Straight Connector 306">
            <a:extLst>
              <a:ext uri="{FF2B5EF4-FFF2-40B4-BE49-F238E27FC236}">
                <a16:creationId xmlns:a16="http://schemas.microsoft.com/office/drawing/2014/main" id="{4BFCF6B3-951F-F588-0EB3-8BC7996DE025}"/>
              </a:ext>
            </a:extLst>
          </p:cNvPr>
          <p:cNvCxnSpPr/>
          <p:nvPr>
            <p:custDataLst>
              <p:tags r:id="rId38"/>
            </p:custDataLst>
          </p:nvPr>
        </p:nvCxnSpPr>
        <p:spPr bwMode="gray">
          <a:xfrm>
            <a:off x="5722938" y="6488113"/>
            <a:ext cx="141288" cy="0"/>
          </a:xfrm>
          <a:prstGeom prst="line">
            <a:avLst/>
          </a:prstGeom>
          <a:ln w="19050" cap="rnd" cmpd="sng" algn="ctr">
            <a:solidFill>
              <a:schemeClr val="accent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08" name="Straight Connector 307">
            <a:extLst>
              <a:ext uri="{FF2B5EF4-FFF2-40B4-BE49-F238E27FC236}">
                <a16:creationId xmlns:a16="http://schemas.microsoft.com/office/drawing/2014/main" id="{E5682BF4-B0D0-002D-F761-9B448E14149F}"/>
              </a:ext>
            </a:extLst>
          </p:cNvPr>
          <p:cNvCxnSpPr/>
          <p:nvPr>
            <p:custDataLst>
              <p:tags r:id="rId39"/>
            </p:custDataLst>
          </p:nvPr>
        </p:nvCxnSpPr>
        <p:spPr bwMode="gray">
          <a:xfrm>
            <a:off x="6659563" y="6113463"/>
            <a:ext cx="131763" cy="0"/>
          </a:xfrm>
          <a:prstGeom prst="line">
            <a:avLst/>
          </a:prstGeom>
          <a:ln w="28575" cap="rnd" cmpd="sng" algn="ctr">
            <a:solidFill>
              <a:schemeClr val="accent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09" name="Straight Connector 308">
            <a:extLst>
              <a:ext uri="{FF2B5EF4-FFF2-40B4-BE49-F238E27FC236}">
                <a16:creationId xmlns:a16="http://schemas.microsoft.com/office/drawing/2014/main" id="{5B32D669-3089-E62C-0F1A-4CF903F0D227}"/>
              </a:ext>
            </a:extLst>
          </p:cNvPr>
          <p:cNvCxnSpPr/>
          <p:nvPr>
            <p:custDataLst>
              <p:tags r:id="rId40"/>
            </p:custDataLst>
          </p:nvPr>
        </p:nvCxnSpPr>
        <p:spPr bwMode="gray">
          <a:xfrm>
            <a:off x="6659563" y="6300788"/>
            <a:ext cx="131763" cy="0"/>
          </a:xfrm>
          <a:prstGeom prst="line">
            <a:avLst/>
          </a:prstGeom>
          <a:ln w="28575" cap="rnd" cmpd="sng" algn="ctr">
            <a:solidFill>
              <a:schemeClr val="accent2"/>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10" name="Straight Connector 309">
            <a:extLst>
              <a:ext uri="{FF2B5EF4-FFF2-40B4-BE49-F238E27FC236}">
                <a16:creationId xmlns:a16="http://schemas.microsoft.com/office/drawing/2014/main" id="{31450809-4B7A-866D-11CB-CD2A5AAFBF83}"/>
              </a:ext>
            </a:extLst>
          </p:cNvPr>
          <p:cNvCxnSpPr/>
          <p:nvPr>
            <p:custDataLst>
              <p:tags r:id="rId41"/>
            </p:custDataLst>
          </p:nvPr>
        </p:nvCxnSpPr>
        <p:spPr bwMode="gray">
          <a:xfrm>
            <a:off x="6659563" y="6488113"/>
            <a:ext cx="131763" cy="0"/>
          </a:xfrm>
          <a:prstGeom prst="line">
            <a:avLst/>
          </a:prstGeom>
          <a:ln w="28575" cap="rnd" cmpd="sng" algn="ctr">
            <a:solidFill>
              <a:schemeClr val="accent3"/>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11" name="Straight Connector 310">
            <a:extLst>
              <a:ext uri="{FF2B5EF4-FFF2-40B4-BE49-F238E27FC236}">
                <a16:creationId xmlns:a16="http://schemas.microsoft.com/office/drawing/2014/main" id="{2A47BF0E-6805-2405-7A7F-38C963CEB156}"/>
              </a:ext>
            </a:extLst>
          </p:cNvPr>
          <p:cNvCxnSpPr/>
          <p:nvPr>
            <p:custDataLst>
              <p:tags r:id="rId42"/>
            </p:custDataLst>
          </p:nvPr>
        </p:nvCxnSpPr>
        <p:spPr bwMode="gray">
          <a:xfrm>
            <a:off x="7591425" y="6113463"/>
            <a:ext cx="131763" cy="0"/>
          </a:xfrm>
          <a:prstGeom prst="line">
            <a:avLst/>
          </a:prstGeom>
          <a:ln w="28575" cap="rnd" cmpd="sng" algn="ctr">
            <a:solidFill>
              <a:schemeClr val="accent4"/>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12" name="Straight Connector 311">
            <a:extLst>
              <a:ext uri="{FF2B5EF4-FFF2-40B4-BE49-F238E27FC236}">
                <a16:creationId xmlns:a16="http://schemas.microsoft.com/office/drawing/2014/main" id="{6D11398A-7D43-6E98-A139-BA68D44FFBAC}"/>
              </a:ext>
            </a:extLst>
          </p:cNvPr>
          <p:cNvCxnSpPr/>
          <p:nvPr>
            <p:custDataLst>
              <p:tags r:id="rId43"/>
            </p:custDataLst>
          </p:nvPr>
        </p:nvCxnSpPr>
        <p:spPr bwMode="gray">
          <a:xfrm>
            <a:off x="7591425" y="6300788"/>
            <a:ext cx="131763" cy="0"/>
          </a:xfrm>
          <a:prstGeom prst="line">
            <a:avLst/>
          </a:prstGeom>
          <a:ln w="28575" cap="rnd" cmpd="sng" algn="ctr">
            <a:solidFill>
              <a:schemeClr val="accent5"/>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13" name="Straight Connector 312">
            <a:extLst>
              <a:ext uri="{FF2B5EF4-FFF2-40B4-BE49-F238E27FC236}">
                <a16:creationId xmlns:a16="http://schemas.microsoft.com/office/drawing/2014/main" id="{08D96D39-588F-3952-B750-7D40A82D5AD8}"/>
              </a:ext>
            </a:extLst>
          </p:cNvPr>
          <p:cNvCxnSpPr/>
          <p:nvPr>
            <p:custDataLst>
              <p:tags r:id="rId44"/>
            </p:custDataLst>
          </p:nvPr>
        </p:nvCxnSpPr>
        <p:spPr bwMode="gray">
          <a:xfrm>
            <a:off x="7591425" y="6488113"/>
            <a:ext cx="131763" cy="0"/>
          </a:xfrm>
          <a:prstGeom prst="line">
            <a:avLst/>
          </a:prstGeom>
          <a:ln w="28575" cap="rnd" cmpd="sng" algn="ctr">
            <a:solidFill>
              <a:schemeClr val="accent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14" name="Straight Connector 313">
            <a:extLst>
              <a:ext uri="{FF2B5EF4-FFF2-40B4-BE49-F238E27FC236}">
                <a16:creationId xmlns:a16="http://schemas.microsoft.com/office/drawing/2014/main" id="{44A8E7B7-0980-F311-C583-D85EEB2629BE}"/>
              </a:ext>
            </a:extLst>
          </p:cNvPr>
          <p:cNvCxnSpPr/>
          <p:nvPr>
            <p:custDataLst>
              <p:tags r:id="rId45"/>
            </p:custDataLst>
          </p:nvPr>
        </p:nvCxnSpPr>
        <p:spPr bwMode="gray">
          <a:xfrm>
            <a:off x="8518525" y="6113463"/>
            <a:ext cx="141288" cy="0"/>
          </a:xfrm>
          <a:prstGeom prst="line">
            <a:avLst/>
          </a:prstGeom>
          <a:ln w="19050" cap="rnd" cmpd="sng" algn="ctr">
            <a:solidFill>
              <a:schemeClr val="accent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15" name="Straight Connector 314">
            <a:extLst>
              <a:ext uri="{FF2B5EF4-FFF2-40B4-BE49-F238E27FC236}">
                <a16:creationId xmlns:a16="http://schemas.microsoft.com/office/drawing/2014/main" id="{669C19B8-AF5B-7DCE-C8A1-24CEEDB1E052}"/>
              </a:ext>
            </a:extLst>
          </p:cNvPr>
          <p:cNvCxnSpPr/>
          <p:nvPr>
            <p:custDataLst>
              <p:tags r:id="rId46"/>
            </p:custDataLst>
          </p:nvPr>
        </p:nvCxnSpPr>
        <p:spPr bwMode="gray">
          <a:xfrm>
            <a:off x="8518525" y="6300788"/>
            <a:ext cx="141288" cy="0"/>
          </a:xfrm>
          <a:prstGeom prst="line">
            <a:avLst/>
          </a:prstGeom>
          <a:ln w="19050" cap="rnd" cmpd="sng" algn="ctr">
            <a:solidFill>
              <a:schemeClr val="accent2"/>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16" name="Straight Connector 315">
            <a:extLst>
              <a:ext uri="{FF2B5EF4-FFF2-40B4-BE49-F238E27FC236}">
                <a16:creationId xmlns:a16="http://schemas.microsoft.com/office/drawing/2014/main" id="{EBC1D25D-AFF7-8F5E-6DDE-1489DA43AA18}"/>
              </a:ext>
            </a:extLst>
          </p:cNvPr>
          <p:cNvCxnSpPr/>
          <p:nvPr>
            <p:custDataLst>
              <p:tags r:id="rId47"/>
            </p:custDataLst>
          </p:nvPr>
        </p:nvCxnSpPr>
        <p:spPr bwMode="gray">
          <a:xfrm>
            <a:off x="8518525" y="6488113"/>
            <a:ext cx="141288" cy="0"/>
          </a:xfrm>
          <a:prstGeom prst="line">
            <a:avLst/>
          </a:prstGeom>
          <a:ln w="19050" cap="rnd" cmpd="sng" algn="ctr">
            <a:solidFill>
              <a:schemeClr val="accent3"/>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17" name="Straight Connector 316">
            <a:extLst>
              <a:ext uri="{FF2B5EF4-FFF2-40B4-BE49-F238E27FC236}">
                <a16:creationId xmlns:a16="http://schemas.microsoft.com/office/drawing/2014/main" id="{D9B758C8-478B-D1A9-072A-67714B7CCA22}"/>
              </a:ext>
            </a:extLst>
          </p:cNvPr>
          <p:cNvCxnSpPr/>
          <p:nvPr>
            <p:custDataLst>
              <p:tags r:id="rId48"/>
            </p:custDataLst>
          </p:nvPr>
        </p:nvCxnSpPr>
        <p:spPr bwMode="gray">
          <a:xfrm>
            <a:off x="9450388" y="6113463"/>
            <a:ext cx="141288" cy="0"/>
          </a:xfrm>
          <a:prstGeom prst="line">
            <a:avLst/>
          </a:prstGeom>
          <a:ln w="19050" cap="rnd" cmpd="sng" algn="ctr">
            <a:solidFill>
              <a:schemeClr val="accent4"/>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18" name="Straight Connector 317">
            <a:extLst>
              <a:ext uri="{FF2B5EF4-FFF2-40B4-BE49-F238E27FC236}">
                <a16:creationId xmlns:a16="http://schemas.microsoft.com/office/drawing/2014/main" id="{8F83CA04-8EC4-9FE1-8987-AC319B49697A}"/>
              </a:ext>
            </a:extLst>
          </p:cNvPr>
          <p:cNvCxnSpPr/>
          <p:nvPr>
            <p:custDataLst>
              <p:tags r:id="rId49"/>
            </p:custDataLst>
          </p:nvPr>
        </p:nvCxnSpPr>
        <p:spPr bwMode="gray">
          <a:xfrm>
            <a:off x="9450388" y="6300788"/>
            <a:ext cx="141288" cy="0"/>
          </a:xfrm>
          <a:prstGeom prst="line">
            <a:avLst/>
          </a:prstGeom>
          <a:ln w="19050" cap="rnd" cmpd="sng" algn="ctr">
            <a:solidFill>
              <a:schemeClr val="accent5"/>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19" name="Straight Connector 318">
            <a:extLst>
              <a:ext uri="{FF2B5EF4-FFF2-40B4-BE49-F238E27FC236}">
                <a16:creationId xmlns:a16="http://schemas.microsoft.com/office/drawing/2014/main" id="{654CCABE-3986-3948-A430-0CC7850300BF}"/>
              </a:ext>
            </a:extLst>
          </p:cNvPr>
          <p:cNvCxnSpPr/>
          <p:nvPr>
            <p:custDataLst>
              <p:tags r:id="rId50"/>
            </p:custDataLst>
          </p:nvPr>
        </p:nvCxnSpPr>
        <p:spPr bwMode="gray">
          <a:xfrm>
            <a:off x="9450388" y="6488113"/>
            <a:ext cx="141288" cy="0"/>
          </a:xfrm>
          <a:prstGeom prst="line">
            <a:avLst/>
          </a:prstGeom>
          <a:ln w="19050" cap="rnd" cmpd="sng" algn="ctr">
            <a:solidFill>
              <a:schemeClr val="accent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0" name="Text Placeholder 18">
            <a:extLst>
              <a:ext uri="{FF2B5EF4-FFF2-40B4-BE49-F238E27FC236}">
                <a16:creationId xmlns:a16="http://schemas.microsoft.com/office/drawing/2014/main" id="{CDEB2C1E-3EAB-E60F-9029-5909DE421ABC}"/>
              </a:ext>
            </a:extLst>
          </p:cNvPr>
          <p:cNvSpPr>
            <a:spLocks noGrp="1"/>
          </p:cNvSpPr>
          <p:nvPr>
            <p:custDataLst>
              <p:tags r:id="rId51"/>
            </p:custDataLst>
          </p:nvPr>
        </p:nvSpPr>
        <p:spPr bwMode="auto">
          <a:xfrm>
            <a:off x="1484312" y="6049963"/>
            <a:ext cx="5461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31E91318-B088-430C-AC5A-A0DD78092CEA}" type="datetime'1''''''''''-''A''''''''''''''''u''g''''''''-''''''2''''''3'''">
              <a:rPr lang="en-US" altLang="en-US" sz="900" smtClean="0"/>
              <a:pPr/>
              <a:t>1-Aug-23</a:t>
            </a:fld>
            <a:endParaRPr lang="en-US" sz="900" noProof="0" dirty="0"/>
          </a:p>
        </p:txBody>
      </p:sp>
      <p:sp>
        <p:nvSpPr>
          <p:cNvPr id="170" name="Text Placeholder 18">
            <a:extLst>
              <a:ext uri="{FF2B5EF4-FFF2-40B4-BE49-F238E27FC236}">
                <a16:creationId xmlns:a16="http://schemas.microsoft.com/office/drawing/2014/main" id="{EDFF89ED-8A35-B36E-B598-1B90E6CCEF1D}"/>
              </a:ext>
            </a:extLst>
          </p:cNvPr>
          <p:cNvSpPr>
            <a:spLocks noGrp="1"/>
          </p:cNvSpPr>
          <p:nvPr>
            <p:custDataLst>
              <p:tags r:id="rId52"/>
            </p:custDataLst>
          </p:nvPr>
        </p:nvSpPr>
        <p:spPr bwMode="auto">
          <a:xfrm>
            <a:off x="5924550" y="6237288"/>
            <a:ext cx="619125"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044DBC6A-B1B9-45A7-9655-CC10E7145660}" type="datetime'''''1''''''''''''''7-''''A''''''''''''ug-''''''''2''''''''3'">
              <a:rPr lang="en-US" altLang="en-US" sz="900" smtClean="0"/>
              <a:pPr/>
              <a:t>17-Aug-23</a:t>
            </a:fld>
            <a:endParaRPr lang="en-US" sz="900" noProof="0" dirty="0"/>
          </a:p>
        </p:txBody>
      </p:sp>
      <p:sp>
        <p:nvSpPr>
          <p:cNvPr id="154" name="Text Placeholder 18">
            <a:extLst>
              <a:ext uri="{FF2B5EF4-FFF2-40B4-BE49-F238E27FC236}">
                <a16:creationId xmlns:a16="http://schemas.microsoft.com/office/drawing/2014/main" id="{A23D24A2-29E4-E9C1-2458-8AA82DB12191}"/>
              </a:ext>
            </a:extLst>
          </p:cNvPr>
          <p:cNvSpPr>
            <a:spLocks noGrp="1"/>
          </p:cNvSpPr>
          <p:nvPr>
            <p:custDataLst>
              <p:tags r:id="rId53"/>
            </p:custDataLst>
          </p:nvPr>
        </p:nvSpPr>
        <p:spPr bwMode="auto">
          <a:xfrm>
            <a:off x="1484312" y="6237288"/>
            <a:ext cx="5461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1A741263-975E-400D-A919-09154AB552F0}" type="datetime'''''''2''''''-''''''A''''u''''g''-''''''2''''''''3'''''''''''">
              <a:rPr lang="en-US" altLang="en-US" sz="900" smtClean="0"/>
              <a:pPr/>
              <a:t>2-Aug-23</a:t>
            </a:fld>
            <a:endParaRPr lang="en-US" sz="900" noProof="0" dirty="0"/>
          </a:p>
        </p:txBody>
      </p:sp>
      <p:sp>
        <p:nvSpPr>
          <p:cNvPr id="172" name="Text Placeholder 18">
            <a:extLst>
              <a:ext uri="{FF2B5EF4-FFF2-40B4-BE49-F238E27FC236}">
                <a16:creationId xmlns:a16="http://schemas.microsoft.com/office/drawing/2014/main" id="{1240A350-7557-7728-44E1-84A744237880}"/>
              </a:ext>
            </a:extLst>
          </p:cNvPr>
          <p:cNvSpPr>
            <a:spLocks noGrp="1"/>
          </p:cNvSpPr>
          <p:nvPr>
            <p:custDataLst>
              <p:tags r:id="rId54"/>
            </p:custDataLst>
          </p:nvPr>
        </p:nvSpPr>
        <p:spPr bwMode="auto">
          <a:xfrm>
            <a:off x="5924550" y="6424613"/>
            <a:ext cx="619125"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304AA6D7-AC77-4706-BF46-E0BAEC841416}" type="datetime'1''''''8-''''''''''''A''u''''''''''g''''''''''''''''''-''23'''">
              <a:rPr lang="en-US" altLang="en-US" sz="900" smtClean="0"/>
              <a:pPr/>
              <a:t>18-Aug-23</a:t>
            </a:fld>
            <a:endParaRPr lang="en-US" sz="900" noProof="0" dirty="0"/>
          </a:p>
        </p:txBody>
      </p:sp>
      <p:sp>
        <p:nvSpPr>
          <p:cNvPr id="156" name="Text Placeholder 18">
            <a:extLst>
              <a:ext uri="{FF2B5EF4-FFF2-40B4-BE49-F238E27FC236}">
                <a16:creationId xmlns:a16="http://schemas.microsoft.com/office/drawing/2014/main" id="{50D215C1-A4B5-6539-5565-56481506CC51}"/>
              </a:ext>
            </a:extLst>
          </p:cNvPr>
          <p:cNvSpPr>
            <a:spLocks noGrp="1"/>
          </p:cNvSpPr>
          <p:nvPr>
            <p:custDataLst>
              <p:tags r:id="rId55"/>
            </p:custDataLst>
          </p:nvPr>
        </p:nvSpPr>
        <p:spPr bwMode="auto">
          <a:xfrm>
            <a:off x="1484312" y="6424613"/>
            <a:ext cx="5461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091A43B1-D644-4AB3-A20D-CBC03816D709}" type="datetime'''''''''''''3''''''''''''''-A''''u''''g-2''''''''3'''">
              <a:rPr lang="en-US" altLang="en-US" sz="900" smtClean="0"/>
              <a:pPr/>
              <a:t>3-Aug-23</a:t>
            </a:fld>
            <a:endParaRPr lang="en-US" sz="900" noProof="0" dirty="0"/>
          </a:p>
        </p:txBody>
      </p:sp>
      <p:sp>
        <p:nvSpPr>
          <p:cNvPr id="173" name="Text Placeholder 18">
            <a:extLst>
              <a:ext uri="{FF2B5EF4-FFF2-40B4-BE49-F238E27FC236}">
                <a16:creationId xmlns:a16="http://schemas.microsoft.com/office/drawing/2014/main" id="{AE247B1C-E1C1-D511-6AFF-8768A59DFE9B}"/>
              </a:ext>
            </a:extLst>
          </p:cNvPr>
          <p:cNvSpPr>
            <a:spLocks noGrp="1"/>
          </p:cNvSpPr>
          <p:nvPr>
            <p:custDataLst>
              <p:tags r:id="rId56"/>
            </p:custDataLst>
          </p:nvPr>
        </p:nvSpPr>
        <p:spPr bwMode="auto">
          <a:xfrm>
            <a:off x="6856413" y="6049963"/>
            <a:ext cx="619125"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6A7A68D3-0651-4005-88FD-BAE3C9A49FA3}" type="datetime'''''''''1''''''''''''''9''''''-''A''''u''''''''g-''''23'''">
              <a:rPr lang="en-US" altLang="en-US" sz="900" smtClean="0"/>
              <a:pPr/>
              <a:t>19-Aug-23</a:t>
            </a:fld>
            <a:endParaRPr lang="en-US" sz="900" noProof="0" dirty="0"/>
          </a:p>
        </p:txBody>
      </p:sp>
      <p:sp>
        <p:nvSpPr>
          <p:cNvPr id="159" name="Text Placeholder 18">
            <a:extLst>
              <a:ext uri="{FF2B5EF4-FFF2-40B4-BE49-F238E27FC236}">
                <a16:creationId xmlns:a16="http://schemas.microsoft.com/office/drawing/2014/main" id="{C6D0C0BC-3A14-DD23-BD88-29CB58132261}"/>
              </a:ext>
            </a:extLst>
          </p:cNvPr>
          <p:cNvSpPr>
            <a:spLocks noGrp="1"/>
          </p:cNvSpPr>
          <p:nvPr>
            <p:custDataLst>
              <p:tags r:id="rId57"/>
            </p:custDataLst>
          </p:nvPr>
        </p:nvSpPr>
        <p:spPr bwMode="auto">
          <a:xfrm>
            <a:off x="2343150" y="6049963"/>
            <a:ext cx="5461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0542A1B9-4804-4EEE-95FA-4C4687A2AE12}" type="datetime'''''''''''''4''-Aug''''''''''''''''''''''''-2''''''3'''''''''">
              <a:rPr lang="en-US" altLang="en-US" sz="900" smtClean="0"/>
              <a:pPr/>
              <a:t>4-Aug-23</a:t>
            </a:fld>
            <a:endParaRPr lang="en-US" sz="900" noProof="0" dirty="0"/>
          </a:p>
        </p:txBody>
      </p:sp>
      <p:sp>
        <p:nvSpPr>
          <p:cNvPr id="164" name="Text Placeholder 18">
            <a:extLst>
              <a:ext uri="{FF2B5EF4-FFF2-40B4-BE49-F238E27FC236}">
                <a16:creationId xmlns:a16="http://schemas.microsoft.com/office/drawing/2014/main" id="{5D9C3946-AEF0-5FE6-748A-167E8C3881D0}"/>
              </a:ext>
            </a:extLst>
          </p:cNvPr>
          <p:cNvSpPr>
            <a:spLocks noGrp="1"/>
          </p:cNvSpPr>
          <p:nvPr>
            <p:custDataLst>
              <p:tags r:id="rId58"/>
            </p:custDataLst>
          </p:nvPr>
        </p:nvSpPr>
        <p:spPr bwMode="auto">
          <a:xfrm>
            <a:off x="6856413" y="6237288"/>
            <a:ext cx="619125"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9C378A81-2947-4FD7-A8C4-DF02349179A0}" type="datetime'2''0''''''-''''''Aug''''''''-''''''''''''''''2''3'">
              <a:rPr lang="en-US" altLang="en-US" sz="900" smtClean="0"/>
              <a:pPr/>
              <a:t>20-Aug-23</a:t>
            </a:fld>
            <a:endParaRPr lang="en-US" sz="900" noProof="0" dirty="0"/>
          </a:p>
        </p:txBody>
      </p:sp>
      <p:sp>
        <p:nvSpPr>
          <p:cNvPr id="160" name="Text Placeholder 18">
            <a:extLst>
              <a:ext uri="{FF2B5EF4-FFF2-40B4-BE49-F238E27FC236}">
                <a16:creationId xmlns:a16="http://schemas.microsoft.com/office/drawing/2014/main" id="{ED8D6488-80E8-BE37-F819-744784F28DC4}"/>
              </a:ext>
            </a:extLst>
          </p:cNvPr>
          <p:cNvSpPr>
            <a:spLocks noGrp="1"/>
          </p:cNvSpPr>
          <p:nvPr>
            <p:custDataLst>
              <p:tags r:id="rId59"/>
            </p:custDataLst>
          </p:nvPr>
        </p:nvSpPr>
        <p:spPr bwMode="auto">
          <a:xfrm>
            <a:off x="2343150" y="6237288"/>
            <a:ext cx="5461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A6113AA5-326E-4229-9182-BDBFF33B7BA0}" type="datetime'5''''-''''''''''''''''''''A''''ug-''''''''2''''''''3'''''''''">
              <a:rPr lang="en-US" altLang="en-US" sz="900" smtClean="0"/>
              <a:pPr/>
              <a:t>5-Aug-23</a:t>
            </a:fld>
            <a:endParaRPr lang="en-US" sz="900" noProof="0" dirty="0"/>
          </a:p>
        </p:txBody>
      </p:sp>
      <p:sp>
        <p:nvSpPr>
          <p:cNvPr id="171" name="Text Placeholder 18">
            <a:extLst>
              <a:ext uri="{FF2B5EF4-FFF2-40B4-BE49-F238E27FC236}">
                <a16:creationId xmlns:a16="http://schemas.microsoft.com/office/drawing/2014/main" id="{4A05A4DC-EBD2-985D-2BCC-E68DF78EB400}"/>
              </a:ext>
            </a:extLst>
          </p:cNvPr>
          <p:cNvSpPr>
            <a:spLocks noGrp="1"/>
          </p:cNvSpPr>
          <p:nvPr>
            <p:custDataLst>
              <p:tags r:id="rId60"/>
            </p:custDataLst>
          </p:nvPr>
        </p:nvSpPr>
        <p:spPr bwMode="auto">
          <a:xfrm>
            <a:off x="6856413" y="6424613"/>
            <a:ext cx="619125"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1C47275A-7BC7-4BBB-BA80-B38B09DB61B6}" type="datetime'''''''''''2''''1''-''A''''''''''''''ug''''-''2''''''3'''''">
              <a:rPr lang="en-US" altLang="en-US" sz="900" smtClean="0"/>
              <a:pPr/>
              <a:t>21-Aug-23</a:t>
            </a:fld>
            <a:endParaRPr lang="en-US" sz="900" noProof="0" dirty="0"/>
          </a:p>
        </p:txBody>
      </p:sp>
      <p:sp>
        <p:nvSpPr>
          <p:cNvPr id="161" name="Text Placeholder 18">
            <a:extLst>
              <a:ext uri="{FF2B5EF4-FFF2-40B4-BE49-F238E27FC236}">
                <a16:creationId xmlns:a16="http://schemas.microsoft.com/office/drawing/2014/main" id="{AC12B8E3-6051-B123-C887-74FA24D14BA4}"/>
              </a:ext>
            </a:extLst>
          </p:cNvPr>
          <p:cNvSpPr>
            <a:spLocks noGrp="1"/>
          </p:cNvSpPr>
          <p:nvPr>
            <p:custDataLst>
              <p:tags r:id="rId61"/>
            </p:custDataLst>
          </p:nvPr>
        </p:nvSpPr>
        <p:spPr bwMode="auto">
          <a:xfrm>
            <a:off x="2343150" y="6424613"/>
            <a:ext cx="5461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F224A234-B11E-493C-A1A2-FD9A248DEF23}" type="datetime'''''6''''''''''-A''''''''''''u''''''''g''''''-2''''3'">
              <a:rPr lang="en-US" altLang="en-US" sz="900" smtClean="0"/>
              <a:pPr/>
              <a:t>6-Aug-23</a:t>
            </a:fld>
            <a:endParaRPr lang="en-US" sz="900" noProof="0" dirty="0"/>
          </a:p>
        </p:txBody>
      </p:sp>
      <p:sp>
        <p:nvSpPr>
          <p:cNvPr id="174" name="Text Placeholder 18">
            <a:extLst>
              <a:ext uri="{FF2B5EF4-FFF2-40B4-BE49-F238E27FC236}">
                <a16:creationId xmlns:a16="http://schemas.microsoft.com/office/drawing/2014/main" id="{C91A48EF-97AB-1012-A07B-EAF4F91EF513}"/>
              </a:ext>
            </a:extLst>
          </p:cNvPr>
          <p:cNvSpPr>
            <a:spLocks noGrp="1"/>
          </p:cNvSpPr>
          <p:nvPr>
            <p:custDataLst>
              <p:tags r:id="rId62"/>
            </p:custDataLst>
          </p:nvPr>
        </p:nvSpPr>
        <p:spPr bwMode="auto">
          <a:xfrm>
            <a:off x="7788275" y="6049963"/>
            <a:ext cx="619125"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34BA1A6E-0B70-4BED-B1F2-DE15672840A5}" type="datetime'''''''2''''2-''''''''''''A''''''''u''''g''-''''''''''''''''23'">
              <a:rPr lang="en-US" altLang="en-US" sz="900" smtClean="0"/>
              <a:pPr/>
              <a:t>22-Aug-23</a:t>
            </a:fld>
            <a:endParaRPr lang="en-US" sz="900" noProof="0" dirty="0"/>
          </a:p>
        </p:txBody>
      </p:sp>
      <p:sp>
        <p:nvSpPr>
          <p:cNvPr id="151" name="Text Placeholder 18">
            <a:extLst>
              <a:ext uri="{FF2B5EF4-FFF2-40B4-BE49-F238E27FC236}">
                <a16:creationId xmlns:a16="http://schemas.microsoft.com/office/drawing/2014/main" id="{03B585BC-2A48-6395-0BEE-88252AB7174A}"/>
              </a:ext>
            </a:extLst>
          </p:cNvPr>
          <p:cNvSpPr>
            <a:spLocks noGrp="1"/>
          </p:cNvSpPr>
          <p:nvPr>
            <p:custDataLst>
              <p:tags r:id="rId63"/>
            </p:custDataLst>
          </p:nvPr>
        </p:nvSpPr>
        <p:spPr bwMode="auto">
          <a:xfrm>
            <a:off x="3201988" y="6049963"/>
            <a:ext cx="5461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B3DAFE83-E72E-4B1D-8951-4002D9BB3DA6}" type="datetime'''''''''''''''7-A''u''g''''''''-''''''2''''''''''''''''''''3'">
              <a:rPr lang="en-US" altLang="en-US" sz="900" smtClean="0"/>
              <a:pPr/>
              <a:t>7-Aug-23</a:t>
            </a:fld>
            <a:endParaRPr lang="en-US" sz="900" noProof="0" dirty="0"/>
          </a:p>
        </p:txBody>
      </p:sp>
      <p:sp>
        <p:nvSpPr>
          <p:cNvPr id="176" name="Text Placeholder 18">
            <a:extLst>
              <a:ext uri="{FF2B5EF4-FFF2-40B4-BE49-F238E27FC236}">
                <a16:creationId xmlns:a16="http://schemas.microsoft.com/office/drawing/2014/main" id="{BB6C5473-DC3A-C9EA-201A-D71E1D7DCD61}"/>
              </a:ext>
            </a:extLst>
          </p:cNvPr>
          <p:cNvSpPr>
            <a:spLocks noGrp="1"/>
          </p:cNvSpPr>
          <p:nvPr>
            <p:custDataLst>
              <p:tags r:id="rId64"/>
            </p:custDataLst>
          </p:nvPr>
        </p:nvSpPr>
        <p:spPr bwMode="auto">
          <a:xfrm>
            <a:off x="7788275" y="6237288"/>
            <a:ext cx="619125"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B6187471-6788-492D-B4D7-89FBC00FA11F}" type="datetime'23-''''''''A''''''''''''''''''''''u''''''g''''-''2''''''''3'''">
              <a:rPr lang="en-US" altLang="en-US" sz="900" smtClean="0"/>
              <a:pPr/>
              <a:t>23-Aug-23</a:t>
            </a:fld>
            <a:endParaRPr lang="en-US" sz="900" noProof="0" dirty="0"/>
          </a:p>
        </p:txBody>
      </p:sp>
      <p:sp>
        <p:nvSpPr>
          <p:cNvPr id="155" name="Text Placeholder 18">
            <a:extLst>
              <a:ext uri="{FF2B5EF4-FFF2-40B4-BE49-F238E27FC236}">
                <a16:creationId xmlns:a16="http://schemas.microsoft.com/office/drawing/2014/main" id="{D2CFF3FE-F24C-D333-DF38-B094B8085A71}"/>
              </a:ext>
            </a:extLst>
          </p:cNvPr>
          <p:cNvSpPr>
            <a:spLocks noGrp="1"/>
          </p:cNvSpPr>
          <p:nvPr>
            <p:custDataLst>
              <p:tags r:id="rId65"/>
            </p:custDataLst>
          </p:nvPr>
        </p:nvSpPr>
        <p:spPr bwMode="auto">
          <a:xfrm>
            <a:off x="3201988" y="6237288"/>
            <a:ext cx="5461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ECEC532B-3352-4649-863D-84D59F258374}" type="datetime'''''''''''''''''''''''8''''''''''-''A''''''ug''-''2''''3'''''">
              <a:rPr lang="en-US" altLang="en-US" sz="900" smtClean="0"/>
              <a:pPr/>
              <a:t>8-Aug-23</a:t>
            </a:fld>
            <a:endParaRPr lang="en-US" sz="900" noProof="0" dirty="0"/>
          </a:p>
        </p:txBody>
      </p:sp>
      <p:sp>
        <p:nvSpPr>
          <p:cNvPr id="175" name="Text Placeholder 18">
            <a:extLst>
              <a:ext uri="{FF2B5EF4-FFF2-40B4-BE49-F238E27FC236}">
                <a16:creationId xmlns:a16="http://schemas.microsoft.com/office/drawing/2014/main" id="{87BF580F-09B6-07B3-C860-2AF39E11D6AD}"/>
              </a:ext>
            </a:extLst>
          </p:cNvPr>
          <p:cNvSpPr>
            <a:spLocks noGrp="1"/>
          </p:cNvSpPr>
          <p:nvPr>
            <p:custDataLst>
              <p:tags r:id="rId66"/>
            </p:custDataLst>
          </p:nvPr>
        </p:nvSpPr>
        <p:spPr bwMode="auto">
          <a:xfrm>
            <a:off x="7788275" y="6424613"/>
            <a:ext cx="619125"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404FD124-FBFC-4982-BF0A-A1A85C1DC06C}" type="datetime'''2''4''-''''''''''''''''''''''A''''u''''g''''''''-2''''3'">
              <a:rPr lang="en-US" altLang="en-US" sz="900" smtClean="0"/>
              <a:pPr/>
              <a:t>24-Aug-23</a:t>
            </a:fld>
            <a:endParaRPr lang="en-US" sz="900" noProof="0" dirty="0"/>
          </a:p>
        </p:txBody>
      </p:sp>
      <p:sp>
        <p:nvSpPr>
          <p:cNvPr id="157" name="Text Placeholder 18">
            <a:extLst>
              <a:ext uri="{FF2B5EF4-FFF2-40B4-BE49-F238E27FC236}">
                <a16:creationId xmlns:a16="http://schemas.microsoft.com/office/drawing/2014/main" id="{E7883EDA-9E16-F3C6-5A09-4CCF73234DF0}"/>
              </a:ext>
            </a:extLst>
          </p:cNvPr>
          <p:cNvSpPr>
            <a:spLocks noGrp="1"/>
          </p:cNvSpPr>
          <p:nvPr>
            <p:custDataLst>
              <p:tags r:id="rId67"/>
            </p:custDataLst>
          </p:nvPr>
        </p:nvSpPr>
        <p:spPr bwMode="auto">
          <a:xfrm>
            <a:off x="3201988" y="6424613"/>
            <a:ext cx="5461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D81481AD-0945-4DCD-9538-0A3C92B61166}" type="datetime'''9''''''-''''''''''''''A''u''''''g-''''''''''2''''3'''">
              <a:rPr lang="en-US" altLang="en-US" sz="900" smtClean="0"/>
              <a:pPr/>
              <a:t>9-Aug-23</a:t>
            </a:fld>
            <a:endParaRPr lang="en-US" sz="900" noProof="0" dirty="0"/>
          </a:p>
        </p:txBody>
      </p:sp>
      <p:sp>
        <p:nvSpPr>
          <p:cNvPr id="177" name="Text Placeholder 18">
            <a:extLst>
              <a:ext uri="{FF2B5EF4-FFF2-40B4-BE49-F238E27FC236}">
                <a16:creationId xmlns:a16="http://schemas.microsoft.com/office/drawing/2014/main" id="{8C5B98A9-E035-63A1-4673-150C9031E06E}"/>
              </a:ext>
            </a:extLst>
          </p:cNvPr>
          <p:cNvSpPr>
            <a:spLocks noGrp="1"/>
          </p:cNvSpPr>
          <p:nvPr>
            <p:custDataLst>
              <p:tags r:id="rId68"/>
            </p:custDataLst>
          </p:nvPr>
        </p:nvSpPr>
        <p:spPr bwMode="auto">
          <a:xfrm>
            <a:off x="8720138" y="6049963"/>
            <a:ext cx="619125"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CD262C6F-F8AF-40D3-9FF6-3AA5EF778D6C}" type="datetime'''''''2''''''''5''''''-''''A''''u''g''-''2''''''''''''''''3'''">
              <a:rPr lang="en-US" altLang="en-US" sz="900" smtClean="0"/>
              <a:pPr/>
              <a:t>25-Aug-23</a:t>
            </a:fld>
            <a:endParaRPr lang="en-US" sz="900" noProof="0" dirty="0"/>
          </a:p>
        </p:txBody>
      </p:sp>
      <p:sp>
        <p:nvSpPr>
          <p:cNvPr id="162" name="Text Placeholder 18">
            <a:extLst>
              <a:ext uri="{FF2B5EF4-FFF2-40B4-BE49-F238E27FC236}">
                <a16:creationId xmlns:a16="http://schemas.microsoft.com/office/drawing/2014/main" id="{1AA6840F-2066-6C03-D25C-5E3CF18AB7B4}"/>
              </a:ext>
            </a:extLst>
          </p:cNvPr>
          <p:cNvSpPr>
            <a:spLocks noGrp="1"/>
          </p:cNvSpPr>
          <p:nvPr>
            <p:custDataLst>
              <p:tags r:id="rId69"/>
            </p:custDataLst>
          </p:nvPr>
        </p:nvSpPr>
        <p:spPr bwMode="auto">
          <a:xfrm>
            <a:off x="4060825" y="6049963"/>
            <a:ext cx="619125"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480CA19A-DAE7-4D15-B2E1-8ACE6CB63D66}" type="datetime'''''10-''''''A''''u''''''g''''''''''''''-''''2''''''''3'''''''">
              <a:rPr lang="en-US" altLang="en-US" sz="900" smtClean="0"/>
              <a:pPr/>
              <a:t>10-Aug-23</a:t>
            </a:fld>
            <a:endParaRPr lang="en-US" sz="900" noProof="0" dirty="0"/>
          </a:p>
        </p:txBody>
      </p:sp>
      <p:sp>
        <p:nvSpPr>
          <p:cNvPr id="153" name="Text Placeholder 18">
            <a:extLst>
              <a:ext uri="{FF2B5EF4-FFF2-40B4-BE49-F238E27FC236}">
                <a16:creationId xmlns:a16="http://schemas.microsoft.com/office/drawing/2014/main" id="{9A6FCEF9-E112-61BA-FE95-706416FEABD9}"/>
              </a:ext>
            </a:extLst>
          </p:cNvPr>
          <p:cNvSpPr>
            <a:spLocks noGrp="1"/>
          </p:cNvSpPr>
          <p:nvPr>
            <p:custDataLst>
              <p:tags r:id="rId70"/>
            </p:custDataLst>
          </p:nvPr>
        </p:nvSpPr>
        <p:spPr bwMode="auto">
          <a:xfrm>
            <a:off x="8720138" y="6237288"/>
            <a:ext cx="619125"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71F45517-B299-4903-800A-B425A5334ED7}" type="datetime'2''''''''6-Au''''g''''''''''''-2''''3'''''''''''''''">
              <a:rPr lang="en-US" altLang="en-US" sz="900" smtClean="0"/>
              <a:pPr/>
              <a:t>26-Aug-23</a:t>
            </a:fld>
            <a:endParaRPr lang="en-US" sz="900" noProof="0" dirty="0"/>
          </a:p>
        </p:txBody>
      </p:sp>
      <p:sp>
        <p:nvSpPr>
          <p:cNvPr id="163" name="Text Placeholder 18">
            <a:extLst>
              <a:ext uri="{FF2B5EF4-FFF2-40B4-BE49-F238E27FC236}">
                <a16:creationId xmlns:a16="http://schemas.microsoft.com/office/drawing/2014/main" id="{4662449E-4024-8D75-32F8-C85740816986}"/>
              </a:ext>
            </a:extLst>
          </p:cNvPr>
          <p:cNvSpPr>
            <a:spLocks noGrp="1"/>
          </p:cNvSpPr>
          <p:nvPr>
            <p:custDataLst>
              <p:tags r:id="rId71"/>
            </p:custDataLst>
          </p:nvPr>
        </p:nvSpPr>
        <p:spPr bwMode="auto">
          <a:xfrm>
            <a:off x="4060825" y="6237288"/>
            <a:ext cx="619125"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29CCE405-A300-4E87-9617-9E9A2C839420}" type="datetime'''''''''''''''''1''''''1''-Au''''''''''''''g-2''''''''3'''">
              <a:rPr lang="en-US" altLang="en-US" sz="900" smtClean="0"/>
              <a:pPr/>
              <a:t>11-Aug-23</a:t>
            </a:fld>
            <a:endParaRPr lang="en-US" sz="900" noProof="0" dirty="0"/>
          </a:p>
        </p:txBody>
      </p:sp>
      <p:sp>
        <p:nvSpPr>
          <p:cNvPr id="158" name="Text Placeholder 18">
            <a:extLst>
              <a:ext uri="{FF2B5EF4-FFF2-40B4-BE49-F238E27FC236}">
                <a16:creationId xmlns:a16="http://schemas.microsoft.com/office/drawing/2014/main" id="{1011DE5D-C530-F7B7-6774-C7D4C199A889}"/>
              </a:ext>
            </a:extLst>
          </p:cNvPr>
          <p:cNvSpPr>
            <a:spLocks noGrp="1"/>
          </p:cNvSpPr>
          <p:nvPr>
            <p:custDataLst>
              <p:tags r:id="rId72"/>
            </p:custDataLst>
          </p:nvPr>
        </p:nvSpPr>
        <p:spPr bwMode="auto">
          <a:xfrm>
            <a:off x="8720138" y="6424613"/>
            <a:ext cx="619125"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55421CE8-6023-4C17-87F3-6A44DDB99A8E}" type="datetime'''''''''''''''''''''''''''''''''''''''''''27-A''u''''g-''23'''">
              <a:rPr lang="en-US" altLang="en-US" sz="900" smtClean="0"/>
              <a:pPr/>
              <a:t>27-Aug-23</a:t>
            </a:fld>
            <a:endParaRPr lang="en-US" sz="900" noProof="0" dirty="0"/>
          </a:p>
        </p:txBody>
      </p:sp>
      <p:sp>
        <p:nvSpPr>
          <p:cNvPr id="165" name="Text Placeholder 18">
            <a:extLst>
              <a:ext uri="{FF2B5EF4-FFF2-40B4-BE49-F238E27FC236}">
                <a16:creationId xmlns:a16="http://schemas.microsoft.com/office/drawing/2014/main" id="{0B17710B-D742-13EF-23EF-8B675F3194C0}"/>
              </a:ext>
            </a:extLst>
          </p:cNvPr>
          <p:cNvSpPr>
            <a:spLocks noGrp="1"/>
          </p:cNvSpPr>
          <p:nvPr>
            <p:custDataLst>
              <p:tags r:id="rId73"/>
            </p:custDataLst>
          </p:nvPr>
        </p:nvSpPr>
        <p:spPr bwMode="auto">
          <a:xfrm>
            <a:off x="4060825" y="6424613"/>
            <a:ext cx="619125"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B3C78B31-07BC-40F9-B70C-27ABAF772A71}" type="datetime'''1''''''''''''''''2''''''-''''''''''''''A''u''g-2''''3'''''">
              <a:rPr lang="en-US" altLang="en-US" sz="900" smtClean="0"/>
              <a:pPr/>
              <a:t>12-Aug-23</a:t>
            </a:fld>
            <a:endParaRPr lang="en-US" sz="900" noProof="0" dirty="0"/>
          </a:p>
        </p:txBody>
      </p:sp>
      <p:sp>
        <p:nvSpPr>
          <p:cNvPr id="166" name="Text Placeholder 18">
            <a:extLst>
              <a:ext uri="{FF2B5EF4-FFF2-40B4-BE49-F238E27FC236}">
                <a16:creationId xmlns:a16="http://schemas.microsoft.com/office/drawing/2014/main" id="{B62D69AA-A492-2A0A-7369-B2ED90339DFF}"/>
              </a:ext>
            </a:extLst>
          </p:cNvPr>
          <p:cNvSpPr>
            <a:spLocks noGrp="1"/>
          </p:cNvSpPr>
          <p:nvPr>
            <p:custDataLst>
              <p:tags r:id="rId74"/>
            </p:custDataLst>
          </p:nvPr>
        </p:nvSpPr>
        <p:spPr bwMode="auto">
          <a:xfrm>
            <a:off x="4992688" y="6049963"/>
            <a:ext cx="619125"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13FD6322-BB63-416E-BBA8-E2F0A3730CB0}" type="datetime'''''''''''''''''''''13-''''''A''''''''''u''''''''''g-23'''">
              <a:rPr lang="en-US" altLang="en-US" sz="900" smtClean="0"/>
              <a:pPr/>
              <a:t>13-Aug-23</a:t>
            </a:fld>
            <a:endParaRPr lang="en-US" sz="900" noProof="0" dirty="0"/>
          </a:p>
        </p:txBody>
      </p:sp>
      <p:sp>
        <p:nvSpPr>
          <p:cNvPr id="167" name="Text Placeholder 18">
            <a:extLst>
              <a:ext uri="{FF2B5EF4-FFF2-40B4-BE49-F238E27FC236}">
                <a16:creationId xmlns:a16="http://schemas.microsoft.com/office/drawing/2014/main" id="{7682C1F3-51EF-C2B0-639E-CDB442B2F4D8}"/>
              </a:ext>
            </a:extLst>
          </p:cNvPr>
          <p:cNvSpPr>
            <a:spLocks noGrp="1"/>
          </p:cNvSpPr>
          <p:nvPr>
            <p:custDataLst>
              <p:tags r:id="rId75"/>
            </p:custDataLst>
          </p:nvPr>
        </p:nvSpPr>
        <p:spPr bwMode="auto">
          <a:xfrm>
            <a:off x="4992688" y="6237288"/>
            <a:ext cx="619125"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392839AE-C2B7-4DC4-8462-DF8BC1959532}" type="datetime'''''''''''''''''''1''''4''''-''Au''''''''''g-''''''2''''3'''">
              <a:rPr lang="en-US" altLang="en-US" sz="900" smtClean="0"/>
              <a:pPr/>
              <a:t>14-Aug-23</a:t>
            </a:fld>
            <a:endParaRPr lang="en-US" sz="900" noProof="0" dirty="0"/>
          </a:p>
        </p:txBody>
      </p:sp>
      <p:sp>
        <p:nvSpPr>
          <p:cNvPr id="179" name="Text Placeholder 18">
            <a:extLst>
              <a:ext uri="{FF2B5EF4-FFF2-40B4-BE49-F238E27FC236}">
                <a16:creationId xmlns:a16="http://schemas.microsoft.com/office/drawing/2014/main" id="{840B6B8B-DDE5-EE73-ECB0-B32106ADABC6}"/>
              </a:ext>
            </a:extLst>
          </p:cNvPr>
          <p:cNvSpPr>
            <a:spLocks noGrp="1"/>
          </p:cNvSpPr>
          <p:nvPr>
            <p:custDataLst>
              <p:tags r:id="rId76"/>
            </p:custDataLst>
          </p:nvPr>
        </p:nvSpPr>
        <p:spPr bwMode="auto">
          <a:xfrm>
            <a:off x="9652000" y="6237288"/>
            <a:ext cx="619125"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638CB74A-DD7C-43CF-8425-72C921D13481}" type="datetime'''''2''''''''''9''''''''-Au''''g''''''-''''''''''''2''''3'">
              <a:rPr lang="en-US" altLang="en-US" sz="900" smtClean="0"/>
              <a:pPr/>
              <a:t>29-Aug-23</a:t>
            </a:fld>
            <a:endParaRPr lang="en-US" sz="900" noProof="0" dirty="0"/>
          </a:p>
        </p:txBody>
      </p:sp>
      <p:sp>
        <p:nvSpPr>
          <p:cNvPr id="168" name="Text Placeholder 18">
            <a:extLst>
              <a:ext uri="{FF2B5EF4-FFF2-40B4-BE49-F238E27FC236}">
                <a16:creationId xmlns:a16="http://schemas.microsoft.com/office/drawing/2014/main" id="{C3DFFB4D-A6EE-835E-CE73-4EF7BA4998B6}"/>
              </a:ext>
            </a:extLst>
          </p:cNvPr>
          <p:cNvSpPr>
            <a:spLocks noGrp="1"/>
          </p:cNvSpPr>
          <p:nvPr>
            <p:custDataLst>
              <p:tags r:id="rId77"/>
            </p:custDataLst>
          </p:nvPr>
        </p:nvSpPr>
        <p:spPr bwMode="auto">
          <a:xfrm>
            <a:off x="4992688" y="6424613"/>
            <a:ext cx="619125"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90C270F0-EFE5-4F4C-B31E-DA04ACF50B03}" type="datetime'''''1''5''-''''A''''''''u''''g''''''-2''''''3'''''''''''''''">
              <a:rPr lang="en-US" altLang="en-US" sz="900" smtClean="0"/>
              <a:pPr/>
              <a:t>15-Aug-23</a:t>
            </a:fld>
            <a:endParaRPr lang="en-US" sz="900" noProof="0" dirty="0"/>
          </a:p>
        </p:txBody>
      </p:sp>
      <p:sp>
        <p:nvSpPr>
          <p:cNvPr id="180" name="Text Placeholder 18">
            <a:extLst>
              <a:ext uri="{FF2B5EF4-FFF2-40B4-BE49-F238E27FC236}">
                <a16:creationId xmlns:a16="http://schemas.microsoft.com/office/drawing/2014/main" id="{C78C3FE1-E47A-7BDE-ADDF-BDB6D14ED6FC}"/>
              </a:ext>
            </a:extLst>
          </p:cNvPr>
          <p:cNvSpPr>
            <a:spLocks noGrp="1"/>
          </p:cNvSpPr>
          <p:nvPr>
            <p:custDataLst>
              <p:tags r:id="rId78"/>
            </p:custDataLst>
          </p:nvPr>
        </p:nvSpPr>
        <p:spPr bwMode="auto">
          <a:xfrm>
            <a:off x="9652000" y="6424613"/>
            <a:ext cx="619125"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F671A967-408F-4F0C-B71A-46BC15924E25}" type="datetime'''3''''''0-''Au''''''''''g''''''''''-''''''''''''23'">
              <a:rPr lang="en-US" altLang="en-US" sz="900" smtClean="0"/>
              <a:pPr/>
              <a:t>30-Aug-23</a:t>
            </a:fld>
            <a:endParaRPr lang="en-US" sz="900" noProof="0" dirty="0"/>
          </a:p>
        </p:txBody>
      </p:sp>
      <p:sp>
        <p:nvSpPr>
          <p:cNvPr id="169" name="Text Placeholder 18">
            <a:extLst>
              <a:ext uri="{FF2B5EF4-FFF2-40B4-BE49-F238E27FC236}">
                <a16:creationId xmlns:a16="http://schemas.microsoft.com/office/drawing/2014/main" id="{B99D5A0D-AC9C-FAA0-AAA2-F62253108231}"/>
              </a:ext>
            </a:extLst>
          </p:cNvPr>
          <p:cNvSpPr>
            <a:spLocks noGrp="1"/>
          </p:cNvSpPr>
          <p:nvPr>
            <p:custDataLst>
              <p:tags r:id="rId79"/>
            </p:custDataLst>
          </p:nvPr>
        </p:nvSpPr>
        <p:spPr bwMode="auto">
          <a:xfrm>
            <a:off x="5924550" y="6049963"/>
            <a:ext cx="619125"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364A2EB7-1AAE-4343-BCBC-ACF5CF0EAB1E}" type="datetime'''1''''6''''''-''''A''''''u''''''''''g''-2''''''''''3'''''''">
              <a:rPr lang="en-US" altLang="en-US" sz="900" smtClean="0"/>
              <a:pPr/>
              <a:t>16-Aug-23</a:t>
            </a:fld>
            <a:endParaRPr lang="en-US" sz="900" noProof="0" dirty="0"/>
          </a:p>
        </p:txBody>
      </p:sp>
      <p:sp>
        <p:nvSpPr>
          <p:cNvPr id="12" name="Text Placeholder 18">
            <a:extLst>
              <a:ext uri="{FF2B5EF4-FFF2-40B4-BE49-F238E27FC236}">
                <a16:creationId xmlns:a16="http://schemas.microsoft.com/office/drawing/2014/main" id="{130395F4-D8A9-B0BD-8CEB-3C696F63B760}"/>
              </a:ext>
            </a:extLst>
          </p:cNvPr>
          <p:cNvSpPr>
            <a:spLocks noGrp="1"/>
          </p:cNvSpPr>
          <p:nvPr>
            <p:custDataLst>
              <p:tags r:id="rId80"/>
            </p:custDataLst>
          </p:nvPr>
        </p:nvSpPr>
        <p:spPr bwMode="auto">
          <a:xfrm>
            <a:off x="10583863" y="6049963"/>
            <a:ext cx="619125"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0F796723-5BC5-4721-8537-4A716430D2F0}" type="datetime'''''''''''3''''''1''-''''''''''Aug''''''''''-''''2''''''''''3'">
              <a:rPr lang="en-US" altLang="en-US" sz="900" smtClean="0"/>
              <a:pPr/>
              <a:t>31-Aug-23</a:t>
            </a:fld>
            <a:endParaRPr lang="en-US" sz="900" noProof="0" dirty="0"/>
          </a:p>
        </p:txBody>
      </p:sp>
      <p:sp>
        <p:nvSpPr>
          <p:cNvPr id="178" name="Text Placeholder 18">
            <a:extLst>
              <a:ext uri="{FF2B5EF4-FFF2-40B4-BE49-F238E27FC236}">
                <a16:creationId xmlns:a16="http://schemas.microsoft.com/office/drawing/2014/main" id="{ED214B63-180C-446D-3A18-E1DEF2C10A0B}"/>
              </a:ext>
            </a:extLst>
          </p:cNvPr>
          <p:cNvSpPr>
            <a:spLocks noGrp="1"/>
          </p:cNvSpPr>
          <p:nvPr>
            <p:custDataLst>
              <p:tags r:id="rId81"/>
            </p:custDataLst>
          </p:nvPr>
        </p:nvSpPr>
        <p:spPr bwMode="auto">
          <a:xfrm>
            <a:off x="9652000" y="6049963"/>
            <a:ext cx="619125"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spcBef>
                <a:spcPct val="0"/>
              </a:spcBef>
              <a:spcAft>
                <a:spcPct val="0"/>
              </a:spcAft>
            </a:pPr>
            <a:fld id="{E297251D-4D61-4879-8522-791CEC4A1BA2}" type="datetime'2''''''8''''-A''''''''''u''''''''g-''2''''''''3'">
              <a:rPr lang="en-US" altLang="en-US" sz="900" smtClean="0"/>
              <a:pPr/>
              <a:t>28-Aug-23</a:t>
            </a:fld>
            <a:endParaRPr lang="en-US" sz="900" noProof="0" dirty="0"/>
          </a:p>
        </p:txBody>
      </p:sp>
      <p:cxnSp>
        <p:nvCxnSpPr>
          <p:cNvPr id="328" name="Straight Arrow Connector 327">
            <a:extLst>
              <a:ext uri="{FF2B5EF4-FFF2-40B4-BE49-F238E27FC236}">
                <a16:creationId xmlns:a16="http://schemas.microsoft.com/office/drawing/2014/main" id="{85A25165-BDF3-D5AC-EB25-28CAAD805EA9}"/>
              </a:ext>
            </a:extLst>
          </p:cNvPr>
          <p:cNvCxnSpPr>
            <a:cxnSpLocks/>
          </p:cNvCxnSpPr>
          <p:nvPr/>
        </p:nvCxnSpPr>
        <p:spPr>
          <a:xfrm>
            <a:off x="1293813" y="5919567"/>
            <a:ext cx="10416851" cy="1188"/>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26" name="Rectangle 325">
            <a:extLst>
              <a:ext uri="{FF2B5EF4-FFF2-40B4-BE49-F238E27FC236}">
                <a16:creationId xmlns:a16="http://schemas.microsoft.com/office/drawing/2014/main" id="{3CEEFEE3-E67C-3394-152B-8EA060626DC2}"/>
              </a:ext>
            </a:extLst>
          </p:cNvPr>
          <p:cNvSpPr/>
          <p:nvPr/>
        </p:nvSpPr>
        <p:spPr bwMode="gray">
          <a:xfrm>
            <a:off x="5262563" y="5798829"/>
            <a:ext cx="1591599" cy="238124"/>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t>Time (Hours)</a:t>
            </a:r>
          </a:p>
        </p:txBody>
      </p:sp>
      <p:cxnSp>
        <p:nvCxnSpPr>
          <p:cNvPr id="333" name="Straight Arrow Connector 332">
            <a:extLst>
              <a:ext uri="{FF2B5EF4-FFF2-40B4-BE49-F238E27FC236}">
                <a16:creationId xmlns:a16="http://schemas.microsoft.com/office/drawing/2014/main" id="{9C716DAF-2225-82C9-1B60-F50B060360DB}"/>
              </a:ext>
            </a:extLst>
          </p:cNvPr>
          <p:cNvCxnSpPr>
            <a:cxnSpLocks/>
          </p:cNvCxnSpPr>
          <p:nvPr/>
        </p:nvCxnSpPr>
        <p:spPr>
          <a:xfrm flipV="1">
            <a:off x="502047" y="1328889"/>
            <a:ext cx="0" cy="4482949"/>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36" name="Rectangle 335">
            <a:extLst>
              <a:ext uri="{FF2B5EF4-FFF2-40B4-BE49-F238E27FC236}">
                <a16:creationId xmlns:a16="http://schemas.microsoft.com/office/drawing/2014/main" id="{E0E06CA7-67CF-0374-5800-8D69E34DC3B7}"/>
              </a:ext>
            </a:extLst>
          </p:cNvPr>
          <p:cNvSpPr/>
          <p:nvPr/>
        </p:nvSpPr>
        <p:spPr bwMode="gray">
          <a:xfrm rot="16200000">
            <a:off x="-1496883" y="3302544"/>
            <a:ext cx="3977622" cy="405101"/>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t>Short term Power Purchase + Load Shedding (Solar Opportunity) (MW)</a:t>
            </a:r>
          </a:p>
        </p:txBody>
      </p:sp>
      <p:sp>
        <p:nvSpPr>
          <p:cNvPr id="19" name="TextBox 18">
            <a:extLst>
              <a:ext uri="{FF2B5EF4-FFF2-40B4-BE49-F238E27FC236}">
                <a16:creationId xmlns:a16="http://schemas.microsoft.com/office/drawing/2014/main" id="{CB73C87E-55A8-B221-59CF-D9EDF412D321}"/>
              </a:ext>
            </a:extLst>
          </p:cNvPr>
          <p:cNvSpPr txBox="1"/>
          <p:nvPr/>
        </p:nvSpPr>
        <p:spPr>
          <a:xfrm>
            <a:off x="10631951" y="6315696"/>
            <a:ext cx="1228727" cy="184666"/>
          </a:xfrm>
          <a:prstGeom prst="rect">
            <a:avLst/>
          </a:prstGeom>
          <a:noFill/>
        </p:spPr>
        <p:txBody>
          <a:bodyPr wrap="square" lIns="0" tIns="0" rIns="0" bIns="0" rtlCol="0">
            <a:spAutoFit/>
          </a:bodyPr>
          <a:lstStyle/>
          <a:p>
            <a:pPr algn="r">
              <a:spcBef>
                <a:spcPts val="600"/>
              </a:spcBef>
              <a:buSzPct val="100000"/>
            </a:pPr>
            <a:r>
              <a:rPr lang="en-US" sz="1200" b="1" dirty="0">
                <a:solidFill>
                  <a:srgbClr val="313131"/>
                </a:solidFill>
                <a:hlinkClick r:id="rId86" action="ppaction://hlinksldjump"/>
              </a:rPr>
              <a:t>Details</a:t>
            </a:r>
            <a:endParaRPr lang="en-US" sz="1200" b="1" dirty="0">
              <a:solidFill>
                <a:srgbClr val="313131"/>
              </a:solidFill>
            </a:endParaRPr>
          </a:p>
        </p:txBody>
      </p:sp>
    </p:spTree>
    <p:extLst>
      <p:ext uri="{BB962C8B-B14F-4D97-AF65-F5344CB8AC3E}">
        <p14:creationId xmlns:p14="http://schemas.microsoft.com/office/powerpoint/2010/main" val="1361409333"/>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Rows of solar panels">
            <a:extLst>
              <a:ext uri="{FF2B5EF4-FFF2-40B4-BE49-F238E27FC236}">
                <a16:creationId xmlns:a16="http://schemas.microsoft.com/office/drawing/2014/main" id="{01C8141A-D76F-E042-0D27-C3043A525856}"/>
              </a:ext>
            </a:extLst>
          </p:cNvPr>
          <p:cNvPicPr>
            <a:picLocks noChangeAspect="1"/>
          </p:cNvPicPr>
          <p:nvPr/>
        </p:nvPicPr>
        <p:blipFill>
          <a:blip r:embed="rId3"/>
          <a:stretch>
            <a:fillRect/>
          </a:stretch>
        </p:blipFill>
        <p:spPr>
          <a:xfrm>
            <a:off x="0" y="0"/>
            <a:ext cx="12192000" cy="6858000"/>
          </a:xfrm>
          <a:prstGeom prst="rect">
            <a:avLst/>
          </a:prstGeom>
        </p:spPr>
      </p:pic>
      <p:graphicFrame>
        <p:nvGraphicFramePr>
          <p:cNvPr id="6" name="Object 5" hidden="1">
            <a:extLst>
              <a:ext uri="{FF2B5EF4-FFF2-40B4-BE49-F238E27FC236}">
                <a16:creationId xmlns:a16="http://schemas.microsoft.com/office/drawing/2014/main" id="{4A402D40-8287-40F9-A2AE-8CA3AE2A4B97}"/>
              </a:ext>
            </a:extLst>
          </p:cNvPr>
          <p:cNvGraphicFramePr>
            <a:graphicFrameLocks noChangeAspect="1"/>
          </p:cNvGraphicFramePr>
          <p:nvPr>
            <p:custDataLst>
              <p:tags r:id="rId1"/>
            </p:custDataLst>
            <p:extLst>
              <p:ext uri="{D42A27DB-BD31-4B8C-83A1-F6EECF244321}">
                <p14:modId xmlns:p14="http://schemas.microsoft.com/office/powerpoint/2010/main" val="178843764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98" imgH="499" progId="TCLayout.ActiveDocument.1">
                  <p:embed/>
                </p:oleObj>
              </mc:Choice>
              <mc:Fallback>
                <p:oleObj name="think-cell Slide" r:id="rId4" imgW="498" imgH="499" progId="TCLayout.ActiveDocument.1">
                  <p:embed/>
                  <p:pic>
                    <p:nvPicPr>
                      <p:cNvPr id="6" name="Object 5" hidden="1">
                        <a:extLst>
                          <a:ext uri="{FF2B5EF4-FFF2-40B4-BE49-F238E27FC236}">
                            <a16:creationId xmlns:a16="http://schemas.microsoft.com/office/drawing/2014/main" id="{4A402D40-8287-40F9-A2AE-8CA3AE2A4B9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F3174803-1F67-4D25-B30A-FCA299D6C20F}"/>
              </a:ext>
            </a:extLst>
          </p:cNvPr>
          <p:cNvSpPr>
            <a:spLocks noGrp="1"/>
          </p:cNvSpPr>
          <p:nvPr>
            <p:ph type="title"/>
          </p:nvPr>
        </p:nvSpPr>
        <p:spPr>
          <a:xfrm>
            <a:off x="157182" y="2903102"/>
            <a:ext cx="11252200" cy="692151"/>
          </a:xfrm>
        </p:spPr>
        <p:txBody>
          <a:bodyPr vert="horz"/>
          <a:lstStyle/>
          <a:p>
            <a:pPr marL="990600" indent="-990600"/>
            <a:r>
              <a:rPr lang="en-US" sz="2800" dirty="0">
                <a:solidFill>
                  <a:schemeClr val="bg1"/>
                </a:solidFill>
              </a:rPr>
              <a:t>Select Days - Hourly Data</a:t>
            </a:r>
            <a:endParaRPr lang="en-US" i="0" dirty="0">
              <a:solidFill>
                <a:schemeClr val="bg1"/>
              </a:solidFill>
            </a:endParaRPr>
          </a:p>
        </p:txBody>
      </p:sp>
      <p:cxnSp>
        <p:nvCxnSpPr>
          <p:cNvPr id="8" name="Straight Connector 7">
            <a:extLst>
              <a:ext uri="{FF2B5EF4-FFF2-40B4-BE49-F238E27FC236}">
                <a16:creationId xmlns:a16="http://schemas.microsoft.com/office/drawing/2014/main" id="{784C1C03-CAB1-4AA6-8518-B87142FB9A78}"/>
              </a:ext>
            </a:extLst>
          </p:cNvPr>
          <p:cNvCxnSpPr/>
          <p:nvPr/>
        </p:nvCxnSpPr>
        <p:spPr>
          <a:xfrm>
            <a:off x="157182" y="3595253"/>
            <a:ext cx="11691257" cy="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230177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F53E3122-8B80-4B2B-9425-C97F9D1809CD}"/>
              </a:ext>
            </a:extLst>
          </p:cNvPr>
          <p:cNvGraphicFramePr>
            <a:graphicFrameLocks noChangeAspect="1"/>
          </p:cNvGraphicFramePr>
          <p:nvPr>
            <p:custDataLst>
              <p:tags r:id="rId1"/>
            </p:custDataLst>
            <p:extLst>
              <p:ext uri="{D42A27DB-BD31-4B8C-83A1-F6EECF244321}">
                <p14:modId xmlns:p14="http://schemas.microsoft.com/office/powerpoint/2010/main" val="26024735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6" name="Object 5" hidden="1">
                        <a:extLst>
                          <a:ext uri="{FF2B5EF4-FFF2-40B4-BE49-F238E27FC236}">
                            <a16:creationId xmlns:a16="http://schemas.microsoft.com/office/drawing/2014/main" id="{F53E3122-8B80-4B2B-9425-C97F9D1809C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p:cNvSpPr>
            <a:spLocks noGrp="1"/>
          </p:cNvSpPr>
          <p:nvPr>
            <p:ph type="title"/>
          </p:nvPr>
        </p:nvSpPr>
        <p:spPr>
          <a:xfrm>
            <a:off x="555170" y="266401"/>
            <a:ext cx="11166932" cy="347321"/>
          </a:xfrm>
        </p:spPr>
        <p:txBody>
          <a:bodyPr vert="horz"/>
          <a:lstStyle/>
          <a:p>
            <a:r>
              <a:rPr lang="en-US" b="1" dirty="0"/>
              <a:t>19</a:t>
            </a:r>
            <a:r>
              <a:rPr lang="en-US" b="1" baseline="30000" dirty="0"/>
              <a:t>th</a:t>
            </a:r>
            <a:r>
              <a:rPr lang="en-US" b="1" dirty="0"/>
              <a:t> April 2023 – Hourly profile (Solar Hours)</a:t>
            </a:r>
            <a:endParaRPr lang="en-US" sz="1800" b="1" dirty="0"/>
          </a:p>
        </p:txBody>
      </p:sp>
      <p:cxnSp>
        <p:nvCxnSpPr>
          <p:cNvPr id="34" name="Straight Connector 33">
            <a:extLst>
              <a:ext uri="{FF2B5EF4-FFF2-40B4-BE49-F238E27FC236}">
                <a16:creationId xmlns:a16="http://schemas.microsoft.com/office/drawing/2014/main" id="{C64B3BBE-2752-0F5F-6AA3-836BA91F095C}"/>
              </a:ext>
            </a:extLst>
          </p:cNvPr>
          <p:cNvCxnSpPr/>
          <p:nvPr/>
        </p:nvCxnSpPr>
        <p:spPr>
          <a:xfrm flipV="1">
            <a:off x="514664" y="649363"/>
            <a:ext cx="11196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28" name="Straight Arrow Connector 327">
            <a:extLst>
              <a:ext uri="{FF2B5EF4-FFF2-40B4-BE49-F238E27FC236}">
                <a16:creationId xmlns:a16="http://schemas.microsoft.com/office/drawing/2014/main" id="{85A25165-BDF3-D5AC-EB25-28CAAD805EA9}"/>
              </a:ext>
            </a:extLst>
          </p:cNvPr>
          <p:cNvCxnSpPr>
            <a:cxnSpLocks/>
          </p:cNvCxnSpPr>
          <p:nvPr/>
        </p:nvCxnSpPr>
        <p:spPr>
          <a:xfrm>
            <a:off x="1293813" y="5919567"/>
            <a:ext cx="10416851" cy="1188"/>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26" name="Rectangle 325">
            <a:extLst>
              <a:ext uri="{FF2B5EF4-FFF2-40B4-BE49-F238E27FC236}">
                <a16:creationId xmlns:a16="http://schemas.microsoft.com/office/drawing/2014/main" id="{3CEEFEE3-E67C-3394-152B-8EA060626DC2}"/>
              </a:ext>
            </a:extLst>
          </p:cNvPr>
          <p:cNvSpPr/>
          <p:nvPr/>
        </p:nvSpPr>
        <p:spPr bwMode="gray">
          <a:xfrm>
            <a:off x="5262563" y="5798829"/>
            <a:ext cx="1591599" cy="238124"/>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t>Time (Hours)</a:t>
            </a:r>
          </a:p>
        </p:txBody>
      </p:sp>
      <p:cxnSp>
        <p:nvCxnSpPr>
          <p:cNvPr id="333" name="Straight Arrow Connector 332">
            <a:extLst>
              <a:ext uri="{FF2B5EF4-FFF2-40B4-BE49-F238E27FC236}">
                <a16:creationId xmlns:a16="http://schemas.microsoft.com/office/drawing/2014/main" id="{9C716DAF-2225-82C9-1B60-F50B060360DB}"/>
              </a:ext>
            </a:extLst>
          </p:cNvPr>
          <p:cNvCxnSpPr>
            <a:cxnSpLocks/>
          </p:cNvCxnSpPr>
          <p:nvPr/>
        </p:nvCxnSpPr>
        <p:spPr>
          <a:xfrm flipV="1">
            <a:off x="502047" y="1328889"/>
            <a:ext cx="0" cy="4482949"/>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36" name="Rectangle 335">
            <a:extLst>
              <a:ext uri="{FF2B5EF4-FFF2-40B4-BE49-F238E27FC236}">
                <a16:creationId xmlns:a16="http://schemas.microsoft.com/office/drawing/2014/main" id="{E0E06CA7-67CF-0374-5800-8D69E34DC3B7}"/>
              </a:ext>
            </a:extLst>
          </p:cNvPr>
          <p:cNvSpPr/>
          <p:nvPr/>
        </p:nvSpPr>
        <p:spPr bwMode="gray">
          <a:xfrm rot="16200000">
            <a:off x="11371" y="3055510"/>
            <a:ext cx="972270" cy="370799"/>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t>In MW</a:t>
            </a:r>
          </a:p>
        </p:txBody>
      </p:sp>
      <p:graphicFrame>
        <p:nvGraphicFramePr>
          <p:cNvPr id="58" name="Chart 57">
            <a:extLst>
              <a:ext uri="{FF2B5EF4-FFF2-40B4-BE49-F238E27FC236}">
                <a16:creationId xmlns:a16="http://schemas.microsoft.com/office/drawing/2014/main" id="{761BC2B9-E5B4-A1EE-F492-792A0022808A}"/>
              </a:ext>
            </a:extLst>
          </p:cNvPr>
          <p:cNvGraphicFramePr/>
          <p:nvPr>
            <p:extLst>
              <p:ext uri="{D42A27DB-BD31-4B8C-83A1-F6EECF244321}">
                <p14:modId xmlns:p14="http://schemas.microsoft.com/office/powerpoint/2010/main" val="1908099592"/>
              </p:ext>
            </p:extLst>
          </p:nvPr>
        </p:nvGraphicFramePr>
        <p:xfrm>
          <a:off x="907149" y="821047"/>
          <a:ext cx="10782803" cy="5570176"/>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3253618943"/>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F53E3122-8B80-4B2B-9425-C97F9D1809CD}"/>
              </a:ext>
            </a:extLst>
          </p:cNvPr>
          <p:cNvGraphicFramePr>
            <a:graphicFrameLocks noChangeAspect="1"/>
          </p:cNvGraphicFramePr>
          <p:nvPr>
            <p:custDataLst>
              <p:tags r:id="rId1"/>
            </p:custDataLst>
            <p:extLst>
              <p:ext uri="{D42A27DB-BD31-4B8C-83A1-F6EECF244321}">
                <p14:modId xmlns:p14="http://schemas.microsoft.com/office/powerpoint/2010/main" val="266042558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6" name="Object 5" hidden="1">
                        <a:extLst>
                          <a:ext uri="{FF2B5EF4-FFF2-40B4-BE49-F238E27FC236}">
                            <a16:creationId xmlns:a16="http://schemas.microsoft.com/office/drawing/2014/main" id="{F53E3122-8B80-4B2B-9425-C97F9D1809C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p:cNvSpPr>
            <a:spLocks noGrp="1"/>
          </p:cNvSpPr>
          <p:nvPr>
            <p:ph type="title"/>
          </p:nvPr>
        </p:nvSpPr>
        <p:spPr>
          <a:xfrm>
            <a:off x="555170" y="266401"/>
            <a:ext cx="11166932" cy="347321"/>
          </a:xfrm>
        </p:spPr>
        <p:txBody>
          <a:bodyPr vert="horz"/>
          <a:lstStyle/>
          <a:p>
            <a:r>
              <a:rPr lang="en-US" b="1" dirty="0"/>
              <a:t>19</a:t>
            </a:r>
            <a:r>
              <a:rPr lang="en-US" b="1" baseline="30000" dirty="0"/>
              <a:t>th</a:t>
            </a:r>
            <a:r>
              <a:rPr lang="en-US" b="1" dirty="0"/>
              <a:t> April 2023 – Hourly profile (Non-Solar Hours)</a:t>
            </a:r>
            <a:endParaRPr lang="en-US" sz="1800" b="1" dirty="0"/>
          </a:p>
        </p:txBody>
      </p:sp>
      <p:cxnSp>
        <p:nvCxnSpPr>
          <p:cNvPr id="34" name="Straight Connector 33">
            <a:extLst>
              <a:ext uri="{FF2B5EF4-FFF2-40B4-BE49-F238E27FC236}">
                <a16:creationId xmlns:a16="http://schemas.microsoft.com/office/drawing/2014/main" id="{C64B3BBE-2752-0F5F-6AA3-836BA91F095C}"/>
              </a:ext>
            </a:extLst>
          </p:cNvPr>
          <p:cNvCxnSpPr/>
          <p:nvPr/>
        </p:nvCxnSpPr>
        <p:spPr>
          <a:xfrm flipV="1">
            <a:off x="514664" y="649363"/>
            <a:ext cx="11196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28" name="Straight Arrow Connector 327">
            <a:extLst>
              <a:ext uri="{FF2B5EF4-FFF2-40B4-BE49-F238E27FC236}">
                <a16:creationId xmlns:a16="http://schemas.microsoft.com/office/drawing/2014/main" id="{85A25165-BDF3-D5AC-EB25-28CAAD805EA9}"/>
              </a:ext>
            </a:extLst>
          </p:cNvPr>
          <p:cNvCxnSpPr>
            <a:cxnSpLocks/>
          </p:cNvCxnSpPr>
          <p:nvPr/>
        </p:nvCxnSpPr>
        <p:spPr>
          <a:xfrm>
            <a:off x="1293813" y="5919567"/>
            <a:ext cx="10416851" cy="1188"/>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26" name="Rectangle 325">
            <a:extLst>
              <a:ext uri="{FF2B5EF4-FFF2-40B4-BE49-F238E27FC236}">
                <a16:creationId xmlns:a16="http://schemas.microsoft.com/office/drawing/2014/main" id="{3CEEFEE3-E67C-3394-152B-8EA060626DC2}"/>
              </a:ext>
            </a:extLst>
          </p:cNvPr>
          <p:cNvSpPr/>
          <p:nvPr/>
        </p:nvSpPr>
        <p:spPr bwMode="gray">
          <a:xfrm>
            <a:off x="5262563" y="5798829"/>
            <a:ext cx="1591599" cy="238124"/>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t>Time (Hours)</a:t>
            </a:r>
          </a:p>
        </p:txBody>
      </p:sp>
      <p:cxnSp>
        <p:nvCxnSpPr>
          <p:cNvPr id="333" name="Straight Arrow Connector 332">
            <a:extLst>
              <a:ext uri="{FF2B5EF4-FFF2-40B4-BE49-F238E27FC236}">
                <a16:creationId xmlns:a16="http://schemas.microsoft.com/office/drawing/2014/main" id="{9C716DAF-2225-82C9-1B60-F50B060360DB}"/>
              </a:ext>
            </a:extLst>
          </p:cNvPr>
          <p:cNvCxnSpPr>
            <a:cxnSpLocks/>
          </p:cNvCxnSpPr>
          <p:nvPr/>
        </p:nvCxnSpPr>
        <p:spPr>
          <a:xfrm flipV="1">
            <a:off x="502047" y="1328889"/>
            <a:ext cx="0" cy="4482949"/>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36" name="Rectangle 335">
            <a:extLst>
              <a:ext uri="{FF2B5EF4-FFF2-40B4-BE49-F238E27FC236}">
                <a16:creationId xmlns:a16="http://schemas.microsoft.com/office/drawing/2014/main" id="{E0E06CA7-67CF-0374-5800-8D69E34DC3B7}"/>
              </a:ext>
            </a:extLst>
          </p:cNvPr>
          <p:cNvSpPr/>
          <p:nvPr/>
        </p:nvSpPr>
        <p:spPr bwMode="gray">
          <a:xfrm rot="16200000">
            <a:off x="11371" y="3055510"/>
            <a:ext cx="972270" cy="370799"/>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t>In MW</a:t>
            </a:r>
          </a:p>
        </p:txBody>
      </p:sp>
      <p:graphicFrame>
        <p:nvGraphicFramePr>
          <p:cNvPr id="58" name="Chart 57">
            <a:extLst>
              <a:ext uri="{FF2B5EF4-FFF2-40B4-BE49-F238E27FC236}">
                <a16:creationId xmlns:a16="http://schemas.microsoft.com/office/drawing/2014/main" id="{761BC2B9-E5B4-A1EE-F492-792A0022808A}"/>
              </a:ext>
            </a:extLst>
          </p:cNvPr>
          <p:cNvGraphicFramePr/>
          <p:nvPr>
            <p:extLst>
              <p:ext uri="{D42A27DB-BD31-4B8C-83A1-F6EECF244321}">
                <p14:modId xmlns:p14="http://schemas.microsoft.com/office/powerpoint/2010/main" val="896598867"/>
              </p:ext>
            </p:extLst>
          </p:nvPr>
        </p:nvGraphicFramePr>
        <p:xfrm>
          <a:off x="907149" y="821047"/>
          <a:ext cx="10782803" cy="5570176"/>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3795050969"/>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F53E3122-8B80-4B2B-9425-C97F9D1809CD}"/>
              </a:ext>
            </a:extLst>
          </p:cNvPr>
          <p:cNvGraphicFramePr>
            <a:graphicFrameLocks noChangeAspect="1"/>
          </p:cNvGraphicFramePr>
          <p:nvPr>
            <p:custDataLst>
              <p:tags r:id="rId1"/>
            </p:custDataLst>
            <p:extLst>
              <p:ext uri="{D42A27DB-BD31-4B8C-83A1-F6EECF244321}">
                <p14:modId xmlns:p14="http://schemas.microsoft.com/office/powerpoint/2010/main" val="71255663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6" name="Object 5" hidden="1">
                        <a:extLst>
                          <a:ext uri="{FF2B5EF4-FFF2-40B4-BE49-F238E27FC236}">
                            <a16:creationId xmlns:a16="http://schemas.microsoft.com/office/drawing/2014/main" id="{F53E3122-8B80-4B2B-9425-C97F9D1809C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p:cNvSpPr>
            <a:spLocks noGrp="1"/>
          </p:cNvSpPr>
          <p:nvPr>
            <p:ph type="title"/>
          </p:nvPr>
        </p:nvSpPr>
        <p:spPr>
          <a:xfrm>
            <a:off x="555170" y="266401"/>
            <a:ext cx="11166932" cy="347321"/>
          </a:xfrm>
        </p:spPr>
        <p:txBody>
          <a:bodyPr vert="horz"/>
          <a:lstStyle/>
          <a:p>
            <a:r>
              <a:rPr lang="en-US" b="1" dirty="0"/>
              <a:t>19</a:t>
            </a:r>
            <a:r>
              <a:rPr lang="en-US" b="1" baseline="30000" dirty="0"/>
              <a:t>th</a:t>
            </a:r>
            <a:r>
              <a:rPr lang="en-US" b="1" dirty="0"/>
              <a:t> April 2023 – Hourly profile (All Hours)</a:t>
            </a:r>
            <a:endParaRPr lang="en-US" sz="1800" b="1" dirty="0"/>
          </a:p>
        </p:txBody>
      </p:sp>
      <p:cxnSp>
        <p:nvCxnSpPr>
          <p:cNvPr id="34" name="Straight Connector 33">
            <a:extLst>
              <a:ext uri="{FF2B5EF4-FFF2-40B4-BE49-F238E27FC236}">
                <a16:creationId xmlns:a16="http://schemas.microsoft.com/office/drawing/2014/main" id="{C64B3BBE-2752-0F5F-6AA3-836BA91F095C}"/>
              </a:ext>
            </a:extLst>
          </p:cNvPr>
          <p:cNvCxnSpPr/>
          <p:nvPr/>
        </p:nvCxnSpPr>
        <p:spPr>
          <a:xfrm flipV="1">
            <a:off x="493952" y="660938"/>
            <a:ext cx="11196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28" name="Straight Arrow Connector 327">
            <a:extLst>
              <a:ext uri="{FF2B5EF4-FFF2-40B4-BE49-F238E27FC236}">
                <a16:creationId xmlns:a16="http://schemas.microsoft.com/office/drawing/2014/main" id="{85A25165-BDF3-D5AC-EB25-28CAAD805EA9}"/>
              </a:ext>
            </a:extLst>
          </p:cNvPr>
          <p:cNvCxnSpPr>
            <a:cxnSpLocks/>
          </p:cNvCxnSpPr>
          <p:nvPr/>
        </p:nvCxnSpPr>
        <p:spPr>
          <a:xfrm>
            <a:off x="1293813" y="5919567"/>
            <a:ext cx="10416851" cy="1188"/>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26" name="Rectangle 325">
            <a:extLst>
              <a:ext uri="{FF2B5EF4-FFF2-40B4-BE49-F238E27FC236}">
                <a16:creationId xmlns:a16="http://schemas.microsoft.com/office/drawing/2014/main" id="{3CEEFEE3-E67C-3394-152B-8EA060626DC2}"/>
              </a:ext>
            </a:extLst>
          </p:cNvPr>
          <p:cNvSpPr/>
          <p:nvPr/>
        </p:nvSpPr>
        <p:spPr bwMode="gray">
          <a:xfrm>
            <a:off x="5262563" y="5798829"/>
            <a:ext cx="1591599" cy="238124"/>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t>Time (Hours)</a:t>
            </a:r>
          </a:p>
        </p:txBody>
      </p:sp>
      <p:cxnSp>
        <p:nvCxnSpPr>
          <p:cNvPr id="333" name="Straight Arrow Connector 332">
            <a:extLst>
              <a:ext uri="{FF2B5EF4-FFF2-40B4-BE49-F238E27FC236}">
                <a16:creationId xmlns:a16="http://schemas.microsoft.com/office/drawing/2014/main" id="{9C716DAF-2225-82C9-1B60-F50B060360DB}"/>
              </a:ext>
            </a:extLst>
          </p:cNvPr>
          <p:cNvCxnSpPr>
            <a:cxnSpLocks/>
          </p:cNvCxnSpPr>
          <p:nvPr/>
        </p:nvCxnSpPr>
        <p:spPr>
          <a:xfrm flipV="1">
            <a:off x="502047" y="1328889"/>
            <a:ext cx="0" cy="4482949"/>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36" name="Rectangle 335">
            <a:extLst>
              <a:ext uri="{FF2B5EF4-FFF2-40B4-BE49-F238E27FC236}">
                <a16:creationId xmlns:a16="http://schemas.microsoft.com/office/drawing/2014/main" id="{E0E06CA7-67CF-0374-5800-8D69E34DC3B7}"/>
              </a:ext>
            </a:extLst>
          </p:cNvPr>
          <p:cNvSpPr/>
          <p:nvPr/>
        </p:nvSpPr>
        <p:spPr bwMode="gray">
          <a:xfrm rot="16200000">
            <a:off x="11371" y="3055510"/>
            <a:ext cx="972270" cy="370799"/>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t>In MW</a:t>
            </a:r>
          </a:p>
        </p:txBody>
      </p:sp>
      <p:graphicFrame>
        <p:nvGraphicFramePr>
          <p:cNvPr id="58" name="Chart 57">
            <a:extLst>
              <a:ext uri="{FF2B5EF4-FFF2-40B4-BE49-F238E27FC236}">
                <a16:creationId xmlns:a16="http://schemas.microsoft.com/office/drawing/2014/main" id="{761BC2B9-E5B4-A1EE-F492-792A0022808A}"/>
              </a:ext>
            </a:extLst>
          </p:cNvPr>
          <p:cNvGraphicFramePr/>
          <p:nvPr>
            <p:extLst>
              <p:ext uri="{D42A27DB-BD31-4B8C-83A1-F6EECF244321}">
                <p14:modId xmlns:p14="http://schemas.microsoft.com/office/powerpoint/2010/main" val="212190057"/>
              </p:ext>
            </p:extLst>
          </p:nvPr>
        </p:nvGraphicFramePr>
        <p:xfrm>
          <a:off x="907149" y="708155"/>
          <a:ext cx="10782803" cy="5683068"/>
        </p:xfrm>
        <a:graphic>
          <a:graphicData uri="http://schemas.openxmlformats.org/drawingml/2006/chart">
            <c:chart xmlns:c="http://schemas.openxmlformats.org/drawingml/2006/chart" xmlns:r="http://schemas.openxmlformats.org/officeDocument/2006/relationships" r:id="rId5"/>
          </a:graphicData>
        </a:graphic>
      </p:graphicFrame>
      <p:grpSp>
        <p:nvGrpSpPr>
          <p:cNvPr id="2" name="Group 1">
            <a:extLst>
              <a:ext uri="{FF2B5EF4-FFF2-40B4-BE49-F238E27FC236}">
                <a16:creationId xmlns:a16="http://schemas.microsoft.com/office/drawing/2014/main" id="{354624CC-9B96-30D5-B479-7126720DCDFE}"/>
              </a:ext>
            </a:extLst>
          </p:cNvPr>
          <p:cNvGrpSpPr/>
          <p:nvPr/>
        </p:nvGrpSpPr>
        <p:grpSpPr>
          <a:xfrm>
            <a:off x="3213923" y="961043"/>
            <a:ext cx="5278056" cy="5075910"/>
            <a:chOff x="3213923" y="961043"/>
            <a:chExt cx="5278056" cy="5075910"/>
          </a:xfrm>
        </p:grpSpPr>
        <p:cxnSp>
          <p:nvCxnSpPr>
            <p:cNvPr id="4" name="Straight Arrow Connector 3">
              <a:extLst>
                <a:ext uri="{FF2B5EF4-FFF2-40B4-BE49-F238E27FC236}">
                  <a16:creationId xmlns:a16="http://schemas.microsoft.com/office/drawing/2014/main" id="{E5A57CEA-0D4D-191E-965A-3B9004BEE4E9}"/>
                </a:ext>
              </a:extLst>
            </p:cNvPr>
            <p:cNvCxnSpPr/>
            <p:nvPr/>
          </p:nvCxnSpPr>
          <p:spPr>
            <a:xfrm>
              <a:off x="3287210" y="1226916"/>
              <a:ext cx="4953965" cy="0"/>
            </a:xfrm>
            <a:prstGeom prst="straightConnector1">
              <a:avLst/>
            </a:prstGeom>
            <a:ln>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A519F638-1E58-D986-A9AC-6636D3E50012}"/>
                </a:ext>
              </a:extLst>
            </p:cNvPr>
            <p:cNvSpPr/>
            <p:nvPr/>
          </p:nvSpPr>
          <p:spPr bwMode="gray">
            <a:xfrm>
              <a:off x="5262563" y="5798829"/>
              <a:ext cx="1591599" cy="238124"/>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t>Time (Hours)</a:t>
              </a:r>
            </a:p>
          </p:txBody>
        </p:sp>
        <p:sp>
          <p:nvSpPr>
            <p:cNvPr id="7" name="Rectangle 6">
              <a:extLst>
                <a:ext uri="{FF2B5EF4-FFF2-40B4-BE49-F238E27FC236}">
                  <a16:creationId xmlns:a16="http://schemas.microsoft.com/office/drawing/2014/main" id="{669A9D91-39A4-A6E3-FDE9-DA5A56C5E20A}"/>
                </a:ext>
              </a:extLst>
            </p:cNvPr>
            <p:cNvSpPr/>
            <p:nvPr/>
          </p:nvSpPr>
          <p:spPr bwMode="gray">
            <a:xfrm>
              <a:off x="3213923" y="961043"/>
              <a:ext cx="5278056" cy="4849607"/>
            </a:xfrm>
            <a:prstGeom prst="rect">
              <a:avLst/>
            </a:prstGeom>
            <a:solidFill>
              <a:srgbClr val="E3E48D">
                <a:alpha val="20000"/>
              </a:srgbClr>
            </a:solidFill>
            <a:ln w="19050" algn="ctr">
              <a:noFill/>
              <a:miter lim="800000"/>
              <a:headEnd/>
              <a:tailEnd/>
            </a:ln>
          </p:spPr>
          <p:txBody>
            <a:bodyPr wrap="square" lIns="88900" tIns="88900" rIns="88900" bIns="88900" rtlCol="0" anchor="t"/>
            <a:lstStyle/>
            <a:p>
              <a:pPr algn="ctr">
                <a:lnSpc>
                  <a:spcPct val="106000"/>
                </a:lnSpc>
                <a:buFont typeface="Wingdings 2" pitchFamily="18" charset="2"/>
                <a:buNone/>
              </a:pPr>
              <a:endParaRPr lang="en-US" sz="1600" b="1" dirty="0"/>
            </a:p>
          </p:txBody>
        </p:sp>
        <p:sp>
          <p:nvSpPr>
            <p:cNvPr id="8" name="Rectangle 7">
              <a:extLst>
                <a:ext uri="{FF2B5EF4-FFF2-40B4-BE49-F238E27FC236}">
                  <a16:creationId xmlns:a16="http://schemas.microsoft.com/office/drawing/2014/main" id="{0CAA01AD-77E4-2CB2-506A-46EA2FB2496F}"/>
                </a:ext>
              </a:extLst>
            </p:cNvPr>
            <p:cNvSpPr/>
            <p:nvPr/>
          </p:nvSpPr>
          <p:spPr bwMode="gray">
            <a:xfrm>
              <a:off x="4851741" y="1090765"/>
              <a:ext cx="2002421" cy="238124"/>
            </a:xfrm>
            <a:prstGeom prst="rect">
              <a:avLst/>
            </a:prstGeom>
            <a:solidFill>
              <a:srgbClr val="F9FAE8"/>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t>SOLAR HOURS</a:t>
              </a:r>
            </a:p>
          </p:txBody>
        </p:sp>
      </p:grpSp>
    </p:spTree>
    <p:extLst>
      <p:ext uri="{BB962C8B-B14F-4D97-AF65-F5344CB8AC3E}">
        <p14:creationId xmlns:p14="http://schemas.microsoft.com/office/powerpoint/2010/main" val="2849767279"/>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F53E3122-8B80-4B2B-9425-C97F9D1809CD}"/>
              </a:ext>
            </a:extLst>
          </p:cNvPr>
          <p:cNvGraphicFramePr>
            <a:graphicFrameLocks noChangeAspect="1"/>
          </p:cNvGraphicFramePr>
          <p:nvPr>
            <p:custDataLst>
              <p:tags r:id="rId1"/>
            </p:custDataLst>
            <p:extLst>
              <p:ext uri="{D42A27DB-BD31-4B8C-83A1-F6EECF244321}">
                <p14:modId xmlns:p14="http://schemas.microsoft.com/office/powerpoint/2010/main" val="141644677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6" name="Object 5" hidden="1">
                        <a:extLst>
                          <a:ext uri="{FF2B5EF4-FFF2-40B4-BE49-F238E27FC236}">
                            <a16:creationId xmlns:a16="http://schemas.microsoft.com/office/drawing/2014/main" id="{F53E3122-8B80-4B2B-9425-C97F9D1809C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p:cNvSpPr>
            <a:spLocks noGrp="1"/>
          </p:cNvSpPr>
          <p:nvPr>
            <p:ph type="title"/>
          </p:nvPr>
        </p:nvSpPr>
        <p:spPr>
          <a:xfrm>
            <a:off x="555170" y="266401"/>
            <a:ext cx="11166932" cy="347321"/>
          </a:xfrm>
        </p:spPr>
        <p:txBody>
          <a:bodyPr vert="horz"/>
          <a:lstStyle/>
          <a:p>
            <a:r>
              <a:rPr lang="en-US" b="1" dirty="0"/>
              <a:t>31</a:t>
            </a:r>
            <a:r>
              <a:rPr lang="en-US" baseline="30000" dirty="0"/>
              <a:t>st</a:t>
            </a:r>
            <a:r>
              <a:rPr lang="en-US" b="1" dirty="0"/>
              <a:t> May 2023 – Hourly profile (Solar Hours)</a:t>
            </a:r>
            <a:endParaRPr lang="en-US" sz="1800" b="1" dirty="0"/>
          </a:p>
        </p:txBody>
      </p:sp>
      <p:sp>
        <p:nvSpPr>
          <p:cNvPr id="8" name="Text Placeholder 7">
            <a:extLst>
              <a:ext uri="{FF2B5EF4-FFF2-40B4-BE49-F238E27FC236}">
                <a16:creationId xmlns:a16="http://schemas.microsoft.com/office/drawing/2014/main" id="{D90BA543-4050-62DB-8E50-CADE5A3D9435}"/>
              </a:ext>
            </a:extLst>
          </p:cNvPr>
          <p:cNvSpPr>
            <a:spLocks noGrp="1"/>
          </p:cNvSpPr>
          <p:nvPr>
            <p:ph type="body" sz="quarter" idx="13"/>
          </p:nvPr>
        </p:nvSpPr>
        <p:spPr>
          <a:xfrm>
            <a:off x="555170" y="632617"/>
            <a:ext cx="11123387" cy="550009"/>
          </a:xfrm>
        </p:spPr>
        <p:txBody>
          <a:bodyPr/>
          <a:lstStyle/>
          <a:p>
            <a:pPr algn="just"/>
            <a:r>
              <a:rPr lang="en-US" sz="1400" dirty="0">
                <a:solidFill>
                  <a:schemeClr val="bg1"/>
                </a:solidFill>
              </a:rPr>
              <a:t>XX</a:t>
            </a:r>
          </a:p>
        </p:txBody>
      </p:sp>
      <p:cxnSp>
        <p:nvCxnSpPr>
          <p:cNvPr id="34" name="Straight Connector 33">
            <a:extLst>
              <a:ext uri="{FF2B5EF4-FFF2-40B4-BE49-F238E27FC236}">
                <a16:creationId xmlns:a16="http://schemas.microsoft.com/office/drawing/2014/main" id="{C64B3BBE-2752-0F5F-6AA3-836BA91F095C}"/>
              </a:ext>
            </a:extLst>
          </p:cNvPr>
          <p:cNvCxnSpPr/>
          <p:nvPr/>
        </p:nvCxnSpPr>
        <p:spPr>
          <a:xfrm flipV="1">
            <a:off x="514664" y="625948"/>
            <a:ext cx="11196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28" name="Straight Arrow Connector 327">
            <a:extLst>
              <a:ext uri="{FF2B5EF4-FFF2-40B4-BE49-F238E27FC236}">
                <a16:creationId xmlns:a16="http://schemas.microsoft.com/office/drawing/2014/main" id="{85A25165-BDF3-D5AC-EB25-28CAAD805EA9}"/>
              </a:ext>
            </a:extLst>
          </p:cNvPr>
          <p:cNvCxnSpPr>
            <a:cxnSpLocks/>
          </p:cNvCxnSpPr>
          <p:nvPr/>
        </p:nvCxnSpPr>
        <p:spPr>
          <a:xfrm>
            <a:off x="1293813" y="5919567"/>
            <a:ext cx="10416851" cy="1188"/>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26" name="Rectangle 325">
            <a:extLst>
              <a:ext uri="{FF2B5EF4-FFF2-40B4-BE49-F238E27FC236}">
                <a16:creationId xmlns:a16="http://schemas.microsoft.com/office/drawing/2014/main" id="{3CEEFEE3-E67C-3394-152B-8EA060626DC2}"/>
              </a:ext>
            </a:extLst>
          </p:cNvPr>
          <p:cNvSpPr/>
          <p:nvPr/>
        </p:nvSpPr>
        <p:spPr bwMode="gray">
          <a:xfrm>
            <a:off x="5262563" y="5798829"/>
            <a:ext cx="1591599" cy="238124"/>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t>Time (Hours)</a:t>
            </a:r>
          </a:p>
        </p:txBody>
      </p:sp>
      <p:cxnSp>
        <p:nvCxnSpPr>
          <p:cNvPr id="333" name="Straight Arrow Connector 332">
            <a:extLst>
              <a:ext uri="{FF2B5EF4-FFF2-40B4-BE49-F238E27FC236}">
                <a16:creationId xmlns:a16="http://schemas.microsoft.com/office/drawing/2014/main" id="{9C716DAF-2225-82C9-1B60-F50B060360DB}"/>
              </a:ext>
            </a:extLst>
          </p:cNvPr>
          <p:cNvCxnSpPr>
            <a:cxnSpLocks/>
          </p:cNvCxnSpPr>
          <p:nvPr/>
        </p:nvCxnSpPr>
        <p:spPr>
          <a:xfrm flipV="1">
            <a:off x="502047" y="1328889"/>
            <a:ext cx="0" cy="4482949"/>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36" name="Rectangle 335">
            <a:extLst>
              <a:ext uri="{FF2B5EF4-FFF2-40B4-BE49-F238E27FC236}">
                <a16:creationId xmlns:a16="http://schemas.microsoft.com/office/drawing/2014/main" id="{E0E06CA7-67CF-0374-5800-8D69E34DC3B7}"/>
              </a:ext>
            </a:extLst>
          </p:cNvPr>
          <p:cNvSpPr/>
          <p:nvPr/>
        </p:nvSpPr>
        <p:spPr bwMode="gray">
          <a:xfrm rot="16200000">
            <a:off x="11371" y="3055510"/>
            <a:ext cx="972270" cy="370799"/>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t>In MW</a:t>
            </a:r>
          </a:p>
        </p:txBody>
      </p:sp>
      <p:graphicFrame>
        <p:nvGraphicFramePr>
          <p:cNvPr id="58" name="Chart 57">
            <a:extLst>
              <a:ext uri="{FF2B5EF4-FFF2-40B4-BE49-F238E27FC236}">
                <a16:creationId xmlns:a16="http://schemas.microsoft.com/office/drawing/2014/main" id="{761BC2B9-E5B4-A1EE-F492-792A0022808A}"/>
              </a:ext>
            </a:extLst>
          </p:cNvPr>
          <p:cNvGraphicFramePr/>
          <p:nvPr>
            <p:extLst>
              <p:ext uri="{D42A27DB-BD31-4B8C-83A1-F6EECF244321}">
                <p14:modId xmlns:p14="http://schemas.microsoft.com/office/powerpoint/2010/main" val="937768568"/>
              </p:ext>
            </p:extLst>
          </p:nvPr>
        </p:nvGraphicFramePr>
        <p:xfrm>
          <a:off x="907149" y="729205"/>
          <a:ext cx="10782803" cy="5662018"/>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2025633692"/>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F53E3122-8B80-4B2B-9425-C97F9D1809CD}"/>
              </a:ext>
            </a:extLst>
          </p:cNvPr>
          <p:cNvGraphicFramePr>
            <a:graphicFrameLocks noChangeAspect="1"/>
          </p:cNvGraphicFramePr>
          <p:nvPr>
            <p:custDataLst>
              <p:tags r:id="rId1"/>
            </p:custDataLst>
            <p:extLst>
              <p:ext uri="{D42A27DB-BD31-4B8C-83A1-F6EECF244321}">
                <p14:modId xmlns:p14="http://schemas.microsoft.com/office/powerpoint/2010/main" val="234646363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6" name="Object 5" hidden="1">
                        <a:extLst>
                          <a:ext uri="{FF2B5EF4-FFF2-40B4-BE49-F238E27FC236}">
                            <a16:creationId xmlns:a16="http://schemas.microsoft.com/office/drawing/2014/main" id="{F53E3122-8B80-4B2B-9425-C97F9D1809C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p:cNvSpPr>
            <a:spLocks noGrp="1"/>
          </p:cNvSpPr>
          <p:nvPr>
            <p:ph type="title"/>
          </p:nvPr>
        </p:nvSpPr>
        <p:spPr>
          <a:xfrm>
            <a:off x="555170" y="266401"/>
            <a:ext cx="11166932" cy="347321"/>
          </a:xfrm>
        </p:spPr>
        <p:txBody>
          <a:bodyPr vert="horz"/>
          <a:lstStyle/>
          <a:p>
            <a:r>
              <a:rPr lang="en-US" b="1" dirty="0"/>
              <a:t>31</a:t>
            </a:r>
            <a:r>
              <a:rPr lang="en-US" baseline="30000" dirty="0"/>
              <a:t>st</a:t>
            </a:r>
            <a:r>
              <a:rPr lang="en-US" b="1" dirty="0"/>
              <a:t> May 2023 – Hourly profile (Non-Solar Hours)</a:t>
            </a:r>
            <a:endParaRPr lang="en-US" sz="1800" b="1" dirty="0"/>
          </a:p>
        </p:txBody>
      </p:sp>
      <p:sp>
        <p:nvSpPr>
          <p:cNvPr id="8" name="Text Placeholder 7">
            <a:extLst>
              <a:ext uri="{FF2B5EF4-FFF2-40B4-BE49-F238E27FC236}">
                <a16:creationId xmlns:a16="http://schemas.microsoft.com/office/drawing/2014/main" id="{D90BA543-4050-62DB-8E50-CADE5A3D9435}"/>
              </a:ext>
            </a:extLst>
          </p:cNvPr>
          <p:cNvSpPr>
            <a:spLocks noGrp="1"/>
          </p:cNvSpPr>
          <p:nvPr>
            <p:ph type="body" sz="quarter" idx="13"/>
          </p:nvPr>
        </p:nvSpPr>
        <p:spPr>
          <a:xfrm>
            <a:off x="555170" y="632617"/>
            <a:ext cx="11123387" cy="550009"/>
          </a:xfrm>
        </p:spPr>
        <p:txBody>
          <a:bodyPr/>
          <a:lstStyle/>
          <a:p>
            <a:pPr algn="just"/>
            <a:r>
              <a:rPr lang="en-US" sz="1400" dirty="0">
                <a:solidFill>
                  <a:schemeClr val="bg1"/>
                </a:solidFill>
              </a:rPr>
              <a:t>XX</a:t>
            </a:r>
          </a:p>
        </p:txBody>
      </p:sp>
      <p:cxnSp>
        <p:nvCxnSpPr>
          <p:cNvPr id="34" name="Straight Connector 33">
            <a:extLst>
              <a:ext uri="{FF2B5EF4-FFF2-40B4-BE49-F238E27FC236}">
                <a16:creationId xmlns:a16="http://schemas.microsoft.com/office/drawing/2014/main" id="{C64B3BBE-2752-0F5F-6AA3-836BA91F095C}"/>
              </a:ext>
            </a:extLst>
          </p:cNvPr>
          <p:cNvCxnSpPr/>
          <p:nvPr/>
        </p:nvCxnSpPr>
        <p:spPr>
          <a:xfrm flipV="1">
            <a:off x="514664" y="625948"/>
            <a:ext cx="11196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28" name="Straight Arrow Connector 327">
            <a:extLst>
              <a:ext uri="{FF2B5EF4-FFF2-40B4-BE49-F238E27FC236}">
                <a16:creationId xmlns:a16="http://schemas.microsoft.com/office/drawing/2014/main" id="{85A25165-BDF3-D5AC-EB25-28CAAD805EA9}"/>
              </a:ext>
            </a:extLst>
          </p:cNvPr>
          <p:cNvCxnSpPr>
            <a:cxnSpLocks/>
          </p:cNvCxnSpPr>
          <p:nvPr/>
        </p:nvCxnSpPr>
        <p:spPr>
          <a:xfrm>
            <a:off x="1293813" y="5919567"/>
            <a:ext cx="10416851" cy="1188"/>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26" name="Rectangle 325">
            <a:extLst>
              <a:ext uri="{FF2B5EF4-FFF2-40B4-BE49-F238E27FC236}">
                <a16:creationId xmlns:a16="http://schemas.microsoft.com/office/drawing/2014/main" id="{3CEEFEE3-E67C-3394-152B-8EA060626DC2}"/>
              </a:ext>
            </a:extLst>
          </p:cNvPr>
          <p:cNvSpPr/>
          <p:nvPr/>
        </p:nvSpPr>
        <p:spPr bwMode="gray">
          <a:xfrm>
            <a:off x="5262563" y="5798829"/>
            <a:ext cx="1591599" cy="238124"/>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t>Time (Hours)</a:t>
            </a:r>
          </a:p>
        </p:txBody>
      </p:sp>
      <p:cxnSp>
        <p:nvCxnSpPr>
          <p:cNvPr id="333" name="Straight Arrow Connector 332">
            <a:extLst>
              <a:ext uri="{FF2B5EF4-FFF2-40B4-BE49-F238E27FC236}">
                <a16:creationId xmlns:a16="http://schemas.microsoft.com/office/drawing/2014/main" id="{9C716DAF-2225-82C9-1B60-F50B060360DB}"/>
              </a:ext>
            </a:extLst>
          </p:cNvPr>
          <p:cNvCxnSpPr>
            <a:cxnSpLocks/>
          </p:cNvCxnSpPr>
          <p:nvPr/>
        </p:nvCxnSpPr>
        <p:spPr>
          <a:xfrm flipV="1">
            <a:off x="502047" y="1328889"/>
            <a:ext cx="0" cy="4482949"/>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36" name="Rectangle 335">
            <a:extLst>
              <a:ext uri="{FF2B5EF4-FFF2-40B4-BE49-F238E27FC236}">
                <a16:creationId xmlns:a16="http://schemas.microsoft.com/office/drawing/2014/main" id="{E0E06CA7-67CF-0374-5800-8D69E34DC3B7}"/>
              </a:ext>
            </a:extLst>
          </p:cNvPr>
          <p:cNvSpPr/>
          <p:nvPr/>
        </p:nvSpPr>
        <p:spPr bwMode="gray">
          <a:xfrm rot="16200000">
            <a:off x="11371" y="3055510"/>
            <a:ext cx="972270" cy="370799"/>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t>In MW</a:t>
            </a:r>
          </a:p>
        </p:txBody>
      </p:sp>
      <p:graphicFrame>
        <p:nvGraphicFramePr>
          <p:cNvPr id="58" name="Chart 57">
            <a:extLst>
              <a:ext uri="{FF2B5EF4-FFF2-40B4-BE49-F238E27FC236}">
                <a16:creationId xmlns:a16="http://schemas.microsoft.com/office/drawing/2014/main" id="{761BC2B9-E5B4-A1EE-F492-792A0022808A}"/>
              </a:ext>
            </a:extLst>
          </p:cNvPr>
          <p:cNvGraphicFramePr/>
          <p:nvPr>
            <p:extLst>
              <p:ext uri="{D42A27DB-BD31-4B8C-83A1-F6EECF244321}">
                <p14:modId xmlns:p14="http://schemas.microsoft.com/office/powerpoint/2010/main" val="1486188001"/>
              </p:ext>
            </p:extLst>
          </p:nvPr>
        </p:nvGraphicFramePr>
        <p:xfrm>
          <a:off x="907149" y="729205"/>
          <a:ext cx="10782803" cy="5662018"/>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1606327742"/>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F53E3122-8B80-4B2B-9425-C97F9D1809CD}"/>
              </a:ext>
            </a:extLst>
          </p:cNvPr>
          <p:cNvGraphicFramePr>
            <a:graphicFrameLocks noChangeAspect="1"/>
          </p:cNvGraphicFramePr>
          <p:nvPr>
            <p:custDataLst>
              <p:tags r:id="rId1"/>
            </p:custDataLst>
            <p:extLst>
              <p:ext uri="{D42A27DB-BD31-4B8C-83A1-F6EECF244321}">
                <p14:modId xmlns:p14="http://schemas.microsoft.com/office/powerpoint/2010/main" val="419031276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6" name="Object 5" hidden="1">
                        <a:extLst>
                          <a:ext uri="{FF2B5EF4-FFF2-40B4-BE49-F238E27FC236}">
                            <a16:creationId xmlns:a16="http://schemas.microsoft.com/office/drawing/2014/main" id="{F53E3122-8B80-4B2B-9425-C97F9D1809C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p:cNvSpPr>
            <a:spLocks noGrp="1"/>
          </p:cNvSpPr>
          <p:nvPr>
            <p:ph type="title"/>
          </p:nvPr>
        </p:nvSpPr>
        <p:spPr>
          <a:xfrm>
            <a:off x="555170" y="266401"/>
            <a:ext cx="11166932" cy="347321"/>
          </a:xfrm>
        </p:spPr>
        <p:txBody>
          <a:bodyPr vert="horz"/>
          <a:lstStyle/>
          <a:p>
            <a:r>
              <a:rPr lang="en-US" b="1" dirty="0"/>
              <a:t>31</a:t>
            </a:r>
            <a:r>
              <a:rPr lang="en-US" baseline="30000" dirty="0"/>
              <a:t>st</a:t>
            </a:r>
            <a:r>
              <a:rPr lang="en-US" b="1" dirty="0"/>
              <a:t> May 2023 – Hourly profile (All Hours)</a:t>
            </a:r>
            <a:endParaRPr lang="en-US" sz="1800" b="1" dirty="0"/>
          </a:p>
        </p:txBody>
      </p:sp>
      <p:cxnSp>
        <p:nvCxnSpPr>
          <p:cNvPr id="34" name="Straight Connector 33">
            <a:extLst>
              <a:ext uri="{FF2B5EF4-FFF2-40B4-BE49-F238E27FC236}">
                <a16:creationId xmlns:a16="http://schemas.microsoft.com/office/drawing/2014/main" id="{C64B3BBE-2752-0F5F-6AA3-836BA91F095C}"/>
              </a:ext>
            </a:extLst>
          </p:cNvPr>
          <p:cNvCxnSpPr/>
          <p:nvPr/>
        </p:nvCxnSpPr>
        <p:spPr>
          <a:xfrm flipV="1">
            <a:off x="493952" y="660938"/>
            <a:ext cx="11196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28" name="Straight Arrow Connector 327">
            <a:extLst>
              <a:ext uri="{FF2B5EF4-FFF2-40B4-BE49-F238E27FC236}">
                <a16:creationId xmlns:a16="http://schemas.microsoft.com/office/drawing/2014/main" id="{85A25165-BDF3-D5AC-EB25-28CAAD805EA9}"/>
              </a:ext>
            </a:extLst>
          </p:cNvPr>
          <p:cNvCxnSpPr>
            <a:cxnSpLocks/>
          </p:cNvCxnSpPr>
          <p:nvPr/>
        </p:nvCxnSpPr>
        <p:spPr>
          <a:xfrm>
            <a:off x="1293813" y="5919567"/>
            <a:ext cx="10416851" cy="1188"/>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26" name="Rectangle 325">
            <a:extLst>
              <a:ext uri="{FF2B5EF4-FFF2-40B4-BE49-F238E27FC236}">
                <a16:creationId xmlns:a16="http://schemas.microsoft.com/office/drawing/2014/main" id="{3CEEFEE3-E67C-3394-152B-8EA060626DC2}"/>
              </a:ext>
            </a:extLst>
          </p:cNvPr>
          <p:cNvSpPr/>
          <p:nvPr/>
        </p:nvSpPr>
        <p:spPr bwMode="gray">
          <a:xfrm>
            <a:off x="5262563" y="5798829"/>
            <a:ext cx="1591599" cy="238124"/>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t>Time (Hours)</a:t>
            </a:r>
          </a:p>
        </p:txBody>
      </p:sp>
      <p:cxnSp>
        <p:nvCxnSpPr>
          <p:cNvPr id="333" name="Straight Arrow Connector 332">
            <a:extLst>
              <a:ext uri="{FF2B5EF4-FFF2-40B4-BE49-F238E27FC236}">
                <a16:creationId xmlns:a16="http://schemas.microsoft.com/office/drawing/2014/main" id="{9C716DAF-2225-82C9-1B60-F50B060360DB}"/>
              </a:ext>
            </a:extLst>
          </p:cNvPr>
          <p:cNvCxnSpPr>
            <a:cxnSpLocks/>
          </p:cNvCxnSpPr>
          <p:nvPr/>
        </p:nvCxnSpPr>
        <p:spPr>
          <a:xfrm flipV="1">
            <a:off x="502047" y="1328889"/>
            <a:ext cx="0" cy="4482949"/>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36" name="Rectangle 335">
            <a:extLst>
              <a:ext uri="{FF2B5EF4-FFF2-40B4-BE49-F238E27FC236}">
                <a16:creationId xmlns:a16="http://schemas.microsoft.com/office/drawing/2014/main" id="{E0E06CA7-67CF-0374-5800-8D69E34DC3B7}"/>
              </a:ext>
            </a:extLst>
          </p:cNvPr>
          <p:cNvSpPr/>
          <p:nvPr/>
        </p:nvSpPr>
        <p:spPr bwMode="gray">
          <a:xfrm rot="16200000">
            <a:off x="11371" y="3055510"/>
            <a:ext cx="972270" cy="370799"/>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t>In MW</a:t>
            </a:r>
          </a:p>
        </p:txBody>
      </p:sp>
      <p:graphicFrame>
        <p:nvGraphicFramePr>
          <p:cNvPr id="58" name="Chart 57">
            <a:extLst>
              <a:ext uri="{FF2B5EF4-FFF2-40B4-BE49-F238E27FC236}">
                <a16:creationId xmlns:a16="http://schemas.microsoft.com/office/drawing/2014/main" id="{761BC2B9-E5B4-A1EE-F492-792A0022808A}"/>
              </a:ext>
            </a:extLst>
          </p:cNvPr>
          <p:cNvGraphicFramePr/>
          <p:nvPr>
            <p:extLst>
              <p:ext uri="{D42A27DB-BD31-4B8C-83A1-F6EECF244321}">
                <p14:modId xmlns:p14="http://schemas.microsoft.com/office/powerpoint/2010/main" val="1129921958"/>
              </p:ext>
            </p:extLst>
          </p:nvPr>
        </p:nvGraphicFramePr>
        <p:xfrm>
          <a:off x="907149" y="708155"/>
          <a:ext cx="10782803" cy="5683068"/>
        </p:xfrm>
        <a:graphic>
          <a:graphicData uri="http://schemas.openxmlformats.org/drawingml/2006/chart">
            <c:chart xmlns:c="http://schemas.openxmlformats.org/drawingml/2006/chart" xmlns:r="http://schemas.openxmlformats.org/officeDocument/2006/relationships" r:id="rId5"/>
          </a:graphicData>
        </a:graphic>
      </p:graphicFrame>
      <p:grpSp>
        <p:nvGrpSpPr>
          <p:cNvPr id="2" name="Group 1">
            <a:extLst>
              <a:ext uri="{FF2B5EF4-FFF2-40B4-BE49-F238E27FC236}">
                <a16:creationId xmlns:a16="http://schemas.microsoft.com/office/drawing/2014/main" id="{7D1FBD32-D015-D53C-64B8-02B475790A78}"/>
              </a:ext>
            </a:extLst>
          </p:cNvPr>
          <p:cNvGrpSpPr/>
          <p:nvPr/>
        </p:nvGrpSpPr>
        <p:grpSpPr>
          <a:xfrm>
            <a:off x="3213923" y="961043"/>
            <a:ext cx="5278056" cy="5075910"/>
            <a:chOff x="3213923" y="961043"/>
            <a:chExt cx="5278056" cy="5075910"/>
          </a:xfrm>
        </p:grpSpPr>
        <p:cxnSp>
          <p:nvCxnSpPr>
            <p:cNvPr id="4" name="Straight Arrow Connector 3">
              <a:extLst>
                <a:ext uri="{FF2B5EF4-FFF2-40B4-BE49-F238E27FC236}">
                  <a16:creationId xmlns:a16="http://schemas.microsoft.com/office/drawing/2014/main" id="{35AFE5E6-C2F2-1781-1EE3-37E258322BF0}"/>
                </a:ext>
              </a:extLst>
            </p:cNvPr>
            <p:cNvCxnSpPr/>
            <p:nvPr/>
          </p:nvCxnSpPr>
          <p:spPr>
            <a:xfrm>
              <a:off x="3287210" y="1226916"/>
              <a:ext cx="4953965" cy="0"/>
            </a:xfrm>
            <a:prstGeom prst="straightConnector1">
              <a:avLst/>
            </a:prstGeom>
            <a:ln>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A235A887-E05B-FCA5-D21E-073E487B5191}"/>
                </a:ext>
              </a:extLst>
            </p:cNvPr>
            <p:cNvSpPr/>
            <p:nvPr/>
          </p:nvSpPr>
          <p:spPr bwMode="gray">
            <a:xfrm>
              <a:off x="5262563" y="5798829"/>
              <a:ext cx="1591599" cy="238124"/>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t>Time (Hours)</a:t>
              </a:r>
            </a:p>
          </p:txBody>
        </p:sp>
        <p:sp>
          <p:nvSpPr>
            <p:cNvPr id="7" name="Rectangle 6">
              <a:extLst>
                <a:ext uri="{FF2B5EF4-FFF2-40B4-BE49-F238E27FC236}">
                  <a16:creationId xmlns:a16="http://schemas.microsoft.com/office/drawing/2014/main" id="{9D68517A-181A-1FE9-CB72-312D16445050}"/>
                </a:ext>
              </a:extLst>
            </p:cNvPr>
            <p:cNvSpPr/>
            <p:nvPr/>
          </p:nvSpPr>
          <p:spPr bwMode="gray">
            <a:xfrm>
              <a:off x="3213923" y="961043"/>
              <a:ext cx="5278056" cy="4849607"/>
            </a:xfrm>
            <a:prstGeom prst="rect">
              <a:avLst/>
            </a:prstGeom>
            <a:solidFill>
              <a:srgbClr val="E3E48D">
                <a:alpha val="20000"/>
              </a:srgbClr>
            </a:solidFill>
            <a:ln w="19050" algn="ctr">
              <a:noFill/>
              <a:miter lim="800000"/>
              <a:headEnd/>
              <a:tailEnd/>
            </a:ln>
          </p:spPr>
          <p:txBody>
            <a:bodyPr wrap="square" lIns="88900" tIns="88900" rIns="88900" bIns="88900" rtlCol="0" anchor="t"/>
            <a:lstStyle/>
            <a:p>
              <a:pPr algn="ctr">
                <a:lnSpc>
                  <a:spcPct val="106000"/>
                </a:lnSpc>
                <a:buFont typeface="Wingdings 2" pitchFamily="18" charset="2"/>
                <a:buNone/>
              </a:pPr>
              <a:endParaRPr lang="en-US" sz="1600" b="1" dirty="0"/>
            </a:p>
          </p:txBody>
        </p:sp>
        <p:sp>
          <p:nvSpPr>
            <p:cNvPr id="8" name="Rectangle 7">
              <a:extLst>
                <a:ext uri="{FF2B5EF4-FFF2-40B4-BE49-F238E27FC236}">
                  <a16:creationId xmlns:a16="http://schemas.microsoft.com/office/drawing/2014/main" id="{768EA362-879D-3582-98FB-D72D71EC22C4}"/>
                </a:ext>
              </a:extLst>
            </p:cNvPr>
            <p:cNvSpPr/>
            <p:nvPr/>
          </p:nvSpPr>
          <p:spPr bwMode="gray">
            <a:xfrm>
              <a:off x="4851741" y="1090765"/>
              <a:ext cx="2002421" cy="238124"/>
            </a:xfrm>
            <a:prstGeom prst="rect">
              <a:avLst/>
            </a:prstGeom>
            <a:solidFill>
              <a:srgbClr val="F9FAE8"/>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t>SOLAR HOURS</a:t>
              </a:r>
            </a:p>
          </p:txBody>
        </p:sp>
      </p:grpSp>
    </p:spTree>
    <p:extLst>
      <p:ext uri="{BB962C8B-B14F-4D97-AF65-F5344CB8AC3E}">
        <p14:creationId xmlns:p14="http://schemas.microsoft.com/office/powerpoint/2010/main" val="944904338"/>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F53E3122-8B80-4B2B-9425-C97F9D1809CD}"/>
              </a:ext>
            </a:extLst>
          </p:cNvPr>
          <p:cNvGraphicFramePr>
            <a:graphicFrameLocks noChangeAspect="1"/>
          </p:cNvGraphicFramePr>
          <p:nvPr>
            <p:custDataLst>
              <p:tags r:id="rId1"/>
            </p:custDataLst>
            <p:extLst>
              <p:ext uri="{D42A27DB-BD31-4B8C-83A1-F6EECF244321}">
                <p14:modId xmlns:p14="http://schemas.microsoft.com/office/powerpoint/2010/main" val="76427189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6" name="Object 5" hidden="1">
                        <a:extLst>
                          <a:ext uri="{FF2B5EF4-FFF2-40B4-BE49-F238E27FC236}">
                            <a16:creationId xmlns:a16="http://schemas.microsoft.com/office/drawing/2014/main" id="{F53E3122-8B80-4B2B-9425-C97F9D1809C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p:cNvSpPr>
            <a:spLocks noGrp="1"/>
          </p:cNvSpPr>
          <p:nvPr>
            <p:ph type="title"/>
          </p:nvPr>
        </p:nvSpPr>
        <p:spPr>
          <a:xfrm>
            <a:off x="555170" y="266401"/>
            <a:ext cx="11166932" cy="347321"/>
          </a:xfrm>
        </p:spPr>
        <p:txBody>
          <a:bodyPr vert="horz"/>
          <a:lstStyle/>
          <a:p>
            <a:r>
              <a:rPr lang="en-US" b="1" dirty="0"/>
              <a:t>6</a:t>
            </a:r>
            <a:r>
              <a:rPr lang="en-US" b="1" baseline="30000" dirty="0"/>
              <a:t>th</a:t>
            </a:r>
            <a:r>
              <a:rPr lang="en-US" b="1" dirty="0"/>
              <a:t> June 2023 – Hourly profile (Solar Hours)</a:t>
            </a:r>
            <a:endParaRPr lang="en-US" sz="1800" b="1" dirty="0"/>
          </a:p>
        </p:txBody>
      </p:sp>
      <p:sp>
        <p:nvSpPr>
          <p:cNvPr id="8" name="Text Placeholder 7">
            <a:extLst>
              <a:ext uri="{FF2B5EF4-FFF2-40B4-BE49-F238E27FC236}">
                <a16:creationId xmlns:a16="http://schemas.microsoft.com/office/drawing/2014/main" id="{D90BA543-4050-62DB-8E50-CADE5A3D9435}"/>
              </a:ext>
            </a:extLst>
          </p:cNvPr>
          <p:cNvSpPr>
            <a:spLocks noGrp="1"/>
          </p:cNvSpPr>
          <p:nvPr>
            <p:ph type="body" sz="quarter" idx="13"/>
          </p:nvPr>
        </p:nvSpPr>
        <p:spPr>
          <a:xfrm>
            <a:off x="555170" y="632617"/>
            <a:ext cx="11123387" cy="550009"/>
          </a:xfrm>
        </p:spPr>
        <p:txBody>
          <a:bodyPr/>
          <a:lstStyle/>
          <a:p>
            <a:pPr algn="just"/>
            <a:r>
              <a:rPr lang="en-US" sz="1400" dirty="0">
                <a:solidFill>
                  <a:schemeClr val="bg1"/>
                </a:solidFill>
              </a:rPr>
              <a:t>XX</a:t>
            </a:r>
          </a:p>
        </p:txBody>
      </p:sp>
      <p:cxnSp>
        <p:nvCxnSpPr>
          <p:cNvPr id="34" name="Straight Connector 33">
            <a:extLst>
              <a:ext uri="{FF2B5EF4-FFF2-40B4-BE49-F238E27FC236}">
                <a16:creationId xmlns:a16="http://schemas.microsoft.com/office/drawing/2014/main" id="{C64B3BBE-2752-0F5F-6AA3-836BA91F095C}"/>
              </a:ext>
            </a:extLst>
          </p:cNvPr>
          <p:cNvCxnSpPr/>
          <p:nvPr/>
        </p:nvCxnSpPr>
        <p:spPr>
          <a:xfrm flipV="1">
            <a:off x="514664" y="614375"/>
            <a:ext cx="11196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28" name="Straight Arrow Connector 327">
            <a:extLst>
              <a:ext uri="{FF2B5EF4-FFF2-40B4-BE49-F238E27FC236}">
                <a16:creationId xmlns:a16="http://schemas.microsoft.com/office/drawing/2014/main" id="{85A25165-BDF3-D5AC-EB25-28CAAD805EA9}"/>
              </a:ext>
            </a:extLst>
          </p:cNvPr>
          <p:cNvCxnSpPr>
            <a:cxnSpLocks/>
          </p:cNvCxnSpPr>
          <p:nvPr/>
        </p:nvCxnSpPr>
        <p:spPr>
          <a:xfrm>
            <a:off x="1293813" y="5919567"/>
            <a:ext cx="10416851" cy="1188"/>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26" name="Rectangle 325">
            <a:extLst>
              <a:ext uri="{FF2B5EF4-FFF2-40B4-BE49-F238E27FC236}">
                <a16:creationId xmlns:a16="http://schemas.microsoft.com/office/drawing/2014/main" id="{3CEEFEE3-E67C-3394-152B-8EA060626DC2}"/>
              </a:ext>
            </a:extLst>
          </p:cNvPr>
          <p:cNvSpPr/>
          <p:nvPr/>
        </p:nvSpPr>
        <p:spPr bwMode="gray">
          <a:xfrm>
            <a:off x="5262563" y="5798829"/>
            <a:ext cx="1591599" cy="238124"/>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t>Time (Hours)</a:t>
            </a:r>
          </a:p>
        </p:txBody>
      </p:sp>
      <p:cxnSp>
        <p:nvCxnSpPr>
          <p:cNvPr id="333" name="Straight Arrow Connector 332">
            <a:extLst>
              <a:ext uri="{FF2B5EF4-FFF2-40B4-BE49-F238E27FC236}">
                <a16:creationId xmlns:a16="http://schemas.microsoft.com/office/drawing/2014/main" id="{9C716DAF-2225-82C9-1B60-F50B060360DB}"/>
              </a:ext>
            </a:extLst>
          </p:cNvPr>
          <p:cNvCxnSpPr>
            <a:cxnSpLocks/>
          </p:cNvCxnSpPr>
          <p:nvPr/>
        </p:nvCxnSpPr>
        <p:spPr>
          <a:xfrm flipV="1">
            <a:off x="502047" y="1328889"/>
            <a:ext cx="0" cy="4482949"/>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36" name="Rectangle 335">
            <a:extLst>
              <a:ext uri="{FF2B5EF4-FFF2-40B4-BE49-F238E27FC236}">
                <a16:creationId xmlns:a16="http://schemas.microsoft.com/office/drawing/2014/main" id="{E0E06CA7-67CF-0374-5800-8D69E34DC3B7}"/>
              </a:ext>
            </a:extLst>
          </p:cNvPr>
          <p:cNvSpPr/>
          <p:nvPr/>
        </p:nvSpPr>
        <p:spPr bwMode="gray">
          <a:xfrm rot="16200000">
            <a:off x="11371" y="3055510"/>
            <a:ext cx="972270" cy="370799"/>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t>In MW</a:t>
            </a:r>
          </a:p>
        </p:txBody>
      </p:sp>
      <p:graphicFrame>
        <p:nvGraphicFramePr>
          <p:cNvPr id="58" name="Chart 57">
            <a:extLst>
              <a:ext uri="{FF2B5EF4-FFF2-40B4-BE49-F238E27FC236}">
                <a16:creationId xmlns:a16="http://schemas.microsoft.com/office/drawing/2014/main" id="{761BC2B9-E5B4-A1EE-F492-792A0022808A}"/>
              </a:ext>
            </a:extLst>
          </p:cNvPr>
          <p:cNvGraphicFramePr/>
          <p:nvPr>
            <p:extLst>
              <p:ext uri="{D42A27DB-BD31-4B8C-83A1-F6EECF244321}">
                <p14:modId xmlns:p14="http://schemas.microsoft.com/office/powerpoint/2010/main" val="3053913090"/>
              </p:ext>
            </p:extLst>
          </p:nvPr>
        </p:nvGraphicFramePr>
        <p:xfrm>
          <a:off x="907149" y="729206"/>
          <a:ext cx="10782803" cy="5662017"/>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729207676"/>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F53E3122-8B80-4B2B-9425-C97F9D1809CD}"/>
              </a:ext>
            </a:extLst>
          </p:cNvPr>
          <p:cNvGraphicFramePr>
            <a:graphicFrameLocks noChangeAspect="1"/>
          </p:cNvGraphicFramePr>
          <p:nvPr>
            <p:custDataLst>
              <p:tags r:id="rId1"/>
            </p:custDataLst>
            <p:extLst>
              <p:ext uri="{D42A27DB-BD31-4B8C-83A1-F6EECF244321}">
                <p14:modId xmlns:p14="http://schemas.microsoft.com/office/powerpoint/2010/main" val="418673780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6" name="Object 5" hidden="1">
                        <a:extLst>
                          <a:ext uri="{FF2B5EF4-FFF2-40B4-BE49-F238E27FC236}">
                            <a16:creationId xmlns:a16="http://schemas.microsoft.com/office/drawing/2014/main" id="{F53E3122-8B80-4B2B-9425-C97F9D1809C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p:cNvSpPr>
            <a:spLocks noGrp="1"/>
          </p:cNvSpPr>
          <p:nvPr>
            <p:ph type="title"/>
          </p:nvPr>
        </p:nvSpPr>
        <p:spPr>
          <a:xfrm>
            <a:off x="555170" y="266401"/>
            <a:ext cx="11166932" cy="347321"/>
          </a:xfrm>
        </p:spPr>
        <p:txBody>
          <a:bodyPr vert="horz"/>
          <a:lstStyle/>
          <a:p>
            <a:r>
              <a:rPr lang="en-US" b="1" dirty="0"/>
              <a:t>6</a:t>
            </a:r>
            <a:r>
              <a:rPr lang="en-US" b="1" baseline="30000" dirty="0"/>
              <a:t>th</a:t>
            </a:r>
            <a:r>
              <a:rPr lang="en-US" b="1" dirty="0"/>
              <a:t> June 2023 – Hourly profile (Non-Solar Hours)</a:t>
            </a:r>
            <a:endParaRPr lang="en-US" sz="1800" b="1" dirty="0"/>
          </a:p>
        </p:txBody>
      </p:sp>
      <p:sp>
        <p:nvSpPr>
          <p:cNvPr id="8" name="Text Placeholder 7">
            <a:extLst>
              <a:ext uri="{FF2B5EF4-FFF2-40B4-BE49-F238E27FC236}">
                <a16:creationId xmlns:a16="http://schemas.microsoft.com/office/drawing/2014/main" id="{D90BA543-4050-62DB-8E50-CADE5A3D9435}"/>
              </a:ext>
            </a:extLst>
          </p:cNvPr>
          <p:cNvSpPr>
            <a:spLocks noGrp="1"/>
          </p:cNvSpPr>
          <p:nvPr>
            <p:ph type="body" sz="quarter" idx="13"/>
          </p:nvPr>
        </p:nvSpPr>
        <p:spPr>
          <a:xfrm>
            <a:off x="555170" y="632617"/>
            <a:ext cx="11123387" cy="550009"/>
          </a:xfrm>
        </p:spPr>
        <p:txBody>
          <a:bodyPr/>
          <a:lstStyle/>
          <a:p>
            <a:pPr algn="just"/>
            <a:r>
              <a:rPr lang="en-US" sz="1400" dirty="0">
                <a:solidFill>
                  <a:schemeClr val="bg1"/>
                </a:solidFill>
              </a:rPr>
              <a:t>XX</a:t>
            </a:r>
          </a:p>
        </p:txBody>
      </p:sp>
      <p:cxnSp>
        <p:nvCxnSpPr>
          <p:cNvPr id="34" name="Straight Connector 33">
            <a:extLst>
              <a:ext uri="{FF2B5EF4-FFF2-40B4-BE49-F238E27FC236}">
                <a16:creationId xmlns:a16="http://schemas.microsoft.com/office/drawing/2014/main" id="{C64B3BBE-2752-0F5F-6AA3-836BA91F095C}"/>
              </a:ext>
            </a:extLst>
          </p:cNvPr>
          <p:cNvCxnSpPr/>
          <p:nvPr/>
        </p:nvCxnSpPr>
        <p:spPr>
          <a:xfrm flipV="1">
            <a:off x="514664" y="614375"/>
            <a:ext cx="11196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28" name="Straight Arrow Connector 327">
            <a:extLst>
              <a:ext uri="{FF2B5EF4-FFF2-40B4-BE49-F238E27FC236}">
                <a16:creationId xmlns:a16="http://schemas.microsoft.com/office/drawing/2014/main" id="{85A25165-BDF3-D5AC-EB25-28CAAD805EA9}"/>
              </a:ext>
            </a:extLst>
          </p:cNvPr>
          <p:cNvCxnSpPr>
            <a:cxnSpLocks/>
          </p:cNvCxnSpPr>
          <p:nvPr/>
        </p:nvCxnSpPr>
        <p:spPr>
          <a:xfrm>
            <a:off x="1293813" y="5919567"/>
            <a:ext cx="10416851" cy="1188"/>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26" name="Rectangle 325">
            <a:extLst>
              <a:ext uri="{FF2B5EF4-FFF2-40B4-BE49-F238E27FC236}">
                <a16:creationId xmlns:a16="http://schemas.microsoft.com/office/drawing/2014/main" id="{3CEEFEE3-E67C-3394-152B-8EA060626DC2}"/>
              </a:ext>
            </a:extLst>
          </p:cNvPr>
          <p:cNvSpPr/>
          <p:nvPr/>
        </p:nvSpPr>
        <p:spPr bwMode="gray">
          <a:xfrm>
            <a:off x="5262563" y="5798829"/>
            <a:ext cx="1591599" cy="238124"/>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t>Time (Hours)</a:t>
            </a:r>
          </a:p>
        </p:txBody>
      </p:sp>
      <p:cxnSp>
        <p:nvCxnSpPr>
          <p:cNvPr id="333" name="Straight Arrow Connector 332">
            <a:extLst>
              <a:ext uri="{FF2B5EF4-FFF2-40B4-BE49-F238E27FC236}">
                <a16:creationId xmlns:a16="http://schemas.microsoft.com/office/drawing/2014/main" id="{9C716DAF-2225-82C9-1B60-F50B060360DB}"/>
              </a:ext>
            </a:extLst>
          </p:cNvPr>
          <p:cNvCxnSpPr>
            <a:cxnSpLocks/>
          </p:cNvCxnSpPr>
          <p:nvPr/>
        </p:nvCxnSpPr>
        <p:spPr>
          <a:xfrm flipV="1">
            <a:off x="502047" y="1328889"/>
            <a:ext cx="0" cy="4482949"/>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36" name="Rectangle 335">
            <a:extLst>
              <a:ext uri="{FF2B5EF4-FFF2-40B4-BE49-F238E27FC236}">
                <a16:creationId xmlns:a16="http://schemas.microsoft.com/office/drawing/2014/main" id="{E0E06CA7-67CF-0374-5800-8D69E34DC3B7}"/>
              </a:ext>
            </a:extLst>
          </p:cNvPr>
          <p:cNvSpPr/>
          <p:nvPr/>
        </p:nvSpPr>
        <p:spPr bwMode="gray">
          <a:xfrm rot="16200000">
            <a:off x="11371" y="3055510"/>
            <a:ext cx="972270" cy="370799"/>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t>In MW</a:t>
            </a:r>
          </a:p>
        </p:txBody>
      </p:sp>
      <p:graphicFrame>
        <p:nvGraphicFramePr>
          <p:cNvPr id="58" name="Chart 57">
            <a:extLst>
              <a:ext uri="{FF2B5EF4-FFF2-40B4-BE49-F238E27FC236}">
                <a16:creationId xmlns:a16="http://schemas.microsoft.com/office/drawing/2014/main" id="{761BC2B9-E5B4-A1EE-F492-792A0022808A}"/>
              </a:ext>
            </a:extLst>
          </p:cNvPr>
          <p:cNvGraphicFramePr/>
          <p:nvPr>
            <p:extLst>
              <p:ext uri="{D42A27DB-BD31-4B8C-83A1-F6EECF244321}">
                <p14:modId xmlns:p14="http://schemas.microsoft.com/office/powerpoint/2010/main" val="703223619"/>
              </p:ext>
            </p:extLst>
          </p:nvPr>
        </p:nvGraphicFramePr>
        <p:xfrm>
          <a:off x="907149" y="729206"/>
          <a:ext cx="10782803" cy="5662017"/>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3017829081"/>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F53E3122-8B80-4B2B-9425-C97F9D1809CD}"/>
              </a:ext>
            </a:extLst>
          </p:cNvPr>
          <p:cNvGraphicFramePr>
            <a:graphicFrameLocks noChangeAspect="1"/>
          </p:cNvGraphicFramePr>
          <p:nvPr>
            <p:custDataLst>
              <p:tags r:id="rId1"/>
            </p:custDataLst>
            <p:extLst>
              <p:ext uri="{D42A27DB-BD31-4B8C-83A1-F6EECF244321}">
                <p14:modId xmlns:p14="http://schemas.microsoft.com/office/powerpoint/2010/main" val="18342752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6" name="Object 5" hidden="1">
                        <a:extLst>
                          <a:ext uri="{FF2B5EF4-FFF2-40B4-BE49-F238E27FC236}">
                            <a16:creationId xmlns:a16="http://schemas.microsoft.com/office/drawing/2014/main" id="{F53E3122-8B80-4B2B-9425-C97F9D1809C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p:cNvSpPr>
            <a:spLocks noGrp="1"/>
          </p:cNvSpPr>
          <p:nvPr>
            <p:ph type="title"/>
          </p:nvPr>
        </p:nvSpPr>
        <p:spPr>
          <a:xfrm>
            <a:off x="555170" y="266401"/>
            <a:ext cx="11166932" cy="347321"/>
          </a:xfrm>
        </p:spPr>
        <p:txBody>
          <a:bodyPr vert="horz"/>
          <a:lstStyle/>
          <a:p>
            <a:r>
              <a:rPr lang="en-US" b="1" dirty="0"/>
              <a:t>6</a:t>
            </a:r>
            <a:r>
              <a:rPr lang="en-US" b="1" baseline="30000" dirty="0"/>
              <a:t>th</a:t>
            </a:r>
            <a:r>
              <a:rPr lang="en-US" b="1" dirty="0"/>
              <a:t> June 2023 – Hourly profile (All Hours)</a:t>
            </a:r>
            <a:endParaRPr lang="en-US" sz="1800" b="1" dirty="0"/>
          </a:p>
        </p:txBody>
      </p:sp>
      <p:cxnSp>
        <p:nvCxnSpPr>
          <p:cNvPr id="34" name="Straight Connector 33">
            <a:extLst>
              <a:ext uri="{FF2B5EF4-FFF2-40B4-BE49-F238E27FC236}">
                <a16:creationId xmlns:a16="http://schemas.microsoft.com/office/drawing/2014/main" id="{C64B3BBE-2752-0F5F-6AA3-836BA91F095C}"/>
              </a:ext>
            </a:extLst>
          </p:cNvPr>
          <p:cNvCxnSpPr/>
          <p:nvPr/>
        </p:nvCxnSpPr>
        <p:spPr>
          <a:xfrm flipV="1">
            <a:off x="493952" y="660938"/>
            <a:ext cx="11196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28" name="Straight Arrow Connector 327">
            <a:extLst>
              <a:ext uri="{FF2B5EF4-FFF2-40B4-BE49-F238E27FC236}">
                <a16:creationId xmlns:a16="http://schemas.microsoft.com/office/drawing/2014/main" id="{85A25165-BDF3-D5AC-EB25-28CAAD805EA9}"/>
              </a:ext>
            </a:extLst>
          </p:cNvPr>
          <p:cNvCxnSpPr>
            <a:cxnSpLocks/>
          </p:cNvCxnSpPr>
          <p:nvPr/>
        </p:nvCxnSpPr>
        <p:spPr>
          <a:xfrm>
            <a:off x="1293813" y="5919567"/>
            <a:ext cx="10416851" cy="1188"/>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26" name="Rectangle 325">
            <a:extLst>
              <a:ext uri="{FF2B5EF4-FFF2-40B4-BE49-F238E27FC236}">
                <a16:creationId xmlns:a16="http://schemas.microsoft.com/office/drawing/2014/main" id="{3CEEFEE3-E67C-3394-152B-8EA060626DC2}"/>
              </a:ext>
            </a:extLst>
          </p:cNvPr>
          <p:cNvSpPr/>
          <p:nvPr/>
        </p:nvSpPr>
        <p:spPr bwMode="gray">
          <a:xfrm>
            <a:off x="5262563" y="5798829"/>
            <a:ext cx="1591599" cy="238124"/>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t>Time (Hours)</a:t>
            </a:r>
          </a:p>
        </p:txBody>
      </p:sp>
      <p:cxnSp>
        <p:nvCxnSpPr>
          <p:cNvPr id="333" name="Straight Arrow Connector 332">
            <a:extLst>
              <a:ext uri="{FF2B5EF4-FFF2-40B4-BE49-F238E27FC236}">
                <a16:creationId xmlns:a16="http://schemas.microsoft.com/office/drawing/2014/main" id="{9C716DAF-2225-82C9-1B60-F50B060360DB}"/>
              </a:ext>
            </a:extLst>
          </p:cNvPr>
          <p:cNvCxnSpPr>
            <a:cxnSpLocks/>
          </p:cNvCxnSpPr>
          <p:nvPr/>
        </p:nvCxnSpPr>
        <p:spPr>
          <a:xfrm flipV="1">
            <a:off x="502047" y="1328889"/>
            <a:ext cx="0" cy="4482949"/>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36" name="Rectangle 335">
            <a:extLst>
              <a:ext uri="{FF2B5EF4-FFF2-40B4-BE49-F238E27FC236}">
                <a16:creationId xmlns:a16="http://schemas.microsoft.com/office/drawing/2014/main" id="{E0E06CA7-67CF-0374-5800-8D69E34DC3B7}"/>
              </a:ext>
            </a:extLst>
          </p:cNvPr>
          <p:cNvSpPr/>
          <p:nvPr/>
        </p:nvSpPr>
        <p:spPr bwMode="gray">
          <a:xfrm rot="16200000">
            <a:off x="11371" y="3055510"/>
            <a:ext cx="972270" cy="370799"/>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t>In MW</a:t>
            </a:r>
          </a:p>
        </p:txBody>
      </p:sp>
      <p:graphicFrame>
        <p:nvGraphicFramePr>
          <p:cNvPr id="58" name="Chart 57">
            <a:extLst>
              <a:ext uri="{FF2B5EF4-FFF2-40B4-BE49-F238E27FC236}">
                <a16:creationId xmlns:a16="http://schemas.microsoft.com/office/drawing/2014/main" id="{761BC2B9-E5B4-A1EE-F492-792A0022808A}"/>
              </a:ext>
            </a:extLst>
          </p:cNvPr>
          <p:cNvGraphicFramePr/>
          <p:nvPr>
            <p:extLst>
              <p:ext uri="{D42A27DB-BD31-4B8C-83A1-F6EECF244321}">
                <p14:modId xmlns:p14="http://schemas.microsoft.com/office/powerpoint/2010/main" val="2611815715"/>
              </p:ext>
            </p:extLst>
          </p:nvPr>
        </p:nvGraphicFramePr>
        <p:xfrm>
          <a:off x="907149" y="708155"/>
          <a:ext cx="10782803" cy="5683068"/>
        </p:xfrm>
        <a:graphic>
          <a:graphicData uri="http://schemas.openxmlformats.org/drawingml/2006/chart">
            <c:chart xmlns:c="http://schemas.openxmlformats.org/drawingml/2006/chart" xmlns:r="http://schemas.openxmlformats.org/officeDocument/2006/relationships" r:id="rId5"/>
          </a:graphicData>
        </a:graphic>
      </p:graphicFrame>
      <p:grpSp>
        <p:nvGrpSpPr>
          <p:cNvPr id="2" name="Group 1">
            <a:extLst>
              <a:ext uri="{FF2B5EF4-FFF2-40B4-BE49-F238E27FC236}">
                <a16:creationId xmlns:a16="http://schemas.microsoft.com/office/drawing/2014/main" id="{D03673D2-3629-F96A-0065-4524B0B1D4E3}"/>
              </a:ext>
            </a:extLst>
          </p:cNvPr>
          <p:cNvGrpSpPr/>
          <p:nvPr/>
        </p:nvGrpSpPr>
        <p:grpSpPr>
          <a:xfrm>
            <a:off x="3213923" y="961043"/>
            <a:ext cx="5278056" cy="5075910"/>
            <a:chOff x="3213923" y="961043"/>
            <a:chExt cx="5278056" cy="5075910"/>
          </a:xfrm>
        </p:grpSpPr>
        <p:cxnSp>
          <p:nvCxnSpPr>
            <p:cNvPr id="4" name="Straight Arrow Connector 3">
              <a:extLst>
                <a:ext uri="{FF2B5EF4-FFF2-40B4-BE49-F238E27FC236}">
                  <a16:creationId xmlns:a16="http://schemas.microsoft.com/office/drawing/2014/main" id="{D525F10C-91E9-DD66-EFFF-4DB1E35B3668}"/>
                </a:ext>
              </a:extLst>
            </p:cNvPr>
            <p:cNvCxnSpPr/>
            <p:nvPr/>
          </p:nvCxnSpPr>
          <p:spPr>
            <a:xfrm>
              <a:off x="3287210" y="1226916"/>
              <a:ext cx="4953965" cy="0"/>
            </a:xfrm>
            <a:prstGeom prst="straightConnector1">
              <a:avLst/>
            </a:prstGeom>
            <a:ln>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FC74EE0B-1C05-0CF4-F78A-DFF6581C986E}"/>
                </a:ext>
              </a:extLst>
            </p:cNvPr>
            <p:cNvSpPr/>
            <p:nvPr/>
          </p:nvSpPr>
          <p:spPr bwMode="gray">
            <a:xfrm>
              <a:off x="5262563" y="5798829"/>
              <a:ext cx="1591599" cy="238124"/>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t>Time (Hours)</a:t>
              </a:r>
            </a:p>
          </p:txBody>
        </p:sp>
        <p:sp>
          <p:nvSpPr>
            <p:cNvPr id="7" name="Rectangle 6">
              <a:extLst>
                <a:ext uri="{FF2B5EF4-FFF2-40B4-BE49-F238E27FC236}">
                  <a16:creationId xmlns:a16="http://schemas.microsoft.com/office/drawing/2014/main" id="{8954A4D0-7887-67F2-9287-C9091D248745}"/>
                </a:ext>
              </a:extLst>
            </p:cNvPr>
            <p:cNvSpPr/>
            <p:nvPr/>
          </p:nvSpPr>
          <p:spPr bwMode="gray">
            <a:xfrm>
              <a:off x="3213923" y="961043"/>
              <a:ext cx="5278056" cy="4849607"/>
            </a:xfrm>
            <a:prstGeom prst="rect">
              <a:avLst/>
            </a:prstGeom>
            <a:solidFill>
              <a:srgbClr val="E3E48D">
                <a:alpha val="20000"/>
              </a:srgbClr>
            </a:solidFill>
            <a:ln w="19050" algn="ctr">
              <a:noFill/>
              <a:miter lim="800000"/>
              <a:headEnd/>
              <a:tailEnd/>
            </a:ln>
          </p:spPr>
          <p:txBody>
            <a:bodyPr wrap="square" lIns="88900" tIns="88900" rIns="88900" bIns="88900" rtlCol="0" anchor="t"/>
            <a:lstStyle/>
            <a:p>
              <a:pPr algn="ctr">
                <a:lnSpc>
                  <a:spcPct val="106000"/>
                </a:lnSpc>
                <a:buFont typeface="Wingdings 2" pitchFamily="18" charset="2"/>
                <a:buNone/>
              </a:pPr>
              <a:endParaRPr lang="en-US" sz="1600" b="1" dirty="0"/>
            </a:p>
          </p:txBody>
        </p:sp>
        <p:sp>
          <p:nvSpPr>
            <p:cNvPr id="8" name="Rectangle 7">
              <a:extLst>
                <a:ext uri="{FF2B5EF4-FFF2-40B4-BE49-F238E27FC236}">
                  <a16:creationId xmlns:a16="http://schemas.microsoft.com/office/drawing/2014/main" id="{38DB0609-1084-3B1B-06A8-6E7FCE6B21A9}"/>
                </a:ext>
              </a:extLst>
            </p:cNvPr>
            <p:cNvSpPr/>
            <p:nvPr/>
          </p:nvSpPr>
          <p:spPr bwMode="gray">
            <a:xfrm>
              <a:off x="4851741" y="1090765"/>
              <a:ext cx="2002421" cy="238124"/>
            </a:xfrm>
            <a:prstGeom prst="rect">
              <a:avLst/>
            </a:prstGeom>
            <a:solidFill>
              <a:srgbClr val="F9FAE8"/>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t>SOLAR HOURS</a:t>
              </a:r>
            </a:p>
          </p:txBody>
        </p:sp>
      </p:grpSp>
    </p:spTree>
    <p:extLst>
      <p:ext uri="{BB962C8B-B14F-4D97-AF65-F5344CB8AC3E}">
        <p14:creationId xmlns:p14="http://schemas.microsoft.com/office/powerpoint/2010/main" val="2767770680"/>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F53E3122-8B80-4B2B-9425-C97F9D1809CD}"/>
              </a:ext>
            </a:extLst>
          </p:cNvPr>
          <p:cNvGraphicFramePr>
            <a:graphicFrameLocks noChangeAspect="1"/>
          </p:cNvGraphicFramePr>
          <p:nvPr>
            <p:custDataLst>
              <p:tags r:id="rId1"/>
            </p:custDataLst>
            <p:extLst>
              <p:ext uri="{D42A27DB-BD31-4B8C-83A1-F6EECF244321}">
                <p14:modId xmlns:p14="http://schemas.microsoft.com/office/powerpoint/2010/main" val="338550401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6" name="Object 5" hidden="1">
                        <a:extLst>
                          <a:ext uri="{FF2B5EF4-FFF2-40B4-BE49-F238E27FC236}">
                            <a16:creationId xmlns:a16="http://schemas.microsoft.com/office/drawing/2014/main" id="{F53E3122-8B80-4B2B-9425-C97F9D1809C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p:cNvSpPr>
            <a:spLocks noGrp="1"/>
          </p:cNvSpPr>
          <p:nvPr>
            <p:ph type="title"/>
          </p:nvPr>
        </p:nvSpPr>
        <p:spPr>
          <a:xfrm>
            <a:off x="555170" y="266401"/>
            <a:ext cx="11166932" cy="347321"/>
          </a:xfrm>
        </p:spPr>
        <p:txBody>
          <a:bodyPr vert="horz"/>
          <a:lstStyle/>
          <a:p>
            <a:r>
              <a:rPr lang="en-US" b="1" dirty="0"/>
              <a:t>20</a:t>
            </a:r>
            <a:r>
              <a:rPr lang="en-US" b="1" baseline="30000" dirty="0"/>
              <a:t>th</a:t>
            </a:r>
            <a:r>
              <a:rPr lang="en-US" b="1" dirty="0"/>
              <a:t> July 2023 – Hourly profile (Solar Hours)</a:t>
            </a:r>
            <a:endParaRPr lang="en-US" sz="1800" b="1" dirty="0"/>
          </a:p>
        </p:txBody>
      </p:sp>
      <p:sp>
        <p:nvSpPr>
          <p:cNvPr id="8" name="Text Placeholder 7">
            <a:extLst>
              <a:ext uri="{FF2B5EF4-FFF2-40B4-BE49-F238E27FC236}">
                <a16:creationId xmlns:a16="http://schemas.microsoft.com/office/drawing/2014/main" id="{D90BA543-4050-62DB-8E50-CADE5A3D9435}"/>
              </a:ext>
            </a:extLst>
          </p:cNvPr>
          <p:cNvSpPr>
            <a:spLocks noGrp="1"/>
          </p:cNvSpPr>
          <p:nvPr>
            <p:ph type="body" sz="quarter" idx="13"/>
          </p:nvPr>
        </p:nvSpPr>
        <p:spPr>
          <a:xfrm>
            <a:off x="555170" y="632617"/>
            <a:ext cx="11123387" cy="550009"/>
          </a:xfrm>
        </p:spPr>
        <p:txBody>
          <a:bodyPr/>
          <a:lstStyle/>
          <a:p>
            <a:pPr algn="just"/>
            <a:r>
              <a:rPr lang="en-US" sz="1400" dirty="0">
                <a:solidFill>
                  <a:schemeClr val="bg1"/>
                </a:solidFill>
              </a:rPr>
              <a:t>XX</a:t>
            </a:r>
          </a:p>
        </p:txBody>
      </p:sp>
      <p:cxnSp>
        <p:nvCxnSpPr>
          <p:cNvPr id="34" name="Straight Connector 33">
            <a:extLst>
              <a:ext uri="{FF2B5EF4-FFF2-40B4-BE49-F238E27FC236}">
                <a16:creationId xmlns:a16="http://schemas.microsoft.com/office/drawing/2014/main" id="{C64B3BBE-2752-0F5F-6AA3-836BA91F095C}"/>
              </a:ext>
            </a:extLst>
          </p:cNvPr>
          <p:cNvCxnSpPr/>
          <p:nvPr/>
        </p:nvCxnSpPr>
        <p:spPr>
          <a:xfrm flipV="1">
            <a:off x="514664" y="614374"/>
            <a:ext cx="11196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28" name="Straight Arrow Connector 327">
            <a:extLst>
              <a:ext uri="{FF2B5EF4-FFF2-40B4-BE49-F238E27FC236}">
                <a16:creationId xmlns:a16="http://schemas.microsoft.com/office/drawing/2014/main" id="{85A25165-BDF3-D5AC-EB25-28CAAD805EA9}"/>
              </a:ext>
            </a:extLst>
          </p:cNvPr>
          <p:cNvCxnSpPr>
            <a:cxnSpLocks/>
          </p:cNvCxnSpPr>
          <p:nvPr/>
        </p:nvCxnSpPr>
        <p:spPr>
          <a:xfrm>
            <a:off x="1293813" y="5919567"/>
            <a:ext cx="10416851" cy="1188"/>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26" name="Rectangle 325">
            <a:extLst>
              <a:ext uri="{FF2B5EF4-FFF2-40B4-BE49-F238E27FC236}">
                <a16:creationId xmlns:a16="http://schemas.microsoft.com/office/drawing/2014/main" id="{3CEEFEE3-E67C-3394-152B-8EA060626DC2}"/>
              </a:ext>
            </a:extLst>
          </p:cNvPr>
          <p:cNvSpPr/>
          <p:nvPr/>
        </p:nvSpPr>
        <p:spPr bwMode="gray">
          <a:xfrm>
            <a:off x="5262563" y="5798829"/>
            <a:ext cx="1591599" cy="238124"/>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t>Time (Hours)</a:t>
            </a:r>
          </a:p>
        </p:txBody>
      </p:sp>
      <p:cxnSp>
        <p:nvCxnSpPr>
          <p:cNvPr id="333" name="Straight Arrow Connector 332">
            <a:extLst>
              <a:ext uri="{FF2B5EF4-FFF2-40B4-BE49-F238E27FC236}">
                <a16:creationId xmlns:a16="http://schemas.microsoft.com/office/drawing/2014/main" id="{9C716DAF-2225-82C9-1B60-F50B060360DB}"/>
              </a:ext>
            </a:extLst>
          </p:cNvPr>
          <p:cNvCxnSpPr>
            <a:cxnSpLocks/>
          </p:cNvCxnSpPr>
          <p:nvPr/>
        </p:nvCxnSpPr>
        <p:spPr>
          <a:xfrm flipV="1">
            <a:off x="502047" y="1328889"/>
            <a:ext cx="0" cy="4482949"/>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36" name="Rectangle 335">
            <a:extLst>
              <a:ext uri="{FF2B5EF4-FFF2-40B4-BE49-F238E27FC236}">
                <a16:creationId xmlns:a16="http://schemas.microsoft.com/office/drawing/2014/main" id="{E0E06CA7-67CF-0374-5800-8D69E34DC3B7}"/>
              </a:ext>
            </a:extLst>
          </p:cNvPr>
          <p:cNvSpPr/>
          <p:nvPr/>
        </p:nvSpPr>
        <p:spPr bwMode="gray">
          <a:xfrm rot="16200000">
            <a:off x="11371" y="3055510"/>
            <a:ext cx="972270" cy="370799"/>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t>In MW</a:t>
            </a:r>
          </a:p>
        </p:txBody>
      </p:sp>
      <p:graphicFrame>
        <p:nvGraphicFramePr>
          <p:cNvPr id="58" name="Chart 57">
            <a:extLst>
              <a:ext uri="{FF2B5EF4-FFF2-40B4-BE49-F238E27FC236}">
                <a16:creationId xmlns:a16="http://schemas.microsoft.com/office/drawing/2014/main" id="{761BC2B9-E5B4-A1EE-F492-792A0022808A}"/>
              </a:ext>
            </a:extLst>
          </p:cNvPr>
          <p:cNvGraphicFramePr/>
          <p:nvPr>
            <p:extLst>
              <p:ext uri="{D42A27DB-BD31-4B8C-83A1-F6EECF244321}">
                <p14:modId xmlns:p14="http://schemas.microsoft.com/office/powerpoint/2010/main" val="2250694088"/>
              </p:ext>
            </p:extLst>
          </p:nvPr>
        </p:nvGraphicFramePr>
        <p:xfrm>
          <a:off x="907149" y="729207"/>
          <a:ext cx="10782803" cy="5662016"/>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2455863630"/>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F53E3122-8B80-4B2B-9425-C97F9D1809CD}"/>
              </a:ext>
            </a:extLst>
          </p:cNvPr>
          <p:cNvGraphicFramePr>
            <a:graphicFrameLocks noChangeAspect="1"/>
          </p:cNvGraphicFramePr>
          <p:nvPr>
            <p:custDataLst>
              <p:tags r:id="rId1"/>
            </p:custDataLst>
            <p:extLst>
              <p:ext uri="{D42A27DB-BD31-4B8C-83A1-F6EECF244321}">
                <p14:modId xmlns:p14="http://schemas.microsoft.com/office/powerpoint/2010/main" val="103952649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6" name="Object 5" hidden="1">
                        <a:extLst>
                          <a:ext uri="{FF2B5EF4-FFF2-40B4-BE49-F238E27FC236}">
                            <a16:creationId xmlns:a16="http://schemas.microsoft.com/office/drawing/2014/main" id="{F53E3122-8B80-4B2B-9425-C97F9D1809C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p:cNvSpPr>
            <a:spLocks noGrp="1"/>
          </p:cNvSpPr>
          <p:nvPr>
            <p:ph type="title"/>
          </p:nvPr>
        </p:nvSpPr>
        <p:spPr>
          <a:xfrm>
            <a:off x="555170" y="266401"/>
            <a:ext cx="11166932" cy="347321"/>
          </a:xfrm>
        </p:spPr>
        <p:txBody>
          <a:bodyPr vert="horz"/>
          <a:lstStyle/>
          <a:p>
            <a:r>
              <a:rPr lang="en-US" b="1" dirty="0"/>
              <a:t>20</a:t>
            </a:r>
            <a:r>
              <a:rPr lang="en-US" b="1" baseline="30000" dirty="0"/>
              <a:t>th</a:t>
            </a:r>
            <a:r>
              <a:rPr lang="en-US" b="1" dirty="0"/>
              <a:t> July 2023 – Hourly profile (Non-Solar Hours)</a:t>
            </a:r>
            <a:endParaRPr lang="en-US" sz="1800" b="1" dirty="0"/>
          </a:p>
        </p:txBody>
      </p:sp>
      <p:sp>
        <p:nvSpPr>
          <p:cNvPr id="8" name="Text Placeholder 7">
            <a:extLst>
              <a:ext uri="{FF2B5EF4-FFF2-40B4-BE49-F238E27FC236}">
                <a16:creationId xmlns:a16="http://schemas.microsoft.com/office/drawing/2014/main" id="{D90BA543-4050-62DB-8E50-CADE5A3D9435}"/>
              </a:ext>
            </a:extLst>
          </p:cNvPr>
          <p:cNvSpPr>
            <a:spLocks noGrp="1"/>
          </p:cNvSpPr>
          <p:nvPr>
            <p:ph type="body" sz="quarter" idx="13"/>
          </p:nvPr>
        </p:nvSpPr>
        <p:spPr>
          <a:xfrm>
            <a:off x="555170" y="632617"/>
            <a:ext cx="11123387" cy="550009"/>
          </a:xfrm>
        </p:spPr>
        <p:txBody>
          <a:bodyPr/>
          <a:lstStyle/>
          <a:p>
            <a:pPr algn="just"/>
            <a:r>
              <a:rPr lang="en-US" sz="1400" dirty="0">
                <a:solidFill>
                  <a:schemeClr val="bg1"/>
                </a:solidFill>
              </a:rPr>
              <a:t>XX</a:t>
            </a:r>
          </a:p>
        </p:txBody>
      </p:sp>
      <p:cxnSp>
        <p:nvCxnSpPr>
          <p:cNvPr id="34" name="Straight Connector 33">
            <a:extLst>
              <a:ext uri="{FF2B5EF4-FFF2-40B4-BE49-F238E27FC236}">
                <a16:creationId xmlns:a16="http://schemas.microsoft.com/office/drawing/2014/main" id="{C64B3BBE-2752-0F5F-6AA3-836BA91F095C}"/>
              </a:ext>
            </a:extLst>
          </p:cNvPr>
          <p:cNvCxnSpPr/>
          <p:nvPr/>
        </p:nvCxnSpPr>
        <p:spPr>
          <a:xfrm flipV="1">
            <a:off x="514664" y="614374"/>
            <a:ext cx="11196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28" name="Straight Arrow Connector 327">
            <a:extLst>
              <a:ext uri="{FF2B5EF4-FFF2-40B4-BE49-F238E27FC236}">
                <a16:creationId xmlns:a16="http://schemas.microsoft.com/office/drawing/2014/main" id="{85A25165-BDF3-D5AC-EB25-28CAAD805EA9}"/>
              </a:ext>
            </a:extLst>
          </p:cNvPr>
          <p:cNvCxnSpPr>
            <a:cxnSpLocks/>
          </p:cNvCxnSpPr>
          <p:nvPr/>
        </p:nvCxnSpPr>
        <p:spPr>
          <a:xfrm>
            <a:off x="1293813" y="5919567"/>
            <a:ext cx="10416851" cy="1188"/>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26" name="Rectangle 325">
            <a:extLst>
              <a:ext uri="{FF2B5EF4-FFF2-40B4-BE49-F238E27FC236}">
                <a16:creationId xmlns:a16="http://schemas.microsoft.com/office/drawing/2014/main" id="{3CEEFEE3-E67C-3394-152B-8EA060626DC2}"/>
              </a:ext>
            </a:extLst>
          </p:cNvPr>
          <p:cNvSpPr/>
          <p:nvPr/>
        </p:nvSpPr>
        <p:spPr bwMode="gray">
          <a:xfrm>
            <a:off x="5262563" y="5798829"/>
            <a:ext cx="1591599" cy="238124"/>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t>Time (Hours)</a:t>
            </a:r>
          </a:p>
        </p:txBody>
      </p:sp>
      <p:cxnSp>
        <p:nvCxnSpPr>
          <p:cNvPr id="333" name="Straight Arrow Connector 332">
            <a:extLst>
              <a:ext uri="{FF2B5EF4-FFF2-40B4-BE49-F238E27FC236}">
                <a16:creationId xmlns:a16="http://schemas.microsoft.com/office/drawing/2014/main" id="{9C716DAF-2225-82C9-1B60-F50B060360DB}"/>
              </a:ext>
            </a:extLst>
          </p:cNvPr>
          <p:cNvCxnSpPr>
            <a:cxnSpLocks/>
          </p:cNvCxnSpPr>
          <p:nvPr/>
        </p:nvCxnSpPr>
        <p:spPr>
          <a:xfrm flipV="1">
            <a:off x="502047" y="1328889"/>
            <a:ext cx="0" cy="4482949"/>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36" name="Rectangle 335">
            <a:extLst>
              <a:ext uri="{FF2B5EF4-FFF2-40B4-BE49-F238E27FC236}">
                <a16:creationId xmlns:a16="http://schemas.microsoft.com/office/drawing/2014/main" id="{E0E06CA7-67CF-0374-5800-8D69E34DC3B7}"/>
              </a:ext>
            </a:extLst>
          </p:cNvPr>
          <p:cNvSpPr/>
          <p:nvPr/>
        </p:nvSpPr>
        <p:spPr bwMode="gray">
          <a:xfrm rot="16200000">
            <a:off x="11371" y="3055510"/>
            <a:ext cx="972270" cy="370799"/>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t>In MW</a:t>
            </a:r>
          </a:p>
        </p:txBody>
      </p:sp>
      <p:graphicFrame>
        <p:nvGraphicFramePr>
          <p:cNvPr id="58" name="Chart 57">
            <a:extLst>
              <a:ext uri="{FF2B5EF4-FFF2-40B4-BE49-F238E27FC236}">
                <a16:creationId xmlns:a16="http://schemas.microsoft.com/office/drawing/2014/main" id="{761BC2B9-E5B4-A1EE-F492-792A0022808A}"/>
              </a:ext>
            </a:extLst>
          </p:cNvPr>
          <p:cNvGraphicFramePr/>
          <p:nvPr>
            <p:extLst>
              <p:ext uri="{D42A27DB-BD31-4B8C-83A1-F6EECF244321}">
                <p14:modId xmlns:p14="http://schemas.microsoft.com/office/powerpoint/2010/main" val="2199793395"/>
              </p:ext>
            </p:extLst>
          </p:nvPr>
        </p:nvGraphicFramePr>
        <p:xfrm>
          <a:off x="907149" y="729207"/>
          <a:ext cx="10782803" cy="5662016"/>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2468577342"/>
      </p:ext>
    </p:extLst>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F53E3122-8B80-4B2B-9425-C97F9D1809CD}"/>
              </a:ext>
            </a:extLst>
          </p:cNvPr>
          <p:cNvGraphicFramePr>
            <a:graphicFrameLocks noChangeAspect="1"/>
          </p:cNvGraphicFramePr>
          <p:nvPr>
            <p:custDataLst>
              <p:tags r:id="rId1"/>
            </p:custDataLst>
            <p:extLst>
              <p:ext uri="{D42A27DB-BD31-4B8C-83A1-F6EECF244321}">
                <p14:modId xmlns:p14="http://schemas.microsoft.com/office/powerpoint/2010/main" val="302759483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6" name="Object 5" hidden="1">
                        <a:extLst>
                          <a:ext uri="{FF2B5EF4-FFF2-40B4-BE49-F238E27FC236}">
                            <a16:creationId xmlns:a16="http://schemas.microsoft.com/office/drawing/2014/main" id="{F53E3122-8B80-4B2B-9425-C97F9D1809C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p:cNvSpPr>
            <a:spLocks noGrp="1"/>
          </p:cNvSpPr>
          <p:nvPr>
            <p:ph type="title"/>
          </p:nvPr>
        </p:nvSpPr>
        <p:spPr>
          <a:xfrm>
            <a:off x="555170" y="266401"/>
            <a:ext cx="11166932" cy="347321"/>
          </a:xfrm>
        </p:spPr>
        <p:txBody>
          <a:bodyPr vert="horz"/>
          <a:lstStyle/>
          <a:p>
            <a:r>
              <a:rPr lang="en-US" b="1" dirty="0"/>
              <a:t>20</a:t>
            </a:r>
            <a:r>
              <a:rPr lang="en-US" b="1" baseline="30000" dirty="0"/>
              <a:t>th</a:t>
            </a:r>
            <a:r>
              <a:rPr lang="en-US" b="1" dirty="0"/>
              <a:t> July 2023 – Hourly profile (All Hours)</a:t>
            </a:r>
            <a:endParaRPr lang="en-US" sz="1800" b="1" dirty="0"/>
          </a:p>
        </p:txBody>
      </p:sp>
      <p:cxnSp>
        <p:nvCxnSpPr>
          <p:cNvPr id="34" name="Straight Connector 33">
            <a:extLst>
              <a:ext uri="{FF2B5EF4-FFF2-40B4-BE49-F238E27FC236}">
                <a16:creationId xmlns:a16="http://schemas.microsoft.com/office/drawing/2014/main" id="{C64B3BBE-2752-0F5F-6AA3-836BA91F095C}"/>
              </a:ext>
            </a:extLst>
          </p:cNvPr>
          <p:cNvCxnSpPr/>
          <p:nvPr/>
        </p:nvCxnSpPr>
        <p:spPr>
          <a:xfrm flipV="1">
            <a:off x="493952" y="660938"/>
            <a:ext cx="11196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28" name="Straight Arrow Connector 327">
            <a:extLst>
              <a:ext uri="{FF2B5EF4-FFF2-40B4-BE49-F238E27FC236}">
                <a16:creationId xmlns:a16="http://schemas.microsoft.com/office/drawing/2014/main" id="{85A25165-BDF3-D5AC-EB25-28CAAD805EA9}"/>
              </a:ext>
            </a:extLst>
          </p:cNvPr>
          <p:cNvCxnSpPr>
            <a:cxnSpLocks/>
          </p:cNvCxnSpPr>
          <p:nvPr/>
        </p:nvCxnSpPr>
        <p:spPr>
          <a:xfrm>
            <a:off x="1293813" y="5919567"/>
            <a:ext cx="10416851" cy="1188"/>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26" name="Rectangle 325">
            <a:extLst>
              <a:ext uri="{FF2B5EF4-FFF2-40B4-BE49-F238E27FC236}">
                <a16:creationId xmlns:a16="http://schemas.microsoft.com/office/drawing/2014/main" id="{3CEEFEE3-E67C-3394-152B-8EA060626DC2}"/>
              </a:ext>
            </a:extLst>
          </p:cNvPr>
          <p:cNvSpPr/>
          <p:nvPr/>
        </p:nvSpPr>
        <p:spPr bwMode="gray">
          <a:xfrm>
            <a:off x="5262563" y="5798829"/>
            <a:ext cx="1591599" cy="238124"/>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t>Time (Hours)</a:t>
            </a:r>
          </a:p>
        </p:txBody>
      </p:sp>
      <p:cxnSp>
        <p:nvCxnSpPr>
          <p:cNvPr id="333" name="Straight Arrow Connector 332">
            <a:extLst>
              <a:ext uri="{FF2B5EF4-FFF2-40B4-BE49-F238E27FC236}">
                <a16:creationId xmlns:a16="http://schemas.microsoft.com/office/drawing/2014/main" id="{9C716DAF-2225-82C9-1B60-F50B060360DB}"/>
              </a:ext>
            </a:extLst>
          </p:cNvPr>
          <p:cNvCxnSpPr>
            <a:cxnSpLocks/>
          </p:cNvCxnSpPr>
          <p:nvPr/>
        </p:nvCxnSpPr>
        <p:spPr>
          <a:xfrm flipV="1">
            <a:off x="502047" y="1328889"/>
            <a:ext cx="0" cy="4482949"/>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36" name="Rectangle 335">
            <a:extLst>
              <a:ext uri="{FF2B5EF4-FFF2-40B4-BE49-F238E27FC236}">
                <a16:creationId xmlns:a16="http://schemas.microsoft.com/office/drawing/2014/main" id="{E0E06CA7-67CF-0374-5800-8D69E34DC3B7}"/>
              </a:ext>
            </a:extLst>
          </p:cNvPr>
          <p:cNvSpPr/>
          <p:nvPr/>
        </p:nvSpPr>
        <p:spPr bwMode="gray">
          <a:xfrm rot="16200000">
            <a:off x="11371" y="3055510"/>
            <a:ext cx="972270" cy="370799"/>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t>In MW</a:t>
            </a:r>
          </a:p>
        </p:txBody>
      </p:sp>
      <p:graphicFrame>
        <p:nvGraphicFramePr>
          <p:cNvPr id="58" name="Chart 57">
            <a:extLst>
              <a:ext uri="{FF2B5EF4-FFF2-40B4-BE49-F238E27FC236}">
                <a16:creationId xmlns:a16="http://schemas.microsoft.com/office/drawing/2014/main" id="{761BC2B9-E5B4-A1EE-F492-792A0022808A}"/>
              </a:ext>
            </a:extLst>
          </p:cNvPr>
          <p:cNvGraphicFramePr/>
          <p:nvPr>
            <p:extLst>
              <p:ext uri="{D42A27DB-BD31-4B8C-83A1-F6EECF244321}">
                <p14:modId xmlns:p14="http://schemas.microsoft.com/office/powerpoint/2010/main" val="348378597"/>
              </p:ext>
            </p:extLst>
          </p:nvPr>
        </p:nvGraphicFramePr>
        <p:xfrm>
          <a:off x="907149" y="708155"/>
          <a:ext cx="10782803" cy="5683068"/>
        </p:xfrm>
        <a:graphic>
          <a:graphicData uri="http://schemas.openxmlformats.org/drawingml/2006/chart">
            <c:chart xmlns:c="http://schemas.openxmlformats.org/drawingml/2006/chart" xmlns:r="http://schemas.openxmlformats.org/officeDocument/2006/relationships" r:id="rId5"/>
          </a:graphicData>
        </a:graphic>
      </p:graphicFrame>
      <p:grpSp>
        <p:nvGrpSpPr>
          <p:cNvPr id="2" name="Group 1">
            <a:extLst>
              <a:ext uri="{FF2B5EF4-FFF2-40B4-BE49-F238E27FC236}">
                <a16:creationId xmlns:a16="http://schemas.microsoft.com/office/drawing/2014/main" id="{7199DBBB-238A-9F3A-219C-0DB0F72135B8}"/>
              </a:ext>
            </a:extLst>
          </p:cNvPr>
          <p:cNvGrpSpPr/>
          <p:nvPr/>
        </p:nvGrpSpPr>
        <p:grpSpPr>
          <a:xfrm>
            <a:off x="3213923" y="961043"/>
            <a:ext cx="5278056" cy="5075910"/>
            <a:chOff x="3213923" y="961043"/>
            <a:chExt cx="5278056" cy="5075910"/>
          </a:xfrm>
        </p:grpSpPr>
        <p:cxnSp>
          <p:nvCxnSpPr>
            <p:cNvPr id="4" name="Straight Arrow Connector 3">
              <a:extLst>
                <a:ext uri="{FF2B5EF4-FFF2-40B4-BE49-F238E27FC236}">
                  <a16:creationId xmlns:a16="http://schemas.microsoft.com/office/drawing/2014/main" id="{1190E448-5122-8852-BBE1-F4261D6F7118}"/>
                </a:ext>
              </a:extLst>
            </p:cNvPr>
            <p:cNvCxnSpPr/>
            <p:nvPr/>
          </p:nvCxnSpPr>
          <p:spPr>
            <a:xfrm>
              <a:off x="3287210" y="1226916"/>
              <a:ext cx="4953965" cy="0"/>
            </a:xfrm>
            <a:prstGeom prst="straightConnector1">
              <a:avLst/>
            </a:prstGeom>
            <a:ln>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E9BA48BE-6B14-833C-6912-914D0A1B7B76}"/>
                </a:ext>
              </a:extLst>
            </p:cNvPr>
            <p:cNvSpPr/>
            <p:nvPr/>
          </p:nvSpPr>
          <p:spPr bwMode="gray">
            <a:xfrm>
              <a:off x="5262563" y="5798829"/>
              <a:ext cx="1591599" cy="238124"/>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t>Time (Hours)</a:t>
              </a:r>
            </a:p>
          </p:txBody>
        </p:sp>
        <p:sp>
          <p:nvSpPr>
            <p:cNvPr id="7" name="Rectangle 6">
              <a:extLst>
                <a:ext uri="{FF2B5EF4-FFF2-40B4-BE49-F238E27FC236}">
                  <a16:creationId xmlns:a16="http://schemas.microsoft.com/office/drawing/2014/main" id="{640258FB-45DA-0748-F5DC-E3C658AC5121}"/>
                </a:ext>
              </a:extLst>
            </p:cNvPr>
            <p:cNvSpPr/>
            <p:nvPr/>
          </p:nvSpPr>
          <p:spPr bwMode="gray">
            <a:xfrm>
              <a:off x="3213923" y="961043"/>
              <a:ext cx="5278056" cy="4849607"/>
            </a:xfrm>
            <a:prstGeom prst="rect">
              <a:avLst/>
            </a:prstGeom>
            <a:solidFill>
              <a:srgbClr val="E3E48D">
                <a:alpha val="20000"/>
              </a:srgbClr>
            </a:solidFill>
            <a:ln w="19050" algn="ctr">
              <a:noFill/>
              <a:miter lim="800000"/>
              <a:headEnd/>
              <a:tailEnd/>
            </a:ln>
          </p:spPr>
          <p:txBody>
            <a:bodyPr wrap="square" lIns="88900" tIns="88900" rIns="88900" bIns="88900" rtlCol="0" anchor="t"/>
            <a:lstStyle/>
            <a:p>
              <a:pPr algn="ctr">
                <a:lnSpc>
                  <a:spcPct val="106000"/>
                </a:lnSpc>
                <a:buFont typeface="Wingdings 2" pitchFamily="18" charset="2"/>
                <a:buNone/>
              </a:pPr>
              <a:endParaRPr lang="en-US" sz="1600" b="1" dirty="0"/>
            </a:p>
          </p:txBody>
        </p:sp>
        <p:sp>
          <p:nvSpPr>
            <p:cNvPr id="8" name="Rectangle 7">
              <a:extLst>
                <a:ext uri="{FF2B5EF4-FFF2-40B4-BE49-F238E27FC236}">
                  <a16:creationId xmlns:a16="http://schemas.microsoft.com/office/drawing/2014/main" id="{BC2D1DF7-C4D8-D793-8779-040636380FFB}"/>
                </a:ext>
              </a:extLst>
            </p:cNvPr>
            <p:cNvSpPr/>
            <p:nvPr/>
          </p:nvSpPr>
          <p:spPr bwMode="gray">
            <a:xfrm>
              <a:off x="4851741" y="1090765"/>
              <a:ext cx="2002421" cy="238124"/>
            </a:xfrm>
            <a:prstGeom prst="rect">
              <a:avLst/>
            </a:prstGeom>
            <a:solidFill>
              <a:srgbClr val="F9FAE8"/>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t>SOLAR HOURS</a:t>
              </a:r>
            </a:p>
          </p:txBody>
        </p:sp>
      </p:grpSp>
    </p:spTree>
    <p:extLst>
      <p:ext uri="{BB962C8B-B14F-4D97-AF65-F5344CB8AC3E}">
        <p14:creationId xmlns:p14="http://schemas.microsoft.com/office/powerpoint/2010/main" val="1597265150"/>
      </p:ext>
    </p:extLst>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F53E3122-8B80-4B2B-9425-C97F9D1809CD}"/>
              </a:ext>
            </a:extLst>
          </p:cNvPr>
          <p:cNvGraphicFramePr>
            <a:graphicFrameLocks noChangeAspect="1"/>
          </p:cNvGraphicFramePr>
          <p:nvPr>
            <p:custDataLst>
              <p:tags r:id="rId1"/>
            </p:custDataLst>
            <p:extLst>
              <p:ext uri="{D42A27DB-BD31-4B8C-83A1-F6EECF244321}">
                <p14:modId xmlns:p14="http://schemas.microsoft.com/office/powerpoint/2010/main" val="344852216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6" name="Object 5" hidden="1">
                        <a:extLst>
                          <a:ext uri="{FF2B5EF4-FFF2-40B4-BE49-F238E27FC236}">
                            <a16:creationId xmlns:a16="http://schemas.microsoft.com/office/drawing/2014/main" id="{F53E3122-8B80-4B2B-9425-C97F9D1809C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p:cNvSpPr>
            <a:spLocks noGrp="1"/>
          </p:cNvSpPr>
          <p:nvPr>
            <p:ph type="title"/>
          </p:nvPr>
        </p:nvSpPr>
        <p:spPr>
          <a:xfrm>
            <a:off x="555170" y="266401"/>
            <a:ext cx="11166932" cy="347321"/>
          </a:xfrm>
        </p:spPr>
        <p:txBody>
          <a:bodyPr vert="horz"/>
          <a:lstStyle/>
          <a:p>
            <a:r>
              <a:rPr lang="en-US" b="1" dirty="0"/>
              <a:t>2</a:t>
            </a:r>
            <a:r>
              <a:rPr lang="en-US" b="1" baseline="30000" dirty="0"/>
              <a:t>nd</a:t>
            </a:r>
            <a:r>
              <a:rPr lang="en-US" b="1" dirty="0"/>
              <a:t> August 2023 – Hourly profile (Solar Hours)</a:t>
            </a:r>
            <a:endParaRPr lang="en-US" sz="1800" b="1" dirty="0"/>
          </a:p>
        </p:txBody>
      </p:sp>
      <p:sp>
        <p:nvSpPr>
          <p:cNvPr id="8" name="Text Placeholder 7">
            <a:extLst>
              <a:ext uri="{FF2B5EF4-FFF2-40B4-BE49-F238E27FC236}">
                <a16:creationId xmlns:a16="http://schemas.microsoft.com/office/drawing/2014/main" id="{D90BA543-4050-62DB-8E50-CADE5A3D9435}"/>
              </a:ext>
            </a:extLst>
          </p:cNvPr>
          <p:cNvSpPr>
            <a:spLocks noGrp="1"/>
          </p:cNvSpPr>
          <p:nvPr>
            <p:ph type="body" sz="quarter" idx="13"/>
          </p:nvPr>
        </p:nvSpPr>
        <p:spPr>
          <a:xfrm>
            <a:off x="555170" y="632617"/>
            <a:ext cx="11123387" cy="550009"/>
          </a:xfrm>
        </p:spPr>
        <p:txBody>
          <a:bodyPr/>
          <a:lstStyle/>
          <a:p>
            <a:pPr algn="just"/>
            <a:r>
              <a:rPr lang="en-US" sz="1400" dirty="0">
                <a:solidFill>
                  <a:schemeClr val="bg1"/>
                </a:solidFill>
              </a:rPr>
              <a:t>XX</a:t>
            </a:r>
          </a:p>
        </p:txBody>
      </p:sp>
      <p:cxnSp>
        <p:nvCxnSpPr>
          <p:cNvPr id="34" name="Straight Connector 33">
            <a:extLst>
              <a:ext uri="{FF2B5EF4-FFF2-40B4-BE49-F238E27FC236}">
                <a16:creationId xmlns:a16="http://schemas.microsoft.com/office/drawing/2014/main" id="{C64B3BBE-2752-0F5F-6AA3-836BA91F095C}"/>
              </a:ext>
            </a:extLst>
          </p:cNvPr>
          <p:cNvCxnSpPr/>
          <p:nvPr/>
        </p:nvCxnSpPr>
        <p:spPr>
          <a:xfrm flipV="1">
            <a:off x="514664" y="614375"/>
            <a:ext cx="11196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28" name="Straight Arrow Connector 327">
            <a:extLst>
              <a:ext uri="{FF2B5EF4-FFF2-40B4-BE49-F238E27FC236}">
                <a16:creationId xmlns:a16="http://schemas.microsoft.com/office/drawing/2014/main" id="{85A25165-BDF3-D5AC-EB25-28CAAD805EA9}"/>
              </a:ext>
            </a:extLst>
          </p:cNvPr>
          <p:cNvCxnSpPr>
            <a:cxnSpLocks/>
          </p:cNvCxnSpPr>
          <p:nvPr/>
        </p:nvCxnSpPr>
        <p:spPr>
          <a:xfrm>
            <a:off x="1293813" y="5919567"/>
            <a:ext cx="10416851" cy="1188"/>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26" name="Rectangle 325">
            <a:extLst>
              <a:ext uri="{FF2B5EF4-FFF2-40B4-BE49-F238E27FC236}">
                <a16:creationId xmlns:a16="http://schemas.microsoft.com/office/drawing/2014/main" id="{3CEEFEE3-E67C-3394-152B-8EA060626DC2}"/>
              </a:ext>
            </a:extLst>
          </p:cNvPr>
          <p:cNvSpPr/>
          <p:nvPr/>
        </p:nvSpPr>
        <p:spPr bwMode="gray">
          <a:xfrm>
            <a:off x="5262563" y="5798829"/>
            <a:ext cx="1591599" cy="238124"/>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t>Time (Hours)</a:t>
            </a:r>
          </a:p>
        </p:txBody>
      </p:sp>
      <p:cxnSp>
        <p:nvCxnSpPr>
          <p:cNvPr id="333" name="Straight Arrow Connector 332">
            <a:extLst>
              <a:ext uri="{FF2B5EF4-FFF2-40B4-BE49-F238E27FC236}">
                <a16:creationId xmlns:a16="http://schemas.microsoft.com/office/drawing/2014/main" id="{9C716DAF-2225-82C9-1B60-F50B060360DB}"/>
              </a:ext>
            </a:extLst>
          </p:cNvPr>
          <p:cNvCxnSpPr>
            <a:cxnSpLocks/>
          </p:cNvCxnSpPr>
          <p:nvPr/>
        </p:nvCxnSpPr>
        <p:spPr>
          <a:xfrm flipV="1">
            <a:off x="502047" y="1328889"/>
            <a:ext cx="0" cy="4482949"/>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36" name="Rectangle 335">
            <a:extLst>
              <a:ext uri="{FF2B5EF4-FFF2-40B4-BE49-F238E27FC236}">
                <a16:creationId xmlns:a16="http://schemas.microsoft.com/office/drawing/2014/main" id="{E0E06CA7-67CF-0374-5800-8D69E34DC3B7}"/>
              </a:ext>
            </a:extLst>
          </p:cNvPr>
          <p:cNvSpPr/>
          <p:nvPr/>
        </p:nvSpPr>
        <p:spPr bwMode="gray">
          <a:xfrm rot="16200000">
            <a:off x="11371" y="3055510"/>
            <a:ext cx="972270" cy="370799"/>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t>In MW</a:t>
            </a:r>
          </a:p>
        </p:txBody>
      </p:sp>
      <p:graphicFrame>
        <p:nvGraphicFramePr>
          <p:cNvPr id="58" name="Chart 57">
            <a:extLst>
              <a:ext uri="{FF2B5EF4-FFF2-40B4-BE49-F238E27FC236}">
                <a16:creationId xmlns:a16="http://schemas.microsoft.com/office/drawing/2014/main" id="{761BC2B9-E5B4-A1EE-F492-792A0022808A}"/>
              </a:ext>
            </a:extLst>
          </p:cNvPr>
          <p:cNvGraphicFramePr/>
          <p:nvPr>
            <p:extLst>
              <p:ext uri="{D42A27DB-BD31-4B8C-83A1-F6EECF244321}">
                <p14:modId xmlns:p14="http://schemas.microsoft.com/office/powerpoint/2010/main" val="175423731"/>
              </p:ext>
            </p:extLst>
          </p:nvPr>
        </p:nvGraphicFramePr>
        <p:xfrm>
          <a:off x="907149" y="729206"/>
          <a:ext cx="10782803" cy="5662017"/>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1158849892"/>
      </p:ext>
    </p:extLst>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F53E3122-8B80-4B2B-9425-C97F9D1809CD}"/>
              </a:ext>
            </a:extLst>
          </p:cNvPr>
          <p:cNvGraphicFramePr>
            <a:graphicFrameLocks noChangeAspect="1"/>
          </p:cNvGraphicFramePr>
          <p:nvPr>
            <p:custDataLst>
              <p:tags r:id="rId1"/>
            </p:custDataLst>
            <p:extLst>
              <p:ext uri="{D42A27DB-BD31-4B8C-83A1-F6EECF244321}">
                <p14:modId xmlns:p14="http://schemas.microsoft.com/office/powerpoint/2010/main" val="169140055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6" name="Object 5" hidden="1">
                        <a:extLst>
                          <a:ext uri="{FF2B5EF4-FFF2-40B4-BE49-F238E27FC236}">
                            <a16:creationId xmlns:a16="http://schemas.microsoft.com/office/drawing/2014/main" id="{F53E3122-8B80-4B2B-9425-C97F9D1809C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p:cNvSpPr>
            <a:spLocks noGrp="1"/>
          </p:cNvSpPr>
          <p:nvPr>
            <p:ph type="title"/>
          </p:nvPr>
        </p:nvSpPr>
        <p:spPr>
          <a:xfrm>
            <a:off x="555170" y="266401"/>
            <a:ext cx="11166932" cy="347321"/>
          </a:xfrm>
        </p:spPr>
        <p:txBody>
          <a:bodyPr vert="horz"/>
          <a:lstStyle/>
          <a:p>
            <a:r>
              <a:rPr lang="en-US" b="1" dirty="0"/>
              <a:t>2</a:t>
            </a:r>
            <a:r>
              <a:rPr lang="en-US" b="1" baseline="30000" dirty="0"/>
              <a:t>nd</a:t>
            </a:r>
            <a:r>
              <a:rPr lang="en-US" b="1" dirty="0"/>
              <a:t> August 2023 – Hourly profile (Non-Solar Hours)</a:t>
            </a:r>
            <a:endParaRPr lang="en-US" sz="1800" b="1" dirty="0"/>
          </a:p>
        </p:txBody>
      </p:sp>
      <p:sp>
        <p:nvSpPr>
          <p:cNvPr id="8" name="Text Placeholder 7">
            <a:extLst>
              <a:ext uri="{FF2B5EF4-FFF2-40B4-BE49-F238E27FC236}">
                <a16:creationId xmlns:a16="http://schemas.microsoft.com/office/drawing/2014/main" id="{D90BA543-4050-62DB-8E50-CADE5A3D9435}"/>
              </a:ext>
            </a:extLst>
          </p:cNvPr>
          <p:cNvSpPr>
            <a:spLocks noGrp="1"/>
          </p:cNvSpPr>
          <p:nvPr>
            <p:ph type="body" sz="quarter" idx="13"/>
          </p:nvPr>
        </p:nvSpPr>
        <p:spPr>
          <a:xfrm>
            <a:off x="555170" y="632617"/>
            <a:ext cx="11123387" cy="550009"/>
          </a:xfrm>
        </p:spPr>
        <p:txBody>
          <a:bodyPr/>
          <a:lstStyle/>
          <a:p>
            <a:pPr algn="just"/>
            <a:r>
              <a:rPr lang="en-US" sz="1400" dirty="0">
                <a:solidFill>
                  <a:schemeClr val="bg1"/>
                </a:solidFill>
              </a:rPr>
              <a:t>XX</a:t>
            </a:r>
          </a:p>
        </p:txBody>
      </p:sp>
      <p:cxnSp>
        <p:nvCxnSpPr>
          <p:cNvPr id="34" name="Straight Connector 33">
            <a:extLst>
              <a:ext uri="{FF2B5EF4-FFF2-40B4-BE49-F238E27FC236}">
                <a16:creationId xmlns:a16="http://schemas.microsoft.com/office/drawing/2014/main" id="{C64B3BBE-2752-0F5F-6AA3-836BA91F095C}"/>
              </a:ext>
            </a:extLst>
          </p:cNvPr>
          <p:cNvCxnSpPr/>
          <p:nvPr/>
        </p:nvCxnSpPr>
        <p:spPr>
          <a:xfrm flipV="1">
            <a:off x="514664" y="614375"/>
            <a:ext cx="11196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28" name="Straight Arrow Connector 327">
            <a:extLst>
              <a:ext uri="{FF2B5EF4-FFF2-40B4-BE49-F238E27FC236}">
                <a16:creationId xmlns:a16="http://schemas.microsoft.com/office/drawing/2014/main" id="{85A25165-BDF3-D5AC-EB25-28CAAD805EA9}"/>
              </a:ext>
            </a:extLst>
          </p:cNvPr>
          <p:cNvCxnSpPr>
            <a:cxnSpLocks/>
          </p:cNvCxnSpPr>
          <p:nvPr/>
        </p:nvCxnSpPr>
        <p:spPr>
          <a:xfrm>
            <a:off x="1293813" y="5919567"/>
            <a:ext cx="10416851" cy="1188"/>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26" name="Rectangle 325">
            <a:extLst>
              <a:ext uri="{FF2B5EF4-FFF2-40B4-BE49-F238E27FC236}">
                <a16:creationId xmlns:a16="http://schemas.microsoft.com/office/drawing/2014/main" id="{3CEEFEE3-E67C-3394-152B-8EA060626DC2}"/>
              </a:ext>
            </a:extLst>
          </p:cNvPr>
          <p:cNvSpPr/>
          <p:nvPr/>
        </p:nvSpPr>
        <p:spPr bwMode="gray">
          <a:xfrm>
            <a:off x="5262563" y="5798829"/>
            <a:ext cx="1591599" cy="238124"/>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t>Time (Hours)</a:t>
            </a:r>
          </a:p>
        </p:txBody>
      </p:sp>
      <p:cxnSp>
        <p:nvCxnSpPr>
          <p:cNvPr id="333" name="Straight Arrow Connector 332">
            <a:extLst>
              <a:ext uri="{FF2B5EF4-FFF2-40B4-BE49-F238E27FC236}">
                <a16:creationId xmlns:a16="http://schemas.microsoft.com/office/drawing/2014/main" id="{9C716DAF-2225-82C9-1B60-F50B060360DB}"/>
              </a:ext>
            </a:extLst>
          </p:cNvPr>
          <p:cNvCxnSpPr>
            <a:cxnSpLocks/>
          </p:cNvCxnSpPr>
          <p:nvPr/>
        </p:nvCxnSpPr>
        <p:spPr>
          <a:xfrm flipV="1">
            <a:off x="502047" y="1328889"/>
            <a:ext cx="0" cy="4482949"/>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36" name="Rectangle 335">
            <a:extLst>
              <a:ext uri="{FF2B5EF4-FFF2-40B4-BE49-F238E27FC236}">
                <a16:creationId xmlns:a16="http://schemas.microsoft.com/office/drawing/2014/main" id="{E0E06CA7-67CF-0374-5800-8D69E34DC3B7}"/>
              </a:ext>
            </a:extLst>
          </p:cNvPr>
          <p:cNvSpPr/>
          <p:nvPr/>
        </p:nvSpPr>
        <p:spPr bwMode="gray">
          <a:xfrm rot="16200000">
            <a:off x="11371" y="3055510"/>
            <a:ext cx="972270" cy="370799"/>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t>In MW</a:t>
            </a:r>
          </a:p>
        </p:txBody>
      </p:sp>
      <p:graphicFrame>
        <p:nvGraphicFramePr>
          <p:cNvPr id="58" name="Chart 57">
            <a:extLst>
              <a:ext uri="{FF2B5EF4-FFF2-40B4-BE49-F238E27FC236}">
                <a16:creationId xmlns:a16="http://schemas.microsoft.com/office/drawing/2014/main" id="{761BC2B9-E5B4-A1EE-F492-792A0022808A}"/>
              </a:ext>
            </a:extLst>
          </p:cNvPr>
          <p:cNvGraphicFramePr/>
          <p:nvPr>
            <p:extLst>
              <p:ext uri="{D42A27DB-BD31-4B8C-83A1-F6EECF244321}">
                <p14:modId xmlns:p14="http://schemas.microsoft.com/office/powerpoint/2010/main" val="4254021681"/>
              </p:ext>
            </p:extLst>
          </p:nvPr>
        </p:nvGraphicFramePr>
        <p:xfrm>
          <a:off x="907149" y="729206"/>
          <a:ext cx="10782803" cy="5662017"/>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1736097271"/>
      </p:ext>
    </p:extLst>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F53E3122-8B80-4B2B-9425-C97F9D1809CD}"/>
              </a:ext>
            </a:extLst>
          </p:cNvPr>
          <p:cNvGraphicFramePr>
            <a:graphicFrameLocks noChangeAspect="1"/>
          </p:cNvGraphicFramePr>
          <p:nvPr>
            <p:custDataLst>
              <p:tags r:id="rId1"/>
            </p:custDataLst>
            <p:extLst>
              <p:ext uri="{D42A27DB-BD31-4B8C-83A1-F6EECF244321}">
                <p14:modId xmlns:p14="http://schemas.microsoft.com/office/powerpoint/2010/main" val="311087154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6" name="Object 5" hidden="1">
                        <a:extLst>
                          <a:ext uri="{FF2B5EF4-FFF2-40B4-BE49-F238E27FC236}">
                            <a16:creationId xmlns:a16="http://schemas.microsoft.com/office/drawing/2014/main" id="{F53E3122-8B80-4B2B-9425-C97F9D1809C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p:cNvSpPr>
            <a:spLocks noGrp="1"/>
          </p:cNvSpPr>
          <p:nvPr>
            <p:ph type="title"/>
          </p:nvPr>
        </p:nvSpPr>
        <p:spPr>
          <a:xfrm>
            <a:off x="555170" y="266401"/>
            <a:ext cx="11166932" cy="347321"/>
          </a:xfrm>
        </p:spPr>
        <p:txBody>
          <a:bodyPr vert="horz"/>
          <a:lstStyle/>
          <a:p>
            <a:r>
              <a:rPr lang="en-US" b="1" dirty="0"/>
              <a:t>2</a:t>
            </a:r>
            <a:r>
              <a:rPr lang="en-US" b="1" baseline="30000" dirty="0"/>
              <a:t>nd</a:t>
            </a:r>
            <a:r>
              <a:rPr lang="en-US" b="1" dirty="0"/>
              <a:t> August 2023 – Hourly profile (All Hours)</a:t>
            </a:r>
            <a:endParaRPr lang="en-US" sz="1800" b="1" dirty="0"/>
          </a:p>
        </p:txBody>
      </p:sp>
      <p:cxnSp>
        <p:nvCxnSpPr>
          <p:cNvPr id="34" name="Straight Connector 33">
            <a:extLst>
              <a:ext uri="{FF2B5EF4-FFF2-40B4-BE49-F238E27FC236}">
                <a16:creationId xmlns:a16="http://schemas.microsoft.com/office/drawing/2014/main" id="{C64B3BBE-2752-0F5F-6AA3-836BA91F095C}"/>
              </a:ext>
            </a:extLst>
          </p:cNvPr>
          <p:cNvCxnSpPr/>
          <p:nvPr/>
        </p:nvCxnSpPr>
        <p:spPr>
          <a:xfrm flipV="1">
            <a:off x="493952" y="660938"/>
            <a:ext cx="11196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28" name="Straight Arrow Connector 327">
            <a:extLst>
              <a:ext uri="{FF2B5EF4-FFF2-40B4-BE49-F238E27FC236}">
                <a16:creationId xmlns:a16="http://schemas.microsoft.com/office/drawing/2014/main" id="{85A25165-BDF3-D5AC-EB25-28CAAD805EA9}"/>
              </a:ext>
            </a:extLst>
          </p:cNvPr>
          <p:cNvCxnSpPr>
            <a:cxnSpLocks/>
          </p:cNvCxnSpPr>
          <p:nvPr/>
        </p:nvCxnSpPr>
        <p:spPr>
          <a:xfrm>
            <a:off x="1293813" y="5919567"/>
            <a:ext cx="10416851" cy="1188"/>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26" name="Rectangle 325">
            <a:extLst>
              <a:ext uri="{FF2B5EF4-FFF2-40B4-BE49-F238E27FC236}">
                <a16:creationId xmlns:a16="http://schemas.microsoft.com/office/drawing/2014/main" id="{3CEEFEE3-E67C-3394-152B-8EA060626DC2}"/>
              </a:ext>
            </a:extLst>
          </p:cNvPr>
          <p:cNvSpPr/>
          <p:nvPr/>
        </p:nvSpPr>
        <p:spPr bwMode="gray">
          <a:xfrm>
            <a:off x="5262563" y="5798829"/>
            <a:ext cx="1591599" cy="238124"/>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t>Time (Hours)</a:t>
            </a:r>
          </a:p>
        </p:txBody>
      </p:sp>
      <p:cxnSp>
        <p:nvCxnSpPr>
          <p:cNvPr id="333" name="Straight Arrow Connector 332">
            <a:extLst>
              <a:ext uri="{FF2B5EF4-FFF2-40B4-BE49-F238E27FC236}">
                <a16:creationId xmlns:a16="http://schemas.microsoft.com/office/drawing/2014/main" id="{9C716DAF-2225-82C9-1B60-F50B060360DB}"/>
              </a:ext>
            </a:extLst>
          </p:cNvPr>
          <p:cNvCxnSpPr>
            <a:cxnSpLocks/>
          </p:cNvCxnSpPr>
          <p:nvPr/>
        </p:nvCxnSpPr>
        <p:spPr>
          <a:xfrm flipV="1">
            <a:off x="502047" y="1328889"/>
            <a:ext cx="0" cy="4482949"/>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36" name="Rectangle 335">
            <a:extLst>
              <a:ext uri="{FF2B5EF4-FFF2-40B4-BE49-F238E27FC236}">
                <a16:creationId xmlns:a16="http://schemas.microsoft.com/office/drawing/2014/main" id="{E0E06CA7-67CF-0374-5800-8D69E34DC3B7}"/>
              </a:ext>
            </a:extLst>
          </p:cNvPr>
          <p:cNvSpPr/>
          <p:nvPr/>
        </p:nvSpPr>
        <p:spPr bwMode="gray">
          <a:xfrm rot="16200000">
            <a:off x="11371" y="3055510"/>
            <a:ext cx="972270" cy="370799"/>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t>In MW</a:t>
            </a:r>
          </a:p>
        </p:txBody>
      </p:sp>
      <p:graphicFrame>
        <p:nvGraphicFramePr>
          <p:cNvPr id="58" name="Chart 57">
            <a:extLst>
              <a:ext uri="{FF2B5EF4-FFF2-40B4-BE49-F238E27FC236}">
                <a16:creationId xmlns:a16="http://schemas.microsoft.com/office/drawing/2014/main" id="{761BC2B9-E5B4-A1EE-F492-792A0022808A}"/>
              </a:ext>
            </a:extLst>
          </p:cNvPr>
          <p:cNvGraphicFramePr/>
          <p:nvPr>
            <p:extLst>
              <p:ext uri="{D42A27DB-BD31-4B8C-83A1-F6EECF244321}">
                <p14:modId xmlns:p14="http://schemas.microsoft.com/office/powerpoint/2010/main" val="3636336240"/>
              </p:ext>
            </p:extLst>
          </p:nvPr>
        </p:nvGraphicFramePr>
        <p:xfrm>
          <a:off x="907149" y="708155"/>
          <a:ext cx="10782803" cy="5683068"/>
        </p:xfrm>
        <a:graphic>
          <a:graphicData uri="http://schemas.openxmlformats.org/drawingml/2006/chart">
            <c:chart xmlns:c="http://schemas.openxmlformats.org/drawingml/2006/chart" xmlns:r="http://schemas.openxmlformats.org/officeDocument/2006/relationships" r:id="rId5"/>
          </a:graphicData>
        </a:graphic>
      </p:graphicFrame>
      <p:grpSp>
        <p:nvGrpSpPr>
          <p:cNvPr id="2" name="Group 1">
            <a:extLst>
              <a:ext uri="{FF2B5EF4-FFF2-40B4-BE49-F238E27FC236}">
                <a16:creationId xmlns:a16="http://schemas.microsoft.com/office/drawing/2014/main" id="{3390BBD0-5EED-AFA6-9EBF-E0B92305F385}"/>
              </a:ext>
            </a:extLst>
          </p:cNvPr>
          <p:cNvGrpSpPr/>
          <p:nvPr/>
        </p:nvGrpSpPr>
        <p:grpSpPr>
          <a:xfrm>
            <a:off x="3213923" y="961043"/>
            <a:ext cx="5278056" cy="5075910"/>
            <a:chOff x="3213923" y="961043"/>
            <a:chExt cx="5278056" cy="5075910"/>
          </a:xfrm>
        </p:grpSpPr>
        <p:cxnSp>
          <p:nvCxnSpPr>
            <p:cNvPr id="4" name="Straight Arrow Connector 3">
              <a:extLst>
                <a:ext uri="{FF2B5EF4-FFF2-40B4-BE49-F238E27FC236}">
                  <a16:creationId xmlns:a16="http://schemas.microsoft.com/office/drawing/2014/main" id="{B320A9BC-6266-45AB-C82A-07798291AAB0}"/>
                </a:ext>
              </a:extLst>
            </p:cNvPr>
            <p:cNvCxnSpPr/>
            <p:nvPr/>
          </p:nvCxnSpPr>
          <p:spPr>
            <a:xfrm>
              <a:off x="3287210" y="1226916"/>
              <a:ext cx="4953965" cy="0"/>
            </a:xfrm>
            <a:prstGeom prst="straightConnector1">
              <a:avLst/>
            </a:prstGeom>
            <a:ln>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302C5E1F-DD1B-D172-540A-EDAC2D5D5C39}"/>
                </a:ext>
              </a:extLst>
            </p:cNvPr>
            <p:cNvSpPr/>
            <p:nvPr/>
          </p:nvSpPr>
          <p:spPr bwMode="gray">
            <a:xfrm>
              <a:off x="5262563" y="5798829"/>
              <a:ext cx="1591599" cy="238124"/>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t>Time (Hours)</a:t>
              </a:r>
            </a:p>
          </p:txBody>
        </p:sp>
        <p:sp>
          <p:nvSpPr>
            <p:cNvPr id="7" name="Rectangle 6">
              <a:extLst>
                <a:ext uri="{FF2B5EF4-FFF2-40B4-BE49-F238E27FC236}">
                  <a16:creationId xmlns:a16="http://schemas.microsoft.com/office/drawing/2014/main" id="{193FFA00-D2EB-F42E-5AB0-780905B91197}"/>
                </a:ext>
              </a:extLst>
            </p:cNvPr>
            <p:cNvSpPr/>
            <p:nvPr/>
          </p:nvSpPr>
          <p:spPr bwMode="gray">
            <a:xfrm>
              <a:off x="3213923" y="961043"/>
              <a:ext cx="5278056" cy="4849607"/>
            </a:xfrm>
            <a:prstGeom prst="rect">
              <a:avLst/>
            </a:prstGeom>
            <a:solidFill>
              <a:srgbClr val="E3E48D">
                <a:alpha val="20000"/>
              </a:srgbClr>
            </a:solidFill>
            <a:ln w="19050" algn="ctr">
              <a:noFill/>
              <a:miter lim="800000"/>
              <a:headEnd/>
              <a:tailEnd/>
            </a:ln>
          </p:spPr>
          <p:txBody>
            <a:bodyPr wrap="square" lIns="88900" tIns="88900" rIns="88900" bIns="88900" rtlCol="0" anchor="t"/>
            <a:lstStyle/>
            <a:p>
              <a:pPr algn="ctr">
                <a:lnSpc>
                  <a:spcPct val="106000"/>
                </a:lnSpc>
                <a:buFont typeface="Wingdings 2" pitchFamily="18" charset="2"/>
                <a:buNone/>
              </a:pPr>
              <a:endParaRPr lang="en-US" sz="1600" b="1" dirty="0"/>
            </a:p>
          </p:txBody>
        </p:sp>
        <p:sp>
          <p:nvSpPr>
            <p:cNvPr id="8" name="Rectangle 7">
              <a:extLst>
                <a:ext uri="{FF2B5EF4-FFF2-40B4-BE49-F238E27FC236}">
                  <a16:creationId xmlns:a16="http://schemas.microsoft.com/office/drawing/2014/main" id="{8DAC99C6-ECF9-F56E-DFC1-A58CAA5028FD}"/>
                </a:ext>
              </a:extLst>
            </p:cNvPr>
            <p:cNvSpPr/>
            <p:nvPr/>
          </p:nvSpPr>
          <p:spPr bwMode="gray">
            <a:xfrm>
              <a:off x="4851741" y="1090765"/>
              <a:ext cx="2002421" cy="238124"/>
            </a:xfrm>
            <a:prstGeom prst="rect">
              <a:avLst/>
            </a:prstGeom>
            <a:solidFill>
              <a:srgbClr val="F9FAE8"/>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t>SOLAR HOURS</a:t>
              </a:r>
            </a:p>
          </p:txBody>
        </p:sp>
      </p:grpSp>
    </p:spTree>
    <p:extLst>
      <p:ext uri="{BB962C8B-B14F-4D97-AF65-F5344CB8AC3E}">
        <p14:creationId xmlns:p14="http://schemas.microsoft.com/office/powerpoint/2010/main" val="2679033578"/>
      </p:ext>
    </p:extLst>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Rows of solar panels">
            <a:extLst>
              <a:ext uri="{FF2B5EF4-FFF2-40B4-BE49-F238E27FC236}">
                <a16:creationId xmlns:a16="http://schemas.microsoft.com/office/drawing/2014/main" id="{01C8141A-D76F-E042-0D27-C3043A525856}"/>
              </a:ext>
            </a:extLst>
          </p:cNvPr>
          <p:cNvPicPr>
            <a:picLocks noChangeAspect="1"/>
          </p:cNvPicPr>
          <p:nvPr/>
        </p:nvPicPr>
        <p:blipFill>
          <a:blip r:embed="rId3"/>
          <a:stretch>
            <a:fillRect/>
          </a:stretch>
        </p:blipFill>
        <p:spPr>
          <a:xfrm>
            <a:off x="0" y="0"/>
            <a:ext cx="12192000" cy="6858000"/>
          </a:xfrm>
          <a:prstGeom prst="rect">
            <a:avLst/>
          </a:prstGeom>
        </p:spPr>
      </p:pic>
      <p:graphicFrame>
        <p:nvGraphicFramePr>
          <p:cNvPr id="6" name="Object 5" hidden="1">
            <a:extLst>
              <a:ext uri="{FF2B5EF4-FFF2-40B4-BE49-F238E27FC236}">
                <a16:creationId xmlns:a16="http://schemas.microsoft.com/office/drawing/2014/main" id="{4A402D40-8287-40F9-A2AE-8CA3AE2A4B97}"/>
              </a:ext>
            </a:extLst>
          </p:cNvPr>
          <p:cNvGraphicFramePr>
            <a:graphicFrameLocks noChangeAspect="1"/>
          </p:cNvGraphicFramePr>
          <p:nvPr>
            <p:custDataLst>
              <p:tags r:id="rId1"/>
            </p:custDataLst>
            <p:extLst>
              <p:ext uri="{D42A27DB-BD31-4B8C-83A1-F6EECF244321}">
                <p14:modId xmlns:p14="http://schemas.microsoft.com/office/powerpoint/2010/main" val="341971651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98" imgH="499" progId="TCLayout.ActiveDocument.1">
                  <p:embed/>
                </p:oleObj>
              </mc:Choice>
              <mc:Fallback>
                <p:oleObj name="think-cell Slide" r:id="rId4" imgW="498" imgH="499" progId="TCLayout.ActiveDocument.1">
                  <p:embed/>
                  <p:pic>
                    <p:nvPicPr>
                      <p:cNvPr id="6" name="Object 5" hidden="1">
                        <a:extLst>
                          <a:ext uri="{FF2B5EF4-FFF2-40B4-BE49-F238E27FC236}">
                            <a16:creationId xmlns:a16="http://schemas.microsoft.com/office/drawing/2014/main" id="{4A402D40-8287-40F9-A2AE-8CA3AE2A4B9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F3174803-1F67-4D25-B30A-FCA299D6C20F}"/>
              </a:ext>
            </a:extLst>
          </p:cNvPr>
          <p:cNvSpPr>
            <a:spLocks noGrp="1"/>
          </p:cNvSpPr>
          <p:nvPr>
            <p:ph type="title"/>
          </p:nvPr>
        </p:nvSpPr>
        <p:spPr>
          <a:xfrm>
            <a:off x="157182" y="2903102"/>
            <a:ext cx="11252200" cy="692151"/>
          </a:xfrm>
        </p:spPr>
        <p:txBody>
          <a:bodyPr vert="horz"/>
          <a:lstStyle/>
          <a:p>
            <a:pPr marL="990600" indent="-990600"/>
            <a:r>
              <a:rPr lang="en-US" sz="2800" dirty="0">
                <a:solidFill>
                  <a:schemeClr val="bg1"/>
                </a:solidFill>
              </a:rPr>
              <a:t>ANNEXURE</a:t>
            </a:r>
            <a:endParaRPr lang="en-US" i="0" dirty="0">
              <a:solidFill>
                <a:schemeClr val="bg1"/>
              </a:solidFill>
            </a:endParaRPr>
          </a:p>
        </p:txBody>
      </p:sp>
      <p:cxnSp>
        <p:nvCxnSpPr>
          <p:cNvPr id="8" name="Straight Connector 7">
            <a:extLst>
              <a:ext uri="{FF2B5EF4-FFF2-40B4-BE49-F238E27FC236}">
                <a16:creationId xmlns:a16="http://schemas.microsoft.com/office/drawing/2014/main" id="{784C1C03-CAB1-4AA6-8518-B87142FB9A78}"/>
              </a:ext>
            </a:extLst>
          </p:cNvPr>
          <p:cNvCxnSpPr/>
          <p:nvPr/>
        </p:nvCxnSpPr>
        <p:spPr>
          <a:xfrm>
            <a:off x="157182" y="3595253"/>
            <a:ext cx="11691257" cy="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4182555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F53E3122-8B80-4B2B-9425-C97F9D1809CD}"/>
              </a:ext>
            </a:extLst>
          </p:cNvPr>
          <p:cNvGraphicFramePr>
            <a:graphicFrameLocks noChangeAspect="1"/>
          </p:cNvGraphicFramePr>
          <p:nvPr>
            <p:custDataLst>
              <p:tags r:id="rId1"/>
            </p:custDataLst>
            <p:extLst>
              <p:ext uri="{D42A27DB-BD31-4B8C-83A1-F6EECF244321}">
                <p14:modId xmlns:p14="http://schemas.microsoft.com/office/powerpoint/2010/main" val="268812519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6" name="Object 5" hidden="1">
                        <a:extLst>
                          <a:ext uri="{FF2B5EF4-FFF2-40B4-BE49-F238E27FC236}">
                            <a16:creationId xmlns:a16="http://schemas.microsoft.com/office/drawing/2014/main" id="{F53E3122-8B80-4B2B-9425-C97F9D1809C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p:cNvSpPr>
            <a:spLocks noGrp="1"/>
          </p:cNvSpPr>
          <p:nvPr>
            <p:ph type="title"/>
          </p:nvPr>
        </p:nvSpPr>
        <p:spPr>
          <a:xfrm>
            <a:off x="336080" y="297687"/>
            <a:ext cx="11166932" cy="347321"/>
          </a:xfrm>
        </p:spPr>
        <p:txBody>
          <a:bodyPr vert="horz"/>
          <a:lstStyle/>
          <a:p>
            <a:r>
              <a:rPr lang="en-US" b="1" dirty="0"/>
              <a:t>Day-wise Hourly Solar Opportunity (1/3)</a:t>
            </a:r>
            <a:endParaRPr lang="en-US" sz="1800" b="1" dirty="0"/>
          </a:p>
        </p:txBody>
      </p:sp>
      <p:sp>
        <p:nvSpPr>
          <p:cNvPr id="8" name="Text Placeholder 7">
            <a:extLst>
              <a:ext uri="{FF2B5EF4-FFF2-40B4-BE49-F238E27FC236}">
                <a16:creationId xmlns:a16="http://schemas.microsoft.com/office/drawing/2014/main" id="{D90BA543-4050-62DB-8E50-CADE5A3D9435}"/>
              </a:ext>
            </a:extLst>
          </p:cNvPr>
          <p:cNvSpPr>
            <a:spLocks noGrp="1"/>
          </p:cNvSpPr>
          <p:nvPr>
            <p:ph type="body" sz="quarter" idx="13"/>
          </p:nvPr>
        </p:nvSpPr>
        <p:spPr>
          <a:xfrm>
            <a:off x="347654" y="818831"/>
            <a:ext cx="1527446" cy="275005"/>
          </a:xfrm>
        </p:spPr>
        <p:txBody>
          <a:bodyPr/>
          <a:lstStyle/>
          <a:p>
            <a:pPr algn="just"/>
            <a:r>
              <a:rPr lang="en-US" sz="1400" b="1" dirty="0">
                <a:solidFill>
                  <a:schemeClr val="tx1"/>
                </a:solidFill>
              </a:rPr>
              <a:t>April 2023</a:t>
            </a:r>
          </a:p>
        </p:txBody>
      </p:sp>
      <p:graphicFrame>
        <p:nvGraphicFramePr>
          <p:cNvPr id="5" name="Table 4">
            <a:extLst>
              <a:ext uri="{FF2B5EF4-FFF2-40B4-BE49-F238E27FC236}">
                <a16:creationId xmlns:a16="http://schemas.microsoft.com/office/drawing/2014/main" id="{408D7F1B-E5B3-518B-6E4E-24ACE8EC8849}"/>
              </a:ext>
            </a:extLst>
          </p:cNvPr>
          <p:cNvGraphicFramePr>
            <a:graphicFrameLocks noGrp="1"/>
          </p:cNvGraphicFramePr>
          <p:nvPr>
            <p:extLst>
              <p:ext uri="{D42A27DB-BD31-4B8C-83A1-F6EECF244321}">
                <p14:modId xmlns:p14="http://schemas.microsoft.com/office/powerpoint/2010/main" val="578683382"/>
              </p:ext>
            </p:extLst>
          </p:nvPr>
        </p:nvGraphicFramePr>
        <p:xfrm>
          <a:off x="347653" y="1093836"/>
          <a:ext cx="11519843" cy="2290681"/>
        </p:xfrm>
        <a:graphic>
          <a:graphicData uri="http://schemas.openxmlformats.org/drawingml/2006/table">
            <a:tbl>
              <a:tblPr/>
              <a:tblGrid>
                <a:gridCol w="507492">
                  <a:extLst>
                    <a:ext uri="{9D8B030D-6E8A-4147-A177-3AD203B41FA5}">
                      <a16:colId xmlns:a16="http://schemas.microsoft.com/office/drawing/2014/main" val="856244142"/>
                    </a:ext>
                  </a:extLst>
                </a:gridCol>
                <a:gridCol w="292608">
                  <a:extLst>
                    <a:ext uri="{9D8B030D-6E8A-4147-A177-3AD203B41FA5}">
                      <a16:colId xmlns:a16="http://schemas.microsoft.com/office/drawing/2014/main" val="2596111960"/>
                    </a:ext>
                  </a:extLst>
                </a:gridCol>
                <a:gridCol w="269657">
                  <a:extLst>
                    <a:ext uri="{9D8B030D-6E8A-4147-A177-3AD203B41FA5}">
                      <a16:colId xmlns:a16="http://schemas.microsoft.com/office/drawing/2014/main" val="3506958860"/>
                    </a:ext>
                  </a:extLst>
                </a:gridCol>
                <a:gridCol w="399163">
                  <a:extLst>
                    <a:ext uri="{9D8B030D-6E8A-4147-A177-3AD203B41FA5}">
                      <a16:colId xmlns:a16="http://schemas.microsoft.com/office/drawing/2014/main" val="3499453472"/>
                    </a:ext>
                  </a:extLst>
                </a:gridCol>
                <a:gridCol w="367230">
                  <a:extLst>
                    <a:ext uri="{9D8B030D-6E8A-4147-A177-3AD203B41FA5}">
                      <a16:colId xmlns:a16="http://schemas.microsoft.com/office/drawing/2014/main" val="979882300"/>
                    </a:ext>
                  </a:extLst>
                </a:gridCol>
                <a:gridCol w="399163">
                  <a:extLst>
                    <a:ext uri="{9D8B030D-6E8A-4147-A177-3AD203B41FA5}">
                      <a16:colId xmlns:a16="http://schemas.microsoft.com/office/drawing/2014/main" val="2528304918"/>
                    </a:ext>
                  </a:extLst>
                </a:gridCol>
                <a:gridCol w="367230">
                  <a:extLst>
                    <a:ext uri="{9D8B030D-6E8A-4147-A177-3AD203B41FA5}">
                      <a16:colId xmlns:a16="http://schemas.microsoft.com/office/drawing/2014/main" val="1025914979"/>
                    </a:ext>
                  </a:extLst>
                </a:gridCol>
                <a:gridCol w="399163">
                  <a:extLst>
                    <a:ext uri="{9D8B030D-6E8A-4147-A177-3AD203B41FA5}">
                      <a16:colId xmlns:a16="http://schemas.microsoft.com/office/drawing/2014/main" val="2084802995"/>
                    </a:ext>
                  </a:extLst>
                </a:gridCol>
                <a:gridCol w="367230">
                  <a:extLst>
                    <a:ext uri="{9D8B030D-6E8A-4147-A177-3AD203B41FA5}">
                      <a16:colId xmlns:a16="http://schemas.microsoft.com/office/drawing/2014/main" val="46852770"/>
                    </a:ext>
                  </a:extLst>
                </a:gridCol>
                <a:gridCol w="367230">
                  <a:extLst>
                    <a:ext uri="{9D8B030D-6E8A-4147-A177-3AD203B41FA5}">
                      <a16:colId xmlns:a16="http://schemas.microsoft.com/office/drawing/2014/main" val="2260921695"/>
                    </a:ext>
                  </a:extLst>
                </a:gridCol>
                <a:gridCol w="399163">
                  <a:extLst>
                    <a:ext uri="{9D8B030D-6E8A-4147-A177-3AD203B41FA5}">
                      <a16:colId xmlns:a16="http://schemas.microsoft.com/office/drawing/2014/main" val="3690133154"/>
                    </a:ext>
                  </a:extLst>
                </a:gridCol>
                <a:gridCol w="367230">
                  <a:extLst>
                    <a:ext uri="{9D8B030D-6E8A-4147-A177-3AD203B41FA5}">
                      <a16:colId xmlns:a16="http://schemas.microsoft.com/office/drawing/2014/main" val="3802111287"/>
                    </a:ext>
                  </a:extLst>
                </a:gridCol>
                <a:gridCol w="399163">
                  <a:extLst>
                    <a:ext uri="{9D8B030D-6E8A-4147-A177-3AD203B41FA5}">
                      <a16:colId xmlns:a16="http://schemas.microsoft.com/office/drawing/2014/main" val="4193753764"/>
                    </a:ext>
                  </a:extLst>
                </a:gridCol>
                <a:gridCol w="343280">
                  <a:extLst>
                    <a:ext uri="{9D8B030D-6E8A-4147-A177-3AD203B41FA5}">
                      <a16:colId xmlns:a16="http://schemas.microsoft.com/office/drawing/2014/main" val="1925563537"/>
                    </a:ext>
                  </a:extLst>
                </a:gridCol>
                <a:gridCol w="399163">
                  <a:extLst>
                    <a:ext uri="{9D8B030D-6E8A-4147-A177-3AD203B41FA5}">
                      <a16:colId xmlns:a16="http://schemas.microsoft.com/office/drawing/2014/main" val="1250135075"/>
                    </a:ext>
                  </a:extLst>
                </a:gridCol>
                <a:gridCol w="343280">
                  <a:extLst>
                    <a:ext uri="{9D8B030D-6E8A-4147-A177-3AD203B41FA5}">
                      <a16:colId xmlns:a16="http://schemas.microsoft.com/office/drawing/2014/main" val="906780847"/>
                    </a:ext>
                  </a:extLst>
                </a:gridCol>
                <a:gridCol w="343280">
                  <a:extLst>
                    <a:ext uri="{9D8B030D-6E8A-4147-A177-3AD203B41FA5}">
                      <a16:colId xmlns:a16="http://schemas.microsoft.com/office/drawing/2014/main" val="974483629"/>
                    </a:ext>
                  </a:extLst>
                </a:gridCol>
                <a:gridCol w="399163">
                  <a:extLst>
                    <a:ext uri="{9D8B030D-6E8A-4147-A177-3AD203B41FA5}">
                      <a16:colId xmlns:a16="http://schemas.microsoft.com/office/drawing/2014/main" val="3931672985"/>
                    </a:ext>
                  </a:extLst>
                </a:gridCol>
                <a:gridCol w="343280">
                  <a:extLst>
                    <a:ext uri="{9D8B030D-6E8A-4147-A177-3AD203B41FA5}">
                      <a16:colId xmlns:a16="http://schemas.microsoft.com/office/drawing/2014/main" val="3312743432"/>
                    </a:ext>
                  </a:extLst>
                </a:gridCol>
                <a:gridCol w="399163">
                  <a:extLst>
                    <a:ext uri="{9D8B030D-6E8A-4147-A177-3AD203B41FA5}">
                      <a16:colId xmlns:a16="http://schemas.microsoft.com/office/drawing/2014/main" val="3288350249"/>
                    </a:ext>
                  </a:extLst>
                </a:gridCol>
                <a:gridCol w="367230">
                  <a:extLst>
                    <a:ext uri="{9D8B030D-6E8A-4147-A177-3AD203B41FA5}">
                      <a16:colId xmlns:a16="http://schemas.microsoft.com/office/drawing/2014/main" val="3434438265"/>
                    </a:ext>
                  </a:extLst>
                </a:gridCol>
                <a:gridCol w="399163">
                  <a:extLst>
                    <a:ext uri="{9D8B030D-6E8A-4147-A177-3AD203B41FA5}">
                      <a16:colId xmlns:a16="http://schemas.microsoft.com/office/drawing/2014/main" val="3348679560"/>
                    </a:ext>
                  </a:extLst>
                </a:gridCol>
                <a:gridCol w="343280">
                  <a:extLst>
                    <a:ext uri="{9D8B030D-6E8A-4147-A177-3AD203B41FA5}">
                      <a16:colId xmlns:a16="http://schemas.microsoft.com/office/drawing/2014/main" val="2972235194"/>
                    </a:ext>
                  </a:extLst>
                </a:gridCol>
                <a:gridCol w="343280">
                  <a:extLst>
                    <a:ext uri="{9D8B030D-6E8A-4147-A177-3AD203B41FA5}">
                      <a16:colId xmlns:a16="http://schemas.microsoft.com/office/drawing/2014/main" val="2113405063"/>
                    </a:ext>
                  </a:extLst>
                </a:gridCol>
                <a:gridCol w="399163">
                  <a:extLst>
                    <a:ext uri="{9D8B030D-6E8A-4147-A177-3AD203B41FA5}">
                      <a16:colId xmlns:a16="http://schemas.microsoft.com/office/drawing/2014/main" val="2439183951"/>
                    </a:ext>
                  </a:extLst>
                </a:gridCol>
                <a:gridCol w="343280">
                  <a:extLst>
                    <a:ext uri="{9D8B030D-6E8A-4147-A177-3AD203B41FA5}">
                      <a16:colId xmlns:a16="http://schemas.microsoft.com/office/drawing/2014/main" val="2025786622"/>
                    </a:ext>
                  </a:extLst>
                </a:gridCol>
                <a:gridCol w="399163">
                  <a:extLst>
                    <a:ext uri="{9D8B030D-6E8A-4147-A177-3AD203B41FA5}">
                      <a16:colId xmlns:a16="http://schemas.microsoft.com/office/drawing/2014/main" val="1417317113"/>
                    </a:ext>
                  </a:extLst>
                </a:gridCol>
                <a:gridCol w="343280">
                  <a:extLst>
                    <a:ext uri="{9D8B030D-6E8A-4147-A177-3AD203B41FA5}">
                      <a16:colId xmlns:a16="http://schemas.microsoft.com/office/drawing/2014/main" val="3121740180"/>
                    </a:ext>
                  </a:extLst>
                </a:gridCol>
                <a:gridCol w="399163">
                  <a:extLst>
                    <a:ext uri="{9D8B030D-6E8A-4147-A177-3AD203B41FA5}">
                      <a16:colId xmlns:a16="http://schemas.microsoft.com/office/drawing/2014/main" val="2468738369"/>
                    </a:ext>
                  </a:extLst>
                </a:gridCol>
                <a:gridCol w="343280">
                  <a:extLst>
                    <a:ext uri="{9D8B030D-6E8A-4147-A177-3AD203B41FA5}">
                      <a16:colId xmlns:a16="http://schemas.microsoft.com/office/drawing/2014/main" val="131366621"/>
                    </a:ext>
                  </a:extLst>
                </a:gridCol>
                <a:gridCol w="367230">
                  <a:extLst>
                    <a:ext uri="{9D8B030D-6E8A-4147-A177-3AD203B41FA5}">
                      <a16:colId xmlns:a16="http://schemas.microsoft.com/office/drawing/2014/main" val="1736994365"/>
                    </a:ext>
                  </a:extLst>
                </a:gridCol>
              </a:tblGrid>
              <a:tr h="78313">
                <a:tc>
                  <a:txBody>
                    <a:bodyPr/>
                    <a:lstStyle/>
                    <a:p>
                      <a:pPr algn="ctr" fontAlgn="ctr"/>
                      <a:r>
                        <a:rPr lang="en-US" sz="1050" b="1" i="0" u="none" strike="noStrike" dirty="0">
                          <a:solidFill>
                            <a:srgbClr val="FFFFFF"/>
                          </a:solidFill>
                          <a:effectLst/>
                          <a:latin typeface="Verdana" panose="020B0604030504040204" pitchFamily="34" charset="0"/>
                        </a:rPr>
                        <a:t>Time/Date</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ctr"/>
                      <a:r>
                        <a:rPr lang="en-US" sz="1050" b="0" i="0" u="none" strike="noStrike">
                          <a:solidFill>
                            <a:srgbClr val="FFFFFF"/>
                          </a:solidFill>
                          <a:effectLst/>
                          <a:latin typeface="Verdana" panose="020B0604030504040204" pitchFamily="34" charset="0"/>
                        </a:rPr>
                        <a:t>1</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2</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3</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4</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5</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6</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7</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8</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9</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10</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11</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12</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13</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14</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15</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16</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17</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18</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19</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20</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21</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22</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23</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24</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25</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26</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27</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28</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29</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30</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extLst>
                  <a:ext uri="{0D108BD9-81ED-4DB2-BD59-A6C34878D82A}">
                    <a16:rowId xmlns:a16="http://schemas.microsoft.com/office/drawing/2014/main" val="106701796"/>
                  </a:ext>
                </a:extLst>
              </a:tr>
              <a:tr h="78313">
                <a:tc>
                  <a:txBody>
                    <a:bodyPr/>
                    <a:lstStyle/>
                    <a:p>
                      <a:pPr algn="ctr" fontAlgn="b"/>
                      <a:r>
                        <a:rPr lang="en-US" sz="1050" b="1" i="0" u="none" strike="noStrike" dirty="0">
                          <a:solidFill>
                            <a:srgbClr val="000000"/>
                          </a:solidFill>
                          <a:effectLst/>
                          <a:latin typeface="Verdana" panose="020B0604030504040204" pitchFamily="34" charset="0"/>
                        </a:rPr>
                        <a:t>06:00</a:t>
                      </a:r>
                    </a:p>
                  </a:txBody>
                  <a:tcPr marL="3877" marR="3877" marT="38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Verdana" panose="020B0604030504040204" pitchFamily="34" charset="0"/>
                        </a:rPr>
                        <a:t>14</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7B6E"/>
                    </a:solidFill>
                  </a:tcPr>
                </a:tc>
                <a:tc>
                  <a:txBody>
                    <a:bodyPr/>
                    <a:lstStyle/>
                    <a:p>
                      <a:pPr algn="ctr" fontAlgn="ctr"/>
                      <a:r>
                        <a:rPr lang="en-US" sz="1050" b="0" i="0" u="none" strike="noStrike">
                          <a:solidFill>
                            <a:srgbClr val="000000"/>
                          </a:solidFill>
                          <a:effectLst/>
                          <a:latin typeface="Verdana" panose="020B0604030504040204" pitchFamily="34" charset="0"/>
                        </a:rPr>
                        <a:t>0</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ctr" fontAlgn="ctr"/>
                      <a:r>
                        <a:rPr lang="en-US" sz="1050" b="0" i="0" u="none" strike="noStrike">
                          <a:solidFill>
                            <a:srgbClr val="000000"/>
                          </a:solidFill>
                          <a:effectLst/>
                          <a:latin typeface="Verdana" panose="020B0604030504040204" pitchFamily="34" charset="0"/>
                        </a:rPr>
                        <a:t>0</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ctr" fontAlgn="ctr"/>
                      <a:r>
                        <a:rPr lang="en-US" sz="1050" b="0" i="0" u="none" strike="noStrike">
                          <a:solidFill>
                            <a:srgbClr val="000000"/>
                          </a:solidFill>
                          <a:effectLst/>
                          <a:latin typeface="Verdana" panose="020B0604030504040204" pitchFamily="34" charset="0"/>
                        </a:rPr>
                        <a:t>14</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7B6E"/>
                    </a:solidFill>
                  </a:tcPr>
                </a:tc>
                <a:tc>
                  <a:txBody>
                    <a:bodyPr/>
                    <a:lstStyle/>
                    <a:p>
                      <a:pPr algn="ctr" fontAlgn="ctr"/>
                      <a:r>
                        <a:rPr lang="en-US" sz="1050" b="0" i="0" u="none" strike="noStrike">
                          <a:solidFill>
                            <a:srgbClr val="000000"/>
                          </a:solidFill>
                          <a:effectLst/>
                          <a:latin typeface="Verdana" panose="020B0604030504040204" pitchFamily="34" charset="0"/>
                        </a:rPr>
                        <a:t>0</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ctr" fontAlgn="ctr"/>
                      <a:r>
                        <a:rPr lang="en-US" sz="1050" b="0" i="0" u="none" strike="noStrike">
                          <a:solidFill>
                            <a:srgbClr val="000000"/>
                          </a:solidFill>
                          <a:effectLst/>
                          <a:latin typeface="Verdana" panose="020B0604030504040204" pitchFamily="34" charset="0"/>
                        </a:rPr>
                        <a:t>0</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ctr" fontAlgn="ctr"/>
                      <a:r>
                        <a:rPr lang="en-US" sz="1050" b="0" i="0" u="none" strike="noStrike">
                          <a:solidFill>
                            <a:srgbClr val="000000"/>
                          </a:solidFill>
                          <a:effectLst/>
                          <a:latin typeface="Verdana" panose="020B0604030504040204" pitchFamily="34" charset="0"/>
                        </a:rPr>
                        <a:t>96</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282"/>
                    </a:solidFill>
                  </a:tcPr>
                </a:tc>
                <a:tc>
                  <a:txBody>
                    <a:bodyPr/>
                    <a:lstStyle/>
                    <a:p>
                      <a:pPr algn="ctr" fontAlgn="ctr"/>
                      <a:r>
                        <a:rPr lang="en-US" sz="1050" b="0" i="0" u="none" strike="noStrike">
                          <a:solidFill>
                            <a:srgbClr val="000000"/>
                          </a:solidFill>
                          <a:effectLst/>
                          <a:latin typeface="Verdana" panose="020B0604030504040204" pitchFamily="34" charset="0"/>
                        </a:rPr>
                        <a:t>86</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D67F"/>
                    </a:solidFill>
                  </a:tcPr>
                </a:tc>
                <a:tc>
                  <a:txBody>
                    <a:bodyPr/>
                    <a:lstStyle/>
                    <a:p>
                      <a:pPr algn="ctr" fontAlgn="ctr"/>
                      <a:r>
                        <a:rPr lang="en-US" sz="1050" b="0" i="0" u="none" strike="noStrike">
                          <a:solidFill>
                            <a:srgbClr val="000000"/>
                          </a:solidFill>
                          <a:effectLst/>
                          <a:latin typeface="Verdana" panose="020B0604030504040204" pitchFamily="34" charset="0"/>
                        </a:rPr>
                        <a:t>71</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C27C"/>
                    </a:solidFill>
                  </a:tcPr>
                </a:tc>
                <a:tc>
                  <a:txBody>
                    <a:bodyPr/>
                    <a:lstStyle/>
                    <a:p>
                      <a:pPr algn="ctr" fontAlgn="ctr"/>
                      <a:r>
                        <a:rPr lang="en-US" sz="1050" b="0" i="0" u="none" strike="noStrike">
                          <a:solidFill>
                            <a:srgbClr val="000000"/>
                          </a:solidFill>
                          <a:effectLst/>
                          <a:latin typeface="Verdana" panose="020B0604030504040204" pitchFamily="34" charset="0"/>
                        </a:rPr>
                        <a:t>24</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8770"/>
                    </a:solidFill>
                  </a:tcPr>
                </a:tc>
                <a:tc>
                  <a:txBody>
                    <a:bodyPr/>
                    <a:lstStyle/>
                    <a:p>
                      <a:pPr algn="ctr" fontAlgn="ctr"/>
                      <a:r>
                        <a:rPr lang="en-US" sz="1050" b="0" i="0" u="none" strike="noStrike">
                          <a:solidFill>
                            <a:srgbClr val="000000"/>
                          </a:solidFill>
                          <a:effectLst/>
                          <a:latin typeface="Verdana" panose="020B0604030504040204" pitchFamily="34" charset="0"/>
                        </a:rPr>
                        <a:t>25</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8770"/>
                    </a:solidFill>
                  </a:tcPr>
                </a:tc>
                <a:tc>
                  <a:txBody>
                    <a:bodyPr/>
                    <a:lstStyle/>
                    <a:p>
                      <a:pPr algn="ctr" fontAlgn="ctr"/>
                      <a:r>
                        <a:rPr lang="en-US" sz="1050" b="0" i="0" u="none" strike="noStrike">
                          <a:solidFill>
                            <a:srgbClr val="000000"/>
                          </a:solidFill>
                          <a:effectLst/>
                          <a:latin typeface="Verdana" panose="020B0604030504040204" pitchFamily="34" charset="0"/>
                        </a:rPr>
                        <a:t>95</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182"/>
                    </a:solidFill>
                  </a:tcPr>
                </a:tc>
                <a:tc>
                  <a:txBody>
                    <a:bodyPr/>
                    <a:lstStyle/>
                    <a:p>
                      <a:pPr algn="ctr" fontAlgn="ctr"/>
                      <a:r>
                        <a:rPr lang="en-US" sz="1050" b="0" i="0" u="none" strike="noStrike">
                          <a:solidFill>
                            <a:srgbClr val="000000"/>
                          </a:solidFill>
                          <a:effectLst/>
                          <a:latin typeface="Verdana" panose="020B0604030504040204" pitchFamily="34" charset="0"/>
                        </a:rPr>
                        <a:t>40</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9B74"/>
                    </a:solidFill>
                  </a:tcPr>
                </a:tc>
                <a:tc>
                  <a:txBody>
                    <a:bodyPr/>
                    <a:lstStyle/>
                    <a:p>
                      <a:pPr algn="ctr" fontAlgn="ctr"/>
                      <a:r>
                        <a:rPr lang="en-US" sz="1050" b="0" i="0" u="none" strike="noStrike">
                          <a:solidFill>
                            <a:srgbClr val="000000"/>
                          </a:solidFill>
                          <a:effectLst/>
                          <a:latin typeface="Verdana" panose="020B0604030504040204" pitchFamily="34" charset="0"/>
                        </a:rPr>
                        <a:t>96</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282"/>
                    </a:solidFill>
                  </a:tcPr>
                </a:tc>
                <a:tc>
                  <a:txBody>
                    <a:bodyPr/>
                    <a:lstStyle/>
                    <a:p>
                      <a:pPr algn="ctr" fontAlgn="ctr"/>
                      <a:r>
                        <a:rPr lang="en-US" sz="1050" b="0" i="0" u="none" strike="noStrike">
                          <a:solidFill>
                            <a:srgbClr val="000000"/>
                          </a:solidFill>
                          <a:effectLst/>
                          <a:latin typeface="Verdana" panose="020B0604030504040204" pitchFamily="34" charset="0"/>
                        </a:rPr>
                        <a:t>77</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CA7D"/>
                    </a:solidFill>
                  </a:tcPr>
                </a:tc>
                <a:tc>
                  <a:txBody>
                    <a:bodyPr/>
                    <a:lstStyle/>
                    <a:p>
                      <a:pPr algn="ctr" fontAlgn="ctr"/>
                      <a:r>
                        <a:rPr lang="en-US" sz="1050" b="0" i="0" u="none" strike="noStrike">
                          <a:solidFill>
                            <a:srgbClr val="000000"/>
                          </a:solidFill>
                          <a:effectLst/>
                          <a:latin typeface="Verdana" panose="020B0604030504040204" pitchFamily="34" charset="0"/>
                        </a:rPr>
                        <a:t>112</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B84"/>
                    </a:solidFill>
                  </a:tcPr>
                </a:tc>
                <a:tc>
                  <a:txBody>
                    <a:bodyPr/>
                    <a:lstStyle/>
                    <a:p>
                      <a:pPr algn="ctr" fontAlgn="ctr"/>
                      <a:r>
                        <a:rPr lang="en-US" sz="1050" b="0" i="0" u="none" strike="noStrike">
                          <a:solidFill>
                            <a:srgbClr val="000000"/>
                          </a:solidFill>
                          <a:effectLst/>
                          <a:latin typeface="Verdana" panose="020B0604030504040204" pitchFamily="34" charset="0"/>
                        </a:rPr>
                        <a:t>116</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A84"/>
                    </a:solidFill>
                  </a:tcPr>
                </a:tc>
                <a:tc>
                  <a:txBody>
                    <a:bodyPr/>
                    <a:lstStyle/>
                    <a:p>
                      <a:pPr algn="ctr" fontAlgn="ctr"/>
                      <a:r>
                        <a:rPr lang="en-US" sz="1050" b="0" i="0" u="none" strike="noStrike">
                          <a:solidFill>
                            <a:srgbClr val="000000"/>
                          </a:solidFill>
                          <a:effectLst/>
                          <a:latin typeface="Verdana" panose="020B0604030504040204" pitchFamily="34" charset="0"/>
                        </a:rPr>
                        <a:t>116</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A84"/>
                    </a:solidFill>
                  </a:tcPr>
                </a:tc>
                <a:tc>
                  <a:txBody>
                    <a:bodyPr/>
                    <a:lstStyle/>
                    <a:p>
                      <a:pPr algn="ctr" fontAlgn="ctr"/>
                      <a:r>
                        <a:rPr lang="en-US" sz="1050" b="0" i="0" u="none" strike="noStrike">
                          <a:solidFill>
                            <a:srgbClr val="000000"/>
                          </a:solidFill>
                          <a:effectLst/>
                          <a:latin typeface="Verdana" panose="020B0604030504040204" pitchFamily="34" charset="0"/>
                        </a:rPr>
                        <a:t>0</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ctr" fontAlgn="ctr"/>
                      <a:r>
                        <a:rPr lang="en-US" sz="1050" b="0" i="0" u="none" strike="noStrike">
                          <a:solidFill>
                            <a:srgbClr val="000000"/>
                          </a:solidFill>
                          <a:effectLst/>
                          <a:latin typeface="Verdana" panose="020B0604030504040204" pitchFamily="34" charset="0"/>
                        </a:rPr>
                        <a:t>0</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ctr" fontAlgn="ctr"/>
                      <a:r>
                        <a:rPr lang="en-US" sz="1050" b="0" i="0" u="none" strike="noStrike">
                          <a:solidFill>
                            <a:srgbClr val="000000"/>
                          </a:solidFill>
                          <a:effectLst/>
                          <a:latin typeface="Verdana" panose="020B0604030504040204" pitchFamily="34" charset="0"/>
                        </a:rPr>
                        <a:t>0</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ctr" fontAlgn="ctr"/>
                      <a:r>
                        <a:rPr lang="en-US" sz="1050" b="0" i="0" u="none" strike="noStrike">
                          <a:solidFill>
                            <a:srgbClr val="000000"/>
                          </a:solidFill>
                          <a:effectLst/>
                          <a:latin typeface="Verdana" panose="020B0604030504040204" pitchFamily="34" charset="0"/>
                        </a:rPr>
                        <a:t>0</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ctr" fontAlgn="ctr"/>
                      <a:r>
                        <a:rPr lang="en-US" sz="1050" b="0" i="0" u="none" strike="noStrike">
                          <a:solidFill>
                            <a:srgbClr val="000000"/>
                          </a:solidFill>
                          <a:effectLst/>
                          <a:latin typeface="Verdana" panose="020B0604030504040204" pitchFamily="34" charset="0"/>
                        </a:rPr>
                        <a:t>193</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1E383"/>
                    </a:solidFill>
                  </a:tcPr>
                </a:tc>
                <a:tc>
                  <a:txBody>
                    <a:bodyPr/>
                    <a:lstStyle/>
                    <a:p>
                      <a:pPr algn="ctr" fontAlgn="ctr"/>
                      <a:r>
                        <a:rPr lang="en-US" sz="1050" b="0" i="0" u="none" strike="noStrike">
                          <a:solidFill>
                            <a:srgbClr val="000000"/>
                          </a:solidFill>
                          <a:effectLst/>
                          <a:latin typeface="Verdana" panose="020B0604030504040204" pitchFamily="34" charset="0"/>
                        </a:rPr>
                        <a:t>0</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ctr" fontAlgn="ctr"/>
                      <a:r>
                        <a:rPr lang="en-US" sz="1050" b="0" i="0" u="none" strike="noStrike">
                          <a:solidFill>
                            <a:srgbClr val="000000"/>
                          </a:solidFill>
                          <a:effectLst/>
                          <a:latin typeface="Verdana" panose="020B0604030504040204" pitchFamily="34" charset="0"/>
                        </a:rPr>
                        <a:t>63</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87A"/>
                    </a:solidFill>
                  </a:tcPr>
                </a:tc>
                <a:tc>
                  <a:txBody>
                    <a:bodyPr/>
                    <a:lstStyle/>
                    <a:p>
                      <a:pPr algn="ctr" fontAlgn="ctr"/>
                      <a:r>
                        <a:rPr lang="en-US" sz="1050" b="0" i="0" u="none" strike="noStrike">
                          <a:solidFill>
                            <a:srgbClr val="000000"/>
                          </a:solidFill>
                          <a:effectLst/>
                          <a:latin typeface="Verdana" panose="020B0604030504040204" pitchFamily="34" charset="0"/>
                        </a:rPr>
                        <a:t>106</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B84"/>
                    </a:solidFill>
                  </a:tcPr>
                </a:tc>
                <a:tc>
                  <a:txBody>
                    <a:bodyPr/>
                    <a:lstStyle/>
                    <a:p>
                      <a:pPr algn="ctr" fontAlgn="ctr"/>
                      <a:r>
                        <a:rPr lang="en-US" sz="1050" b="0" i="0" u="none" strike="noStrike">
                          <a:solidFill>
                            <a:srgbClr val="000000"/>
                          </a:solidFill>
                          <a:effectLst/>
                          <a:latin typeface="Verdana" panose="020B0604030504040204" pitchFamily="34" charset="0"/>
                        </a:rPr>
                        <a:t>43</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9F75"/>
                    </a:solidFill>
                  </a:tcPr>
                </a:tc>
                <a:tc>
                  <a:txBody>
                    <a:bodyPr/>
                    <a:lstStyle/>
                    <a:p>
                      <a:pPr algn="ctr" fontAlgn="ctr"/>
                      <a:r>
                        <a:rPr lang="en-US" sz="1050" b="0" i="0" u="none" strike="noStrike">
                          <a:solidFill>
                            <a:srgbClr val="000000"/>
                          </a:solidFill>
                          <a:effectLst/>
                          <a:latin typeface="Verdana" panose="020B0604030504040204" pitchFamily="34" charset="0"/>
                        </a:rPr>
                        <a:t>19</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816F"/>
                    </a:solidFill>
                  </a:tcPr>
                </a:tc>
                <a:tc>
                  <a:txBody>
                    <a:bodyPr/>
                    <a:lstStyle/>
                    <a:p>
                      <a:pPr algn="ctr" fontAlgn="ctr"/>
                      <a:r>
                        <a:rPr lang="en-US" sz="1050" b="0" i="0" u="none" strike="noStrike">
                          <a:solidFill>
                            <a:srgbClr val="000000"/>
                          </a:solidFill>
                          <a:effectLst/>
                          <a:latin typeface="Verdana" panose="020B0604030504040204" pitchFamily="34" charset="0"/>
                        </a:rPr>
                        <a:t>0</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ctr" fontAlgn="ctr"/>
                      <a:r>
                        <a:rPr lang="en-US" sz="1050" b="0" i="0" u="none" strike="noStrike">
                          <a:solidFill>
                            <a:srgbClr val="000000"/>
                          </a:solidFill>
                          <a:effectLst/>
                          <a:latin typeface="Verdana" panose="020B0604030504040204" pitchFamily="34" charset="0"/>
                        </a:rPr>
                        <a:t>3</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D6B"/>
                    </a:solidFill>
                  </a:tcPr>
                </a:tc>
                <a:extLst>
                  <a:ext uri="{0D108BD9-81ED-4DB2-BD59-A6C34878D82A}">
                    <a16:rowId xmlns:a16="http://schemas.microsoft.com/office/drawing/2014/main" val="2958059781"/>
                  </a:ext>
                </a:extLst>
              </a:tr>
              <a:tr h="78313">
                <a:tc>
                  <a:txBody>
                    <a:bodyPr/>
                    <a:lstStyle/>
                    <a:p>
                      <a:pPr algn="ctr" fontAlgn="b"/>
                      <a:r>
                        <a:rPr lang="en-US" sz="1050" b="1" i="0" u="none" strike="noStrike">
                          <a:solidFill>
                            <a:srgbClr val="000000"/>
                          </a:solidFill>
                          <a:effectLst/>
                          <a:latin typeface="Verdana" panose="020B0604030504040204" pitchFamily="34" charset="0"/>
                        </a:rPr>
                        <a:t>07:00</a:t>
                      </a:r>
                    </a:p>
                  </a:txBody>
                  <a:tcPr marL="3877" marR="3877" marT="38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Verdana" panose="020B0604030504040204" pitchFamily="34" charset="0"/>
                        </a:rPr>
                        <a:t>0</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ctr" fontAlgn="ctr"/>
                      <a:r>
                        <a:rPr lang="en-US" sz="1050" b="0" i="0" u="none" strike="noStrike">
                          <a:solidFill>
                            <a:srgbClr val="000000"/>
                          </a:solidFill>
                          <a:effectLst/>
                          <a:latin typeface="Verdana" panose="020B0604030504040204" pitchFamily="34" charset="0"/>
                        </a:rPr>
                        <a:t>0</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ctr" fontAlgn="ctr"/>
                      <a:r>
                        <a:rPr lang="en-US" sz="1050" b="0" i="0" u="none" strike="noStrike">
                          <a:solidFill>
                            <a:srgbClr val="000000"/>
                          </a:solidFill>
                          <a:effectLst/>
                          <a:latin typeface="Verdana" panose="020B0604030504040204" pitchFamily="34" charset="0"/>
                        </a:rPr>
                        <a:t>0</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ctr" fontAlgn="ctr"/>
                      <a:r>
                        <a:rPr lang="en-US" sz="1050" b="0" i="0" u="none" strike="noStrike">
                          <a:solidFill>
                            <a:srgbClr val="000000"/>
                          </a:solidFill>
                          <a:effectLst/>
                          <a:latin typeface="Verdana" panose="020B0604030504040204" pitchFamily="34" charset="0"/>
                        </a:rPr>
                        <a:t>0</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ctr" fontAlgn="ctr"/>
                      <a:r>
                        <a:rPr lang="en-US" sz="1050" b="0" i="0" u="none" strike="noStrike">
                          <a:solidFill>
                            <a:srgbClr val="000000"/>
                          </a:solidFill>
                          <a:effectLst/>
                          <a:latin typeface="Verdana" panose="020B0604030504040204" pitchFamily="34" charset="0"/>
                        </a:rPr>
                        <a:t>0</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ctr" fontAlgn="ctr"/>
                      <a:r>
                        <a:rPr lang="en-US" sz="1050" b="0" i="0" u="none" strike="noStrike">
                          <a:solidFill>
                            <a:srgbClr val="000000"/>
                          </a:solidFill>
                          <a:effectLst/>
                          <a:latin typeface="Verdana" panose="020B0604030504040204" pitchFamily="34" charset="0"/>
                        </a:rPr>
                        <a:t>0</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ctr" fontAlgn="ctr"/>
                      <a:r>
                        <a:rPr lang="en-US" sz="1050" b="0" i="0" u="none" strike="noStrike">
                          <a:solidFill>
                            <a:srgbClr val="000000"/>
                          </a:solidFill>
                          <a:effectLst/>
                          <a:latin typeface="Verdana" panose="020B0604030504040204" pitchFamily="34" charset="0"/>
                        </a:rPr>
                        <a:t>31</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9072"/>
                    </a:solidFill>
                  </a:tcPr>
                </a:tc>
                <a:tc>
                  <a:txBody>
                    <a:bodyPr/>
                    <a:lstStyle/>
                    <a:p>
                      <a:pPr algn="ctr" fontAlgn="ctr"/>
                      <a:r>
                        <a:rPr lang="en-US" sz="1050" b="0" i="0" u="none" strike="noStrike">
                          <a:solidFill>
                            <a:srgbClr val="000000"/>
                          </a:solidFill>
                          <a:effectLst/>
                          <a:latin typeface="Verdana" panose="020B0604030504040204" pitchFamily="34" charset="0"/>
                        </a:rPr>
                        <a:t>7</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726C"/>
                    </a:solidFill>
                  </a:tcPr>
                </a:tc>
                <a:tc>
                  <a:txBody>
                    <a:bodyPr/>
                    <a:lstStyle/>
                    <a:p>
                      <a:pPr algn="ctr" fontAlgn="ctr"/>
                      <a:r>
                        <a:rPr lang="en-US" sz="1050" b="0" i="0" u="none" strike="noStrike">
                          <a:solidFill>
                            <a:srgbClr val="000000"/>
                          </a:solidFill>
                          <a:effectLst/>
                          <a:latin typeface="Verdana" panose="020B0604030504040204" pitchFamily="34" charset="0"/>
                        </a:rPr>
                        <a:t>29</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8D71"/>
                    </a:solidFill>
                  </a:tcPr>
                </a:tc>
                <a:tc>
                  <a:txBody>
                    <a:bodyPr/>
                    <a:lstStyle/>
                    <a:p>
                      <a:pPr algn="ctr" fontAlgn="ctr"/>
                      <a:r>
                        <a:rPr lang="en-US" sz="1050" b="0" i="0" u="none" strike="noStrike">
                          <a:solidFill>
                            <a:srgbClr val="000000"/>
                          </a:solidFill>
                          <a:effectLst/>
                          <a:latin typeface="Verdana" panose="020B0604030504040204" pitchFamily="34" charset="0"/>
                        </a:rPr>
                        <a:t>48</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576"/>
                    </a:solidFill>
                  </a:tcPr>
                </a:tc>
                <a:tc>
                  <a:txBody>
                    <a:bodyPr/>
                    <a:lstStyle/>
                    <a:p>
                      <a:pPr algn="ctr" fontAlgn="ctr"/>
                      <a:r>
                        <a:rPr lang="en-US" sz="1050" b="0" i="0" u="none" strike="noStrike">
                          <a:solidFill>
                            <a:srgbClr val="000000"/>
                          </a:solidFill>
                          <a:effectLst/>
                          <a:latin typeface="Verdana" panose="020B0604030504040204" pitchFamily="34" charset="0"/>
                        </a:rPr>
                        <a:t>54</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D78"/>
                    </a:solidFill>
                  </a:tcPr>
                </a:tc>
                <a:tc>
                  <a:txBody>
                    <a:bodyPr/>
                    <a:lstStyle/>
                    <a:p>
                      <a:pPr algn="ctr" fontAlgn="ctr"/>
                      <a:r>
                        <a:rPr lang="en-US" sz="1050" b="0" i="0" u="none" strike="noStrike">
                          <a:solidFill>
                            <a:srgbClr val="000000"/>
                          </a:solidFill>
                          <a:effectLst/>
                          <a:latin typeface="Verdana" panose="020B0604030504040204" pitchFamily="34" charset="0"/>
                        </a:rPr>
                        <a:t>161</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CE683"/>
                    </a:solidFill>
                  </a:tcPr>
                </a:tc>
                <a:tc>
                  <a:txBody>
                    <a:bodyPr/>
                    <a:lstStyle/>
                    <a:p>
                      <a:pPr algn="ctr" fontAlgn="ctr"/>
                      <a:r>
                        <a:rPr lang="en-US" sz="1050" b="0" i="0" u="none" strike="noStrike">
                          <a:solidFill>
                            <a:srgbClr val="000000"/>
                          </a:solidFill>
                          <a:effectLst/>
                          <a:latin typeface="Verdana" panose="020B0604030504040204" pitchFamily="34" charset="0"/>
                        </a:rPr>
                        <a:t>72</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C47C"/>
                    </a:solidFill>
                  </a:tcPr>
                </a:tc>
                <a:tc>
                  <a:txBody>
                    <a:bodyPr/>
                    <a:lstStyle/>
                    <a:p>
                      <a:pPr algn="ctr" fontAlgn="ctr"/>
                      <a:r>
                        <a:rPr lang="en-US" sz="1050" b="0" i="0" u="none" strike="noStrike">
                          <a:solidFill>
                            <a:srgbClr val="000000"/>
                          </a:solidFill>
                          <a:effectLst/>
                          <a:latin typeface="Verdana" panose="020B0604030504040204" pitchFamily="34" charset="0"/>
                        </a:rPr>
                        <a:t>96</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282"/>
                    </a:solidFill>
                  </a:tcPr>
                </a:tc>
                <a:tc>
                  <a:txBody>
                    <a:bodyPr/>
                    <a:lstStyle/>
                    <a:p>
                      <a:pPr algn="ctr" fontAlgn="ctr"/>
                      <a:r>
                        <a:rPr lang="en-US" sz="1050" b="0" i="0" u="none" strike="noStrike">
                          <a:solidFill>
                            <a:srgbClr val="000000"/>
                          </a:solidFill>
                          <a:effectLst/>
                          <a:latin typeface="Verdana" panose="020B0604030504040204" pitchFamily="34" charset="0"/>
                        </a:rPr>
                        <a:t>58</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B178"/>
                    </a:solidFill>
                  </a:tcPr>
                </a:tc>
                <a:tc>
                  <a:txBody>
                    <a:bodyPr/>
                    <a:lstStyle/>
                    <a:p>
                      <a:pPr algn="ctr" fontAlgn="ctr"/>
                      <a:r>
                        <a:rPr lang="en-US" sz="1050" b="0" i="0" u="none" strike="noStrike">
                          <a:solidFill>
                            <a:srgbClr val="000000"/>
                          </a:solidFill>
                          <a:effectLst/>
                          <a:latin typeface="Verdana" panose="020B0604030504040204" pitchFamily="34" charset="0"/>
                        </a:rPr>
                        <a:t>98</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582"/>
                    </a:solidFill>
                  </a:tcPr>
                </a:tc>
                <a:tc>
                  <a:txBody>
                    <a:bodyPr/>
                    <a:lstStyle/>
                    <a:p>
                      <a:pPr algn="ctr" fontAlgn="ctr"/>
                      <a:r>
                        <a:rPr lang="en-US" sz="1050" b="0" i="0" u="none" strike="noStrike">
                          <a:solidFill>
                            <a:srgbClr val="000000"/>
                          </a:solidFill>
                          <a:effectLst/>
                          <a:latin typeface="Verdana" panose="020B0604030504040204" pitchFamily="34" charset="0"/>
                        </a:rPr>
                        <a:t>113</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A84"/>
                    </a:solidFill>
                  </a:tcPr>
                </a:tc>
                <a:tc>
                  <a:txBody>
                    <a:bodyPr/>
                    <a:lstStyle/>
                    <a:p>
                      <a:pPr algn="ctr" fontAlgn="ctr"/>
                      <a:r>
                        <a:rPr lang="en-US" sz="1050" b="0" i="0" u="none" strike="noStrike">
                          <a:solidFill>
                            <a:srgbClr val="000000"/>
                          </a:solidFill>
                          <a:effectLst/>
                          <a:latin typeface="Verdana" panose="020B0604030504040204" pitchFamily="34" charset="0"/>
                        </a:rPr>
                        <a:t>113</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A84"/>
                    </a:solidFill>
                  </a:tcPr>
                </a:tc>
                <a:tc>
                  <a:txBody>
                    <a:bodyPr/>
                    <a:lstStyle/>
                    <a:p>
                      <a:pPr algn="ctr" fontAlgn="ctr"/>
                      <a:r>
                        <a:rPr lang="en-US" sz="1050" b="0" i="0" u="none" strike="noStrike">
                          <a:solidFill>
                            <a:srgbClr val="000000"/>
                          </a:solidFill>
                          <a:effectLst/>
                          <a:latin typeface="Verdana" panose="020B0604030504040204" pitchFamily="34" charset="0"/>
                        </a:rPr>
                        <a:t>10</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756D"/>
                    </a:solidFill>
                  </a:tcPr>
                </a:tc>
                <a:tc>
                  <a:txBody>
                    <a:bodyPr/>
                    <a:lstStyle/>
                    <a:p>
                      <a:pPr algn="ctr" fontAlgn="ctr"/>
                      <a:r>
                        <a:rPr lang="en-US" sz="1050" b="0" i="0" u="none" strike="noStrike">
                          <a:solidFill>
                            <a:srgbClr val="000000"/>
                          </a:solidFill>
                          <a:effectLst/>
                          <a:latin typeface="Verdana" panose="020B0604030504040204" pitchFamily="34" charset="0"/>
                        </a:rPr>
                        <a:t>11</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766D"/>
                    </a:solidFill>
                  </a:tcPr>
                </a:tc>
                <a:tc>
                  <a:txBody>
                    <a:bodyPr/>
                    <a:lstStyle/>
                    <a:p>
                      <a:pPr algn="ctr" fontAlgn="ctr"/>
                      <a:r>
                        <a:rPr lang="en-US" sz="1050" b="0" i="0" u="none" strike="noStrike">
                          <a:solidFill>
                            <a:srgbClr val="000000"/>
                          </a:solidFill>
                          <a:effectLst/>
                          <a:latin typeface="Verdana" panose="020B0604030504040204" pitchFamily="34" charset="0"/>
                        </a:rPr>
                        <a:t>0</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ctr" fontAlgn="ctr"/>
                      <a:r>
                        <a:rPr lang="en-US" sz="1050" b="0" i="0" u="none" strike="noStrike">
                          <a:solidFill>
                            <a:srgbClr val="000000"/>
                          </a:solidFill>
                          <a:effectLst/>
                          <a:latin typeface="Verdana" panose="020B0604030504040204" pitchFamily="34" charset="0"/>
                        </a:rPr>
                        <a:t>0</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ctr" fontAlgn="ctr"/>
                      <a:r>
                        <a:rPr lang="en-US" sz="1050" b="0" i="0" u="none" strike="noStrike">
                          <a:solidFill>
                            <a:srgbClr val="000000"/>
                          </a:solidFill>
                          <a:effectLst/>
                          <a:latin typeface="Verdana" panose="020B0604030504040204" pitchFamily="34" charset="0"/>
                        </a:rPr>
                        <a:t>183</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4E483"/>
                    </a:solidFill>
                  </a:tcPr>
                </a:tc>
                <a:tc>
                  <a:txBody>
                    <a:bodyPr/>
                    <a:lstStyle/>
                    <a:p>
                      <a:pPr algn="ctr" fontAlgn="ctr"/>
                      <a:r>
                        <a:rPr lang="en-US" sz="1050" b="0" i="0" u="none" strike="noStrike">
                          <a:solidFill>
                            <a:srgbClr val="000000"/>
                          </a:solidFill>
                          <a:effectLst/>
                          <a:latin typeface="Verdana" panose="020B0604030504040204" pitchFamily="34" charset="0"/>
                        </a:rPr>
                        <a:t>5</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E6C"/>
                    </a:solidFill>
                  </a:tcPr>
                </a:tc>
                <a:tc>
                  <a:txBody>
                    <a:bodyPr/>
                    <a:lstStyle/>
                    <a:p>
                      <a:pPr algn="ctr" fontAlgn="ctr"/>
                      <a:r>
                        <a:rPr lang="en-US" sz="1050" b="0" i="0" u="none" strike="noStrike">
                          <a:solidFill>
                            <a:srgbClr val="000000"/>
                          </a:solidFill>
                          <a:effectLst/>
                          <a:latin typeface="Verdana" panose="020B0604030504040204" pitchFamily="34" charset="0"/>
                        </a:rPr>
                        <a:t>72</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C37C"/>
                    </a:solidFill>
                  </a:tcPr>
                </a:tc>
                <a:tc>
                  <a:txBody>
                    <a:bodyPr/>
                    <a:lstStyle/>
                    <a:p>
                      <a:pPr algn="ctr" fontAlgn="ctr"/>
                      <a:r>
                        <a:rPr lang="en-US" sz="1050" b="0" i="0" u="none" strike="noStrike">
                          <a:solidFill>
                            <a:srgbClr val="000000"/>
                          </a:solidFill>
                          <a:effectLst/>
                          <a:latin typeface="Verdana" panose="020B0604030504040204" pitchFamily="34" charset="0"/>
                        </a:rPr>
                        <a:t>130</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E984"/>
                    </a:solidFill>
                  </a:tcPr>
                </a:tc>
                <a:tc>
                  <a:txBody>
                    <a:bodyPr/>
                    <a:lstStyle/>
                    <a:p>
                      <a:pPr algn="ctr" fontAlgn="ctr"/>
                      <a:r>
                        <a:rPr lang="en-US" sz="1050" b="0" i="0" u="none" strike="noStrike">
                          <a:solidFill>
                            <a:srgbClr val="000000"/>
                          </a:solidFill>
                          <a:effectLst/>
                          <a:latin typeface="Verdana" panose="020B0604030504040204" pitchFamily="34" charset="0"/>
                        </a:rPr>
                        <a:t>45</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276"/>
                    </a:solidFill>
                  </a:tcPr>
                </a:tc>
                <a:tc>
                  <a:txBody>
                    <a:bodyPr/>
                    <a:lstStyle/>
                    <a:p>
                      <a:pPr algn="ctr" fontAlgn="ctr"/>
                      <a:r>
                        <a:rPr lang="en-US" sz="1050" b="0" i="0" u="none" strike="noStrike">
                          <a:solidFill>
                            <a:srgbClr val="000000"/>
                          </a:solidFill>
                          <a:effectLst/>
                          <a:latin typeface="Verdana" panose="020B0604030504040204" pitchFamily="34" charset="0"/>
                        </a:rPr>
                        <a:t>77</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CA7D"/>
                    </a:solidFill>
                  </a:tcPr>
                </a:tc>
                <a:tc>
                  <a:txBody>
                    <a:bodyPr/>
                    <a:lstStyle/>
                    <a:p>
                      <a:pPr algn="ctr" fontAlgn="ctr"/>
                      <a:r>
                        <a:rPr lang="en-US" sz="1050" b="0" i="0" u="none" strike="noStrike">
                          <a:solidFill>
                            <a:srgbClr val="000000"/>
                          </a:solidFill>
                          <a:effectLst/>
                          <a:latin typeface="Verdana" panose="020B0604030504040204" pitchFamily="34" charset="0"/>
                        </a:rPr>
                        <a:t>4</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D6B"/>
                    </a:solidFill>
                  </a:tcPr>
                </a:tc>
                <a:tc>
                  <a:txBody>
                    <a:bodyPr/>
                    <a:lstStyle/>
                    <a:p>
                      <a:pPr algn="ctr" fontAlgn="ctr"/>
                      <a:r>
                        <a:rPr lang="en-US" sz="1050" b="0" i="0" u="none" strike="noStrike">
                          <a:solidFill>
                            <a:srgbClr val="000000"/>
                          </a:solidFill>
                          <a:effectLst/>
                          <a:latin typeface="Verdana" panose="020B0604030504040204" pitchFamily="34" charset="0"/>
                        </a:rPr>
                        <a:t>3</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D6B"/>
                    </a:solidFill>
                  </a:tcPr>
                </a:tc>
                <a:extLst>
                  <a:ext uri="{0D108BD9-81ED-4DB2-BD59-A6C34878D82A}">
                    <a16:rowId xmlns:a16="http://schemas.microsoft.com/office/drawing/2014/main" val="3119931178"/>
                  </a:ext>
                </a:extLst>
              </a:tr>
              <a:tr h="78313">
                <a:tc>
                  <a:txBody>
                    <a:bodyPr/>
                    <a:lstStyle/>
                    <a:p>
                      <a:pPr algn="ctr" fontAlgn="b"/>
                      <a:r>
                        <a:rPr lang="en-US" sz="1050" b="1" i="0" u="none" strike="noStrike">
                          <a:solidFill>
                            <a:srgbClr val="000000"/>
                          </a:solidFill>
                          <a:effectLst/>
                          <a:latin typeface="Verdana" panose="020B0604030504040204" pitchFamily="34" charset="0"/>
                        </a:rPr>
                        <a:t>08:00</a:t>
                      </a:r>
                    </a:p>
                  </a:txBody>
                  <a:tcPr marL="3877" marR="3877" marT="38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Verdana" panose="020B0604030504040204" pitchFamily="34" charset="0"/>
                        </a:rPr>
                        <a:t>42</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9E75"/>
                    </a:solidFill>
                  </a:tcPr>
                </a:tc>
                <a:tc>
                  <a:txBody>
                    <a:bodyPr/>
                    <a:lstStyle/>
                    <a:p>
                      <a:pPr algn="ctr" fontAlgn="ctr"/>
                      <a:r>
                        <a:rPr lang="en-US" sz="1050" b="0" i="0" u="none" strike="noStrike">
                          <a:solidFill>
                            <a:srgbClr val="000000"/>
                          </a:solidFill>
                          <a:effectLst/>
                          <a:latin typeface="Verdana" panose="020B0604030504040204" pitchFamily="34" charset="0"/>
                        </a:rPr>
                        <a:t>0</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ctr" fontAlgn="ctr"/>
                      <a:r>
                        <a:rPr lang="en-US" sz="1050" b="0" i="0" u="none" strike="noStrike">
                          <a:solidFill>
                            <a:srgbClr val="000000"/>
                          </a:solidFill>
                          <a:effectLst/>
                          <a:latin typeface="Verdana" panose="020B0604030504040204" pitchFamily="34" charset="0"/>
                        </a:rPr>
                        <a:t>0</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ctr" fontAlgn="ctr"/>
                      <a:r>
                        <a:rPr lang="en-US" sz="1050" b="0" i="0" u="none" strike="noStrike">
                          <a:solidFill>
                            <a:srgbClr val="000000"/>
                          </a:solidFill>
                          <a:effectLst/>
                          <a:latin typeface="Verdana" panose="020B0604030504040204" pitchFamily="34" charset="0"/>
                        </a:rPr>
                        <a:t>0</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ctr" fontAlgn="ctr"/>
                      <a:r>
                        <a:rPr lang="en-US" sz="1050" b="0" i="0" u="none" strike="noStrike">
                          <a:solidFill>
                            <a:srgbClr val="000000"/>
                          </a:solidFill>
                          <a:effectLst/>
                          <a:latin typeface="Verdana" panose="020B0604030504040204" pitchFamily="34" charset="0"/>
                        </a:rPr>
                        <a:t>0</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ctr" fontAlgn="ctr"/>
                      <a:r>
                        <a:rPr lang="en-US" sz="1050" b="0" i="0" u="none" strike="noStrike">
                          <a:solidFill>
                            <a:srgbClr val="000000"/>
                          </a:solidFill>
                          <a:effectLst/>
                          <a:latin typeface="Verdana" panose="020B0604030504040204" pitchFamily="34" charset="0"/>
                        </a:rPr>
                        <a:t>0</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ctr" fontAlgn="ctr"/>
                      <a:r>
                        <a:rPr lang="en-US" sz="1050" b="0" i="0" u="none" strike="noStrike">
                          <a:solidFill>
                            <a:srgbClr val="000000"/>
                          </a:solidFill>
                          <a:effectLst/>
                          <a:latin typeface="Verdana" panose="020B0604030504040204" pitchFamily="34" charset="0"/>
                        </a:rPr>
                        <a:t>22</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8570"/>
                    </a:solidFill>
                  </a:tcPr>
                </a:tc>
                <a:tc>
                  <a:txBody>
                    <a:bodyPr/>
                    <a:lstStyle/>
                    <a:p>
                      <a:pPr algn="ctr" fontAlgn="ctr"/>
                      <a:r>
                        <a:rPr lang="en-US" sz="1050" b="0" i="0" u="none" strike="noStrike">
                          <a:solidFill>
                            <a:srgbClr val="000000"/>
                          </a:solidFill>
                          <a:effectLst/>
                          <a:latin typeface="Verdana" panose="020B0604030504040204" pitchFamily="34" charset="0"/>
                        </a:rPr>
                        <a:t>6</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706C"/>
                    </a:solidFill>
                  </a:tcPr>
                </a:tc>
                <a:tc>
                  <a:txBody>
                    <a:bodyPr/>
                    <a:lstStyle/>
                    <a:p>
                      <a:pPr algn="ctr" fontAlgn="ctr"/>
                      <a:r>
                        <a:rPr lang="en-US" sz="1050" b="0" i="0" u="none" strike="noStrike">
                          <a:solidFill>
                            <a:srgbClr val="000000"/>
                          </a:solidFill>
                          <a:effectLst/>
                          <a:latin typeface="Verdana" panose="020B0604030504040204" pitchFamily="34" charset="0"/>
                        </a:rPr>
                        <a:t>7</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726C"/>
                    </a:solidFill>
                  </a:tcPr>
                </a:tc>
                <a:tc>
                  <a:txBody>
                    <a:bodyPr/>
                    <a:lstStyle/>
                    <a:p>
                      <a:pPr algn="ctr" fontAlgn="ctr"/>
                      <a:r>
                        <a:rPr lang="en-US" sz="1050" b="0" i="0" u="none" strike="noStrike">
                          <a:solidFill>
                            <a:srgbClr val="000000"/>
                          </a:solidFill>
                          <a:effectLst/>
                          <a:latin typeface="Verdana" panose="020B0604030504040204" pitchFamily="34" charset="0"/>
                        </a:rPr>
                        <a:t>30</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8E72"/>
                    </a:solidFill>
                  </a:tcPr>
                </a:tc>
                <a:tc>
                  <a:txBody>
                    <a:bodyPr/>
                    <a:lstStyle/>
                    <a:p>
                      <a:pPr algn="ctr" fontAlgn="ctr"/>
                      <a:r>
                        <a:rPr lang="en-US" sz="1050" b="0" i="0" u="none" strike="noStrike">
                          <a:solidFill>
                            <a:srgbClr val="000000"/>
                          </a:solidFill>
                          <a:effectLst/>
                          <a:latin typeface="Verdana" panose="020B0604030504040204" pitchFamily="34" charset="0"/>
                        </a:rPr>
                        <a:t>72</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C47C"/>
                    </a:solidFill>
                  </a:tcPr>
                </a:tc>
                <a:tc>
                  <a:txBody>
                    <a:bodyPr/>
                    <a:lstStyle/>
                    <a:p>
                      <a:pPr algn="ctr" fontAlgn="ctr"/>
                      <a:r>
                        <a:rPr lang="en-US" sz="1050" b="0" i="0" u="none" strike="noStrike">
                          <a:solidFill>
                            <a:srgbClr val="000000"/>
                          </a:solidFill>
                          <a:effectLst/>
                          <a:latin typeface="Verdana" panose="020B0604030504040204" pitchFamily="34" charset="0"/>
                        </a:rPr>
                        <a:t>127</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E984"/>
                    </a:solidFill>
                  </a:tcPr>
                </a:tc>
                <a:tc>
                  <a:txBody>
                    <a:bodyPr/>
                    <a:lstStyle/>
                    <a:p>
                      <a:pPr algn="ctr" fontAlgn="ctr"/>
                      <a:r>
                        <a:rPr lang="en-US" sz="1050" b="0" i="0" u="none" strike="noStrike">
                          <a:solidFill>
                            <a:srgbClr val="000000"/>
                          </a:solidFill>
                          <a:effectLst/>
                          <a:latin typeface="Verdana" panose="020B0604030504040204" pitchFamily="34" charset="0"/>
                        </a:rPr>
                        <a:t>55</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E78"/>
                    </a:solidFill>
                  </a:tcPr>
                </a:tc>
                <a:tc>
                  <a:txBody>
                    <a:bodyPr/>
                    <a:lstStyle/>
                    <a:p>
                      <a:pPr algn="ctr" fontAlgn="ctr"/>
                      <a:r>
                        <a:rPr lang="en-US" sz="1050" b="0" i="0" u="none" strike="noStrike">
                          <a:solidFill>
                            <a:srgbClr val="000000"/>
                          </a:solidFill>
                          <a:effectLst/>
                          <a:latin typeface="Verdana" panose="020B0604030504040204" pitchFamily="34" charset="0"/>
                        </a:rPr>
                        <a:t>48</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576"/>
                    </a:solidFill>
                  </a:tcPr>
                </a:tc>
                <a:tc>
                  <a:txBody>
                    <a:bodyPr/>
                    <a:lstStyle/>
                    <a:p>
                      <a:pPr algn="ctr" fontAlgn="ctr"/>
                      <a:r>
                        <a:rPr lang="en-US" sz="1050" b="0" i="0" u="none" strike="noStrike">
                          <a:solidFill>
                            <a:srgbClr val="000000"/>
                          </a:solidFill>
                          <a:effectLst/>
                          <a:latin typeface="Verdana" panose="020B0604030504040204" pitchFamily="34" charset="0"/>
                        </a:rPr>
                        <a:t>0</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ctr" fontAlgn="ctr"/>
                      <a:r>
                        <a:rPr lang="en-US" sz="1050" b="0" i="0" u="none" strike="noStrike">
                          <a:solidFill>
                            <a:srgbClr val="000000"/>
                          </a:solidFill>
                          <a:effectLst/>
                          <a:latin typeface="Verdana" panose="020B0604030504040204" pitchFamily="34" charset="0"/>
                        </a:rPr>
                        <a:t>2</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C6B"/>
                    </a:solidFill>
                  </a:tcPr>
                </a:tc>
                <a:tc>
                  <a:txBody>
                    <a:bodyPr/>
                    <a:lstStyle/>
                    <a:p>
                      <a:pPr algn="ctr" fontAlgn="ctr"/>
                      <a:r>
                        <a:rPr lang="en-US" sz="1050" b="0" i="0" u="none" strike="noStrike">
                          <a:solidFill>
                            <a:srgbClr val="000000"/>
                          </a:solidFill>
                          <a:effectLst/>
                          <a:latin typeface="Verdana" panose="020B0604030504040204" pitchFamily="34" charset="0"/>
                        </a:rPr>
                        <a:t>31</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8F72"/>
                    </a:solidFill>
                  </a:tcPr>
                </a:tc>
                <a:tc>
                  <a:txBody>
                    <a:bodyPr/>
                    <a:lstStyle/>
                    <a:p>
                      <a:pPr algn="ctr" fontAlgn="ctr"/>
                      <a:r>
                        <a:rPr lang="en-US" sz="1050" b="0" i="0" u="none" strike="noStrike">
                          <a:solidFill>
                            <a:srgbClr val="000000"/>
                          </a:solidFill>
                          <a:effectLst/>
                          <a:latin typeface="Verdana" panose="020B0604030504040204" pitchFamily="34" charset="0"/>
                        </a:rPr>
                        <a:t>35</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9573"/>
                    </a:solidFill>
                  </a:tcPr>
                </a:tc>
                <a:tc>
                  <a:txBody>
                    <a:bodyPr/>
                    <a:lstStyle/>
                    <a:p>
                      <a:pPr algn="ctr" fontAlgn="ctr"/>
                      <a:r>
                        <a:rPr lang="en-US" sz="1050" b="0" i="0" u="none" strike="noStrike">
                          <a:solidFill>
                            <a:srgbClr val="000000"/>
                          </a:solidFill>
                          <a:effectLst/>
                          <a:latin typeface="Verdana" panose="020B0604030504040204" pitchFamily="34" charset="0"/>
                        </a:rPr>
                        <a:t>127</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E984"/>
                    </a:solidFill>
                  </a:tcPr>
                </a:tc>
                <a:tc>
                  <a:txBody>
                    <a:bodyPr/>
                    <a:lstStyle/>
                    <a:p>
                      <a:pPr algn="ctr" fontAlgn="ctr"/>
                      <a:r>
                        <a:rPr lang="en-US" sz="1050" b="0" i="0" u="none" strike="noStrike">
                          <a:solidFill>
                            <a:srgbClr val="000000"/>
                          </a:solidFill>
                          <a:effectLst/>
                          <a:latin typeface="Verdana" panose="020B0604030504040204" pitchFamily="34" charset="0"/>
                        </a:rPr>
                        <a:t>131</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E984"/>
                    </a:solidFill>
                  </a:tcPr>
                </a:tc>
                <a:tc>
                  <a:txBody>
                    <a:bodyPr/>
                    <a:lstStyle/>
                    <a:p>
                      <a:pPr algn="ctr" fontAlgn="ctr"/>
                      <a:r>
                        <a:rPr lang="en-US" sz="1050" b="0" i="0" u="none" strike="noStrike">
                          <a:solidFill>
                            <a:srgbClr val="000000"/>
                          </a:solidFill>
                          <a:effectLst/>
                          <a:latin typeface="Verdana" panose="020B0604030504040204" pitchFamily="34" charset="0"/>
                        </a:rPr>
                        <a:t>0</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ctr" fontAlgn="ctr"/>
                      <a:r>
                        <a:rPr lang="en-US" sz="1050" b="0" i="0" u="none" strike="noStrike">
                          <a:solidFill>
                            <a:srgbClr val="000000"/>
                          </a:solidFill>
                          <a:effectLst/>
                          <a:latin typeface="Verdana" panose="020B0604030504040204" pitchFamily="34" charset="0"/>
                        </a:rPr>
                        <a:t>4</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E6C"/>
                    </a:solidFill>
                  </a:tcPr>
                </a:tc>
                <a:tc>
                  <a:txBody>
                    <a:bodyPr/>
                    <a:lstStyle/>
                    <a:p>
                      <a:pPr algn="ctr" fontAlgn="ctr"/>
                      <a:r>
                        <a:rPr lang="en-US" sz="1050" b="0" i="0" u="none" strike="noStrike">
                          <a:solidFill>
                            <a:srgbClr val="000000"/>
                          </a:solidFill>
                          <a:effectLst/>
                          <a:latin typeface="Verdana" panose="020B0604030504040204" pitchFamily="34" charset="0"/>
                        </a:rPr>
                        <a:t>4</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E6C"/>
                    </a:solidFill>
                  </a:tcPr>
                </a:tc>
                <a:tc>
                  <a:txBody>
                    <a:bodyPr/>
                    <a:lstStyle/>
                    <a:p>
                      <a:pPr algn="ctr" fontAlgn="ctr"/>
                      <a:r>
                        <a:rPr lang="en-US" sz="1050" b="0" i="0" u="none" strike="noStrike">
                          <a:solidFill>
                            <a:srgbClr val="000000"/>
                          </a:solidFill>
                          <a:effectLst/>
                          <a:latin typeface="Verdana" panose="020B0604030504040204" pitchFamily="34" charset="0"/>
                        </a:rPr>
                        <a:t>14</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7B6E"/>
                    </a:solidFill>
                  </a:tcPr>
                </a:tc>
                <a:tc>
                  <a:txBody>
                    <a:bodyPr/>
                    <a:lstStyle/>
                    <a:p>
                      <a:pPr algn="ctr" fontAlgn="ctr"/>
                      <a:r>
                        <a:rPr lang="en-US" sz="1050" b="0" i="0" u="none" strike="noStrike">
                          <a:solidFill>
                            <a:srgbClr val="000000"/>
                          </a:solidFill>
                          <a:effectLst/>
                          <a:latin typeface="Verdana" panose="020B0604030504040204" pitchFamily="34" charset="0"/>
                        </a:rPr>
                        <a:t>33</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9373"/>
                    </a:solidFill>
                  </a:tcPr>
                </a:tc>
                <a:tc>
                  <a:txBody>
                    <a:bodyPr/>
                    <a:lstStyle/>
                    <a:p>
                      <a:pPr algn="ctr" fontAlgn="ctr"/>
                      <a:r>
                        <a:rPr lang="en-US" sz="1050" b="0" i="0" u="none" strike="noStrike">
                          <a:solidFill>
                            <a:srgbClr val="000000"/>
                          </a:solidFill>
                          <a:effectLst/>
                          <a:latin typeface="Verdana" panose="020B0604030504040204" pitchFamily="34" charset="0"/>
                        </a:rPr>
                        <a:t>50</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877"/>
                    </a:solidFill>
                  </a:tcPr>
                </a:tc>
                <a:tc>
                  <a:txBody>
                    <a:bodyPr/>
                    <a:lstStyle/>
                    <a:p>
                      <a:pPr algn="ctr" fontAlgn="ctr"/>
                      <a:r>
                        <a:rPr lang="en-US" sz="1050" b="0" i="0" u="none" strike="noStrike">
                          <a:solidFill>
                            <a:srgbClr val="000000"/>
                          </a:solidFill>
                          <a:effectLst/>
                          <a:latin typeface="Verdana" panose="020B0604030504040204" pitchFamily="34" charset="0"/>
                        </a:rPr>
                        <a:t>8</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736C"/>
                    </a:solidFill>
                  </a:tcPr>
                </a:tc>
                <a:tc>
                  <a:txBody>
                    <a:bodyPr/>
                    <a:lstStyle/>
                    <a:p>
                      <a:pPr algn="ctr" fontAlgn="ctr"/>
                      <a:r>
                        <a:rPr lang="en-US" sz="1050" b="0" i="0" u="none" strike="noStrike">
                          <a:solidFill>
                            <a:srgbClr val="000000"/>
                          </a:solidFill>
                          <a:effectLst/>
                          <a:latin typeface="Verdana" panose="020B0604030504040204" pitchFamily="34" charset="0"/>
                        </a:rPr>
                        <a:t>4</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D6B"/>
                    </a:solidFill>
                  </a:tcPr>
                </a:tc>
                <a:tc>
                  <a:txBody>
                    <a:bodyPr/>
                    <a:lstStyle/>
                    <a:p>
                      <a:pPr algn="ctr" fontAlgn="ctr"/>
                      <a:r>
                        <a:rPr lang="en-US" sz="1050" b="0" i="0" u="none" strike="noStrike">
                          <a:solidFill>
                            <a:srgbClr val="000000"/>
                          </a:solidFill>
                          <a:effectLst/>
                          <a:latin typeface="Verdana" panose="020B0604030504040204" pitchFamily="34" charset="0"/>
                        </a:rPr>
                        <a:t>18</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806F"/>
                    </a:solidFill>
                  </a:tcPr>
                </a:tc>
                <a:tc>
                  <a:txBody>
                    <a:bodyPr/>
                    <a:lstStyle/>
                    <a:p>
                      <a:pPr algn="ctr" fontAlgn="ctr"/>
                      <a:r>
                        <a:rPr lang="en-US" sz="1050" b="0" i="0" u="none" strike="noStrike">
                          <a:solidFill>
                            <a:srgbClr val="000000"/>
                          </a:solidFill>
                          <a:effectLst/>
                          <a:latin typeface="Verdana" panose="020B0604030504040204" pitchFamily="34" charset="0"/>
                        </a:rPr>
                        <a:t>17</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7E6F"/>
                    </a:solidFill>
                  </a:tcPr>
                </a:tc>
                <a:extLst>
                  <a:ext uri="{0D108BD9-81ED-4DB2-BD59-A6C34878D82A}">
                    <a16:rowId xmlns:a16="http://schemas.microsoft.com/office/drawing/2014/main" val="1494965470"/>
                  </a:ext>
                </a:extLst>
              </a:tr>
              <a:tr h="78313">
                <a:tc>
                  <a:txBody>
                    <a:bodyPr/>
                    <a:lstStyle/>
                    <a:p>
                      <a:pPr algn="ctr" fontAlgn="b"/>
                      <a:r>
                        <a:rPr lang="en-US" sz="1050" b="1" i="0" u="none" strike="noStrike">
                          <a:solidFill>
                            <a:srgbClr val="000000"/>
                          </a:solidFill>
                          <a:effectLst/>
                          <a:latin typeface="Verdana" panose="020B0604030504040204" pitchFamily="34" charset="0"/>
                        </a:rPr>
                        <a:t>09:00</a:t>
                      </a:r>
                    </a:p>
                  </a:txBody>
                  <a:tcPr marL="3877" marR="3877" marT="38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Verdana" panose="020B0604030504040204" pitchFamily="34" charset="0"/>
                        </a:rPr>
                        <a:t>61</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679"/>
                    </a:solidFill>
                  </a:tcPr>
                </a:tc>
                <a:tc>
                  <a:txBody>
                    <a:bodyPr/>
                    <a:lstStyle/>
                    <a:p>
                      <a:pPr algn="ctr" fontAlgn="ctr"/>
                      <a:r>
                        <a:rPr lang="en-US" sz="1050" b="0" i="0" u="none" strike="noStrike">
                          <a:solidFill>
                            <a:srgbClr val="000000"/>
                          </a:solidFill>
                          <a:effectLst/>
                          <a:latin typeface="Verdana" panose="020B0604030504040204" pitchFamily="34" charset="0"/>
                        </a:rPr>
                        <a:t>0</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ctr" fontAlgn="ctr"/>
                      <a:r>
                        <a:rPr lang="en-US" sz="1050" b="0" i="0" u="none" strike="noStrike">
                          <a:solidFill>
                            <a:srgbClr val="000000"/>
                          </a:solidFill>
                          <a:effectLst/>
                          <a:latin typeface="Verdana" panose="020B0604030504040204" pitchFamily="34" charset="0"/>
                        </a:rPr>
                        <a:t>0</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ctr" fontAlgn="ctr"/>
                      <a:r>
                        <a:rPr lang="en-US" sz="1050" b="0" i="0" u="none" strike="noStrike">
                          <a:solidFill>
                            <a:srgbClr val="000000"/>
                          </a:solidFill>
                          <a:effectLst/>
                          <a:latin typeface="Verdana" panose="020B0604030504040204" pitchFamily="34" charset="0"/>
                        </a:rPr>
                        <a:t>0</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ctr" fontAlgn="ctr"/>
                      <a:r>
                        <a:rPr lang="en-US" sz="1050" b="0" i="0" u="none" strike="noStrike">
                          <a:solidFill>
                            <a:srgbClr val="000000"/>
                          </a:solidFill>
                          <a:effectLst/>
                          <a:latin typeface="Verdana" panose="020B0604030504040204" pitchFamily="34" charset="0"/>
                        </a:rPr>
                        <a:t>0</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ctr" fontAlgn="ctr"/>
                      <a:r>
                        <a:rPr lang="en-US" sz="1050" b="0" i="0" u="none" strike="noStrike">
                          <a:solidFill>
                            <a:srgbClr val="000000"/>
                          </a:solidFill>
                          <a:effectLst/>
                          <a:latin typeface="Verdana" panose="020B0604030504040204" pitchFamily="34" charset="0"/>
                        </a:rPr>
                        <a:t>67</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D7B"/>
                    </a:solidFill>
                  </a:tcPr>
                </a:tc>
                <a:tc>
                  <a:txBody>
                    <a:bodyPr/>
                    <a:lstStyle/>
                    <a:p>
                      <a:pPr algn="ctr" fontAlgn="ctr"/>
                      <a:r>
                        <a:rPr lang="en-US" sz="1050" b="0" i="0" u="none" strike="noStrike">
                          <a:solidFill>
                            <a:srgbClr val="000000"/>
                          </a:solidFill>
                          <a:effectLst/>
                          <a:latin typeface="Verdana" panose="020B0604030504040204" pitchFamily="34" charset="0"/>
                        </a:rPr>
                        <a:t>7</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726C"/>
                    </a:solidFill>
                  </a:tcPr>
                </a:tc>
                <a:tc>
                  <a:txBody>
                    <a:bodyPr/>
                    <a:lstStyle/>
                    <a:p>
                      <a:pPr algn="ctr" fontAlgn="ctr"/>
                      <a:r>
                        <a:rPr lang="en-US" sz="1050" b="0" i="0" u="none" strike="noStrike">
                          <a:solidFill>
                            <a:srgbClr val="000000"/>
                          </a:solidFill>
                          <a:effectLst/>
                          <a:latin typeface="Verdana" panose="020B0604030504040204" pitchFamily="34" charset="0"/>
                        </a:rPr>
                        <a:t>67</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E7B"/>
                    </a:solidFill>
                  </a:tcPr>
                </a:tc>
                <a:tc>
                  <a:txBody>
                    <a:bodyPr/>
                    <a:lstStyle/>
                    <a:p>
                      <a:pPr algn="ctr" fontAlgn="ctr"/>
                      <a:r>
                        <a:rPr lang="en-US" sz="1050" b="0" i="0" u="none" strike="noStrike">
                          <a:solidFill>
                            <a:srgbClr val="000000"/>
                          </a:solidFill>
                          <a:effectLst/>
                          <a:latin typeface="Verdana" panose="020B0604030504040204" pitchFamily="34" charset="0"/>
                        </a:rPr>
                        <a:t>22</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8470"/>
                    </a:solidFill>
                  </a:tcPr>
                </a:tc>
                <a:tc>
                  <a:txBody>
                    <a:bodyPr/>
                    <a:lstStyle/>
                    <a:p>
                      <a:pPr algn="ctr" fontAlgn="ctr"/>
                      <a:r>
                        <a:rPr lang="en-US" sz="1050" b="0" i="0" u="none" strike="noStrike">
                          <a:solidFill>
                            <a:srgbClr val="000000"/>
                          </a:solidFill>
                          <a:effectLst/>
                          <a:latin typeface="Verdana" panose="020B0604030504040204" pitchFamily="34" charset="0"/>
                        </a:rPr>
                        <a:t>63</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87A"/>
                    </a:solidFill>
                  </a:tcPr>
                </a:tc>
                <a:tc>
                  <a:txBody>
                    <a:bodyPr/>
                    <a:lstStyle/>
                    <a:p>
                      <a:pPr algn="ctr" fontAlgn="ctr"/>
                      <a:r>
                        <a:rPr lang="en-US" sz="1050" b="0" i="0" u="none" strike="noStrike">
                          <a:solidFill>
                            <a:srgbClr val="000000"/>
                          </a:solidFill>
                          <a:effectLst/>
                          <a:latin typeface="Verdana" panose="020B0604030504040204" pitchFamily="34" charset="0"/>
                        </a:rPr>
                        <a:t>65</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A7A"/>
                    </a:solidFill>
                  </a:tcPr>
                </a:tc>
                <a:tc>
                  <a:txBody>
                    <a:bodyPr/>
                    <a:lstStyle/>
                    <a:p>
                      <a:pPr algn="ctr" fontAlgn="ctr"/>
                      <a:r>
                        <a:rPr lang="en-US" sz="1050" b="0" i="0" u="none" strike="noStrike">
                          <a:solidFill>
                            <a:srgbClr val="000000"/>
                          </a:solidFill>
                          <a:effectLst/>
                          <a:latin typeface="Verdana" panose="020B0604030504040204" pitchFamily="34" charset="0"/>
                        </a:rPr>
                        <a:t>96</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282"/>
                    </a:solidFill>
                  </a:tcPr>
                </a:tc>
                <a:tc>
                  <a:txBody>
                    <a:bodyPr/>
                    <a:lstStyle/>
                    <a:p>
                      <a:pPr algn="ctr" fontAlgn="ctr"/>
                      <a:r>
                        <a:rPr lang="en-US" sz="1050" b="0" i="0" u="none" strike="noStrike">
                          <a:solidFill>
                            <a:srgbClr val="000000"/>
                          </a:solidFill>
                          <a:effectLst/>
                          <a:latin typeface="Verdana" panose="020B0604030504040204" pitchFamily="34" charset="0"/>
                        </a:rPr>
                        <a:t>67</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D7B"/>
                    </a:solidFill>
                  </a:tcPr>
                </a:tc>
                <a:tc>
                  <a:txBody>
                    <a:bodyPr/>
                    <a:lstStyle/>
                    <a:p>
                      <a:pPr algn="ctr" fontAlgn="ctr"/>
                      <a:r>
                        <a:rPr lang="en-US" sz="1050" b="0" i="0" u="none" strike="noStrike">
                          <a:solidFill>
                            <a:srgbClr val="000000"/>
                          </a:solidFill>
                          <a:effectLst/>
                          <a:latin typeface="Verdana" panose="020B0604030504040204" pitchFamily="34" charset="0"/>
                        </a:rPr>
                        <a:t>69</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C07B"/>
                    </a:solidFill>
                  </a:tcPr>
                </a:tc>
                <a:tc>
                  <a:txBody>
                    <a:bodyPr/>
                    <a:lstStyle/>
                    <a:p>
                      <a:pPr algn="ctr" fontAlgn="ctr"/>
                      <a:r>
                        <a:rPr lang="en-US" sz="1050" b="0" i="0" u="none" strike="noStrike">
                          <a:solidFill>
                            <a:srgbClr val="000000"/>
                          </a:solidFill>
                          <a:effectLst/>
                          <a:latin typeface="Verdana" panose="020B0604030504040204" pitchFamily="34" charset="0"/>
                        </a:rPr>
                        <a:t>38</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9974"/>
                    </a:solidFill>
                  </a:tcPr>
                </a:tc>
                <a:tc>
                  <a:txBody>
                    <a:bodyPr/>
                    <a:lstStyle/>
                    <a:p>
                      <a:pPr algn="ctr" fontAlgn="ctr"/>
                      <a:r>
                        <a:rPr lang="en-US" sz="1050" b="0" i="0" u="none" strike="noStrike">
                          <a:solidFill>
                            <a:srgbClr val="000000"/>
                          </a:solidFill>
                          <a:effectLst/>
                          <a:latin typeface="Verdana" panose="020B0604030504040204" pitchFamily="34" charset="0"/>
                        </a:rPr>
                        <a:t>57</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B178"/>
                    </a:solidFill>
                  </a:tcPr>
                </a:tc>
                <a:tc>
                  <a:txBody>
                    <a:bodyPr/>
                    <a:lstStyle/>
                    <a:p>
                      <a:pPr algn="ctr" fontAlgn="ctr"/>
                      <a:r>
                        <a:rPr lang="en-US" sz="1050" b="0" i="0" u="none" strike="noStrike">
                          <a:solidFill>
                            <a:srgbClr val="000000"/>
                          </a:solidFill>
                          <a:effectLst/>
                          <a:latin typeface="Verdana" panose="020B0604030504040204" pitchFamily="34" charset="0"/>
                        </a:rPr>
                        <a:t>48</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576"/>
                    </a:solidFill>
                  </a:tcPr>
                </a:tc>
                <a:tc>
                  <a:txBody>
                    <a:bodyPr/>
                    <a:lstStyle/>
                    <a:p>
                      <a:pPr algn="ctr" fontAlgn="ctr"/>
                      <a:r>
                        <a:rPr lang="en-US" sz="1050" b="0" i="0" u="none" strike="noStrike">
                          <a:solidFill>
                            <a:srgbClr val="000000"/>
                          </a:solidFill>
                          <a:effectLst/>
                          <a:latin typeface="Verdana" panose="020B0604030504040204" pitchFamily="34" charset="0"/>
                        </a:rPr>
                        <a:t>47</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376"/>
                    </a:solidFill>
                  </a:tcPr>
                </a:tc>
                <a:tc>
                  <a:txBody>
                    <a:bodyPr/>
                    <a:lstStyle/>
                    <a:p>
                      <a:pPr algn="ctr" fontAlgn="ctr"/>
                      <a:r>
                        <a:rPr lang="en-US" sz="1050" b="0" i="0" u="none" strike="noStrike">
                          <a:solidFill>
                            <a:srgbClr val="000000"/>
                          </a:solidFill>
                          <a:effectLst/>
                          <a:latin typeface="Verdana" panose="020B0604030504040204" pitchFamily="34" charset="0"/>
                        </a:rPr>
                        <a:t>116</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A84"/>
                    </a:solidFill>
                  </a:tcPr>
                </a:tc>
                <a:tc>
                  <a:txBody>
                    <a:bodyPr/>
                    <a:lstStyle/>
                    <a:p>
                      <a:pPr algn="ctr" fontAlgn="ctr"/>
                      <a:r>
                        <a:rPr lang="en-US" sz="1050" b="0" i="0" u="none" strike="noStrike">
                          <a:solidFill>
                            <a:srgbClr val="000000"/>
                          </a:solidFill>
                          <a:effectLst/>
                          <a:latin typeface="Verdana" panose="020B0604030504040204" pitchFamily="34" charset="0"/>
                        </a:rPr>
                        <a:t>114</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A84"/>
                    </a:solidFill>
                  </a:tcPr>
                </a:tc>
                <a:tc>
                  <a:txBody>
                    <a:bodyPr/>
                    <a:lstStyle/>
                    <a:p>
                      <a:pPr algn="ctr" fontAlgn="ctr"/>
                      <a:r>
                        <a:rPr lang="en-US" sz="1050" b="0" i="0" u="none" strike="noStrike">
                          <a:solidFill>
                            <a:srgbClr val="000000"/>
                          </a:solidFill>
                          <a:effectLst/>
                          <a:latin typeface="Verdana" panose="020B0604030504040204" pitchFamily="34" charset="0"/>
                        </a:rPr>
                        <a:t>4</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E6C"/>
                    </a:solidFill>
                  </a:tcPr>
                </a:tc>
                <a:tc>
                  <a:txBody>
                    <a:bodyPr/>
                    <a:lstStyle/>
                    <a:p>
                      <a:pPr algn="ctr" fontAlgn="ctr"/>
                      <a:r>
                        <a:rPr lang="en-US" sz="1050" b="0" i="0" u="none" strike="noStrike">
                          <a:solidFill>
                            <a:srgbClr val="000000"/>
                          </a:solidFill>
                          <a:effectLst/>
                          <a:latin typeface="Verdana" panose="020B0604030504040204" pitchFamily="34" charset="0"/>
                        </a:rPr>
                        <a:t>4</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E6C"/>
                    </a:solidFill>
                  </a:tcPr>
                </a:tc>
                <a:tc>
                  <a:txBody>
                    <a:bodyPr/>
                    <a:lstStyle/>
                    <a:p>
                      <a:pPr algn="ctr" fontAlgn="ctr"/>
                      <a:r>
                        <a:rPr lang="en-US" sz="1050" b="0" i="0" u="none" strike="noStrike">
                          <a:solidFill>
                            <a:srgbClr val="000000"/>
                          </a:solidFill>
                          <a:effectLst/>
                          <a:latin typeface="Verdana" panose="020B0604030504040204" pitchFamily="34" charset="0"/>
                        </a:rPr>
                        <a:t>4</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E6C"/>
                    </a:solidFill>
                  </a:tcPr>
                </a:tc>
                <a:tc>
                  <a:txBody>
                    <a:bodyPr/>
                    <a:lstStyle/>
                    <a:p>
                      <a:pPr algn="ctr" fontAlgn="ctr"/>
                      <a:r>
                        <a:rPr lang="en-US" sz="1050" b="0" i="0" u="none" strike="noStrike">
                          <a:solidFill>
                            <a:srgbClr val="000000"/>
                          </a:solidFill>
                          <a:effectLst/>
                          <a:latin typeface="Verdana" panose="020B0604030504040204" pitchFamily="34" charset="0"/>
                        </a:rPr>
                        <a:t>72</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C47C"/>
                    </a:solidFill>
                  </a:tcPr>
                </a:tc>
                <a:tc>
                  <a:txBody>
                    <a:bodyPr/>
                    <a:lstStyle/>
                    <a:p>
                      <a:pPr algn="ctr" fontAlgn="ctr"/>
                      <a:r>
                        <a:rPr lang="en-US" sz="1050" b="0" i="0" u="none" strike="noStrike">
                          <a:solidFill>
                            <a:srgbClr val="000000"/>
                          </a:solidFill>
                          <a:effectLst/>
                          <a:latin typeface="Verdana" panose="020B0604030504040204" pitchFamily="34" charset="0"/>
                        </a:rPr>
                        <a:t>28</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8C71"/>
                    </a:solidFill>
                  </a:tcPr>
                </a:tc>
                <a:tc>
                  <a:txBody>
                    <a:bodyPr/>
                    <a:lstStyle/>
                    <a:p>
                      <a:pPr algn="ctr" fontAlgn="ctr"/>
                      <a:r>
                        <a:rPr lang="en-US" sz="1050" b="0" i="0" u="none" strike="noStrike">
                          <a:solidFill>
                            <a:srgbClr val="000000"/>
                          </a:solidFill>
                          <a:effectLst/>
                          <a:latin typeface="Verdana" panose="020B0604030504040204" pitchFamily="34" charset="0"/>
                        </a:rPr>
                        <a:t>132</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E984"/>
                    </a:solidFill>
                  </a:tcPr>
                </a:tc>
                <a:tc>
                  <a:txBody>
                    <a:bodyPr/>
                    <a:lstStyle/>
                    <a:p>
                      <a:pPr algn="ctr" fontAlgn="ctr"/>
                      <a:r>
                        <a:rPr lang="en-US" sz="1050" b="0" i="0" u="none" strike="noStrike">
                          <a:solidFill>
                            <a:srgbClr val="000000"/>
                          </a:solidFill>
                          <a:effectLst/>
                          <a:latin typeface="Verdana" panose="020B0604030504040204" pitchFamily="34" charset="0"/>
                        </a:rPr>
                        <a:t>94</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DF81"/>
                    </a:solidFill>
                  </a:tcPr>
                </a:tc>
                <a:tc>
                  <a:txBody>
                    <a:bodyPr/>
                    <a:lstStyle/>
                    <a:p>
                      <a:pPr algn="ctr" fontAlgn="ctr"/>
                      <a:r>
                        <a:rPr lang="en-US" sz="1050" b="0" i="0" u="none" strike="noStrike">
                          <a:solidFill>
                            <a:srgbClr val="000000"/>
                          </a:solidFill>
                          <a:effectLst/>
                          <a:latin typeface="Verdana" panose="020B0604030504040204" pitchFamily="34" charset="0"/>
                        </a:rPr>
                        <a:t>4</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D6B"/>
                    </a:solidFill>
                  </a:tcPr>
                </a:tc>
                <a:tc>
                  <a:txBody>
                    <a:bodyPr/>
                    <a:lstStyle/>
                    <a:p>
                      <a:pPr algn="ctr" fontAlgn="ctr"/>
                      <a:r>
                        <a:rPr lang="en-US" sz="1050" b="0" i="0" u="none" strike="noStrike">
                          <a:solidFill>
                            <a:srgbClr val="000000"/>
                          </a:solidFill>
                          <a:effectLst/>
                          <a:latin typeface="Verdana" panose="020B0604030504040204" pitchFamily="34" charset="0"/>
                        </a:rPr>
                        <a:t>76</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C97D"/>
                    </a:solidFill>
                  </a:tcPr>
                </a:tc>
                <a:tc>
                  <a:txBody>
                    <a:bodyPr/>
                    <a:lstStyle/>
                    <a:p>
                      <a:pPr algn="ctr" fontAlgn="ctr"/>
                      <a:r>
                        <a:rPr lang="en-US" sz="1050" b="0" i="0" u="none" strike="noStrike">
                          <a:solidFill>
                            <a:srgbClr val="000000"/>
                          </a:solidFill>
                          <a:effectLst/>
                          <a:latin typeface="Verdana" panose="020B0604030504040204" pitchFamily="34" charset="0"/>
                        </a:rPr>
                        <a:t>3</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D6B"/>
                    </a:solidFill>
                  </a:tcPr>
                </a:tc>
                <a:extLst>
                  <a:ext uri="{0D108BD9-81ED-4DB2-BD59-A6C34878D82A}">
                    <a16:rowId xmlns:a16="http://schemas.microsoft.com/office/drawing/2014/main" val="952421426"/>
                  </a:ext>
                </a:extLst>
              </a:tr>
              <a:tr h="78313">
                <a:tc>
                  <a:txBody>
                    <a:bodyPr/>
                    <a:lstStyle/>
                    <a:p>
                      <a:pPr algn="ctr" fontAlgn="b"/>
                      <a:r>
                        <a:rPr lang="en-US" sz="1050" b="1" i="0" u="none" strike="noStrike">
                          <a:solidFill>
                            <a:srgbClr val="000000"/>
                          </a:solidFill>
                          <a:effectLst/>
                          <a:latin typeface="Verdana" panose="020B0604030504040204" pitchFamily="34" charset="0"/>
                        </a:rPr>
                        <a:t>10:00</a:t>
                      </a:r>
                    </a:p>
                  </a:txBody>
                  <a:tcPr marL="3877" marR="3877" marT="38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Verdana" panose="020B0604030504040204" pitchFamily="34" charset="0"/>
                        </a:rPr>
                        <a:t>44</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175"/>
                    </a:solidFill>
                  </a:tcPr>
                </a:tc>
                <a:tc>
                  <a:txBody>
                    <a:bodyPr/>
                    <a:lstStyle/>
                    <a:p>
                      <a:pPr algn="ctr" fontAlgn="ctr"/>
                      <a:r>
                        <a:rPr lang="en-US" sz="1050" b="0" i="0" u="none" strike="noStrike">
                          <a:solidFill>
                            <a:srgbClr val="000000"/>
                          </a:solidFill>
                          <a:effectLst/>
                          <a:latin typeface="Verdana" panose="020B0604030504040204" pitchFamily="34" charset="0"/>
                        </a:rPr>
                        <a:t>0</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ctr" fontAlgn="ctr"/>
                      <a:r>
                        <a:rPr lang="en-US" sz="1050" b="0" i="0" u="none" strike="noStrike">
                          <a:solidFill>
                            <a:srgbClr val="000000"/>
                          </a:solidFill>
                          <a:effectLst/>
                          <a:latin typeface="Verdana" panose="020B0604030504040204" pitchFamily="34" charset="0"/>
                        </a:rPr>
                        <a:t>0</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ctr" fontAlgn="ctr"/>
                      <a:r>
                        <a:rPr lang="en-US" sz="1050" b="0" i="0" u="none" strike="noStrike">
                          <a:solidFill>
                            <a:srgbClr val="000000"/>
                          </a:solidFill>
                          <a:effectLst/>
                          <a:latin typeface="Verdana" panose="020B0604030504040204" pitchFamily="34" charset="0"/>
                        </a:rPr>
                        <a:t>0</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ctr" fontAlgn="ctr"/>
                      <a:r>
                        <a:rPr lang="en-US" sz="1050" b="0" i="0" u="none" strike="noStrike">
                          <a:solidFill>
                            <a:srgbClr val="000000"/>
                          </a:solidFill>
                          <a:effectLst/>
                          <a:latin typeface="Verdana" panose="020B0604030504040204" pitchFamily="34" charset="0"/>
                        </a:rPr>
                        <a:t>0</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ctr" fontAlgn="ctr"/>
                      <a:r>
                        <a:rPr lang="en-US" sz="1050" b="0" i="0" u="none" strike="noStrike">
                          <a:solidFill>
                            <a:srgbClr val="000000"/>
                          </a:solidFill>
                          <a:effectLst/>
                          <a:latin typeface="Verdana" panose="020B0604030504040204" pitchFamily="34" charset="0"/>
                        </a:rPr>
                        <a:t>36</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9673"/>
                    </a:solidFill>
                  </a:tcPr>
                </a:tc>
                <a:tc>
                  <a:txBody>
                    <a:bodyPr/>
                    <a:lstStyle/>
                    <a:p>
                      <a:pPr algn="ctr" fontAlgn="ctr"/>
                      <a:r>
                        <a:rPr lang="en-US" sz="1050" b="0" i="0" u="none" strike="noStrike">
                          <a:solidFill>
                            <a:srgbClr val="000000"/>
                          </a:solidFill>
                          <a:effectLst/>
                          <a:latin typeface="Verdana" panose="020B0604030504040204" pitchFamily="34" charset="0"/>
                        </a:rPr>
                        <a:t>7</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726C"/>
                    </a:solidFill>
                  </a:tcPr>
                </a:tc>
                <a:tc>
                  <a:txBody>
                    <a:bodyPr/>
                    <a:lstStyle/>
                    <a:p>
                      <a:pPr algn="ctr" fontAlgn="ctr"/>
                      <a:r>
                        <a:rPr lang="en-US" sz="1050" b="0" i="0" u="none" strike="noStrike">
                          <a:solidFill>
                            <a:srgbClr val="000000"/>
                          </a:solidFill>
                          <a:effectLst/>
                          <a:latin typeface="Verdana" panose="020B0604030504040204" pitchFamily="34" charset="0"/>
                        </a:rPr>
                        <a:t>77</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CA7D"/>
                    </a:solidFill>
                  </a:tcPr>
                </a:tc>
                <a:tc>
                  <a:txBody>
                    <a:bodyPr/>
                    <a:lstStyle/>
                    <a:p>
                      <a:pPr algn="ctr" fontAlgn="ctr"/>
                      <a:r>
                        <a:rPr lang="en-US" sz="1050" b="0" i="0" u="none" strike="noStrike">
                          <a:solidFill>
                            <a:srgbClr val="000000"/>
                          </a:solidFill>
                          <a:effectLst/>
                          <a:latin typeface="Verdana" panose="020B0604030504040204" pitchFamily="34" charset="0"/>
                        </a:rPr>
                        <a:t>27</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8A71"/>
                    </a:solidFill>
                  </a:tcPr>
                </a:tc>
                <a:tc>
                  <a:txBody>
                    <a:bodyPr/>
                    <a:lstStyle/>
                    <a:p>
                      <a:pPr algn="ctr" fontAlgn="ctr"/>
                      <a:r>
                        <a:rPr lang="en-US" sz="1050" b="0" i="0" u="none" strike="noStrike">
                          <a:solidFill>
                            <a:srgbClr val="000000"/>
                          </a:solidFill>
                          <a:effectLst/>
                          <a:latin typeface="Verdana" panose="020B0604030504040204" pitchFamily="34" charset="0"/>
                        </a:rPr>
                        <a:t>7</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726C"/>
                    </a:solidFill>
                  </a:tcPr>
                </a:tc>
                <a:tc>
                  <a:txBody>
                    <a:bodyPr/>
                    <a:lstStyle/>
                    <a:p>
                      <a:pPr algn="ctr" fontAlgn="ctr"/>
                      <a:r>
                        <a:rPr lang="en-US" sz="1050" b="0" i="0" u="none" strike="noStrike">
                          <a:solidFill>
                            <a:srgbClr val="000000"/>
                          </a:solidFill>
                          <a:effectLst/>
                          <a:latin typeface="Verdana" panose="020B0604030504040204" pitchFamily="34" charset="0"/>
                        </a:rPr>
                        <a:t>60</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479"/>
                    </a:solidFill>
                  </a:tcPr>
                </a:tc>
                <a:tc>
                  <a:txBody>
                    <a:bodyPr/>
                    <a:lstStyle/>
                    <a:p>
                      <a:pPr algn="ctr" fontAlgn="ctr"/>
                      <a:r>
                        <a:rPr lang="en-US" sz="1050" b="0" i="0" u="none" strike="noStrike">
                          <a:solidFill>
                            <a:srgbClr val="000000"/>
                          </a:solidFill>
                          <a:effectLst/>
                          <a:latin typeface="Verdana" panose="020B0604030504040204" pitchFamily="34" charset="0"/>
                        </a:rPr>
                        <a:t>108</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B84"/>
                    </a:solidFill>
                  </a:tcPr>
                </a:tc>
                <a:tc>
                  <a:txBody>
                    <a:bodyPr/>
                    <a:lstStyle/>
                    <a:p>
                      <a:pPr algn="ctr" fontAlgn="ctr"/>
                      <a:r>
                        <a:rPr lang="en-US" sz="1050" b="0" i="0" u="none" strike="noStrike">
                          <a:solidFill>
                            <a:srgbClr val="000000"/>
                          </a:solidFill>
                          <a:effectLst/>
                          <a:latin typeface="Verdana" panose="020B0604030504040204" pitchFamily="34" charset="0"/>
                        </a:rPr>
                        <a:t>35</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9473"/>
                    </a:solidFill>
                  </a:tcPr>
                </a:tc>
                <a:tc>
                  <a:txBody>
                    <a:bodyPr/>
                    <a:lstStyle/>
                    <a:p>
                      <a:pPr algn="ctr" fontAlgn="ctr"/>
                      <a:r>
                        <a:rPr lang="en-US" sz="1050" b="0" i="0" u="none" strike="noStrike">
                          <a:solidFill>
                            <a:srgbClr val="000000"/>
                          </a:solidFill>
                          <a:effectLst/>
                          <a:latin typeface="Verdana" panose="020B0604030504040204" pitchFamily="34" charset="0"/>
                        </a:rPr>
                        <a:t>72</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C37C"/>
                    </a:solidFill>
                  </a:tcPr>
                </a:tc>
                <a:tc>
                  <a:txBody>
                    <a:bodyPr/>
                    <a:lstStyle/>
                    <a:p>
                      <a:pPr algn="ctr" fontAlgn="ctr"/>
                      <a:r>
                        <a:rPr lang="en-US" sz="1050" b="0" i="0" u="none" strike="noStrike">
                          <a:solidFill>
                            <a:srgbClr val="000000"/>
                          </a:solidFill>
                          <a:effectLst/>
                          <a:latin typeface="Verdana" panose="020B0604030504040204" pitchFamily="34" charset="0"/>
                        </a:rPr>
                        <a:t>60</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479"/>
                    </a:solidFill>
                  </a:tcPr>
                </a:tc>
                <a:tc>
                  <a:txBody>
                    <a:bodyPr/>
                    <a:lstStyle/>
                    <a:p>
                      <a:pPr algn="ctr" fontAlgn="ctr"/>
                      <a:r>
                        <a:rPr lang="en-US" sz="1050" b="0" i="0" u="none" strike="noStrike">
                          <a:solidFill>
                            <a:srgbClr val="000000"/>
                          </a:solidFill>
                          <a:effectLst/>
                          <a:latin typeface="Verdana" panose="020B0604030504040204" pitchFamily="34" charset="0"/>
                        </a:rPr>
                        <a:t>84</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D27F"/>
                    </a:solidFill>
                  </a:tcPr>
                </a:tc>
                <a:tc>
                  <a:txBody>
                    <a:bodyPr/>
                    <a:lstStyle/>
                    <a:p>
                      <a:pPr algn="ctr" fontAlgn="ctr"/>
                      <a:r>
                        <a:rPr lang="en-US" sz="1050" b="0" i="0" u="none" strike="noStrike">
                          <a:solidFill>
                            <a:srgbClr val="000000"/>
                          </a:solidFill>
                          <a:effectLst/>
                          <a:latin typeface="Verdana" panose="020B0604030504040204" pitchFamily="34" charset="0"/>
                        </a:rPr>
                        <a:t>77</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C97D"/>
                    </a:solidFill>
                  </a:tcPr>
                </a:tc>
                <a:tc>
                  <a:txBody>
                    <a:bodyPr/>
                    <a:lstStyle/>
                    <a:p>
                      <a:pPr algn="ctr" fontAlgn="ctr"/>
                      <a:r>
                        <a:rPr lang="en-US" sz="1050" b="0" i="0" u="none" strike="noStrike">
                          <a:solidFill>
                            <a:srgbClr val="000000"/>
                          </a:solidFill>
                          <a:effectLst/>
                          <a:latin typeface="Verdana" panose="020B0604030504040204" pitchFamily="34" charset="0"/>
                        </a:rPr>
                        <a:t>80</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CD7E"/>
                    </a:solidFill>
                  </a:tcPr>
                </a:tc>
                <a:tc>
                  <a:txBody>
                    <a:bodyPr/>
                    <a:lstStyle/>
                    <a:p>
                      <a:pPr algn="ctr" fontAlgn="ctr"/>
                      <a:r>
                        <a:rPr lang="en-US" sz="1050" b="0" i="0" u="none" strike="noStrike">
                          <a:solidFill>
                            <a:srgbClr val="000000"/>
                          </a:solidFill>
                          <a:effectLst/>
                          <a:latin typeface="Verdana" panose="020B0604030504040204" pitchFamily="34" charset="0"/>
                        </a:rPr>
                        <a:t>169</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9E583"/>
                    </a:solidFill>
                  </a:tcPr>
                </a:tc>
                <a:tc>
                  <a:txBody>
                    <a:bodyPr/>
                    <a:lstStyle/>
                    <a:p>
                      <a:pPr algn="ctr" fontAlgn="ctr"/>
                      <a:r>
                        <a:rPr lang="en-US" sz="1050" b="0" i="0" u="none" strike="noStrike">
                          <a:solidFill>
                            <a:srgbClr val="000000"/>
                          </a:solidFill>
                          <a:effectLst/>
                          <a:latin typeface="Verdana" panose="020B0604030504040204" pitchFamily="34" charset="0"/>
                        </a:rPr>
                        <a:t>66</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B7A"/>
                    </a:solidFill>
                  </a:tcPr>
                </a:tc>
                <a:tc>
                  <a:txBody>
                    <a:bodyPr/>
                    <a:lstStyle/>
                    <a:p>
                      <a:pPr algn="ctr" fontAlgn="ctr"/>
                      <a:r>
                        <a:rPr lang="en-US" sz="1050" b="0" i="0" u="none" strike="noStrike">
                          <a:solidFill>
                            <a:srgbClr val="000000"/>
                          </a:solidFill>
                          <a:effectLst/>
                          <a:latin typeface="Verdana" panose="020B0604030504040204" pitchFamily="34" charset="0"/>
                        </a:rPr>
                        <a:t>4</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E6C"/>
                    </a:solidFill>
                  </a:tcPr>
                </a:tc>
                <a:tc>
                  <a:txBody>
                    <a:bodyPr/>
                    <a:lstStyle/>
                    <a:p>
                      <a:pPr algn="ctr" fontAlgn="ctr"/>
                      <a:r>
                        <a:rPr lang="en-US" sz="1050" b="0" i="0" u="none" strike="noStrike">
                          <a:solidFill>
                            <a:srgbClr val="000000"/>
                          </a:solidFill>
                          <a:effectLst/>
                          <a:latin typeface="Verdana" panose="020B0604030504040204" pitchFamily="34" charset="0"/>
                        </a:rPr>
                        <a:t>4</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E6C"/>
                    </a:solidFill>
                  </a:tcPr>
                </a:tc>
                <a:tc>
                  <a:txBody>
                    <a:bodyPr/>
                    <a:lstStyle/>
                    <a:p>
                      <a:pPr algn="ctr" fontAlgn="ctr"/>
                      <a:r>
                        <a:rPr lang="en-US" sz="1050" b="0" i="0" u="none" strike="noStrike">
                          <a:solidFill>
                            <a:srgbClr val="000000"/>
                          </a:solidFill>
                          <a:effectLst/>
                          <a:latin typeface="Verdana" panose="020B0604030504040204" pitchFamily="34" charset="0"/>
                        </a:rPr>
                        <a:t>4</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E6C"/>
                    </a:solidFill>
                  </a:tcPr>
                </a:tc>
                <a:tc>
                  <a:txBody>
                    <a:bodyPr/>
                    <a:lstStyle/>
                    <a:p>
                      <a:pPr algn="ctr" fontAlgn="ctr"/>
                      <a:r>
                        <a:rPr lang="en-US" sz="1050" b="0" i="0" u="none" strike="noStrike">
                          <a:solidFill>
                            <a:srgbClr val="000000"/>
                          </a:solidFill>
                          <a:effectLst/>
                          <a:latin typeface="Verdana" panose="020B0604030504040204" pitchFamily="34" charset="0"/>
                        </a:rPr>
                        <a:t>51</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877"/>
                    </a:solidFill>
                  </a:tcPr>
                </a:tc>
                <a:tc>
                  <a:txBody>
                    <a:bodyPr/>
                    <a:lstStyle/>
                    <a:p>
                      <a:pPr algn="ctr" fontAlgn="ctr"/>
                      <a:r>
                        <a:rPr lang="en-US" sz="1050" b="0" i="0" u="none" strike="noStrike">
                          <a:solidFill>
                            <a:srgbClr val="000000"/>
                          </a:solidFill>
                          <a:effectLst/>
                          <a:latin typeface="Verdana" panose="020B0604030504040204" pitchFamily="34" charset="0"/>
                        </a:rPr>
                        <a:t>82</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CF7E"/>
                    </a:solidFill>
                  </a:tcPr>
                </a:tc>
                <a:tc>
                  <a:txBody>
                    <a:bodyPr/>
                    <a:lstStyle/>
                    <a:p>
                      <a:pPr algn="ctr" fontAlgn="ctr"/>
                      <a:r>
                        <a:rPr lang="en-US" sz="1050" b="0" i="0" u="none" strike="noStrike">
                          <a:solidFill>
                            <a:srgbClr val="000000"/>
                          </a:solidFill>
                          <a:effectLst/>
                          <a:latin typeface="Verdana" panose="020B0604030504040204" pitchFamily="34" charset="0"/>
                        </a:rPr>
                        <a:t>217</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082"/>
                    </a:solidFill>
                  </a:tcPr>
                </a:tc>
                <a:tc>
                  <a:txBody>
                    <a:bodyPr/>
                    <a:lstStyle/>
                    <a:p>
                      <a:pPr algn="ctr" fontAlgn="ctr"/>
                      <a:r>
                        <a:rPr lang="en-US" sz="1050" b="0" i="0" u="none" strike="noStrike">
                          <a:solidFill>
                            <a:srgbClr val="000000"/>
                          </a:solidFill>
                          <a:effectLst/>
                          <a:latin typeface="Verdana" panose="020B0604030504040204" pitchFamily="34" charset="0"/>
                        </a:rPr>
                        <a:t>149</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0E784"/>
                    </a:solidFill>
                  </a:tcPr>
                </a:tc>
                <a:tc>
                  <a:txBody>
                    <a:bodyPr/>
                    <a:lstStyle/>
                    <a:p>
                      <a:pPr algn="ctr" fontAlgn="ctr"/>
                      <a:r>
                        <a:rPr lang="en-US" sz="1050" b="0" i="0" u="none" strike="noStrike">
                          <a:solidFill>
                            <a:srgbClr val="000000"/>
                          </a:solidFill>
                          <a:effectLst/>
                          <a:latin typeface="Verdana" panose="020B0604030504040204" pitchFamily="34" charset="0"/>
                        </a:rPr>
                        <a:t>14</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7A6E"/>
                    </a:solidFill>
                  </a:tcPr>
                </a:tc>
                <a:tc>
                  <a:txBody>
                    <a:bodyPr/>
                    <a:lstStyle/>
                    <a:p>
                      <a:pPr algn="ctr" fontAlgn="ctr"/>
                      <a:r>
                        <a:rPr lang="en-US" sz="1050" b="0" i="0" u="none" strike="noStrike">
                          <a:solidFill>
                            <a:srgbClr val="000000"/>
                          </a:solidFill>
                          <a:effectLst/>
                          <a:latin typeface="Verdana" panose="020B0604030504040204" pitchFamily="34" charset="0"/>
                        </a:rPr>
                        <a:t>3</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D6B"/>
                    </a:solidFill>
                  </a:tcPr>
                </a:tc>
                <a:tc>
                  <a:txBody>
                    <a:bodyPr/>
                    <a:lstStyle/>
                    <a:p>
                      <a:pPr algn="ctr" fontAlgn="ctr"/>
                      <a:r>
                        <a:rPr lang="en-US" sz="1050" b="0" i="0" u="none" strike="noStrike">
                          <a:solidFill>
                            <a:srgbClr val="000000"/>
                          </a:solidFill>
                          <a:effectLst/>
                          <a:latin typeface="Verdana" panose="020B0604030504040204" pitchFamily="34" charset="0"/>
                        </a:rPr>
                        <a:t>3</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D6B"/>
                    </a:solidFill>
                  </a:tcPr>
                </a:tc>
                <a:extLst>
                  <a:ext uri="{0D108BD9-81ED-4DB2-BD59-A6C34878D82A}">
                    <a16:rowId xmlns:a16="http://schemas.microsoft.com/office/drawing/2014/main" val="1296294456"/>
                  </a:ext>
                </a:extLst>
              </a:tr>
              <a:tr h="78313">
                <a:tc>
                  <a:txBody>
                    <a:bodyPr/>
                    <a:lstStyle/>
                    <a:p>
                      <a:pPr algn="ctr" fontAlgn="b"/>
                      <a:r>
                        <a:rPr lang="en-US" sz="1050" b="1" i="0" u="none" strike="noStrike">
                          <a:solidFill>
                            <a:srgbClr val="000000"/>
                          </a:solidFill>
                          <a:effectLst/>
                          <a:latin typeface="Verdana" panose="020B0604030504040204" pitchFamily="34" charset="0"/>
                        </a:rPr>
                        <a:t>11:00</a:t>
                      </a:r>
                    </a:p>
                  </a:txBody>
                  <a:tcPr marL="3877" marR="3877" marT="38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Verdana" panose="020B0604030504040204" pitchFamily="34" charset="0"/>
                        </a:rPr>
                        <a:t>88</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D780"/>
                    </a:solidFill>
                  </a:tcPr>
                </a:tc>
                <a:tc>
                  <a:txBody>
                    <a:bodyPr/>
                    <a:lstStyle/>
                    <a:p>
                      <a:pPr algn="ctr" fontAlgn="ctr"/>
                      <a:r>
                        <a:rPr lang="en-US" sz="1050" b="0" i="0" u="none" strike="noStrike">
                          <a:solidFill>
                            <a:srgbClr val="000000"/>
                          </a:solidFill>
                          <a:effectLst/>
                          <a:latin typeface="Verdana" panose="020B0604030504040204" pitchFamily="34" charset="0"/>
                        </a:rPr>
                        <a:t>0</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ctr" fontAlgn="ctr"/>
                      <a:r>
                        <a:rPr lang="en-US" sz="1050" b="0" i="0" u="none" strike="noStrike">
                          <a:solidFill>
                            <a:srgbClr val="000000"/>
                          </a:solidFill>
                          <a:effectLst/>
                          <a:latin typeface="Verdana" panose="020B0604030504040204" pitchFamily="34" charset="0"/>
                        </a:rPr>
                        <a:t>0</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ctr" fontAlgn="ctr"/>
                      <a:r>
                        <a:rPr lang="en-US" sz="1050" b="0" i="0" u="none" strike="noStrike">
                          <a:solidFill>
                            <a:srgbClr val="000000"/>
                          </a:solidFill>
                          <a:effectLst/>
                          <a:latin typeface="Verdana" panose="020B0604030504040204" pitchFamily="34" charset="0"/>
                        </a:rPr>
                        <a:t>0</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ctr" fontAlgn="ctr"/>
                      <a:r>
                        <a:rPr lang="en-US" sz="1050" b="0" i="0" u="none" strike="noStrike">
                          <a:solidFill>
                            <a:srgbClr val="000000"/>
                          </a:solidFill>
                          <a:effectLst/>
                          <a:latin typeface="Verdana" panose="020B0604030504040204" pitchFamily="34" charset="0"/>
                        </a:rPr>
                        <a:t>0</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ctr" fontAlgn="ctr"/>
                      <a:r>
                        <a:rPr lang="en-US" sz="1050" b="0" i="0" u="none" strike="noStrike">
                          <a:solidFill>
                            <a:srgbClr val="000000"/>
                          </a:solidFill>
                          <a:effectLst/>
                          <a:latin typeface="Verdana" panose="020B0604030504040204" pitchFamily="34" charset="0"/>
                        </a:rPr>
                        <a:t>12</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786D"/>
                    </a:solidFill>
                  </a:tcPr>
                </a:tc>
                <a:tc>
                  <a:txBody>
                    <a:bodyPr/>
                    <a:lstStyle/>
                    <a:p>
                      <a:pPr algn="ctr" fontAlgn="ctr"/>
                      <a:r>
                        <a:rPr lang="en-US" sz="1050" b="0" i="0" u="none" strike="noStrike">
                          <a:solidFill>
                            <a:srgbClr val="000000"/>
                          </a:solidFill>
                          <a:effectLst/>
                          <a:latin typeface="Verdana" panose="020B0604030504040204" pitchFamily="34" charset="0"/>
                        </a:rPr>
                        <a:t>17</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7E6F"/>
                    </a:solidFill>
                  </a:tcPr>
                </a:tc>
                <a:tc>
                  <a:txBody>
                    <a:bodyPr/>
                    <a:lstStyle/>
                    <a:p>
                      <a:pPr algn="ctr" fontAlgn="ctr"/>
                      <a:r>
                        <a:rPr lang="en-US" sz="1050" b="0" i="0" u="none" strike="noStrike">
                          <a:solidFill>
                            <a:srgbClr val="000000"/>
                          </a:solidFill>
                          <a:effectLst/>
                          <a:latin typeface="Verdana" panose="020B0604030504040204" pitchFamily="34" charset="0"/>
                        </a:rPr>
                        <a:t>137</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E884"/>
                    </a:solidFill>
                  </a:tcPr>
                </a:tc>
                <a:tc>
                  <a:txBody>
                    <a:bodyPr/>
                    <a:lstStyle/>
                    <a:p>
                      <a:pPr algn="ctr" fontAlgn="ctr"/>
                      <a:r>
                        <a:rPr lang="en-US" sz="1050" b="0" i="0" u="none" strike="noStrike">
                          <a:solidFill>
                            <a:srgbClr val="000000"/>
                          </a:solidFill>
                          <a:effectLst/>
                          <a:latin typeface="Verdana" panose="020B0604030504040204" pitchFamily="34" charset="0"/>
                        </a:rPr>
                        <a:t>7</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726C"/>
                    </a:solidFill>
                  </a:tcPr>
                </a:tc>
                <a:tc>
                  <a:txBody>
                    <a:bodyPr/>
                    <a:lstStyle/>
                    <a:p>
                      <a:pPr algn="ctr" fontAlgn="ctr"/>
                      <a:r>
                        <a:rPr lang="en-US" sz="1050" b="0" i="0" u="none" strike="noStrike">
                          <a:solidFill>
                            <a:srgbClr val="000000"/>
                          </a:solidFill>
                          <a:effectLst/>
                          <a:latin typeface="Verdana" panose="020B0604030504040204" pitchFamily="34" charset="0"/>
                        </a:rPr>
                        <a:t>33</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9272"/>
                    </a:solidFill>
                  </a:tcPr>
                </a:tc>
                <a:tc>
                  <a:txBody>
                    <a:bodyPr/>
                    <a:lstStyle/>
                    <a:p>
                      <a:pPr algn="ctr" fontAlgn="ctr"/>
                      <a:r>
                        <a:rPr lang="en-US" sz="1050" b="0" i="0" u="none" strike="noStrike">
                          <a:solidFill>
                            <a:srgbClr val="000000"/>
                          </a:solidFill>
                          <a:effectLst/>
                          <a:latin typeface="Verdana" panose="020B0604030504040204" pitchFamily="34" charset="0"/>
                        </a:rPr>
                        <a:t>70</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C07B"/>
                    </a:solidFill>
                  </a:tcPr>
                </a:tc>
                <a:tc>
                  <a:txBody>
                    <a:bodyPr/>
                    <a:lstStyle/>
                    <a:p>
                      <a:pPr algn="ctr" fontAlgn="ctr"/>
                      <a:r>
                        <a:rPr lang="en-US" sz="1050" b="0" i="0" u="none" strike="noStrike">
                          <a:solidFill>
                            <a:srgbClr val="000000"/>
                          </a:solidFill>
                          <a:effectLst/>
                          <a:latin typeface="Verdana" panose="020B0604030504040204" pitchFamily="34" charset="0"/>
                        </a:rPr>
                        <a:t>88</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D780"/>
                    </a:solidFill>
                  </a:tcPr>
                </a:tc>
                <a:tc>
                  <a:txBody>
                    <a:bodyPr/>
                    <a:lstStyle/>
                    <a:p>
                      <a:pPr algn="ctr" fontAlgn="ctr"/>
                      <a:r>
                        <a:rPr lang="en-US" sz="1050" b="0" i="0" u="none" strike="noStrike">
                          <a:solidFill>
                            <a:srgbClr val="000000"/>
                          </a:solidFill>
                          <a:effectLst/>
                          <a:latin typeface="Verdana" panose="020B0604030504040204" pitchFamily="34" charset="0"/>
                        </a:rPr>
                        <a:t>84</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D37F"/>
                    </a:solidFill>
                  </a:tcPr>
                </a:tc>
                <a:tc>
                  <a:txBody>
                    <a:bodyPr/>
                    <a:lstStyle/>
                    <a:p>
                      <a:pPr algn="ctr" fontAlgn="ctr"/>
                      <a:r>
                        <a:rPr lang="en-US" sz="1050" b="0" i="0" u="none" strike="noStrike">
                          <a:solidFill>
                            <a:srgbClr val="000000"/>
                          </a:solidFill>
                          <a:effectLst/>
                          <a:latin typeface="Verdana" panose="020B0604030504040204" pitchFamily="34" charset="0"/>
                        </a:rPr>
                        <a:t>64</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A7A"/>
                    </a:solidFill>
                  </a:tcPr>
                </a:tc>
                <a:tc>
                  <a:txBody>
                    <a:bodyPr/>
                    <a:lstStyle/>
                    <a:p>
                      <a:pPr algn="ctr" fontAlgn="ctr"/>
                      <a:r>
                        <a:rPr lang="en-US" sz="1050" b="0" i="0" u="none" strike="noStrike">
                          <a:solidFill>
                            <a:srgbClr val="000000"/>
                          </a:solidFill>
                          <a:effectLst/>
                          <a:latin typeface="Verdana" panose="020B0604030504040204" pitchFamily="34" charset="0"/>
                        </a:rPr>
                        <a:t>19</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816F"/>
                    </a:solidFill>
                  </a:tcPr>
                </a:tc>
                <a:tc>
                  <a:txBody>
                    <a:bodyPr/>
                    <a:lstStyle/>
                    <a:p>
                      <a:pPr algn="ctr" fontAlgn="ctr"/>
                      <a:r>
                        <a:rPr lang="en-US" sz="1050" b="0" i="0" u="none" strike="noStrike">
                          <a:solidFill>
                            <a:srgbClr val="000000"/>
                          </a:solidFill>
                          <a:effectLst/>
                          <a:latin typeface="Verdana" panose="020B0604030504040204" pitchFamily="34" charset="0"/>
                        </a:rPr>
                        <a:t>62</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77A"/>
                    </a:solidFill>
                  </a:tcPr>
                </a:tc>
                <a:tc>
                  <a:txBody>
                    <a:bodyPr/>
                    <a:lstStyle/>
                    <a:p>
                      <a:pPr algn="ctr" fontAlgn="ctr"/>
                      <a:r>
                        <a:rPr lang="en-US" sz="1050" b="0" i="0" u="none" strike="noStrike">
                          <a:solidFill>
                            <a:srgbClr val="000000"/>
                          </a:solidFill>
                          <a:effectLst/>
                          <a:latin typeface="Verdana" panose="020B0604030504040204" pitchFamily="34" charset="0"/>
                        </a:rPr>
                        <a:t>121</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EA84"/>
                    </a:solidFill>
                  </a:tcPr>
                </a:tc>
                <a:tc>
                  <a:txBody>
                    <a:bodyPr/>
                    <a:lstStyle/>
                    <a:p>
                      <a:pPr algn="ctr" fontAlgn="ctr"/>
                      <a:r>
                        <a:rPr lang="en-US" sz="1050" b="0" i="0" u="none" strike="noStrike">
                          <a:solidFill>
                            <a:srgbClr val="000000"/>
                          </a:solidFill>
                          <a:effectLst/>
                          <a:latin typeface="Verdana" panose="020B0604030504040204" pitchFamily="34" charset="0"/>
                        </a:rPr>
                        <a:t>128</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E984"/>
                    </a:solidFill>
                  </a:tcPr>
                </a:tc>
                <a:tc>
                  <a:txBody>
                    <a:bodyPr/>
                    <a:lstStyle/>
                    <a:p>
                      <a:pPr algn="ctr" fontAlgn="ctr"/>
                      <a:r>
                        <a:rPr lang="en-US" sz="1050" b="0" i="0" u="none" strike="noStrike">
                          <a:solidFill>
                            <a:srgbClr val="000000"/>
                          </a:solidFill>
                          <a:effectLst/>
                          <a:latin typeface="Verdana" panose="020B0604030504040204" pitchFamily="34" charset="0"/>
                        </a:rPr>
                        <a:t>250</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DDD82"/>
                    </a:solidFill>
                  </a:tcPr>
                </a:tc>
                <a:tc>
                  <a:txBody>
                    <a:bodyPr/>
                    <a:lstStyle/>
                    <a:p>
                      <a:pPr algn="ctr" fontAlgn="ctr"/>
                      <a:r>
                        <a:rPr lang="en-US" sz="1050" b="0" i="0" u="none" strike="noStrike">
                          <a:solidFill>
                            <a:srgbClr val="000000"/>
                          </a:solidFill>
                          <a:effectLst/>
                          <a:latin typeface="Verdana" panose="020B0604030504040204" pitchFamily="34" charset="0"/>
                        </a:rPr>
                        <a:t>182</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4E483"/>
                    </a:solidFill>
                  </a:tcPr>
                </a:tc>
                <a:tc>
                  <a:txBody>
                    <a:bodyPr/>
                    <a:lstStyle/>
                    <a:p>
                      <a:pPr algn="ctr" fontAlgn="ctr"/>
                      <a:r>
                        <a:rPr lang="en-US" sz="1050" b="0" i="0" u="none" strike="noStrike">
                          <a:solidFill>
                            <a:srgbClr val="000000"/>
                          </a:solidFill>
                          <a:effectLst/>
                          <a:latin typeface="Verdana" panose="020B0604030504040204" pitchFamily="34" charset="0"/>
                        </a:rPr>
                        <a:t>4</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E6C"/>
                    </a:solidFill>
                  </a:tcPr>
                </a:tc>
                <a:tc>
                  <a:txBody>
                    <a:bodyPr/>
                    <a:lstStyle/>
                    <a:p>
                      <a:pPr algn="ctr" fontAlgn="ctr"/>
                      <a:r>
                        <a:rPr lang="en-US" sz="1050" b="0" i="0" u="none" strike="noStrike">
                          <a:solidFill>
                            <a:srgbClr val="000000"/>
                          </a:solidFill>
                          <a:effectLst/>
                          <a:latin typeface="Verdana" panose="020B0604030504040204" pitchFamily="34" charset="0"/>
                        </a:rPr>
                        <a:t>4</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E6C"/>
                    </a:solidFill>
                  </a:tcPr>
                </a:tc>
                <a:tc>
                  <a:txBody>
                    <a:bodyPr/>
                    <a:lstStyle/>
                    <a:p>
                      <a:pPr algn="ctr" fontAlgn="ctr"/>
                      <a:r>
                        <a:rPr lang="en-US" sz="1050" b="0" i="0" u="none" strike="noStrike">
                          <a:solidFill>
                            <a:srgbClr val="000000"/>
                          </a:solidFill>
                          <a:effectLst/>
                          <a:latin typeface="Verdana" panose="020B0604030504040204" pitchFamily="34" charset="0"/>
                        </a:rPr>
                        <a:t>8</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726C"/>
                    </a:solidFill>
                  </a:tcPr>
                </a:tc>
                <a:tc>
                  <a:txBody>
                    <a:bodyPr/>
                    <a:lstStyle/>
                    <a:p>
                      <a:pPr algn="ctr" fontAlgn="ctr"/>
                      <a:r>
                        <a:rPr lang="en-US" sz="1050" b="0" i="0" u="none" strike="noStrike">
                          <a:solidFill>
                            <a:srgbClr val="000000"/>
                          </a:solidFill>
                          <a:effectLst/>
                          <a:latin typeface="Verdana" panose="020B0604030504040204" pitchFamily="34" charset="0"/>
                        </a:rPr>
                        <a:t>60</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579"/>
                    </a:solidFill>
                  </a:tcPr>
                </a:tc>
                <a:tc>
                  <a:txBody>
                    <a:bodyPr/>
                    <a:lstStyle/>
                    <a:p>
                      <a:pPr algn="ctr" fontAlgn="ctr"/>
                      <a:r>
                        <a:rPr lang="en-US" sz="1050" b="0" i="0" u="none" strike="noStrike">
                          <a:solidFill>
                            <a:srgbClr val="000000"/>
                          </a:solidFill>
                          <a:effectLst/>
                          <a:latin typeface="Verdana" panose="020B0604030504040204" pitchFamily="34" charset="0"/>
                        </a:rPr>
                        <a:t>173</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583"/>
                    </a:solidFill>
                  </a:tcPr>
                </a:tc>
                <a:tc>
                  <a:txBody>
                    <a:bodyPr/>
                    <a:lstStyle/>
                    <a:p>
                      <a:pPr algn="ctr" fontAlgn="ctr"/>
                      <a:r>
                        <a:rPr lang="en-US" sz="1050" b="0" i="0" u="none" strike="noStrike">
                          <a:solidFill>
                            <a:srgbClr val="000000"/>
                          </a:solidFill>
                          <a:effectLst/>
                          <a:latin typeface="Verdana" panose="020B0604030504040204" pitchFamily="34" charset="0"/>
                        </a:rPr>
                        <a:t>217</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082"/>
                    </a:solidFill>
                  </a:tcPr>
                </a:tc>
                <a:tc>
                  <a:txBody>
                    <a:bodyPr/>
                    <a:lstStyle/>
                    <a:p>
                      <a:pPr algn="ctr" fontAlgn="ctr"/>
                      <a:r>
                        <a:rPr lang="en-US" sz="1050" b="0" i="0" u="none" strike="noStrike">
                          <a:solidFill>
                            <a:srgbClr val="000000"/>
                          </a:solidFill>
                          <a:effectLst/>
                          <a:latin typeface="Verdana" panose="020B0604030504040204" pitchFamily="34" charset="0"/>
                        </a:rPr>
                        <a:t>168</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9E583"/>
                    </a:solidFill>
                  </a:tcPr>
                </a:tc>
                <a:tc>
                  <a:txBody>
                    <a:bodyPr/>
                    <a:lstStyle/>
                    <a:p>
                      <a:pPr algn="ctr" fontAlgn="ctr"/>
                      <a:r>
                        <a:rPr lang="en-US" sz="1050" b="0" i="0" u="none" strike="noStrike">
                          <a:solidFill>
                            <a:srgbClr val="000000"/>
                          </a:solidFill>
                          <a:effectLst/>
                          <a:latin typeface="Verdana" panose="020B0604030504040204" pitchFamily="34" charset="0"/>
                        </a:rPr>
                        <a:t>4</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D6B"/>
                    </a:solidFill>
                  </a:tcPr>
                </a:tc>
                <a:tc>
                  <a:txBody>
                    <a:bodyPr/>
                    <a:lstStyle/>
                    <a:p>
                      <a:pPr algn="ctr" fontAlgn="ctr"/>
                      <a:r>
                        <a:rPr lang="en-US" sz="1050" b="0" i="0" u="none" strike="noStrike">
                          <a:solidFill>
                            <a:srgbClr val="000000"/>
                          </a:solidFill>
                          <a:effectLst/>
                          <a:latin typeface="Verdana" panose="020B0604030504040204" pitchFamily="34" charset="0"/>
                        </a:rPr>
                        <a:t>3</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D6B"/>
                    </a:solidFill>
                  </a:tcPr>
                </a:tc>
                <a:tc>
                  <a:txBody>
                    <a:bodyPr/>
                    <a:lstStyle/>
                    <a:p>
                      <a:pPr algn="ctr" fontAlgn="ctr"/>
                      <a:r>
                        <a:rPr lang="en-US" sz="1050" b="0" i="0" u="none" strike="noStrike">
                          <a:solidFill>
                            <a:srgbClr val="000000"/>
                          </a:solidFill>
                          <a:effectLst/>
                          <a:latin typeface="Verdana" panose="020B0604030504040204" pitchFamily="34" charset="0"/>
                        </a:rPr>
                        <a:t>18</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7F6F"/>
                    </a:solidFill>
                  </a:tcPr>
                </a:tc>
                <a:extLst>
                  <a:ext uri="{0D108BD9-81ED-4DB2-BD59-A6C34878D82A}">
                    <a16:rowId xmlns:a16="http://schemas.microsoft.com/office/drawing/2014/main" val="4141825476"/>
                  </a:ext>
                </a:extLst>
              </a:tr>
              <a:tr h="78313">
                <a:tc>
                  <a:txBody>
                    <a:bodyPr/>
                    <a:lstStyle/>
                    <a:p>
                      <a:pPr algn="ctr" fontAlgn="b"/>
                      <a:r>
                        <a:rPr lang="en-US" sz="1050" b="1" i="0" u="none" strike="noStrike">
                          <a:solidFill>
                            <a:srgbClr val="000000"/>
                          </a:solidFill>
                          <a:effectLst/>
                          <a:latin typeface="Verdana" panose="020B0604030504040204" pitchFamily="34" charset="0"/>
                        </a:rPr>
                        <a:t>12:00</a:t>
                      </a:r>
                    </a:p>
                  </a:txBody>
                  <a:tcPr marL="3877" marR="3877" marT="38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Verdana" panose="020B0604030504040204" pitchFamily="34" charset="0"/>
                        </a:rPr>
                        <a:t>133</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5E984"/>
                    </a:solidFill>
                  </a:tcPr>
                </a:tc>
                <a:tc>
                  <a:txBody>
                    <a:bodyPr/>
                    <a:lstStyle/>
                    <a:p>
                      <a:pPr algn="ctr" fontAlgn="ctr"/>
                      <a:r>
                        <a:rPr lang="en-US" sz="1050" b="0" i="0" u="none" strike="noStrike">
                          <a:solidFill>
                            <a:srgbClr val="000000"/>
                          </a:solidFill>
                          <a:effectLst/>
                          <a:latin typeface="Verdana" panose="020B0604030504040204" pitchFamily="34" charset="0"/>
                        </a:rPr>
                        <a:t>0</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ctr" fontAlgn="ctr"/>
                      <a:r>
                        <a:rPr lang="en-US" sz="1050" b="0" i="0" u="none" strike="noStrike">
                          <a:solidFill>
                            <a:srgbClr val="000000"/>
                          </a:solidFill>
                          <a:effectLst/>
                          <a:latin typeface="Verdana" panose="020B0604030504040204" pitchFamily="34" charset="0"/>
                        </a:rPr>
                        <a:t>0</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ctr" fontAlgn="ctr"/>
                      <a:r>
                        <a:rPr lang="en-US" sz="1050" b="0" i="0" u="none" strike="noStrike">
                          <a:solidFill>
                            <a:srgbClr val="000000"/>
                          </a:solidFill>
                          <a:effectLst/>
                          <a:latin typeface="Verdana" panose="020B0604030504040204" pitchFamily="34" charset="0"/>
                        </a:rPr>
                        <a:t>0</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ctr" fontAlgn="ctr"/>
                      <a:r>
                        <a:rPr lang="en-US" sz="1050" b="0" i="0" u="none" strike="noStrike">
                          <a:solidFill>
                            <a:srgbClr val="000000"/>
                          </a:solidFill>
                          <a:effectLst/>
                          <a:latin typeface="Verdana" panose="020B0604030504040204" pitchFamily="34" charset="0"/>
                        </a:rPr>
                        <a:t>0</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ctr" fontAlgn="ctr"/>
                      <a:r>
                        <a:rPr lang="en-US" sz="1050" b="0" i="0" u="none" strike="noStrike">
                          <a:solidFill>
                            <a:srgbClr val="000000"/>
                          </a:solidFill>
                          <a:effectLst/>
                          <a:latin typeface="Verdana" panose="020B0604030504040204" pitchFamily="34" charset="0"/>
                        </a:rPr>
                        <a:t>17</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7E6F"/>
                    </a:solidFill>
                  </a:tcPr>
                </a:tc>
                <a:tc>
                  <a:txBody>
                    <a:bodyPr/>
                    <a:lstStyle/>
                    <a:p>
                      <a:pPr algn="ctr" fontAlgn="ctr"/>
                      <a:r>
                        <a:rPr lang="en-US" sz="1050" b="0" i="0" u="none" strike="noStrike">
                          <a:solidFill>
                            <a:srgbClr val="000000"/>
                          </a:solidFill>
                          <a:effectLst/>
                          <a:latin typeface="Verdana" panose="020B0604030504040204" pitchFamily="34" charset="0"/>
                        </a:rPr>
                        <a:t>55</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F78"/>
                    </a:solidFill>
                  </a:tcPr>
                </a:tc>
                <a:tc>
                  <a:txBody>
                    <a:bodyPr/>
                    <a:lstStyle/>
                    <a:p>
                      <a:pPr algn="ctr" fontAlgn="ctr"/>
                      <a:r>
                        <a:rPr lang="en-US" sz="1050" b="0" i="0" u="none" strike="noStrike">
                          <a:solidFill>
                            <a:srgbClr val="000000"/>
                          </a:solidFill>
                          <a:effectLst/>
                          <a:latin typeface="Verdana" panose="020B0604030504040204" pitchFamily="34" charset="0"/>
                        </a:rPr>
                        <a:t>183</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4E483"/>
                    </a:solidFill>
                  </a:tcPr>
                </a:tc>
                <a:tc>
                  <a:txBody>
                    <a:bodyPr/>
                    <a:lstStyle/>
                    <a:p>
                      <a:pPr algn="ctr" fontAlgn="ctr"/>
                      <a:r>
                        <a:rPr lang="en-US" sz="1050" b="0" i="0" u="none" strike="noStrike">
                          <a:solidFill>
                            <a:srgbClr val="000000"/>
                          </a:solidFill>
                          <a:effectLst/>
                          <a:latin typeface="Verdana" panose="020B0604030504040204" pitchFamily="34" charset="0"/>
                        </a:rPr>
                        <a:t>7</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726C"/>
                    </a:solidFill>
                  </a:tcPr>
                </a:tc>
                <a:tc>
                  <a:txBody>
                    <a:bodyPr/>
                    <a:lstStyle/>
                    <a:p>
                      <a:pPr algn="ctr" fontAlgn="ctr"/>
                      <a:r>
                        <a:rPr lang="en-US" sz="1050" b="0" i="0" u="none" strike="noStrike">
                          <a:solidFill>
                            <a:srgbClr val="000000"/>
                          </a:solidFill>
                          <a:effectLst/>
                          <a:latin typeface="Verdana" panose="020B0604030504040204" pitchFamily="34" charset="0"/>
                        </a:rPr>
                        <a:t>98</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482"/>
                    </a:solidFill>
                  </a:tcPr>
                </a:tc>
                <a:tc>
                  <a:txBody>
                    <a:bodyPr/>
                    <a:lstStyle/>
                    <a:p>
                      <a:pPr algn="ctr" fontAlgn="ctr"/>
                      <a:r>
                        <a:rPr lang="en-US" sz="1050" b="0" i="0" u="none" strike="noStrike">
                          <a:solidFill>
                            <a:srgbClr val="000000"/>
                          </a:solidFill>
                          <a:effectLst/>
                          <a:latin typeface="Verdana" panose="020B0604030504040204" pitchFamily="34" charset="0"/>
                        </a:rPr>
                        <a:t>116</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A84"/>
                    </a:solidFill>
                  </a:tcPr>
                </a:tc>
                <a:tc>
                  <a:txBody>
                    <a:bodyPr/>
                    <a:lstStyle/>
                    <a:p>
                      <a:pPr algn="ctr" fontAlgn="ctr"/>
                      <a:r>
                        <a:rPr lang="en-US" sz="1050" b="0" i="0" u="none" strike="noStrike">
                          <a:solidFill>
                            <a:srgbClr val="000000"/>
                          </a:solidFill>
                          <a:effectLst/>
                          <a:latin typeface="Verdana" panose="020B0604030504040204" pitchFamily="34" charset="0"/>
                        </a:rPr>
                        <a:t>118</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EA84"/>
                    </a:solidFill>
                  </a:tcPr>
                </a:tc>
                <a:tc>
                  <a:txBody>
                    <a:bodyPr/>
                    <a:lstStyle/>
                    <a:p>
                      <a:pPr algn="ctr" fontAlgn="ctr"/>
                      <a:r>
                        <a:rPr lang="en-US" sz="1050" b="0" i="0" u="none" strike="noStrike">
                          <a:solidFill>
                            <a:srgbClr val="000000"/>
                          </a:solidFill>
                          <a:effectLst/>
                          <a:latin typeface="Verdana" panose="020B0604030504040204" pitchFamily="34" charset="0"/>
                        </a:rPr>
                        <a:t>103</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B84"/>
                    </a:solidFill>
                  </a:tcPr>
                </a:tc>
                <a:tc>
                  <a:txBody>
                    <a:bodyPr/>
                    <a:lstStyle/>
                    <a:p>
                      <a:pPr algn="ctr" fontAlgn="ctr"/>
                      <a:r>
                        <a:rPr lang="en-US" sz="1050" b="0" i="0" u="none" strike="noStrike">
                          <a:solidFill>
                            <a:srgbClr val="000000"/>
                          </a:solidFill>
                          <a:effectLst/>
                          <a:latin typeface="Verdana" panose="020B0604030504040204" pitchFamily="34" charset="0"/>
                        </a:rPr>
                        <a:t>46</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376"/>
                    </a:solidFill>
                  </a:tcPr>
                </a:tc>
                <a:tc>
                  <a:txBody>
                    <a:bodyPr/>
                    <a:lstStyle/>
                    <a:p>
                      <a:pPr algn="ctr" fontAlgn="ctr"/>
                      <a:r>
                        <a:rPr lang="en-US" sz="1050" b="0" i="0" u="none" strike="noStrike">
                          <a:solidFill>
                            <a:srgbClr val="000000"/>
                          </a:solidFill>
                          <a:effectLst/>
                          <a:latin typeface="Verdana" panose="020B0604030504040204" pitchFamily="34" charset="0"/>
                        </a:rPr>
                        <a:t>60</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479"/>
                    </a:solidFill>
                  </a:tcPr>
                </a:tc>
                <a:tc>
                  <a:txBody>
                    <a:bodyPr/>
                    <a:lstStyle/>
                    <a:p>
                      <a:pPr algn="ctr" fontAlgn="ctr"/>
                      <a:r>
                        <a:rPr lang="en-US" sz="1050" b="0" i="0" u="none" strike="noStrike">
                          <a:solidFill>
                            <a:srgbClr val="000000"/>
                          </a:solidFill>
                          <a:effectLst/>
                          <a:latin typeface="Verdana" panose="020B0604030504040204" pitchFamily="34" charset="0"/>
                        </a:rPr>
                        <a:t>141</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E884"/>
                    </a:solidFill>
                  </a:tcPr>
                </a:tc>
                <a:tc>
                  <a:txBody>
                    <a:bodyPr/>
                    <a:lstStyle/>
                    <a:p>
                      <a:pPr algn="ctr" fontAlgn="ctr"/>
                      <a:r>
                        <a:rPr lang="en-US" sz="1050" b="0" i="0" u="none" strike="noStrike">
                          <a:solidFill>
                            <a:srgbClr val="000000"/>
                          </a:solidFill>
                          <a:effectLst/>
                          <a:latin typeface="Verdana" panose="020B0604030504040204" pitchFamily="34" charset="0"/>
                        </a:rPr>
                        <a:t>167</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AE583"/>
                    </a:solidFill>
                  </a:tcPr>
                </a:tc>
                <a:tc>
                  <a:txBody>
                    <a:bodyPr/>
                    <a:lstStyle/>
                    <a:p>
                      <a:pPr algn="ctr" fontAlgn="ctr"/>
                      <a:r>
                        <a:rPr lang="en-US" sz="1050" b="0" i="0" u="none" strike="noStrike">
                          <a:solidFill>
                            <a:srgbClr val="000000"/>
                          </a:solidFill>
                          <a:effectLst/>
                          <a:latin typeface="Verdana" panose="020B0604030504040204" pitchFamily="34" charset="0"/>
                        </a:rPr>
                        <a:t>184</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4E383"/>
                    </a:solidFill>
                  </a:tcPr>
                </a:tc>
                <a:tc>
                  <a:txBody>
                    <a:bodyPr/>
                    <a:lstStyle/>
                    <a:p>
                      <a:pPr algn="ctr" fontAlgn="ctr"/>
                      <a:r>
                        <a:rPr lang="en-US" sz="1050" b="0" i="0" u="none" strike="noStrike">
                          <a:solidFill>
                            <a:srgbClr val="000000"/>
                          </a:solidFill>
                          <a:effectLst/>
                          <a:latin typeface="Verdana" panose="020B0604030504040204" pitchFamily="34" charset="0"/>
                        </a:rPr>
                        <a:t>291</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D981"/>
                    </a:solidFill>
                  </a:tcPr>
                </a:tc>
                <a:tc>
                  <a:txBody>
                    <a:bodyPr/>
                    <a:lstStyle/>
                    <a:p>
                      <a:pPr algn="ctr" fontAlgn="ctr"/>
                      <a:r>
                        <a:rPr lang="en-US" sz="1050" b="0" i="0" u="none" strike="noStrike">
                          <a:solidFill>
                            <a:srgbClr val="000000"/>
                          </a:solidFill>
                          <a:effectLst/>
                          <a:latin typeface="Verdana" panose="020B0604030504040204" pitchFamily="34" charset="0"/>
                        </a:rPr>
                        <a:t>252</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DDD82"/>
                    </a:solidFill>
                  </a:tcPr>
                </a:tc>
                <a:tc>
                  <a:txBody>
                    <a:bodyPr/>
                    <a:lstStyle/>
                    <a:p>
                      <a:pPr algn="ctr" fontAlgn="ctr"/>
                      <a:r>
                        <a:rPr lang="en-US" sz="1050" b="0" i="0" u="none" strike="noStrike">
                          <a:solidFill>
                            <a:srgbClr val="000000"/>
                          </a:solidFill>
                          <a:effectLst/>
                          <a:latin typeface="Verdana" panose="020B0604030504040204" pitchFamily="34" charset="0"/>
                        </a:rPr>
                        <a:t>27</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8B71"/>
                    </a:solidFill>
                  </a:tcPr>
                </a:tc>
                <a:tc>
                  <a:txBody>
                    <a:bodyPr/>
                    <a:lstStyle/>
                    <a:p>
                      <a:pPr algn="ctr" fontAlgn="ctr"/>
                      <a:r>
                        <a:rPr lang="en-US" sz="1050" b="0" i="0" u="none" strike="noStrike">
                          <a:solidFill>
                            <a:srgbClr val="000000"/>
                          </a:solidFill>
                          <a:effectLst/>
                          <a:latin typeface="Verdana" panose="020B0604030504040204" pitchFamily="34" charset="0"/>
                        </a:rPr>
                        <a:t>4</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E6C"/>
                    </a:solidFill>
                  </a:tcPr>
                </a:tc>
                <a:tc>
                  <a:txBody>
                    <a:bodyPr/>
                    <a:lstStyle/>
                    <a:p>
                      <a:pPr algn="ctr" fontAlgn="ctr"/>
                      <a:r>
                        <a:rPr lang="en-US" sz="1050" b="0" i="0" u="none" strike="noStrike">
                          <a:solidFill>
                            <a:srgbClr val="000000"/>
                          </a:solidFill>
                          <a:effectLst/>
                          <a:latin typeface="Verdana" panose="020B0604030504040204" pitchFamily="34" charset="0"/>
                        </a:rPr>
                        <a:t>3</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C6B"/>
                    </a:solidFill>
                  </a:tcPr>
                </a:tc>
                <a:tc>
                  <a:txBody>
                    <a:bodyPr/>
                    <a:lstStyle/>
                    <a:p>
                      <a:pPr algn="ctr" fontAlgn="ctr"/>
                      <a:r>
                        <a:rPr lang="en-US" sz="1050" b="0" i="0" u="none" strike="noStrike">
                          <a:solidFill>
                            <a:srgbClr val="000000"/>
                          </a:solidFill>
                          <a:effectLst/>
                          <a:latin typeface="Verdana" panose="020B0604030504040204" pitchFamily="34" charset="0"/>
                        </a:rPr>
                        <a:t>137</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E884"/>
                    </a:solidFill>
                  </a:tcPr>
                </a:tc>
                <a:tc>
                  <a:txBody>
                    <a:bodyPr/>
                    <a:lstStyle/>
                    <a:p>
                      <a:pPr algn="ctr" fontAlgn="ctr"/>
                      <a:r>
                        <a:rPr lang="en-US" sz="1050" b="0" i="0" u="none" strike="noStrike">
                          <a:solidFill>
                            <a:srgbClr val="000000"/>
                          </a:solidFill>
                          <a:effectLst/>
                          <a:latin typeface="Verdana" panose="020B0604030504040204" pitchFamily="34" charset="0"/>
                        </a:rPr>
                        <a:t>284</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DA81"/>
                    </a:solidFill>
                  </a:tcPr>
                </a:tc>
                <a:tc>
                  <a:txBody>
                    <a:bodyPr/>
                    <a:lstStyle/>
                    <a:p>
                      <a:pPr algn="ctr" fontAlgn="ctr"/>
                      <a:r>
                        <a:rPr lang="en-US" sz="1050" b="0" i="0" u="none" strike="noStrike">
                          <a:solidFill>
                            <a:srgbClr val="000000"/>
                          </a:solidFill>
                          <a:effectLst/>
                          <a:latin typeface="Verdana" panose="020B0604030504040204" pitchFamily="34" charset="0"/>
                        </a:rPr>
                        <a:t>253</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DD82"/>
                    </a:solidFill>
                  </a:tcPr>
                </a:tc>
                <a:tc>
                  <a:txBody>
                    <a:bodyPr/>
                    <a:lstStyle/>
                    <a:p>
                      <a:pPr algn="ctr" fontAlgn="ctr"/>
                      <a:r>
                        <a:rPr lang="en-US" sz="1050" b="0" i="0" u="none" strike="noStrike">
                          <a:solidFill>
                            <a:srgbClr val="000000"/>
                          </a:solidFill>
                          <a:effectLst/>
                          <a:latin typeface="Verdana" panose="020B0604030504040204" pitchFamily="34" charset="0"/>
                        </a:rPr>
                        <a:t>183</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4E483"/>
                    </a:solidFill>
                  </a:tcPr>
                </a:tc>
                <a:tc>
                  <a:txBody>
                    <a:bodyPr/>
                    <a:lstStyle/>
                    <a:p>
                      <a:pPr algn="ctr" fontAlgn="ctr"/>
                      <a:r>
                        <a:rPr lang="en-US" sz="1050" b="0" i="0" u="none" strike="noStrike">
                          <a:solidFill>
                            <a:srgbClr val="000000"/>
                          </a:solidFill>
                          <a:effectLst/>
                          <a:latin typeface="Verdana" panose="020B0604030504040204" pitchFamily="34" charset="0"/>
                        </a:rPr>
                        <a:t>67</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D7B"/>
                    </a:solidFill>
                  </a:tcPr>
                </a:tc>
                <a:tc>
                  <a:txBody>
                    <a:bodyPr/>
                    <a:lstStyle/>
                    <a:p>
                      <a:pPr algn="ctr" fontAlgn="ctr"/>
                      <a:r>
                        <a:rPr lang="en-US" sz="1050" b="0" i="0" u="none" strike="noStrike">
                          <a:solidFill>
                            <a:srgbClr val="000000"/>
                          </a:solidFill>
                          <a:effectLst/>
                          <a:latin typeface="Verdana" panose="020B0604030504040204" pitchFamily="34" charset="0"/>
                        </a:rPr>
                        <a:t>27</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8B71"/>
                    </a:solidFill>
                  </a:tcPr>
                </a:tc>
                <a:tc>
                  <a:txBody>
                    <a:bodyPr/>
                    <a:lstStyle/>
                    <a:p>
                      <a:pPr algn="ctr" fontAlgn="ctr"/>
                      <a:r>
                        <a:rPr lang="en-US" sz="1050" b="0" i="0" u="none" strike="noStrike">
                          <a:solidFill>
                            <a:srgbClr val="000000"/>
                          </a:solidFill>
                          <a:effectLst/>
                          <a:latin typeface="Verdana" panose="020B0604030504040204" pitchFamily="34" charset="0"/>
                        </a:rPr>
                        <a:t>8</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736C"/>
                    </a:solidFill>
                  </a:tcPr>
                </a:tc>
                <a:extLst>
                  <a:ext uri="{0D108BD9-81ED-4DB2-BD59-A6C34878D82A}">
                    <a16:rowId xmlns:a16="http://schemas.microsoft.com/office/drawing/2014/main" val="808775660"/>
                  </a:ext>
                </a:extLst>
              </a:tr>
              <a:tr h="78313">
                <a:tc>
                  <a:txBody>
                    <a:bodyPr/>
                    <a:lstStyle/>
                    <a:p>
                      <a:pPr algn="ctr" fontAlgn="b"/>
                      <a:r>
                        <a:rPr lang="en-US" sz="1050" b="1" i="0" u="none" strike="noStrike">
                          <a:solidFill>
                            <a:srgbClr val="000000"/>
                          </a:solidFill>
                          <a:effectLst/>
                          <a:latin typeface="Verdana" panose="020B0604030504040204" pitchFamily="34" charset="0"/>
                        </a:rPr>
                        <a:t>13:00</a:t>
                      </a:r>
                    </a:p>
                  </a:txBody>
                  <a:tcPr marL="3877" marR="3877" marT="38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Verdana" panose="020B0604030504040204" pitchFamily="34" charset="0"/>
                        </a:rPr>
                        <a:t>84</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D37F"/>
                    </a:solidFill>
                  </a:tcPr>
                </a:tc>
                <a:tc>
                  <a:txBody>
                    <a:bodyPr/>
                    <a:lstStyle/>
                    <a:p>
                      <a:pPr algn="ctr" fontAlgn="ctr"/>
                      <a:r>
                        <a:rPr lang="en-US" sz="1050" b="0" i="0" u="none" strike="noStrike">
                          <a:solidFill>
                            <a:srgbClr val="000000"/>
                          </a:solidFill>
                          <a:effectLst/>
                          <a:latin typeface="Verdana" panose="020B0604030504040204" pitchFamily="34" charset="0"/>
                        </a:rPr>
                        <a:t>0</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ctr" fontAlgn="ctr"/>
                      <a:r>
                        <a:rPr lang="en-US" sz="1050" b="0" i="0" u="none" strike="noStrike">
                          <a:solidFill>
                            <a:srgbClr val="000000"/>
                          </a:solidFill>
                          <a:effectLst/>
                          <a:latin typeface="Verdana" panose="020B0604030504040204" pitchFamily="34" charset="0"/>
                        </a:rPr>
                        <a:t>0</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ctr" fontAlgn="ctr"/>
                      <a:r>
                        <a:rPr lang="en-US" sz="1050" b="0" i="0" u="none" strike="noStrike">
                          <a:solidFill>
                            <a:srgbClr val="000000"/>
                          </a:solidFill>
                          <a:effectLst/>
                          <a:latin typeface="Verdana" panose="020B0604030504040204" pitchFamily="34" charset="0"/>
                        </a:rPr>
                        <a:t>0</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ctr" fontAlgn="ctr"/>
                      <a:r>
                        <a:rPr lang="en-US" sz="1050" b="0" i="0" u="none" strike="noStrike">
                          <a:solidFill>
                            <a:srgbClr val="000000"/>
                          </a:solidFill>
                          <a:effectLst/>
                          <a:latin typeface="Verdana" panose="020B0604030504040204" pitchFamily="34" charset="0"/>
                        </a:rPr>
                        <a:t>0</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ctr" fontAlgn="ctr"/>
                      <a:r>
                        <a:rPr lang="en-US" sz="1050" b="0" i="0" u="none" strike="noStrike">
                          <a:solidFill>
                            <a:srgbClr val="000000"/>
                          </a:solidFill>
                          <a:effectLst/>
                          <a:latin typeface="Verdana" panose="020B0604030504040204" pitchFamily="34" charset="0"/>
                        </a:rPr>
                        <a:t>43</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9F75"/>
                    </a:solidFill>
                  </a:tcPr>
                </a:tc>
                <a:tc>
                  <a:txBody>
                    <a:bodyPr/>
                    <a:lstStyle/>
                    <a:p>
                      <a:pPr algn="ctr" fontAlgn="ctr"/>
                      <a:r>
                        <a:rPr lang="en-US" sz="1050" b="0" i="0" u="none" strike="noStrike">
                          <a:solidFill>
                            <a:srgbClr val="000000"/>
                          </a:solidFill>
                          <a:effectLst/>
                          <a:latin typeface="Verdana" panose="020B0604030504040204" pitchFamily="34" charset="0"/>
                        </a:rPr>
                        <a:t>202</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EE283"/>
                    </a:solidFill>
                  </a:tcPr>
                </a:tc>
                <a:tc>
                  <a:txBody>
                    <a:bodyPr/>
                    <a:lstStyle/>
                    <a:p>
                      <a:pPr algn="ctr" fontAlgn="ctr"/>
                      <a:r>
                        <a:rPr lang="en-US" sz="1050" b="0" i="0" u="none" strike="noStrike">
                          <a:solidFill>
                            <a:srgbClr val="000000"/>
                          </a:solidFill>
                          <a:effectLst/>
                          <a:latin typeface="Verdana" panose="020B0604030504040204" pitchFamily="34" charset="0"/>
                        </a:rPr>
                        <a:t>257</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BDC81"/>
                    </a:solidFill>
                  </a:tcPr>
                </a:tc>
                <a:tc>
                  <a:txBody>
                    <a:bodyPr/>
                    <a:lstStyle/>
                    <a:p>
                      <a:pPr algn="ctr" fontAlgn="ctr"/>
                      <a:r>
                        <a:rPr lang="en-US" sz="1050" b="0" i="0" u="none" strike="noStrike">
                          <a:solidFill>
                            <a:srgbClr val="000000"/>
                          </a:solidFill>
                          <a:effectLst/>
                          <a:latin typeface="Verdana" panose="020B0604030504040204" pitchFamily="34" charset="0"/>
                        </a:rPr>
                        <a:t>7</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726C"/>
                    </a:solidFill>
                  </a:tcPr>
                </a:tc>
                <a:tc>
                  <a:txBody>
                    <a:bodyPr/>
                    <a:lstStyle/>
                    <a:p>
                      <a:pPr algn="ctr" fontAlgn="ctr"/>
                      <a:r>
                        <a:rPr lang="en-US" sz="1050" b="0" i="0" u="none" strike="noStrike">
                          <a:solidFill>
                            <a:srgbClr val="000000"/>
                          </a:solidFill>
                          <a:effectLst/>
                          <a:latin typeface="Verdana" panose="020B0604030504040204" pitchFamily="34" charset="0"/>
                        </a:rPr>
                        <a:t>130</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E984"/>
                    </a:solidFill>
                  </a:tcPr>
                </a:tc>
                <a:tc>
                  <a:txBody>
                    <a:bodyPr/>
                    <a:lstStyle/>
                    <a:p>
                      <a:pPr algn="ctr" fontAlgn="ctr"/>
                      <a:r>
                        <a:rPr lang="en-US" sz="1050" b="0" i="0" u="none" strike="noStrike">
                          <a:solidFill>
                            <a:srgbClr val="000000"/>
                          </a:solidFill>
                          <a:effectLst/>
                          <a:latin typeface="Verdana" panose="020B0604030504040204" pitchFamily="34" charset="0"/>
                        </a:rPr>
                        <a:t>149</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0E784"/>
                    </a:solidFill>
                  </a:tcPr>
                </a:tc>
                <a:tc>
                  <a:txBody>
                    <a:bodyPr/>
                    <a:lstStyle/>
                    <a:p>
                      <a:pPr algn="ctr" fontAlgn="ctr"/>
                      <a:r>
                        <a:rPr lang="en-US" sz="1050" b="0" i="0" u="none" strike="noStrike">
                          <a:solidFill>
                            <a:srgbClr val="000000"/>
                          </a:solidFill>
                          <a:effectLst/>
                          <a:latin typeface="Verdana" panose="020B0604030504040204" pitchFamily="34" charset="0"/>
                        </a:rPr>
                        <a:t>202</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EE283"/>
                    </a:solidFill>
                  </a:tcPr>
                </a:tc>
                <a:tc>
                  <a:txBody>
                    <a:bodyPr/>
                    <a:lstStyle/>
                    <a:p>
                      <a:pPr algn="ctr" fontAlgn="ctr"/>
                      <a:r>
                        <a:rPr lang="en-US" sz="1050" b="0" i="0" u="none" strike="noStrike">
                          <a:solidFill>
                            <a:srgbClr val="000000"/>
                          </a:solidFill>
                          <a:effectLst/>
                          <a:latin typeface="Verdana" panose="020B0604030504040204" pitchFamily="34" charset="0"/>
                        </a:rPr>
                        <a:t>171</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583"/>
                    </a:solidFill>
                  </a:tcPr>
                </a:tc>
                <a:tc>
                  <a:txBody>
                    <a:bodyPr/>
                    <a:lstStyle/>
                    <a:p>
                      <a:pPr algn="ctr" fontAlgn="ctr"/>
                      <a:r>
                        <a:rPr lang="en-US" sz="1050" b="0" i="0" u="none" strike="noStrike">
                          <a:solidFill>
                            <a:srgbClr val="000000"/>
                          </a:solidFill>
                          <a:effectLst/>
                          <a:latin typeface="Verdana" panose="020B0604030504040204" pitchFamily="34" charset="0"/>
                        </a:rPr>
                        <a:t>122</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EA84"/>
                    </a:solidFill>
                  </a:tcPr>
                </a:tc>
                <a:tc>
                  <a:txBody>
                    <a:bodyPr/>
                    <a:lstStyle/>
                    <a:p>
                      <a:pPr algn="ctr" fontAlgn="ctr"/>
                      <a:r>
                        <a:rPr lang="en-US" sz="1050" b="0" i="0" u="none" strike="noStrike">
                          <a:solidFill>
                            <a:srgbClr val="000000"/>
                          </a:solidFill>
                          <a:effectLst/>
                          <a:latin typeface="Verdana" panose="020B0604030504040204" pitchFamily="34" charset="0"/>
                        </a:rPr>
                        <a:t>108</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B84"/>
                    </a:solidFill>
                  </a:tcPr>
                </a:tc>
                <a:tc>
                  <a:txBody>
                    <a:bodyPr/>
                    <a:lstStyle/>
                    <a:p>
                      <a:pPr algn="ctr" fontAlgn="ctr"/>
                      <a:r>
                        <a:rPr lang="en-US" sz="1050" b="0" i="0" u="none" strike="noStrike">
                          <a:solidFill>
                            <a:srgbClr val="000000"/>
                          </a:solidFill>
                          <a:effectLst/>
                          <a:latin typeface="Verdana" panose="020B0604030504040204" pitchFamily="34" charset="0"/>
                        </a:rPr>
                        <a:t>189</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383"/>
                    </a:solidFill>
                  </a:tcPr>
                </a:tc>
                <a:tc>
                  <a:txBody>
                    <a:bodyPr/>
                    <a:lstStyle/>
                    <a:p>
                      <a:pPr algn="ctr" fontAlgn="ctr"/>
                      <a:r>
                        <a:rPr lang="en-US" sz="1050" b="0" i="0" u="none" strike="noStrike">
                          <a:solidFill>
                            <a:srgbClr val="000000"/>
                          </a:solidFill>
                          <a:effectLst/>
                          <a:latin typeface="Verdana" panose="020B0604030504040204" pitchFamily="34" charset="0"/>
                        </a:rPr>
                        <a:t>232</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4DF82"/>
                    </a:solidFill>
                  </a:tcPr>
                </a:tc>
                <a:tc>
                  <a:txBody>
                    <a:bodyPr/>
                    <a:lstStyle/>
                    <a:p>
                      <a:pPr algn="ctr" fontAlgn="ctr"/>
                      <a:r>
                        <a:rPr lang="en-US" sz="1050" b="0" i="0" u="none" strike="noStrike">
                          <a:solidFill>
                            <a:srgbClr val="000000"/>
                          </a:solidFill>
                          <a:effectLst/>
                          <a:latin typeface="Verdana" panose="020B0604030504040204" pitchFamily="34" charset="0"/>
                        </a:rPr>
                        <a:t>267</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8DB81"/>
                    </a:solidFill>
                  </a:tcPr>
                </a:tc>
                <a:tc>
                  <a:txBody>
                    <a:bodyPr/>
                    <a:lstStyle/>
                    <a:p>
                      <a:pPr algn="ctr" fontAlgn="ctr"/>
                      <a:r>
                        <a:rPr lang="en-US" sz="1050" b="0" i="0" u="none" strike="noStrike">
                          <a:solidFill>
                            <a:srgbClr val="000000"/>
                          </a:solidFill>
                          <a:effectLst/>
                          <a:latin typeface="Verdana" panose="020B0604030504040204" pitchFamily="34" charset="0"/>
                        </a:rPr>
                        <a:t>310</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9D780"/>
                    </a:solidFill>
                  </a:tcPr>
                </a:tc>
                <a:tc>
                  <a:txBody>
                    <a:bodyPr/>
                    <a:lstStyle/>
                    <a:p>
                      <a:pPr algn="ctr" fontAlgn="ctr"/>
                      <a:r>
                        <a:rPr lang="en-US" sz="1050" b="0" i="0" u="none" strike="noStrike">
                          <a:solidFill>
                            <a:srgbClr val="000000"/>
                          </a:solidFill>
                          <a:effectLst/>
                          <a:latin typeface="Verdana" panose="020B0604030504040204" pitchFamily="34" charset="0"/>
                        </a:rPr>
                        <a:t>275</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B81"/>
                    </a:solidFill>
                  </a:tcPr>
                </a:tc>
                <a:tc>
                  <a:txBody>
                    <a:bodyPr/>
                    <a:lstStyle/>
                    <a:p>
                      <a:pPr algn="ctr" fontAlgn="ctr"/>
                      <a:r>
                        <a:rPr lang="en-US" sz="1050" b="0" i="0" u="none" strike="noStrike">
                          <a:solidFill>
                            <a:srgbClr val="000000"/>
                          </a:solidFill>
                          <a:effectLst/>
                          <a:latin typeface="Verdana" panose="020B0604030504040204" pitchFamily="34" charset="0"/>
                        </a:rPr>
                        <a:t>51</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977"/>
                    </a:solidFill>
                  </a:tcPr>
                </a:tc>
                <a:tc>
                  <a:txBody>
                    <a:bodyPr/>
                    <a:lstStyle/>
                    <a:p>
                      <a:pPr algn="ctr" fontAlgn="ctr"/>
                      <a:r>
                        <a:rPr lang="en-US" sz="1050" b="0" i="0" u="none" strike="noStrike">
                          <a:solidFill>
                            <a:srgbClr val="000000"/>
                          </a:solidFill>
                          <a:effectLst/>
                          <a:latin typeface="Verdana" panose="020B0604030504040204" pitchFamily="34" charset="0"/>
                        </a:rPr>
                        <a:t>4</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E6C"/>
                    </a:solidFill>
                  </a:tcPr>
                </a:tc>
                <a:tc>
                  <a:txBody>
                    <a:bodyPr/>
                    <a:lstStyle/>
                    <a:p>
                      <a:pPr algn="ctr" fontAlgn="ctr"/>
                      <a:r>
                        <a:rPr lang="en-US" sz="1050" b="0" i="0" u="none" strike="noStrike">
                          <a:solidFill>
                            <a:srgbClr val="000000"/>
                          </a:solidFill>
                          <a:effectLst/>
                          <a:latin typeface="Verdana" panose="020B0604030504040204" pitchFamily="34" charset="0"/>
                        </a:rPr>
                        <a:t>9</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746D"/>
                    </a:solidFill>
                  </a:tcPr>
                </a:tc>
                <a:tc>
                  <a:txBody>
                    <a:bodyPr/>
                    <a:lstStyle/>
                    <a:p>
                      <a:pPr algn="ctr" fontAlgn="ctr"/>
                      <a:r>
                        <a:rPr lang="en-US" sz="1050" b="0" i="0" u="none" strike="noStrike">
                          <a:solidFill>
                            <a:srgbClr val="000000"/>
                          </a:solidFill>
                          <a:effectLst/>
                          <a:latin typeface="Verdana" panose="020B0604030504040204" pitchFamily="34" charset="0"/>
                        </a:rPr>
                        <a:t>181</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5E483"/>
                    </a:solidFill>
                  </a:tcPr>
                </a:tc>
                <a:tc>
                  <a:txBody>
                    <a:bodyPr/>
                    <a:lstStyle/>
                    <a:p>
                      <a:pPr algn="ctr" fontAlgn="ctr"/>
                      <a:r>
                        <a:rPr lang="en-US" sz="1050" b="0" i="0" u="none" strike="noStrike">
                          <a:solidFill>
                            <a:srgbClr val="000000"/>
                          </a:solidFill>
                          <a:effectLst/>
                          <a:latin typeface="Verdana" panose="020B0604030504040204" pitchFamily="34" charset="0"/>
                        </a:rPr>
                        <a:t>472</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2C77D"/>
                    </a:solidFill>
                  </a:tcPr>
                </a:tc>
                <a:tc>
                  <a:txBody>
                    <a:bodyPr/>
                    <a:lstStyle/>
                    <a:p>
                      <a:pPr algn="ctr" fontAlgn="ctr"/>
                      <a:r>
                        <a:rPr lang="en-US" sz="1050" b="0" i="0" u="none" strike="noStrike">
                          <a:solidFill>
                            <a:srgbClr val="000000"/>
                          </a:solidFill>
                          <a:effectLst/>
                          <a:latin typeface="Verdana" panose="020B0604030504040204" pitchFamily="34" charset="0"/>
                        </a:rPr>
                        <a:t>296</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ED981"/>
                    </a:solidFill>
                  </a:tcPr>
                </a:tc>
                <a:tc>
                  <a:txBody>
                    <a:bodyPr/>
                    <a:lstStyle/>
                    <a:p>
                      <a:pPr algn="ctr" fontAlgn="ctr"/>
                      <a:r>
                        <a:rPr lang="en-US" sz="1050" b="0" i="0" u="none" strike="noStrike">
                          <a:solidFill>
                            <a:srgbClr val="000000"/>
                          </a:solidFill>
                          <a:effectLst/>
                          <a:latin typeface="Verdana" panose="020B0604030504040204" pitchFamily="34" charset="0"/>
                        </a:rPr>
                        <a:t>197</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FE283"/>
                    </a:solidFill>
                  </a:tcPr>
                </a:tc>
                <a:tc>
                  <a:txBody>
                    <a:bodyPr/>
                    <a:lstStyle/>
                    <a:p>
                      <a:pPr algn="ctr" fontAlgn="ctr"/>
                      <a:r>
                        <a:rPr lang="en-US" sz="1050" b="0" i="0" u="none" strike="noStrike">
                          <a:solidFill>
                            <a:srgbClr val="000000"/>
                          </a:solidFill>
                          <a:effectLst/>
                          <a:latin typeface="Verdana" panose="020B0604030504040204" pitchFamily="34" charset="0"/>
                        </a:rPr>
                        <a:t>152</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FE784"/>
                    </a:solidFill>
                  </a:tcPr>
                </a:tc>
                <a:tc>
                  <a:txBody>
                    <a:bodyPr/>
                    <a:lstStyle/>
                    <a:p>
                      <a:pPr algn="ctr" fontAlgn="ctr"/>
                      <a:r>
                        <a:rPr lang="en-US" sz="1050" b="0" i="0" u="none" strike="noStrike">
                          <a:solidFill>
                            <a:srgbClr val="000000"/>
                          </a:solidFill>
                          <a:effectLst/>
                          <a:latin typeface="Verdana" panose="020B0604030504040204" pitchFamily="34" charset="0"/>
                        </a:rPr>
                        <a:t>50</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777"/>
                    </a:solidFill>
                  </a:tcPr>
                </a:tc>
                <a:tc>
                  <a:txBody>
                    <a:bodyPr/>
                    <a:lstStyle/>
                    <a:p>
                      <a:pPr algn="ctr" fontAlgn="ctr"/>
                      <a:r>
                        <a:rPr lang="en-US" sz="1050" b="0" i="0" u="none" strike="noStrike">
                          <a:solidFill>
                            <a:srgbClr val="000000"/>
                          </a:solidFill>
                          <a:effectLst/>
                          <a:latin typeface="Verdana" panose="020B0604030504040204" pitchFamily="34" charset="0"/>
                        </a:rPr>
                        <a:t>3</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D6B"/>
                    </a:solidFill>
                  </a:tcPr>
                </a:tc>
                <a:extLst>
                  <a:ext uri="{0D108BD9-81ED-4DB2-BD59-A6C34878D82A}">
                    <a16:rowId xmlns:a16="http://schemas.microsoft.com/office/drawing/2014/main" val="147674061"/>
                  </a:ext>
                </a:extLst>
              </a:tr>
              <a:tr h="78313">
                <a:tc>
                  <a:txBody>
                    <a:bodyPr/>
                    <a:lstStyle/>
                    <a:p>
                      <a:pPr algn="ctr" fontAlgn="b"/>
                      <a:r>
                        <a:rPr lang="en-US" sz="1050" b="1" i="0" u="none" strike="noStrike">
                          <a:solidFill>
                            <a:srgbClr val="000000"/>
                          </a:solidFill>
                          <a:effectLst/>
                          <a:latin typeface="Verdana" panose="020B0604030504040204" pitchFamily="34" charset="0"/>
                        </a:rPr>
                        <a:t>14:00</a:t>
                      </a:r>
                    </a:p>
                  </a:txBody>
                  <a:tcPr marL="3877" marR="3877" marT="38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Verdana" panose="020B0604030504040204" pitchFamily="34" charset="0"/>
                        </a:rPr>
                        <a:t>71</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C27C"/>
                    </a:solidFill>
                  </a:tcPr>
                </a:tc>
                <a:tc>
                  <a:txBody>
                    <a:bodyPr/>
                    <a:lstStyle/>
                    <a:p>
                      <a:pPr algn="ctr" fontAlgn="ctr"/>
                      <a:r>
                        <a:rPr lang="en-US" sz="1050" b="0" i="0" u="none" strike="noStrike">
                          <a:solidFill>
                            <a:srgbClr val="000000"/>
                          </a:solidFill>
                          <a:effectLst/>
                          <a:latin typeface="Verdana" panose="020B0604030504040204" pitchFamily="34" charset="0"/>
                        </a:rPr>
                        <a:t>0</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ctr" fontAlgn="ctr"/>
                      <a:r>
                        <a:rPr lang="en-US" sz="1050" b="0" i="0" u="none" strike="noStrike">
                          <a:solidFill>
                            <a:srgbClr val="000000"/>
                          </a:solidFill>
                          <a:effectLst/>
                          <a:latin typeface="Verdana" panose="020B0604030504040204" pitchFamily="34" charset="0"/>
                        </a:rPr>
                        <a:t>0</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ctr" fontAlgn="ctr"/>
                      <a:r>
                        <a:rPr lang="en-US" sz="1050" b="0" i="0" u="none" strike="noStrike">
                          <a:solidFill>
                            <a:srgbClr val="000000"/>
                          </a:solidFill>
                          <a:effectLst/>
                          <a:latin typeface="Verdana" panose="020B0604030504040204" pitchFamily="34" charset="0"/>
                        </a:rPr>
                        <a:t>0</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ctr" fontAlgn="ctr"/>
                      <a:r>
                        <a:rPr lang="en-US" sz="1050" b="0" i="0" u="none" strike="noStrike">
                          <a:solidFill>
                            <a:srgbClr val="000000"/>
                          </a:solidFill>
                          <a:effectLst/>
                          <a:latin typeface="Verdana" panose="020B0604030504040204" pitchFamily="34" charset="0"/>
                        </a:rPr>
                        <a:t>0</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ctr" fontAlgn="ctr"/>
                      <a:r>
                        <a:rPr lang="en-US" sz="1050" b="0" i="0" u="none" strike="noStrike">
                          <a:solidFill>
                            <a:srgbClr val="000000"/>
                          </a:solidFill>
                          <a:effectLst/>
                          <a:latin typeface="Verdana" panose="020B0604030504040204" pitchFamily="34" charset="0"/>
                        </a:rPr>
                        <a:t>67</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D7B"/>
                    </a:solidFill>
                  </a:tcPr>
                </a:tc>
                <a:tc>
                  <a:txBody>
                    <a:bodyPr/>
                    <a:lstStyle/>
                    <a:p>
                      <a:pPr algn="ctr" fontAlgn="ctr"/>
                      <a:r>
                        <a:rPr lang="en-US" sz="1050" b="0" i="0" u="none" strike="noStrike">
                          <a:solidFill>
                            <a:srgbClr val="000000"/>
                          </a:solidFill>
                          <a:effectLst/>
                          <a:latin typeface="Verdana" panose="020B0604030504040204" pitchFamily="34" charset="0"/>
                        </a:rPr>
                        <a:t>216</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082"/>
                    </a:solidFill>
                  </a:tcPr>
                </a:tc>
                <a:tc>
                  <a:txBody>
                    <a:bodyPr/>
                    <a:lstStyle/>
                    <a:p>
                      <a:pPr algn="ctr" fontAlgn="ctr"/>
                      <a:r>
                        <a:rPr lang="en-US" sz="1050" b="0" i="0" u="none" strike="noStrike">
                          <a:solidFill>
                            <a:srgbClr val="000000"/>
                          </a:solidFill>
                          <a:effectLst/>
                          <a:latin typeface="Verdana" panose="020B0604030504040204" pitchFamily="34" charset="0"/>
                        </a:rPr>
                        <a:t>329</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2D580"/>
                    </a:solidFill>
                  </a:tcPr>
                </a:tc>
                <a:tc>
                  <a:txBody>
                    <a:bodyPr/>
                    <a:lstStyle/>
                    <a:p>
                      <a:pPr algn="ctr" fontAlgn="ctr"/>
                      <a:r>
                        <a:rPr lang="en-US" sz="1050" b="0" i="0" u="none" strike="noStrike">
                          <a:solidFill>
                            <a:srgbClr val="000000"/>
                          </a:solidFill>
                          <a:effectLst/>
                          <a:latin typeface="Verdana" panose="020B0604030504040204" pitchFamily="34" charset="0"/>
                        </a:rPr>
                        <a:t>46</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276"/>
                    </a:solidFill>
                  </a:tcPr>
                </a:tc>
                <a:tc>
                  <a:txBody>
                    <a:bodyPr/>
                    <a:lstStyle/>
                    <a:p>
                      <a:pPr algn="ctr" fontAlgn="ctr"/>
                      <a:r>
                        <a:rPr lang="en-US" sz="1050" b="0" i="0" u="none" strike="noStrike">
                          <a:solidFill>
                            <a:srgbClr val="000000"/>
                          </a:solidFill>
                          <a:effectLst/>
                          <a:latin typeface="Verdana" panose="020B0604030504040204" pitchFamily="34" charset="0"/>
                        </a:rPr>
                        <a:t>128</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E984"/>
                    </a:solidFill>
                  </a:tcPr>
                </a:tc>
                <a:tc>
                  <a:txBody>
                    <a:bodyPr/>
                    <a:lstStyle/>
                    <a:p>
                      <a:pPr algn="ctr" fontAlgn="ctr"/>
                      <a:r>
                        <a:rPr lang="en-US" sz="1050" b="0" i="0" u="none" strike="noStrike">
                          <a:solidFill>
                            <a:srgbClr val="000000"/>
                          </a:solidFill>
                          <a:effectLst/>
                          <a:latin typeface="Verdana" panose="020B0604030504040204" pitchFamily="34" charset="0"/>
                        </a:rPr>
                        <a:t>156</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E683"/>
                    </a:solidFill>
                  </a:tcPr>
                </a:tc>
                <a:tc>
                  <a:txBody>
                    <a:bodyPr/>
                    <a:lstStyle/>
                    <a:p>
                      <a:pPr algn="ctr" fontAlgn="ctr"/>
                      <a:r>
                        <a:rPr lang="en-US" sz="1050" b="0" i="0" u="none" strike="noStrike">
                          <a:solidFill>
                            <a:srgbClr val="000000"/>
                          </a:solidFill>
                          <a:effectLst/>
                          <a:latin typeface="Verdana" panose="020B0604030504040204" pitchFamily="34" charset="0"/>
                        </a:rPr>
                        <a:t>235</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2DE82"/>
                    </a:solidFill>
                  </a:tcPr>
                </a:tc>
                <a:tc>
                  <a:txBody>
                    <a:bodyPr/>
                    <a:lstStyle/>
                    <a:p>
                      <a:pPr algn="ctr" fontAlgn="ctr"/>
                      <a:r>
                        <a:rPr lang="en-US" sz="1050" b="0" i="0" u="none" strike="noStrike">
                          <a:solidFill>
                            <a:srgbClr val="000000"/>
                          </a:solidFill>
                          <a:effectLst/>
                          <a:latin typeface="Verdana" panose="020B0604030504040204" pitchFamily="34" charset="0"/>
                        </a:rPr>
                        <a:t>244</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E82"/>
                    </a:solidFill>
                  </a:tcPr>
                </a:tc>
                <a:tc>
                  <a:txBody>
                    <a:bodyPr/>
                    <a:lstStyle/>
                    <a:p>
                      <a:pPr algn="ctr" fontAlgn="ctr"/>
                      <a:r>
                        <a:rPr lang="en-US" sz="1050" b="0" i="0" u="none" strike="noStrike">
                          <a:solidFill>
                            <a:srgbClr val="000000"/>
                          </a:solidFill>
                          <a:effectLst/>
                          <a:latin typeface="Verdana" panose="020B0604030504040204" pitchFamily="34" charset="0"/>
                        </a:rPr>
                        <a:t>174</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583"/>
                    </a:solidFill>
                  </a:tcPr>
                </a:tc>
                <a:tc>
                  <a:txBody>
                    <a:bodyPr/>
                    <a:lstStyle/>
                    <a:p>
                      <a:pPr algn="ctr" fontAlgn="ctr"/>
                      <a:r>
                        <a:rPr lang="en-US" sz="1050" b="0" i="0" u="none" strike="noStrike">
                          <a:solidFill>
                            <a:srgbClr val="000000"/>
                          </a:solidFill>
                          <a:effectLst/>
                          <a:latin typeface="Verdana" panose="020B0604030504040204" pitchFamily="34" charset="0"/>
                        </a:rPr>
                        <a:t>139</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3E884"/>
                    </a:solidFill>
                  </a:tcPr>
                </a:tc>
                <a:tc>
                  <a:txBody>
                    <a:bodyPr/>
                    <a:lstStyle/>
                    <a:p>
                      <a:pPr algn="ctr" fontAlgn="ctr"/>
                      <a:r>
                        <a:rPr lang="en-US" sz="1050" b="0" i="0" u="none" strike="noStrike">
                          <a:solidFill>
                            <a:srgbClr val="000000"/>
                          </a:solidFill>
                          <a:effectLst/>
                          <a:latin typeface="Verdana" panose="020B0604030504040204" pitchFamily="34" charset="0"/>
                        </a:rPr>
                        <a:t>228</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5DF82"/>
                    </a:solidFill>
                  </a:tcPr>
                </a:tc>
                <a:tc>
                  <a:txBody>
                    <a:bodyPr/>
                    <a:lstStyle/>
                    <a:p>
                      <a:pPr algn="ctr" fontAlgn="ctr"/>
                      <a:r>
                        <a:rPr lang="en-US" sz="1050" b="0" i="0" u="none" strike="noStrike">
                          <a:solidFill>
                            <a:srgbClr val="000000"/>
                          </a:solidFill>
                          <a:effectLst/>
                          <a:latin typeface="Verdana" panose="020B0604030504040204" pitchFamily="34" charset="0"/>
                        </a:rPr>
                        <a:t>282</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DA81"/>
                    </a:solidFill>
                  </a:tcPr>
                </a:tc>
                <a:tc>
                  <a:txBody>
                    <a:bodyPr/>
                    <a:lstStyle/>
                    <a:p>
                      <a:pPr algn="ctr" fontAlgn="ctr"/>
                      <a:r>
                        <a:rPr lang="en-US" sz="1050" b="0" i="0" u="none" strike="noStrike">
                          <a:solidFill>
                            <a:srgbClr val="000000"/>
                          </a:solidFill>
                          <a:effectLst/>
                          <a:latin typeface="Verdana" panose="020B0604030504040204" pitchFamily="34" charset="0"/>
                        </a:rPr>
                        <a:t>339</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FD480"/>
                    </a:solidFill>
                  </a:tcPr>
                </a:tc>
                <a:tc>
                  <a:txBody>
                    <a:bodyPr/>
                    <a:lstStyle/>
                    <a:p>
                      <a:pPr algn="ctr" fontAlgn="ctr"/>
                      <a:r>
                        <a:rPr lang="en-US" sz="1050" b="0" i="0" u="none" strike="noStrike">
                          <a:solidFill>
                            <a:srgbClr val="000000"/>
                          </a:solidFill>
                          <a:effectLst/>
                          <a:latin typeface="Verdana" panose="020B0604030504040204" pitchFamily="34" charset="0"/>
                        </a:rPr>
                        <a:t>357</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380"/>
                    </a:solidFill>
                  </a:tcPr>
                </a:tc>
                <a:tc>
                  <a:txBody>
                    <a:bodyPr/>
                    <a:lstStyle/>
                    <a:p>
                      <a:pPr algn="ctr" fontAlgn="ctr"/>
                      <a:r>
                        <a:rPr lang="en-US" sz="1050" b="0" i="0" u="none" strike="noStrike">
                          <a:solidFill>
                            <a:srgbClr val="000000"/>
                          </a:solidFill>
                          <a:effectLst/>
                          <a:latin typeface="Verdana" panose="020B0604030504040204" pitchFamily="34" charset="0"/>
                        </a:rPr>
                        <a:t>331</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2D580"/>
                    </a:solidFill>
                  </a:tcPr>
                </a:tc>
                <a:tc>
                  <a:txBody>
                    <a:bodyPr/>
                    <a:lstStyle/>
                    <a:p>
                      <a:pPr algn="ctr" fontAlgn="ctr"/>
                      <a:r>
                        <a:rPr lang="en-US" sz="1050" b="0" i="0" u="none" strike="noStrike">
                          <a:solidFill>
                            <a:srgbClr val="000000"/>
                          </a:solidFill>
                          <a:effectLst/>
                          <a:latin typeface="Verdana" panose="020B0604030504040204" pitchFamily="34" charset="0"/>
                        </a:rPr>
                        <a:t>105</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B84"/>
                    </a:solidFill>
                  </a:tcPr>
                </a:tc>
                <a:tc>
                  <a:txBody>
                    <a:bodyPr/>
                    <a:lstStyle/>
                    <a:p>
                      <a:pPr algn="ctr" fontAlgn="ctr"/>
                      <a:r>
                        <a:rPr lang="en-US" sz="1050" b="0" i="0" u="none" strike="noStrike">
                          <a:solidFill>
                            <a:srgbClr val="000000"/>
                          </a:solidFill>
                          <a:effectLst/>
                          <a:latin typeface="Verdana" panose="020B0604030504040204" pitchFamily="34" charset="0"/>
                        </a:rPr>
                        <a:t>77</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C97D"/>
                    </a:solidFill>
                  </a:tcPr>
                </a:tc>
                <a:tc>
                  <a:txBody>
                    <a:bodyPr/>
                    <a:lstStyle/>
                    <a:p>
                      <a:pPr algn="ctr" fontAlgn="ctr"/>
                      <a:r>
                        <a:rPr lang="en-US" sz="1050" b="0" i="0" u="none" strike="noStrike">
                          <a:solidFill>
                            <a:srgbClr val="000000"/>
                          </a:solidFill>
                          <a:effectLst/>
                          <a:latin typeface="Verdana" panose="020B0604030504040204" pitchFamily="34" charset="0"/>
                        </a:rPr>
                        <a:t>4</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E6C"/>
                    </a:solidFill>
                  </a:tcPr>
                </a:tc>
                <a:tc>
                  <a:txBody>
                    <a:bodyPr/>
                    <a:lstStyle/>
                    <a:p>
                      <a:pPr algn="ctr" fontAlgn="ctr"/>
                      <a:r>
                        <a:rPr lang="en-US" sz="1050" b="0" i="0" u="none" strike="noStrike">
                          <a:solidFill>
                            <a:srgbClr val="000000"/>
                          </a:solidFill>
                          <a:effectLst/>
                          <a:latin typeface="Verdana" panose="020B0604030504040204" pitchFamily="34" charset="0"/>
                        </a:rPr>
                        <a:t>193</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1E383"/>
                    </a:solidFill>
                  </a:tcPr>
                </a:tc>
                <a:tc>
                  <a:txBody>
                    <a:bodyPr/>
                    <a:lstStyle/>
                    <a:p>
                      <a:pPr algn="ctr" fontAlgn="ctr"/>
                      <a:r>
                        <a:rPr lang="en-US" sz="1050" b="0" i="0" u="none" strike="noStrike">
                          <a:solidFill>
                            <a:srgbClr val="000000"/>
                          </a:solidFill>
                          <a:effectLst/>
                          <a:latin typeface="Verdana" panose="020B0604030504040204" pitchFamily="34" charset="0"/>
                        </a:rPr>
                        <a:t>438</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DCB7E"/>
                    </a:solidFill>
                  </a:tcPr>
                </a:tc>
                <a:tc>
                  <a:txBody>
                    <a:bodyPr/>
                    <a:lstStyle/>
                    <a:p>
                      <a:pPr algn="ctr" fontAlgn="ctr"/>
                      <a:r>
                        <a:rPr lang="en-US" sz="1050" b="0" i="0" u="none" strike="noStrike">
                          <a:solidFill>
                            <a:srgbClr val="000000"/>
                          </a:solidFill>
                          <a:effectLst/>
                          <a:latin typeface="Verdana" panose="020B0604030504040204" pitchFamily="34" charset="0"/>
                        </a:rPr>
                        <a:t>255</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DD82"/>
                    </a:solidFill>
                  </a:tcPr>
                </a:tc>
                <a:tc>
                  <a:txBody>
                    <a:bodyPr/>
                    <a:lstStyle/>
                    <a:p>
                      <a:pPr algn="ctr" fontAlgn="ctr"/>
                      <a:r>
                        <a:rPr lang="en-US" sz="1050" b="0" i="0" u="none" strike="noStrike">
                          <a:solidFill>
                            <a:srgbClr val="000000"/>
                          </a:solidFill>
                          <a:effectLst/>
                          <a:latin typeface="Verdana" panose="020B0604030504040204" pitchFamily="34" charset="0"/>
                        </a:rPr>
                        <a:t>241</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1DE82"/>
                    </a:solidFill>
                  </a:tcPr>
                </a:tc>
                <a:tc>
                  <a:txBody>
                    <a:bodyPr/>
                    <a:lstStyle/>
                    <a:p>
                      <a:pPr algn="ctr" fontAlgn="ctr"/>
                      <a:r>
                        <a:rPr lang="en-US" sz="1050" b="0" i="0" u="none" strike="noStrike">
                          <a:solidFill>
                            <a:srgbClr val="000000"/>
                          </a:solidFill>
                          <a:effectLst/>
                          <a:latin typeface="Verdana" panose="020B0604030504040204" pitchFamily="34" charset="0"/>
                        </a:rPr>
                        <a:t>193</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1E383"/>
                    </a:solidFill>
                  </a:tcPr>
                </a:tc>
                <a:tc>
                  <a:txBody>
                    <a:bodyPr/>
                    <a:lstStyle/>
                    <a:p>
                      <a:pPr algn="ctr" fontAlgn="ctr"/>
                      <a:r>
                        <a:rPr lang="en-US" sz="1050" b="0" i="0" u="none" strike="noStrike">
                          <a:solidFill>
                            <a:srgbClr val="000000"/>
                          </a:solidFill>
                          <a:effectLst/>
                          <a:latin typeface="Verdana" panose="020B0604030504040204" pitchFamily="34" charset="0"/>
                        </a:rPr>
                        <a:t>110</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B84"/>
                    </a:solidFill>
                  </a:tcPr>
                </a:tc>
                <a:tc>
                  <a:txBody>
                    <a:bodyPr/>
                    <a:lstStyle/>
                    <a:p>
                      <a:pPr algn="ctr" fontAlgn="ctr"/>
                      <a:r>
                        <a:rPr lang="en-US" sz="1050" b="0" i="0" u="none" strike="noStrike">
                          <a:solidFill>
                            <a:srgbClr val="000000"/>
                          </a:solidFill>
                          <a:effectLst/>
                          <a:latin typeface="Verdana" panose="020B0604030504040204" pitchFamily="34" charset="0"/>
                        </a:rPr>
                        <a:t>32</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9172"/>
                    </a:solidFill>
                  </a:tcPr>
                </a:tc>
                <a:extLst>
                  <a:ext uri="{0D108BD9-81ED-4DB2-BD59-A6C34878D82A}">
                    <a16:rowId xmlns:a16="http://schemas.microsoft.com/office/drawing/2014/main" val="85293637"/>
                  </a:ext>
                </a:extLst>
              </a:tr>
              <a:tr h="78313">
                <a:tc>
                  <a:txBody>
                    <a:bodyPr/>
                    <a:lstStyle/>
                    <a:p>
                      <a:pPr algn="ctr" fontAlgn="b"/>
                      <a:r>
                        <a:rPr lang="en-US" sz="1050" b="1" i="0" u="none" strike="noStrike">
                          <a:solidFill>
                            <a:srgbClr val="000000"/>
                          </a:solidFill>
                          <a:effectLst/>
                          <a:latin typeface="Verdana" panose="020B0604030504040204" pitchFamily="34" charset="0"/>
                        </a:rPr>
                        <a:t>15:00</a:t>
                      </a:r>
                    </a:p>
                  </a:txBody>
                  <a:tcPr marL="3877" marR="3877" marT="38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Verdana" panose="020B0604030504040204" pitchFamily="34" charset="0"/>
                        </a:rPr>
                        <a:t>125</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E984"/>
                    </a:solidFill>
                  </a:tcPr>
                </a:tc>
                <a:tc>
                  <a:txBody>
                    <a:bodyPr/>
                    <a:lstStyle/>
                    <a:p>
                      <a:pPr algn="ctr" fontAlgn="ctr"/>
                      <a:r>
                        <a:rPr lang="en-US" sz="1050" b="0" i="0" u="none" strike="noStrike">
                          <a:solidFill>
                            <a:srgbClr val="000000"/>
                          </a:solidFill>
                          <a:effectLst/>
                          <a:latin typeface="Verdana" panose="020B0604030504040204" pitchFamily="34" charset="0"/>
                        </a:rPr>
                        <a:t>0</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ctr" fontAlgn="ctr"/>
                      <a:r>
                        <a:rPr lang="en-US" sz="1050" b="0" i="0" u="none" strike="noStrike">
                          <a:solidFill>
                            <a:srgbClr val="000000"/>
                          </a:solidFill>
                          <a:effectLst/>
                          <a:latin typeface="Verdana" panose="020B0604030504040204" pitchFamily="34" charset="0"/>
                        </a:rPr>
                        <a:t>22</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8470"/>
                    </a:solidFill>
                  </a:tcPr>
                </a:tc>
                <a:tc>
                  <a:txBody>
                    <a:bodyPr/>
                    <a:lstStyle/>
                    <a:p>
                      <a:pPr algn="ctr" fontAlgn="ctr"/>
                      <a:r>
                        <a:rPr lang="en-US" sz="1050" b="0" i="0" u="none" strike="noStrike">
                          <a:solidFill>
                            <a:srgbClr val="000000"/>
                          </a:solidFill>
                          <a:effectLst/>
                          <a:latin typeface="Verdana" panose="020B0604030504040204" pitchFamily="34" charset="0"/>
                        </a:rPr>
                        <a:t>6</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706C"/>
                    </a:solidFill>
                  </a:tcPr>
                </a:tc>
                <a:tc>
                  <a:txBody>
                    <a:bodyPr/>
                    <a:lstStyle/>
                    <a:p>
                      <a:pPr algn="ctr" fontAlgn="ctr"/>
                      <a:r>
                        <a:rPr lang="en-US" sz="1050" b="0" i="0" u="none" strike="noStrike">
                          <a:solidFill>
                            <a:srgbClr val="000000"/>
                          </a:solidFill>
                          <a:effectLst/>
                          <a:latin typeface="Verdana" panose="020B0604030504040204" pitchFamily="34" charset="0"/>
                        </a:rPr>
                        <a:t>0</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ctr" fontAlgn="ctr"/>
                      <a:r>
                        <a:rPr lang="en-US" sz="1050" b="0" i="0" u="none" strike="noStrike">
                          <a:solidFill>
                            <a:srgbClr val="000000"/>
                          </a:solidFill>
                          <a:effectLst/>
                          <a:latin typeface="Verdana" panose="020B0604030504040204" pitchFamily="34" charset="0"/>
                        </a:rPr>
                        <a:t>62</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77A"/>
                    </a:solidFill>
                  </a:tcPr>
                </a:tc>
                <a:tc>
                  <a:txBody>
                    <a:bodyPr/>
                    <a:lstStyle/>
                    <a:p>
                      <a:pPr algn="ctr" fontAlgn="ctr"/>
                      <a:r>
                        <a:rPr lang="en-US" sz="1050" b="0" i="0" u="none" strike="noStrike">
                          <a:solidFill>
                            <a:srgbClr val="000000"/>
                          </a:solidFill>
                          <a:effectLst/>
                          <a:latin typeface="Verdana" panose="020B0604030504040204" pitchFamily="34" charset="0"/>
                        </a:rPr>
                        <a:t>187</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3E383"/>
                    </a:solidFill>
                  </a:tcPr>
                </a:tc>
                <a:tc>
                  <a:txBody>
                    <a:bodyPr/>
                    <a:lstStyle/>
                    <a:p>
                      <a:pPr algn="ctr" fontAlgn="ctr"/>
                      <a:r>
                        <a:rPr lang="en-US" sz="1050" b="0" i="0" u="none" strike="noStrike">
                          <a:solidFill>
                            <a:srgbClr val="000000"/>
                          </a:solidFill>
                          <a:effectLst/>
                          <a:latin typeface="Verdana" panose="020B0604030504040204" pitchFamily="34" charset="0"/>
                        </a:rPr>
                        <a:t>339</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FD480"/>
                    </a:solidFill>
                  </a:tcPr>
                </a:tc>
                <a:tc>
                  <a:txBody>
                    <a:bodyPr/>
                    <a:lstStyle/>
                    <a:p>
                      <a:pPr algn="ctr" fontAlgn="ctr"/>
                      <a:r>
                        <a:rPr lang="en-US" sz="1050" b="0" i="0" u="none" strike="noStrike">
                          <a:solidFill>
                            <a:srgbClr val="000000"/>
                          </a:solidFill>
                          <a:effectLst/>
                          <a:latin typeface="Verdana" panose="020B0604030504040204" pitchFamily="34" charset="0"/>
                        </a:rPr>
                        <a:t>87</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D680"/>
                    </a:solidFill>
                  </a:tcPr>
                </a:tc>
                <a:tc>
                  <a:txBody>
                    <a:bodyPr/>
                    <a:lstStyle/>
                    <a:p>
                      <a:pPr algn="ctr" fontAlgn="ctr"/>
                      <a:r>
                        <a:rPr lang="en-US" sz="1050" b="0" i="0" u="none" strike="noStrike">
                          <a:solidFill>
                            <a:srgbClr val="000000"/>
                          </a:solidFill>
                          <a:effectLst/>
                          <a:latin typeface="Verdana" panose="020B0604030504040204" pitchFamily="34" charset="0"/>
                        </a:rPr>
                        <a:t>156</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E683"/>
                    </a:solidFill>
                  </a:tcPr>
                </a:tc>
                <a:tc>
                  <a:txBody>
                    <a:bodyPr/>
                    <a:lstStyle/>
                    <a:p>
                      <a:pPr algn="ctr" fontAlgn="ctr"/>
                      <a:r>
                        <a:rPr lang="en-US" sz="1050" b="0" i="0" u="none" strike="noStrike">
                          <a:solidFill>
                            <a:srgbClr val="000000"/>
                          </a:solidFill>
                          <a:effectLst/>
                          <a:latin typeface="Verdana" panose="020B0604030504040204" pitchFamily="34" charset="0"/>
                        </a:rPr>
                        <a:t>204</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283"/>
                    </a:solidFill>
                  </a:tcPr>
                </a:tc>
                <a:tc>
                  <a:txBody>
                    <a:bodyPr/>
                    <a:lstStyle/>
                    <a:p>
                      <a:pPr algn="ctr" fontAlgn="ctr"/>
                      <a:r>
                        <a:rPr lang="en-US" sz="1050" b="0" i="0" u="none" strike="noStrike">
                          <a:solidFill>
                            <a:srgbClr val="000000"/>
                          </a:solidFill>
                          <a:effectLst/>
                          <a:latin typeface="Verdana" panose="020B0604030504040204" pitchFamily="34" charset="0"/>
                        </a:rPr>
                        <a:t>259</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ADC81"/>
                    </a:solidFill>
                  </a:tcPr>
                </a:tc>
                <a:tc>
                  <a:txBody>
                    <a:bodyPr/>
                    <a:lstStyle/>
                    <a:p>
                      <a:pPr algn="ctr" fontAlgn="ctr"/>
                      <a:r>
                        <a:rPr lang="en-US" sz="1050" b="0" i="0" u="none" strike="noStrike">
                          <a:solidFill>
                            <a:srgbClr val="000000"/>
                          </a:solidFill>
                          <a:effectLst/>
                          <a:latin typeface="Verdana" panose="020B0604030504040204" pitchFamily="34" charset="0"/>
                        </a:rPr>
                        <a:t>295</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ED981"/>
                    </a:solidFill>
                  </a:tcPr>
                </a:tc>
                <a:tc>
                  <a:txBody>
                    <a:bodyPr/>
                    <a:lstStyle/>
                    <a:p>
                      <a:pPr algn="ctr" fontAlgn="ctr"/>
                      <a:r>
                        <a:rPr lang="en-US" sz="1050" b="0" i="0" u="none" strike="noStrike">
                          <a:solidFill>
                            <a:srgbClr val="000000"/>
                          </a:solidFill>
                          <a:effectLst/>
                          <a:latin typeface="Verdana" panose="020B0604030504040204" pitchFamily="34" charset="0"/>
                        </a:rPr>
                        <a:t>225</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6DF82"/>
                    </a:solidFill>
                  </a:tcPr>
                </a:tc>
                <a:tc>
                  <a:txBody>
                    <a:bodyPr/>
                    <a:lstStyle/>
                    <a:p>
                      <a:pPr algn="ctr" fontAlgn="ctr"/>
                      <a:r>
                        <a:rPr lang="en-US" sz="1050" b="0" i="0" u="none" strike="noStrike">
                          <a:solidFill>
                            <a:srgbClr val="000000"/>
                          </a:solidFill>
                          <a:effectLst/>
                          <a:latin typeface="Verdana" panose="020B0604030504040204" pitchFamily="34" charset="0"/>
                        </a:rPr>
                        <a:t>259</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ADC81"/>
                    </a:solidFill>
                  </a:tcPr>
                </a:tc>
                <a:tc>
                  <a:txBody>
                    <a:bodyPr/>
                    <a:lstStyle/>
                    <a:p>
                      <a:pPr algn="ctr" fontAlgn="ctr"/>
                      <a:r>
                        <a:rPr lang="en-US" sz="1050" b="0" i="0" u="none" strike="noStrike">
                          <a:solidFill>
                            <a:srgbClr val="000000"/>
                          </a:solidFill>
                          <a:effectLst/>
                          <a:latin typeface="Verdana" panose="020B0604030504040204" pitchFamily="34" charset="0"/>
                        </a:rPr>
                        <a:t>295</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ED981"/>
                    </a:solidFill>
                  </a:tcPr>
                </a:tc>
                <a:tc>
                  <a:txBody>
                    <a:bodyPr/>
                    <a:lstStyle/>
                    <a:p>
                      <a:pPr algn="ctr" fontAlgn="ctr"/>
                      <a:r>
                        <a:rPr lang="en-US" sz="1050" b="0" i="0" u="none" strike="noStrike">
                          <a:solidFill>
                            <a:srgbClr val="000000"/>
                          </a:solidFill>
                          <a:effectLst/>
                          <a:latin typeface="Verdana" panose="020B0604030504040204" pitchFamily="34" charset="0"/>
                        </a:rPr>
                        <a:t>367</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D27F"/>
                    </a:solidFill>
                  </a:tcPr>
                </a:tc>
                <a:tc>
                  <a:txBody>
                    <a:bodyPr/>
                    <a:lstStyle/>
                    <a:p>
                      <a:pPr algn="ctr" fontAlgn="ctr"/>
                      <a:r>
                        <a:rPr lang="en-US" sz="1050" b="0" i="0" u="none" strike="noStrike">
                          <a:solidFill>
                            <a:srgbClr val="000000"/>
                          </a:solidFill>
                          <a:effectLst/>
                          <a:latin typeface="Verdana" panose="020B0604030504040204" pitchFamily="34" charset="0"/>
                        </a:rPr>
                        <a:t>438</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DCB7E"/>
                    </a:solidFill>
                  </a:tcPr>
                </a:tc>
                <a:tc>
                  <a:txBody>
                    <a:bodyPr/>
                    <a:lstStyle/>
                    <a:p>
                      <a:pPr algn="ctr" fontAlgn="ctr"/>
                      <a:r>
                        <a:rPr lang="en-US" sz="1050" b="0" i="0" u="none" strike="noStrike">
                          <a:solidFill>
                            <a:srgbClr val="000000"/>
                          </a:solidFill>
                          <a:effectLst/>
                          <a:latin typeface="Verdana" panose="020B0604030504040204" pitchFamily="34" charset="0"/>
                        </a:rPr>
                        <a:t>392</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DCF7F"/>
                    </a:solidFill>
                  </a:tcPr>
                </a:tc>
                <a:tc>
                  <a:txBody>
                    <a:bodyPr/>
                    <a:lstStyle/>
                    <a:p>
                      <a:pPr algn="ctr" fontAlgn="ctr"/>
                      <a:r>
                        <a:rPr lang="en-US" sz="1050" b="0" i="0" u="none" strike="noStrike">
                          <a:solidFill>
                            <a:srgbClr val="000000"/>
                          </a:solidFill>
                          <a:effectLst/>
                          <a:latin typeface="Verdana" panose="020B0604030504040204" pitchFamily="34" charset="0"/>
                        </a:rPr>
                        <a:t>398</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BCE7F"/>
                    </a:solidFill>
                  </a:tcPr>
                </a:tc>
                <a:tc>
                  <a:txBody>
                    <a:bodyPr/>
                    <a:lstStyle/>
                    <a:p>
                      <a:pPr algn="ctr" fontAlgn="ctr"/>
                      <a:r>
                        <a:rPr lang="en-US" sz="1050" b="0" i="0" u="none" strike="noStrike">
                          <a:solidFill>
                            <a:srgbClr val="000000"/>
                          </a:solidFill>
                          <a:effectLst/>
                          <a:latin typeface="Verdana" panose="020B0604030504040204" pitchFamily="34" charset="0"/>
                        </a:rPr>
                        <a:t>185</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4E383"/>
                    </a:solidFill>
                  </a:tcPr>
                </a:tc>
                <a:tc>
                  <a:txBody>
                    <a:bodyPr/>
                    <a:lstStyle/>
                    <a:p>
                      <a:pPr algn="ctr" fontAlgn="ctr"/>
                      <a:r>
                        <a:rPr lang="en-US" sz="1050" b="0" i="0" u="none" strike="noStrike">
                          <a:solidFill>
                            <a:srgbClr val="000000"/>
                          </a:solidFill>
                          <a:effectLst/>
                          <a:latin typeface="Verdana" panose="020B0604030504040204" pitchFamily="34" charset="0"/>
                        </a:rPr>
                        <a:t>166</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AE583"/>
                    </a:solidFill>
                  </a:tcPr>
                </a:tc>
                <a:tc>
                  <a:txBody>
                    <a:bodyPr/>
                    <a:lstStyle/>
                    <a:p>
                      <a:pPr algn="ctr" fontAlgn="ctr"/>
                      <a:r>
                        <a:rPr lang="en-US" sz="1050" b="0" i="0" u="none" strike="noStrike">
                          <a:solidFill>
                            <a:srgbClr val="000000"/>
                          </a:solidFill>
                          <a:effectLst/>
                          <a:latin typeface="Verdana" panose="020B0604030504040204" pitchFamily="34" charset="0"/>
                        </a:rPr>
                        <a:t>4</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E6C"/>
                    </a:solidFill>
                  </a:tcPr>
                </a:tc>
                <a:tc>
                  <a:txBody>
                    <a:bodyPr/>
                    <a:lstStyle/>
                    <a:p>
                      <a:pPr algn="ctr" fontAlgn="ctr"/>
                      <a:r>
                        <a:rPr lang="en-US" sz="1050" b="0" i="0" u="none" strike="noStrike">
                          <a:solidFill>
                            <a:srgbClr val="000000"/>
                          </a:solidFill>
                          <a:effectLst/>
                          <a:latin typeface="Verdana" panose="020B0604030504040204" pitchFamily="34" charset="0"/>
                        </a:rPr>
                        <a:t>193</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1E383"/>
                    </a:solidFill>
                  </a:tcPr>
                </a:tc>
                <a:tc>
                  <a:txBody>
                    <a:bodyPr/>
                    <a:lstStyle/>
                    <a:p>
                      <a:pPr algn="ctr" fontAlgn="ctr"/>
                      <a:r>
                        <a:rPr lang="en-US" sz="1050" b="0" i="0" u="none" strike="noStrike">
                          <a:solidFill>
                            <a:srgbClr val="000000"/>
                          </a:solidFill>
                          <a:effectLst/>
                          <a:latin typeface="Verdana" panose="020B0604030504040204" pitchFamily="34" charset="0"/>
                        </a:rPr>
                        <a:t>332</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1D580"/>
                    </a:solidFill>
                  </a:tcPr>
                </a:tc>
                <a:tc>
                  <a:txBody>
                    <a:bodyPr/>
                    <a:lstStyle/>
                    <a:p>
                      <a:pPr algn="ctr" fontAlgn="ctr"/>
                      <a:r>
                        <a:rPr lang="en-US" sz="1050" b="0" i="0" u="none" strike="noStrike">
                          <a:solidFill>
                            <a:srgbClr val="000000"/>
                          </a:solidFill>
                          <a:effectLst/>
                          <a:latin typeface="Verdana" panose="020B0604030504040204" pitchFamily="34" charset="0"/>
                        </a:rPr>
                        <a:t>233</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3DF82"/>
                    </a:solidFill>
                  </a:tcPr>
                </a:tc>
                <a:tc>
                  <a:txBody>
                    <a:bodyPr/>
                    <a:lstStyle/>
                    <a:p>
                      <a:pPr algn="ctr" fontAlgn="ctr"/>
                      <a:r>
                        <a:rPr lang="en-US" sz="1050" b="0" i="0" u="none" strike="noStrike">
                          <a:solidFill>
                            <a:srgbClr val="000000"/>
                          </a:solidFill>
                          <a:effectLst/>
                          <a:latin typeface="Verdana" panose="020B0604030504040204" pitchFamily="34" charset="0"/>
                        </a:rPr>
                        <a:t>288</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1D981"/>
                    </a:solidFill>
                  </a:tcPr>
                </a:tc>
                <a:tc>
                  <a:txBody>
                    <a:bodyPr/>
                    <a:lstStyle/>
                    <a:p>
                      <a:pPr algn="ctr" fontAlgn="ctr"/>
                      <a:r>
                        <a:rPr lang="en-US" sz="1050" b="0" i="0" u="none" strike="noStrike">
                          <a:solidFill>
                            <a:srgbClr val="000000"/>
                          </a:solidFill>
                          <a:effectLst/>
                          <a:latin typeface="Verdana" panose="020B0604030504040204" pitchFamily="34" charset="0"/>
                        </a:rPr>
                        <a:t>300</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CD881"/>
                    </a:solidFill>
                  </a:tcPr>
                </a:tc>
                <a:tc>
                  <a:txBody>
                    <a:bodyPr/>
                    <a:lstStyle/>
                    <a:p>
                      <a:pPr algn="ctr" fontAlgn="ctr"/>
                      <a:r>
                        <a:rPr lang="en-US" sz="1050" b="0" i="0" u="none" strike="noStrike">
                          <a:solidFill>
                            <a:srgbClr val="000000"/>
                          </a:solidFill>
                          <a:effectLst/>
                          <a:latin typeface="Verdana" panose="020B0604030504040204" pitchFamily="34" charset="0"/>
                        </a:rPr>
                        <a:t>168</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9E583"/>
                    </a:solidFill>
                  </a:tcPr>
                </a:tc>
                <a:tc>
                  <a:txBody>
                    <a:bodyPr/>
                    <a:lstStyle/>
                    <a:p>
                      <a:pPr algn="ctr" fontAlgn="ctr"/>
                      <a:r>
                        <a:rPr lang="en-US" sz="1050" b="0" i="0" u="none" strike="noStrike">
                          <a:solidFill>
                            <a:srgbClr val="000000"/>
                          </a:solidFill>
                          <a:effectLst/>
                          <a:latin typeface="Verdana" panose="020B0604030504040204" pitchFamily="34" charset="0"/>
                        </a:rPr>
                        <a:t>90</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DA80"/>
                    </a:solidFill>
                  </a:tcPr>
                </a:tc>
                <a:extLst>
                  <a:ext uri="{0D108BD9-81ED-4DB2-BD59-A6C34878D82A}">
                    <a16:rowId xmlns:a16="http://schemas.microsoft.com/office/drawing/2014/main" val="3379460377"/>
                  </a:ext>
                </a:extLst>
              </a:tr>
              <a:tr h="78313">
                <a:tc>
                  <a:txBody>
                    <a:bodyPr/>
                    <a:lstStyle/>
                    <a:p>
                      <a:pPr algn="ctr" fontAlgn="b"/>
                      <a:r>
                        <a:rPr lang="en-US" sz="1050" b="1" i="0" u="none" strike="noStrike">
                          <a:solidFill>
                            <a:srgbClr val="000000"/>
                          </a:solidFill>
                          <a:effectLst/>
                          <a:latin typeface="Verdana" panose="020B0604030504040204" pitchFamily="34" charset="0"/>
                        </a:rPr>
                        <a:t>16:00</a:t>
                      </a:r>
                    </a:p>
                  </a:txBody>
                  <a:tcPr marL="3877" marR="3877" marT="38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Verdana" panose="020B0604030504040204" pitchFamily="34" charset="0"/>
                        </a:rPr>
                        <a:t>158</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E683"/>
                    </a:solidFill>
                  </a:tcPr>
                </a:tc>
                <a:tc>
                  <a:txBody>
                    <a:bodyPr/>
                    <a:lstStyle/>
                    <a:p>
                      <a:pPr algn="ctr" fontAlgn="ctr"/>
                      <a:r>
                        <a:rPr lang="en-US" sz="1050" b="0" i="0" u="none" strike="noStrike">
                          <a:solidFill>
                            <a:srgbClr val="000000"/>
                          </a:solidFill>
                          <a:effectLst/>
                          <a:latin typeface="Verdana" panose="020B0604030504040204" pitchFamily="34" charset="0"/>
                        </a:rPr>
                        <a:t>0</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ctr" fontAlgn="ctr"/>
                      <a:r>
                        <a:rPr lang="en-US" sz="1050" b="0" i="0" u="none" strike="noStrike">
                          <a:solidFill>
                            <a:srgbClr val="000000"/>
                          </a:solidFill>
                          <a:effectLst/>
                          <a:latin typeface="Verdana" panose="020B0604030504040204" pitchFamily="34" charset="0"/>
                        </a:rPr>
                        <a:t>72</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C37C"/>
                    </a:solidFill>
                  </a:tcPr>
                </a:tc>
                <a:tc>
                  <a:txBody>
                    <a:bodyPr/>
                    <a:lstStyle/>
                    <a:p>
                      <a:pPr algn="ctr" fontAlgn="ctr"/>
                      <a:r>
                        <a:rPr lang="en-US" sz="1050" b="0" i="0" u="none" strike="noStrike">
                          <a:solidFill>
                            <a:srgbClr val="000000"/>
                          </a:solidFill>
                          <a:effectLst/>
                          <a:latin typeface="Verdana" panose="020B0604030504040204" pitchFamily="34" charset="0"/>
                        </a:rPr>
                        <a:t>65</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A7A"/>
                    </a:solidFill>
                  </a:tcPr>
                </a:tc>
                <a:tc>
                  <a:txBody>
                    <a:bodyPr/>
                    <a:lstStyle/>
                    <a:p>
                      <a:pPr algn="ctr" fontAlgn="ctr"/>
                      <a:r>
                        <a:rPr lang="en-US" sz="1050" b="0" i="0" u="none" strike="noStrike">
                          <a:solidFill>
                            <a:srgbClr val="000000"/>
                          </a:solidFill>
                          <a:effectLst/>
                          <a:latin typeface="Verdana" panose="020B0604030504040204" pitchFamily="34" charset="0"/>
                        </a:rPr>
                        <a:t>40</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9B74"/>
                    </a:solidFill>
                  </a:tcPr>
                </a:tc>
                <a:tc>
                  <a:txBody>
                    <a:bodyPr/>
                    <a:lstStyle/>
                    <a:p>
                      <a:pPr algn="ctr" fontAlgn="ctr"/>
                      <a:r>
                        <a:rPr lang="en-US" sz="1050" b="0" i="0" u="none" strike="noStrike">
                          <a:solidFill>
                            <a:srgbClr val="000000"/>
                          </a:solidFill>
                          <a:effectLst/>
                          <a:latin typeface="Verdana" panose="020B0604030504040204" pitchFamily="34" charset="0"/>
                        </a:rPr>
                        <a:t>109</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B84"/>
                    </a:solidFill>
                  </a:tcPr>
                </a:tc>
                <a:tc>
                  <a:txBody>
                    <a:bodyPr/>
                    <a:lstStyle/>
                    <a:p>
                      <a:pPr algn="ctr" fontAlgn="ctr"/>
                      <a:r>
                        <a:rPr lang="en-US" sz="1050" b="0" i="0" u="none" strike="noStrike">
                          <a:solidFill>
                            <a:srgbClr val="000000"/>
                          </a:solidFill>
                          <a:effectLst/>
                          <a:latin typeface="Verdana" panose="020B0604030504040204" pitchFamily="34" charset="0"/>
                        </a:rPr>
                        <a:t>142</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E884"/>
                    </a:solidFill>
                  </a:tcPr>
                </a:tc>
                <a:tc>
                  <a:txBody>
                    <a:bodyPr/>
                    <a:lstStyle/>
                    <a:p>
                      <a:pPr algn="ctr" fontAlgn="ctr"/>
                      <a:r>
                        <a:rPr lang="en-US" sz="1050" b="0" i="0" u="none" strike="noStrike">
                          <a:solidFill>
                            <a:srgbClr val="000000"/>
                          </a:solidFill>
                          <a:effectLst/>
                          <a:latin typeface="Verdana" panose="020B0604030504040204" pitchFamily="34" charset="0"/>
                        </a:rPr>
                        <a:t>295</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ED981"/>
                    </a:solidFill>
                  </a:tcPr>
                </a:tc>
                <a:tc>
                  <a:txBody>
                    <a:bodyPr/>
                    <a:lstStyle/>
                    <a:p>
                      <a:pPr algn="ctr" fontAlgn="ctr"/>
                      <a:r>
                        <a:rPr lang="en-US" sz="1050" b="0" i="0" u="none" strike="noStrike">
                          <a:solidFill>
                            <a:srgbClr val="000000"/>
                          </a:solidFill>
                          <a:effectLst/>
                          <a:latin typeface="Verdana" panose="020B0604030504040204" pitchFamily="34" charset="0"/>
                        </a:rPr>
                        <a:t>130</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E984"/>
                    </a:solidFill>
                  </a:tcPr>
                </a:tc>
                <a:tc>
                  <a:txBody>
                    <a:bodyPr/>
                    <a:lstStyle/>
                    <a:p>
                      <a:pPr algn="ctr" fontAlgn="ctr"/>
                      <a:r>
                        <a:rPr lang="en-US" sz="1050" b="0" i="0" u="none" strike="noStrike">
                          <a:solidFill>
                            <a:srgbClr val="000000"/>
                          </a:solidFill>
                          <a:effectLst/>
                          <a:latin typeface="Verdana" panose="020B0604030504040204" pitchFamily="34" charset="0"/>
                        </a:rPr>
                        <a:t>190</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383"/>
                    </a:solidFill>
                  </a:tcPr>
                </a:tc>
                <a:tc>
                  <a:txBody>
                    <a:bodyPr/>
                    <a:lstStyle/>
                    <a:p>
                      <a:pPr algn="ctr" fontAlgn="ctr"/>
                      <a:r>
                        <a:rPr lang="en-US" sz="1050" b="0" i="0" u="none" strike="noStrike">
                          <a:solidFill>
                            <a:srgbClr val="000000"/>
                          </a:solidFill>
                          <a:effectLst/>
                          <a:latin typeface="Verdana" panose="020B0604030504040204" pitchFamily="34" charset="0"/>
                        </a:rPr>
                        <a:t>258</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BDC81"/>
                    </a:solidFill>
                  </a:tcPr>
                </a:tc>
                <a:tc>
                  <a:txBody>
                    <a:bodyPr/>
                    <a:lstStyle/>
                    <a:p>
                      <a:pPr algn="ctr" fontAlgn="ctr"/>
                      <a:r>
                        <a:rPr lang="en-US" sz="1050" b="0" i="0" u="none" strike="noStrike">
                          <a:solidFill>
                            <a:srgbClr val="000000"/>
                          </a:solidFill>
                          <a:effectLst/>
                          <a:latin typeface="Verdana" panose="020B0604030504040204" pitchFamily="34" charset="0"/>
                        </a:rPr>
                        <a:t>287</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1D981"/>
                    </a:solidFill>
                  </a:tcPr>
                </a:tc>
                <a:tc>
                  <a:txBody>
                    <a:bodyPr/>
                    <a:lstStyle/>
                    <a:p>
                      <a:pPr algn="ctr" fontAlgn="ctr"/>
                      <a:r>
                        <a:rPr lang="en-US" sz="1050" b="0" i="0" u="none" strike="noStrike">
                          <a:solidFill>
                            <a:srgbClr val="000000"/>
                          </a:solidFill>
                          <a:effectLst/>
                          <a:latin typeface="Verdana" panose="020B0604030504040204" pitchFamily="34" charset="0"/>
                        </a:rPr>
                        <a:t>301</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CD881"/>
                    </a:solidFill>
                  </a:tcPr>
                </a:tc>
                <a:tc>
                  <a:txBody>
                    <a:bodyPr/>
                    <a:lstStyle/>
                    <a:p>
                      <a:pPr algn="ctr" fontAlgn="ctr"/>
                      <a:r>
                        <a:rPr lang="en-US" sz="1050" b="0" i="0" u="none" strike="noStrike">
                          <a:solidFill>
                            <a:srgbClr val="000000"/>
                          </a:solidFill>
                          <a:effectLst/>
                          <a:latin typeface="Verdana" panose="020B0604030504040204" pitchFamily="34" charset="0"/>
                        </a:rPr>
                        <a:t>255</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DD82"/>
                    </a:solidFill>
                  </a:tcPr>
                </a:tc>
                <a:tc>
                  <a:txBody>
                    <a:bodyPr/>
                    <a:lstStyle/>
                    <a:p>
                      <a:pPr algn="ctr" fontAlgn="ctr"/>
                      <a:r>
                        <a:rPr lang="en-US" sz="1050" b="0" i="0" u="none" strike="noStrike">
                          <a:solidFill>
                            <a:srgbClr val="000000"/>
                          </a:solidFill>
                          <a:effectLst/>
                          <a:latin typeface="Verdana" panose="020B0604030504040204" pitchFamily="34" charset="0"/>
                        </a:rPr>
                        <a:t>353</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AD380"/>
                    </a:solidFill>
                  </a:tcPr>
                </a:tc>
                <a:tc>
                  <a:txBody>
                    <a:bodyPr/>
                    <a:lstStyle/>
                    <a:p>
                      <a:pPr algn="ctr" fontAlgn="ctr"/>
                      <a:r>
                        <a:rPr lang="en-US" sz="1050" b="0" i="0" u="none" strike="noStrike">
                          <a:solidFill>
                            <a:srgbClr val="000000"/>
                          </a:solidFill>
                          <a:effectLst/>
                          <a:latin typeface="Verdana" panose="020B0604030504040204" pitchFamily="34" charset="0"/>
                        </a:rPr>
                        <a:t>362</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7D27F"/>
                    </a:solidFill>
                  </a:tcPr>
                </a:tc>
                <a:tc>
                  <a:txBody>
                    <a:bodyPr/>
                    <a:lstStyle/>
                    <a:p>
                      <a:pPr algn="ctr" fontAlgn="ctr"/>
                      <a:r>
                        <a:rPr lang="en-US" sz="1050" b="0" i="0" u="none" strike="noStrike">
                          <a:solidFill>
                            <a:srgbClr val="000000"/>
                          </a:solidFill>
                          <a:effectLst/>
                          <a:latin typeface="Verdana" panose="020B0604030504040204" pitchFamily="34" charset="0"/>
                        </a:rPr>
                        <a:t>375</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3D17F"/>
                    </a:solidFill>
                  </a:tcPr>
                </a:tc>
                <a:tc>
                  <a:txBody>
                    <a:bodyPr/>
                    <a:lstStyle/>
                    <a:p>
                      <a:pPr algn="ctr" fontAlgn="ctr"/>
                      <a:r>
                        <a:rPr lang="en-US" sz="1050" b="0" i="0" u="none" strike="noStrike">
                          <a:solidFill>
                            <a:srgbClr val="000000"/>
                          </a:solidFill>
                          <a:effectLst/>
                          <a:latin typeface="Verdana" panose="020B0604030504040204" pitchFamily="34" charset="0"/>
                        </a:rPr>
                        <a:t>409</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7CD7E"/>
                    </a:solidFill>
                  </a:tcPr>
                </a:tc>
                <a:tc>
                  <a:txBody>
                    <a:bodyPr/>
                    <a:lstStyle/>
                    <a:p>
                      <a:pPr algn="ctr" fontAlgn="ctr"/>
                      <a:r>
                        <a:rPr lang="en-US" sz="1050" b="0" i="0" u="none" strike="noStrike">
                          <a:solidFill>
                            <a:srgbClr val="000000"/>
                          </a:solidFill>
                          <a:effectLst/>
                          <a:latin typeface="Verdana" panose="020B0604030504040204" pitchFamily="34" charset="0"/>
                        </a:rPr>
                        <a:t>417</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4CD7E"/>
                    </a:solidFill>
                  </a:tcPr>
                </a:tc>
                <a:tc>
                  <a:txBody>
                    <a:bodyPr/>
                    <a:lstStyle/>
                    <a:p>
                      <a:pPr algn="ctr" fontAlgn="ctr"/>
                      <a:r>
                        <a:rPr lang="en-US" sz="1050" b="0" i="0" u="none" strike="noStrike">
                          <a:solidFill>
                            <a:srgbClr val="000000"/>
                          </a:solidFill>
                          <a:effectLst/>
                          <a:latin typeface="Verdana" panose="020B0604030504040204" pitchFamily="34" charset="0"/>
                        </a:rPr>
                        <a:t>465</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4C87D"/>
                    </a:solidFill>
                  </a:tcPr>
                </a:tc>
                <a:tc>
                  <a:txBody>
                    <a:bodyPr/>
                    <a:lstStyle/>
                    <a:p>
                      <a:pPr algn="ctr" fontAlgn="ctr"/>
                      <a:r>
                        <a:rPr lang="en-US" sz="1050" b="0" i="0" u="none" strike="noStrike">
                          <a:solidFill>
                            <a:srgbClr val="000000"/>
                          </a:solidFill>
                          <a:effectLst/>
                          <a:latin typeface="Verdana" panose="020B0604030504040204" pitchFamily="34" charset="0"/>
                        </a:rPr>
                        <a:t>296</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ED981"/>
                    </a:solidFill>
                  </a:tcPr>
                </a:tc>
                <a:tc>
                  <a:txBody>
                    <a:bodyPr/>
                    <a:lstStyle/>
                    <a:p>
                      <a:pPr algn="ctr" fontAlgn="ctr"/>
                      <a:r>
                        <a:rPr lang="en-US" sz="1050" b="0" i="0" u="none" strike="noStrike">
                          <a:solidFill>
                            <a:srgbClr val="000000"/>
                          </a:solidFill>
                          <a:effectLst/>
                          <a:latin typeface="Verdana" panose="020B0604030504040204" pitchFamily="34" charset="0"/>
                        </a:rPr>
                        <a:t>262</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9DC81"/>
                    </a:solidFill>
                  </a:tcPr>
                </a:tc>
                <a:tc>
                  <a:txBody>
                    <a:bodyPr/>
                    <a:lstStyle/>
                    <a:p>
                      <a:pPr algn="ctr" fontAlgn="ctr"/>
                      <a:r>
                        <a:rPr lang="en-US" sz="1050" b="0" i="0" u="none" strike="noStrike">
                          <a:solidFill>
                            <a:srgbClr val="000000"/>
                          </a:solidFill>
                          <a:effectLst/>
                          <a:latin typeface="Verdana" panose="020B0604030504040204" pitchFamily="34" charset="0"/>
                        </a:rPr>
                        <a:t>90</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DA80"/>
                    </a:solidFill>
                  </a:tcPr>
                </a:tc>
                <a:tc>
                  <a:txBody>
                    <a:bodyPr/>
                    <a:lstStyle/>
                    <a:p>
                      <a:pPr algn="ctr" fontAlgn="ctr"/>
                      <a:r>
                        <a:rPr lang="en-US" sz="1050" b="0" i="0" u="none" strike="noStrike">
                          <a:solidFill>
                            <a:srgbClr val="000000"/>
                          </a:solidFill>
                          <a:effectLst/>
                          <a:latin typeface="Verdana" panose="020B0604030504040204" pitchFamily="34" charset="0"/>
                        </a:rPr>
                        <a:t>87</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D680"/>
                    </a:solidFill>
                  </a:tcPr>
                </a:tc>
                <a:tc>
                  <a:txBody>
                    <a:bodyPr/>
                    <a:lstStyle/>
                    <a:p>
                      <a:pPr algn="ctr" fontAlgn="ctr"/>
                      <a:r>
                        <a:rPr lang="en-US" sz="1050" b="0" i="0" u="none" strike="noStrike">
                          <a:solidFill>
                            <a:srgbClr val="000000"/>
                          </a:solidFill>
                          <a:effectLst/>
                          <a:latin typeface="Verdana" panose="020B0604030504040204" pitchFamily="34" charset="0"/>
                        </a:rPr>
                        <a:t>212</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182"/>
                    </a:solidFill>
                  </a:tcPr>
                </a:tc>
                <a:tc>
                  <a:txBody>
                    <a:bodyPr/>
                    <a:lstStyle/>
                    <a:p>
                      <a:pPr algn="ctr" fontAlgn="ctr"/>
                      <a:r>
                        <a:rPr lang="en-US" sz="1050" b="0" i="0" u="none" strike="noStrike">
                          <a:solidFill>
                            <a:srgbClr val="000000"/>
                          </a:solidFill>
                          <a:effectLst/>
                          <a:latin typeface="Verdana" panose="020B0604030504040204" pitchFamily="34" charset="0"/>
                        </a:rPr>
                        <a:t>177</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6E483"/>
                    </a:solidFill>
                  </a:tcPr>
                </a:tc>
                <a:tc>
                  <a:txBody>
                    <a:bodyPr/>
                    <a:lstStyle/>
                    <a:p>
                      <a:pPr algn="ctr" fontAlgn="ctr"/>
                      <a:r>
                        <a:rPr lang="en-US" sz="1050" b="0" i="0" u="none" strike="noStrike">
                          <a:solidFill>
                            <a:srgbClr val="000000"/>
                          </a:solidFill>
                          <a:effectLst/>
                          <a:latin typeface="Verdana" panose="020B0604030504040204" pitchFamily="34" charset="0"/>
                        </a:rPr>
                        <a:t>296</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ED981"/>
                    </a:solidFill>
                  </a:tcPr>
                </a:tc>
                <a:tc>
                  <a:txBody>
                    <a:bodyPr/>
                    <a:lstStyle/>
                    <a:p>
                      <a:pPr algn="ctr" fontAlgn="ctr"/>
                      <a:r>
                        <a:rPr lang="en-US" sz="1050" b="0" i="0" u="none" strike="noStrike">
                          <a:solidFill>
                            <a:srgbClr val="000000"/>
                          </a:solidFill>
                          <a:effectLst/>
                          <a:latin typeface="Verdana" panose="020B0604030504040204" pitchFamily="34" charset="0"/>
                        </a:rPr>
                        <a:t>335</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0D580"/>
                    </a:solidFill>
                  </a:tcPr>
                </a:tc>
                <a:tc>
                  <a:txBody>
                    <a:bodyPr/>
                    <a:lstStyle/>
                    <a:p>
                      <a:pPr algn="ctr" fontAlgn="ctr"/>
                      <a:r>
                        <a:rPr lang="en-US" sz="1050" b="0" i="0" u="none" strike="noStrike">
                          <a:solidFill>
                            <a:srgbClr val="000000"/>
                          </a:solidFill>
                          <a:effectLst/>
                          <a:latin typeface="Verdana" panose="020B0604030504040204" pitchFamily="34" charset="0"/>
                        </a:rPr>
                        <a:t>251</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DDD82"/>
                    </a:solidFill>
                  </a:tcPr>
                </a:tc>
                <a:tc>
                  <a:txBody>
                    <a:bodyPr/>
                    <a:lstStyle/>
                    <a:p>
                      <a:pPr algn="ctr" fontAlgn="ctr"/>
                      <a:r>
                        <a:rPr lang="en-US" sz="1050" b="0" i="0" u="none" strike="noStrike">
                          <a:solidFill>
                            <a:srgbClr val="000000"/>
                          </a:solidFill>
                          <a:effectLst/>
                          <a:latin typeface="Verdana" panose="020B0604030504040204" pitchFamily="34" charset="0"/>
                        </a:rPr>
                        <a:t>167</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AE583"/>
                    </a:solidFill>
                  </a:tcPr>
                </a:tc>
                <a:extLst>
                  <a:ext uri="{0D108BD9-81ED-4DB2-BD59-A6C34878D82A}">
                    <a16:rowId xmlns:a16="http://schemas.microsoft.com/office/drawing/2014/main" val="1959706018"/>
                  </a:ext>
                </a:extLst>
              </a:tr>
              <a:tr h="78313">
                <a:tc>
                  <a:txBody>
                    <a:bodyPr/>
                    <a:lstStyle/>
                    <a:p>
                      <a:pPr algn="ctr" fontAlgn="b"/>
                      <a:r>
                        <a:rPr lang="en-US" sz="1050" b="1" i="0" u="none" strike="noStrike">
                          <a:solidFill>
                            <a:srgbClr val="000000"/>
                          </a:solidFill>
                          <a:effectLst/>
                          <a:latin typeface="Verdana" panose="020B0604030504040204" pitchFamily="34" charset="0"/>
                        </a:rPr>
                        <a:t>17:00</a:t>
                      </a:r>
                    </a:p>
                  </a:txBody>
                  <a:tcPr marL="3877" marR="3877" marT="38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Verdana" panose="020B0604030504040204" pitchFamily="34" charset="0"/>
                        </a:rPr>
                        <a:t>119</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EA84"/>
                    </a:solidFill>
                  </a:tcPr>
                </a:tc>
                <a:tc>
                  <a:txBody>
                    <a:bodyPr/>
                    <a:lstStyle/>
                    <a:p>
                      <a:pPr algn="ctr" fontAlgn="ctr"/>
                      <a:r>
                        <a:rPr lang="en-US" sz="1050" b="0" i="0" u="none" strike="noStrike">
                          <a:solidFill>
                            <a:srgbClr val="000000"/>
                          </a:solidFill>
                          <a:effectLst/>
                          <a:latin typeface="Verdana" panose="020B0604030504040204" pitchFamily="34" charset="0"/>
                        </a:rPr>
                        <a:t>0</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ctr" fontAlgn="ctr"/>
                      <a:r>
                        <a:rPr lang="en-US" sz="1050" b="0" i="0" u="none" strike="noStrike">
                          <a:solidFill>
                            <a:srgbClr val="000000"/>
                          </a:solidFill>
                          <a:effectLst/>
                          <a:latin typeface="Verdana" panose="020B0604030504040204" pitchFamily="34" charset="0"/>
                        </a:rPr>
                        <a:t>22</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8470"/>
                    </a:solidFill>
                  </a:tcPr>
                </a:tc>
                <a:tc>
                  <a:txBody>
                    <a:bodyPr/>
                    <a:lstStyle/>
                    <a:p>
                      <a:pPr algn="ctr" fontAlgn="ctr"/>
                      <a:r>
                        <a:rPr lang="en-US" sz="1050" b="0" i="0" u="none" strike="noStrike">
                          <a:solidFill>
                            <a:srgbClr val="000000"/>
                          </a:solidFill>
                          <a:effectLst/>
                          <a:latin typeface="Verdana" panose="020B0604030504040204" pitchFamily="34" charset="0"/>
                        </a:rPr>
                        <a:t>40</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9B74"/>
                    </a:solidFill>
                  </a:tcPr>
                </a:tc>
                <a:tc>
                  <a:txBody>
                    <a:bodyPr/>
                    <a:lstStyle/>
                    <a:p>
                      <a:pPr algn="ctr" fontAlgn="ctr"/>
                      <a:r>
                        <a:rPr lang="en-US" sz="1050" b="0" i="0" u="none" strike="noStrike">
                          <a:solidFill>
                            <a:srgbClr val="000000"/>
                          </a:solidFill>
                          <a:effectLst/>
                          <a:latin typeface="Verdana" panose="020B0604030504040204" pitchFamily="34" charset="0"/>
                        </a:rPr>
                        <a:t>16</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7C6E"/>
                    </a:solidFill>
                  </a:tcPr>
                </a:tc>
                <a:tc>
                  <a:txBody>
                    <a:bodyPr/>
                    <a:lstStyle/>
                    <a:p>
                      <a:pPr algn="ctr" fontAlgn="ctr"/>
                      <a:r>
                        <a:rPr lang="en-US" sz="1050" b="0" i="0" u="none" strike="noStrike">
                          <a:solidFill>
                            <a:srgbClr val="000000"/>
                          </a:solidFill>
                          <a:effectLst/>
                          <a:latin typeface="Verdana" panose="020B0604030504040204" pitchFamily="34" charset="0"/>
                        </a:rPr>
                        <a:t>143</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E884"/>
                    </a:solidFill>
                  </a:tcPr>
                </a:tc>
                <a:tc>
                  <a:txBody>
                    <a:bodyPr/>
                    <a:lstStyle/>
                    <a:p>
                      <a:pPr algn="ctr" fontAlgn="ctr"/>
                      <a:r>
                        <a:rPr lang="en-US" sz="1050" b="0" i="0" u="none" strike="noStrike">
                          <a:solidFill>
                            <a:srgbClr val="000000"/>
                          </a:solidFill>
                          <a:effectLst/>
                          <a:latin typeface="Verdana" panose="020B0604030504040204" pitchFamily="34" charset="0"/>
                        </a:rPr>
                        <a:t>190</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383"/>
                    </a:solidFill>
                  </a:tcPr>
                </a:tc>
                <a:tc>
                  <a:txBody>
                    <a:bodyPr/>
                    <a:lstStyle/>
                    <a:p>
                      <a:pPr algn="ctr" fontAlgn="ctr"/>
                      <a:r>
                        <a:rPr lang="en-US" sz="1050" b="0" i="0" u="none" strike="noStrike">
                          <a:solidFill>
                            <a:srgbClr val="000000"/>
                          </a:solidFill>
                          <a:effectLst/>
                          <a:latin typeface="Verdana" panose="020B0604030504040204" pitchFamily="34" charset="0"/>
                        </a:rPr>
                        <a:t>329</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2D580"/>
                    </a:solidFill>
                  </a:tcPr>
                </a:tc>
                <a:tc>
                  <a:txBody>
                    <a:bodyPr/>
                    <a:lstStyle/>
                    <a:p>
                      <a:pPr algn="ctr" fontAlgn="ctr"/>
                      <a:r>
                        <a:rPr lang="en-US" sz="1050" b="0" i="0" u="none" strike="noStrike">
                          <a:solidFill>
                            <a:srgbClr val="000000"/>
                          </a:solidFill>
                          <a:effectLst/>
                          <a:latin typeface="Verdana" panose="020B0604030504040204" pitchFamily="34" charset="0"/>
                        </a:rPr>
                        <a:t>173</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583"/>
                    </a:solidFill>
                  </a:tcPr>
                </a:tc>
                <a:tc>
                  <a:txBody>
                    <a:bodyPr/>
                    <a:lstStyle/>
                    <a:p>
                      <a:pPr algn="ctr" fontAlgn="ctr"/>
                      <a:r>
                        <a:rPr lang="en-US" sz="1050" b="0" i="0" u="none" strike="noStrike">
                          <a:solidFill>
                            <a:srgbClr val="000000"/>
                          </a:solidFill>
                          <a:effectLst/>
                          <a:latin typeface="Verdana" panose="020B0604030504040204" pitchFamily="34" charset="0"/>
                        </a:rPr>
                        <a:t>179</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6E483"/>
                    </a:solidFill>
                  </a:tcPr>
                </a:tc>
                <a:tc>
                  <a:txBody>
                    <a:bodyPr/>
                    <a:lstStyle/>
                    <a:p>
                      <a:pPr algn="ctr" fontAlgn="ctr"/>
                      <a:r>
                        <a:rPr lang="en-US" sz="1050" b="0" i="0" u="none" strike="noStrike">
                          <a:solidFill>
                            <a:srgbClr val="000000"/>
                          </a:solidFill>
                          <a:effectLst/>
                          <a:latin typeface="Verdana" panose="020B0604030504040204" pitchFamily="34" charset="0"/>
                        </a:rPr>
                        <a:t>294</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ED981"/>
                    </a:solidFill>
                  </a:tcPr>
                </a:tc>
                <a:tc>
                  <a:txBody>
                    <a:bodyPr/>
                    <a:lstStyle/>
                    <a:p>
                      <a:pPr algn="ctr" fontAlgn="ctr"/>
                      <a:r>
                        <a:rPr lang="en-US" sz="1050" b="0" i="0" u="none" strike="noStrike">
                          <a:solidFill>
                            <a:srgbClr val="000000"/>
                          </a:solidFill>
                          <a:effectLst/>
                          <a:latin typeface="Verdana" panose="020B0604030504040204" pitchFamily="34" charset="0"/>
                        </a:rPr>
                        <a:t>371</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4D17F"/>
                    </a:solidFill>
                  </a:tcPr>
                </a:tc>
                <a:tc>
                  <a:txBody>
                    <a:bodyPr/>
                    <a:lstStyle/>
                    <a:p>
                      <a:pPr algn="ctr" fontAlgn="ctr"/>
                      <a:r>
                        <a:rPr lang="en-US" sz="1050" b="0" i="0" u="none" strike="noStrike">
                          <a:solidFill>
                            <a:srgbClr val="000000"/>
                          </a:solidFill>
                          <a:effectLst/>
                          <a:latin typeface="Verdana" panose="020B0604030504040204" pitchFamily="34" charset="0"/>
                        </a:rPr>
                        <a:t>358</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27F"/>
                    </a:solidFill>
                  </a:tcPr>
                </a:tc>
                <a:tc>
                  <a:txBody>
                    <a:bodyPr/>
                    <a:lstStyle/>
                    <a:p>
                      <a:pPr algn="ctr" fontAlgn="ctr"/>
                      <a:r>
                        <a:rPr lang="en-US" sz="1050" b="0" i="0" u="none" strike="noStrike">
                          <a:solidFill>
                            <a:srgbClr val="000000"/>
                          </a:solidFill>
                          <a:effectLst/>
                          <a:latin typeface="Verdana" panose="020B0604030504040204" pitchFamily="34" charset="0"/>
                        </a:rPr>
                        <a:t>270</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7DB81"/>
                    </a:solidFill>
                  </a:tcPr>
                </a:tc>
                <a:tc>
                  <a:txBody>
                    <a:bodyPr/>
                    <a:lstStyle/>
                    <a:p>
                      <a:pPr algn="ctr" fontAlgn="ctr"/>
                      <a:r>
                        <a:rPr lang="en-US" sz="1050" b="0" i="0" u="none" strike="noStrike">
                          <a:solidFill>
                            <a:srgbClr val="000000"/>
                          </a:solidFill>
                          <a:effectLst/>
                          <a:latin typeface="Verdana" panose="020B0604030504040204" pitchFamily="34" charset="0"/>
                        </a:rPr>
                        <a:t>353</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AD380"/>
                    </a:solidFill>
                  </a:tcPr>
                </a:tc>
                <a:tc>
                  <a:txBody>
                    <a:bodyPr/>
                    <a:lstStyle/>
                    <a:p>
                      <a:pPr algn="ctr" fontAlgn="ctr"/>
                      <a:r>
                        <a:rPr lang="en-US" sz="1050" b="0" i="0" u="none" strike="noStrike">
                          <a:solidFill>
                            <a:srgbClr val="000000"/>
                          </a:solidFill>
                          <a:effectLst/>
                          <a:latin typeface="Verdana" panose="020B0604030504040204" pitchFamily="34" charset="0"/>
                        </a:rPr>
                        <a:t>353</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AD380"/>
                    </a:solidFill>
                  </a:tcPr>
                </a:tc>
                <a:tc>
                  <a:txBody>
                    <a:bodyPr/>
                    <a:lstStyle/>
                    <a:p>
                      <a:pPr algn="ctr" fontAlgn="ctr"/>
                      <a:r>
                        <a:rPr lang="en-US" sz="1050" b="0" i="0" u="none" strike="noStrike">
                          <a:solidFill>
                            <a:srgbClr val="000000"/>
                          </a:solidFill>
                          <a:effectLst/>
                          <a:latin typeface="Verdana" panose="020B0604030504040204" pitchFamily="34" charset="0"/>
                        </a:rPr>
                        <a:t>349</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CD380"/>
                    </a:solidFill>
                  </a:tcPr>
                </a:tc>
                <a:tc>
                  <a:txBody>
                    <a:bodyPr/>
                    <a:lstStyle/>
                    <a:p>
                      <a:pPr algn="ctr" fontAlgn="ctr"/>
                      <a:r>
                        <a:rPr lang="en-US" sz="1050" b="0" i="0" u="none" strike="noStrike">
                          <a:solidFill>
                            <a:srgbClr val="000000"/>
                          </a:solidFill>
                          <a:effectLst/>
                          <a:latin typeface="Verdana" panose="020B0604030504040204" pitchFamily="34" charset="0"/>
                        </a:rPr>
                        <a:t>346</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DD480"/>
                    </a:solidFill>
                  </a:tcPr>
                </a:tc>
                <a:tc>
                  <a:txBody>
                    <a:bodyPr/>
                    <a:lstStyle/>
                    <a:p>
                      <a:pPr algn="ctr" fontAlgn="ctr"/>
                      <a:r>
                        <a:rPr lang="en-US" sz="1050" b="0" i="0" u="none" strike="noStrike">
                          <a:solidFill>
                            <a:srgbClr val="000000"/>
                          </a:solidFill>
                          <a:effectLst/>
                          <a:latin typeface="Verdana" panose="020B0604030504040204" pitchFamily="34" charset="0"/>
                        </a:rPr>
                        <a:t>454</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8C97E"/>
                    </a:solidFill>
                  </a:tcPr>
                </a:tc>
                <a:tc>
                  <a:txBody>
                    <a:bodyPr/>
                    <a:lstStyle/>
                    <a:p>
                      <a:pPr algn="ctr" fontAlgn="ctr"/>
                      <a:r>
                        <a:rPr lang="en-US" sz="1050" b="0" i="0" u="none" strike="noStrike">
                          <a:solidFill>
                            <a:srgbClr val="000000"/>
                          </a:solidFill>
                          <a:effectLst/>
                          <a:latin typeface="Verdana" panose="020B0604030504040204" pitchFamily="34" charset="0"/>
                        </a:rPr>
                        <a:t>296</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ED981"/>
                    </a:solidFill>
                  </a:tcPr>
                </a:tc>
                <a:tc>
                  <a:txBody>
                    <a:bodyPr/>
                    <a:lstStyle/>
                    <a:p>
                      <a:pPr algn="ctr" fontAlgn="ctr"/>
                      <a:r>
                        <a:rPr lang="en-US" sz="1050" b="0" i="0" u="none" strike="noStrike">
                          <a:solidFill>
                            <a:srgbClr val="000000"/>
                          </a:solidFill>
                          <a:effectLst/>
                          <a:latin typeface="Verdana" panose="020B0604030504040204" pitchFamily="34" charset="0"/>
                        </a:rPr>
                        <a:t>267</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8DB81"/>
                    </a:solidFill>
                  </a:tcPr>
                </a:tc>
                <a:tc>
                  <a:txBody>
                    <a:bodyPr/>
                    <a:lstStyle/>
                    <a:p>
                      <a:pPr algn="ctr" fontAlgn="ctr"/>
                      <a:r>
                        <a:rPr lang="en-US" sz="1050" b="0" i="0" u="none" strike="noStrike">
                          <a:solidFill>
                            <a:srgbClr val="000000"/>
                          </a:solidFill>
                          <a:effectLst/>
                          <a:latin typeface="Verdana" panose="020B0604030504040204" pitchFamily="34" charset="0"/>
                        </a:rPr>
                        <a:t>305</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BD881"/>
                    </a:solidFill>
                  </a:tcPr>
                </a:tc>
                <a:tc>
                  <a:txBody>
                    <a:bodyPr/>
                    <a:lstStyle/>
                    <a:p>
                      <a:pPr algn="ctr" fontAlgn="ctr"/>
                      <a:r>
                        <a:rPr lang="en-US" sz="1050" b="0" i="0" u="none" strike="noStrike">
                          <a:solidFill>
                            <a:srgbClr val="000000"/>
                          </a:solidFill>
                          <a:effectLst/>
                          <a:latin typeface="Verdana" panose="020B0604030504040204" pitchFamily="34" charset="0"/>
                        </a:rPr>
                        <a:t>195</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0E383"/>
                    </a:solidFill>
                  </a:tcPr>
                </a:tc>
                <a:tc>
                  <a:txBody>
                    <a:bodyPr/>
                    <a:lstStyle/>
                    <a:p>
                      <a:pPr algn="ctr" fontAlgn="ctr"/>
                      <a:r>
                        <a:rPr lang="en-US" sz="1050" b="0" i="0" u="none" strike="noStrike">
                          <a:solidFill>
                            <a:srgbClr val="000000"/>
                          </a:solidFill>
                          <a:effectLst/>
                          <a:latin typeface="Verdana" panose="020B0604030504040204" pitchFamily="34" charset="0"/>
                        </a:rPr>
                        <a:t>223</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7E082"/>
                    </a:solidFill>
                  </a:tcPr>
                </a:tc>
                <a:tc>
                  <a:txBody>
                    <a:bodyPr/>
                    <a:lstStyle/>
                    <a:p>
                      <a:pPr algn="ctr" fontAlgn="ctr"/>
                      <a:r>
                        <a:rPr lang="en-US" sz="1050" b="0" i="0" u="none" strike="noStrike">
                          <a:solidFill>
                            <a:srgbClr val="000000"/>
                          </a:solidFill>
                          <a:effectLst/>
                          <a:latin typeface="Verdana" panose="020B0604030504040204" pitchFamily="34" charset="0"/>
                        </a:rPr>
                        <a:t>242</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E82"/>
                    </a:solidFill>
                  </a:tcPr>
                </a:tc>
                <a:tc>
                  <a:txBody>
                    <a:bodyPr/>
                    <a:lstStyle/>
                    <a:p>
                      <a:pPr algn="ctr" fontAlgn="ctr"/>
                      <a:r>
                        <a:rPr lang="en-US" sz="1050" b="0" i="0" u="none" strike="noStrike">
                          <a:solidFill>
                            <a:srgbClr val="000000"/>
                          </a:solidFill>
                          <a:effectLst/>
                          <a:latin typeface="Verdana" panose="020B0604030504040204" pitchFamily="34" charset="0"/>
                        </a:rPr>
                        <a:t>197</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FE283"/>
                    </a:solidFill>
                  </a:tcPr>
                </a:tc>
                <a:tc>
                  <a:txBody>
                    <a:bodyPr/>
                    <a:lstStyle/>
                    <a:p>
                      <a:pPr algn="ctr" fontAlgn="ctr"/>
                      <a:r>
                        <a:rPr lang="en-US" sz="1050" b="0" i="0" u="none" strike="noStrike">
                          <a:solidFill>
                            <a:srgbClr val="000000"/>
                          </a:solidFill>
                          <a:effectLst/>
                          <a:latin typeface="Verdana" panose="020B0604030504040204" pitchFamily="34" charset="0"/>
                        </a:rPr>
                        <a:t>250</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DDD82"/>
                    </a:solidFill>
                  </a:tcPr>
                </a:tc>
                <a:tc>
                  <a:txBody>
                    <a:bodyPr/>
                    <a:lstStyle/>
                    <a:p>
                      <a:pPr algn="ctr" fontAlgn="ctr"/>
                      <a:r>
                        <a:rPr lang="en-US" sz="1050" b="0" i="0" u="none" strike="noStrike">
                          <a:solidFill>
                            <a:srgbClr val="000000"/>
                          </a:solidFill>
                          <a:effectLst/>
                          <a:latin typeface="Verdana" panose="020B0604030504040204" pitchFamily="34" charset="0"/>
                        </a:rPr>
                        <a:t>211</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BE182"/>
                    </a:solidFill>
                  </a:tcPr>
                </a:tc>
                <a:tc>
                  <a:txBody>
                    <a:bodyPr/>
                    <a:lstStyle/>
                    <a:p>
                      <a:pPr algn="ctr" fontAlgn="ctr"/>
                      <a:r>
                        <a:rPr lang="en-US" sz="1050" b="0" i="0" u="none" strike="noStrike">
                          <a:solidFill>
                            <a:srgbClr val="000000"/>
                          </a:solidFill>
                          <a:effectLst/>
                          <a:latin typeface="Verdana" panose="020B0604030504040204" pitchFamily="34" charset="0"/>
                        </a:rPr>
                        <a:t>284</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DA81"/>
                    </a:solidFill>
                  </a:tcPr>
                </a:tc>
                <a:tc>
                  <a:txBody>
                    <a:bodyPr/>
                    <a:lstStyle/>
                    <a:p>
                      <a:pPr algn="ctr" fontAlgn="ctr"/>
                      <a:r>
                        <a:rPr lang="en-US" sz="1050" b="0" i="0" u="none" strike="noStrike" dirty="0">
                          <a:solidFill>
                            <a:srgbClr val="000000"/>
                          </a:solidFill>
                          <a:effectLst/>
                          <a:latin typeface="Verdana" panose="020B0604030504040204" pitchFamily="34" charset="0"/>
                        </a:rPr>
                        <a:t>96</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282"/>
                    </a:solidFill>
                  </a:tcPr>
                </a:tc>
                <a:extLst>
                  <a:ext uri="{0D108BD9-81ED-4DB2-BD59-A6C34878D82A}">
                    <a16:rowId xmlns:a16="http://schemas.microsoft.com/office/drawing/2014/main" val="1847434011"/>
                  </a:ext>
                </a:extLst>
              </a:tr>
            </a:tbl>
          </a:graphicData>
        </a:graphic>
      </p:graphicFrame>
      <p:graphicFrame>
        <p:nvGraphicFramePr>
          <p:cNvPr id="11" name="Table 10">
            <a:extLst>
              <a:ext uri="{FF2B5EF4-FFF2-40B4-BE49-F238E27FC236}">
                <a16:creationId xmlns:a16="http://schemas.microsoft.com/office/drawing/2014/main" id="{89C8FC15-46AC-9E0D-CFD2-90488E2DF810}"/>
              </a:ext>
            </a:extLst>
          </p:cNvPr>
          <p:cNvGraphicFramePr>
            <a:graphicFrameLocks noGrp="1"/>
          </p:cNvGraphicFramePr>
          <p:nvPr>
            <p:extLst>
              <p:ext uri="{D42A27DB-BD31-4B8C-83A1-F6EECF244321}">
                <p14:modId xmlns:p14="http://schemas.microsoft.com/office/powerpoint/2010/main" val="955045376"/>
              </p:ext>
            </p:extLst>
          </p:nvPr>
        </p:nvGraphicFramePr>
        <p:xfrm>
          <a:off x="347653" y="3934852"/>
          <a:ext cx="11519846" cy="2288991"/>
        </p:xfrm>
        <a:graphic>
          <a:graphicData uri="http://schemas.openxmlformats.org/drawingml/2006/table">
            <a:tbl>
              <a:tblPr/>
              <a:tblGrid>
                <a:gridCol w="462575">
                  <a:extLst>
                    <a:ext uri="{9D8B030D-6E8A-4147-A177-3AD203B41FA5}">
                      <a16:colId xmlns:a16="http://schemas.microsoft.com/office/drawing/2014/main" val="697988788"/>
                    </a:ext>
                  </a:extLst>
                </a:gridCol>
                <a:gridCol w="324091">
                  <a:extLst>
                    <a:ext uri="{9D8B030D-6E8A-4147-A177-3AD203B41FA5}">
                      <a16:colId xmlns:a16="http://schemas.microsoft.com/office/drawing/2014/main" val="2395104605"/>
                    </a:ext>
                  </a:extLst>
                </a:gridCol>
                <a:gridCol w="289367">
                  <a:extLst>
                    <a:ext uri="{9D8B030D-6E8A-4147-A177-3AD203B41FA5}">
                      <a16:colId xmlns:a16="http://schemas.microsoft.com/office/drawing/2014/main" val="2297510656"/>
                    </a:ext>
                  </a:extLst>
                </a:gridCol>
                <a:gridCol w="343693">
                  <a:extLst>
                    <a:ext uri="{9D8B030D-6E8A-4147-A177-3AD203B41FA5}">
                      <a16:colId xmlns:a16="http://schemas.microsoft.com/office/drawing/2014/main" val="783244889"/>
                    </a:ext>
                  </a:extLst>
                </a:gridCol>
                <a:gridCol w="354932">
                  <a:extLst>
                    <a:ext uri="{9D8B030D-6E8A-4147-A177-3AD203B41FA5}">
                      <a16:colId xmlns:a16="http://schemas.microsoft.com/office/drawing/2014/main" val="1647036227"/>
                    </a:ext>
                  </a:extLst>
                </a:gridCol>
                <a:gridCol w="385795">
                  <a:extLst>
                    <a:ext uri="{9D8B030D-6E8A-4147-A177-3AD203B41FA5}">
                      <a16:colId xmlns:a16="http://schemas.microsoft.com/office/drawing/2014/main" val="597051514"/>
                    </a:ext>
                  </a:extLst>
                </a:gridCol>
                <a:gridCol w="354932">
                  <a:extLst>
                    <a:ext uri="{9D8B030D-6E8A-4147-A177-3AD203B41FA5}">
                      <a16:colId xmlns:a16="http://schemas.microsoft.com/office/drawing/2014/main" val="3377160304"/>
                    </a:ext>
                  </a:extLst>
                </a:gridCol>
                <a:gridCol w="385795">
                  <a:extLst>
                    <a:ext uri="{9D8B030D-6E8A-4147-A177-3AD203B41FA5}">
                      <a16:colId xmlns:a16="http://schemas.microsoft.com/office/drawing/2014/main" val="1238508444"/>
                    </a:ext>
                  </a:extLst>
                </a:gridCol>
                <a:gridCol w="354932">
                  <a:extLst>
                    <a:ext uri="{9D8B030D-6E8A-4147-A177-3AD203B41FA5}">
                      <a16:colId xmlns:a16="http://schemas.microsoft.com/office/drawing/2014/main" val="369101008"/>
                    </a:ext>
                  </a:extLst>
                </a:gridCol>
                <a:gridCol w="354932">
                  <a:extLst>
                    <a:ext uri="{9D8B030D-6E8A-4147-A177-3AD203B41FA5}">
                      <a16:colId xmlns:a16="http://schemas.microsoft.com/office/drawing/2014/main" val="769301256"/>
                    </a:ext>
                  </a:extLst>
                </a:gridCol>
                <a:gridCol w="385795">
                  <a:extLst>
                    <a:ext uri="{9D8B030D-6E8A-4147-A177-3AD203B41FA5}">
                      <a16:colId xmlns:a16="http://schemas.microsoft.com/office/drawing/2014/main" val="4088277309"/>
                    </a:ext>
                  </a:extLst>
                </a:gridCol>
                <a:gridCol w="354932">
                  <a:extLst>
                    <a:ext uri="{9D8B030D-6E8A-4147-A177-3AD203B41FA5}">
                      <a16:colId xmlns:a16="http://schemas.microsoft.com/office/drawing/2014/main" val="2136214381"/>
                    </a:ext>
                  </a:extLst>
                </a:gridCol>
                <a:gridCol w="385795">
                  <a:extLst>
                    <a:ext uri="{9D8B030D-6E8A-4147-A177-3AD203B41FA5}">
                      <a16:colId xmlns:a16="http://schemas.microsoft.com/office/drawing/2014/main" val="1389254083"/>
                    </a:ext>
                  </a:extLst>
                </a:gridCol>
                <a:gridCol w="331784">
                  <a:extLst>
                    <a:ext uri="{9D8B030D-6E8A-4147-A177-3AD203B41FA5}">
                      <a16:colId xmlns:a16="http://schemas.microsoft.com/office/drawing/2014/main" val="3392931053"/>
                    </a:ext>
                  </a:extLst>
                </a:gridCol>
                <a:gridCol w="385795">
                  <a:extLst>
                    <a:ext uri="{9D8B030D-6E8A-4147-A177-3AD203B41FA5}">
                      <a16:colId xmlns:a16="http://schemas.microsoft.com/office/drawing/2014/main" val="128386929"/>
                    </a:ext>
                  </a:extLst>
                </a:gridCol>
                <a:gridCol w="331784">
                  <a:extLst>
                    <a:ext uri="{9D8B030D-6E8A-4147-A177-3AD203B41FA5}">
                      <a16:colId xmlns:a16="http://schemas.microsoft.com/office/drawing/2014/main" val="2180390588"/>
                    </a:ext>
                  </a:extLst>
                </a:gridCol>
                <a:gridCol w="331784">
                  <a:extLst>
                    <a:ext uri="{9D8B030D-6E8A-4147-A177-3AD203B41FA5}">
                      <a16:colId xmlns:a16="http://schemas.microsoft.com/office/drawing/2014/main" val="713812281"/>
                    </a:ext>
                  </a:extLst>
                </a:gridCol>
                <a:gridCol w="385795">
                  <a:extLst>
                    <a:ext uri="{9D8B030D-6E8A-4147-A177-3AD203B41FA5}">
                      <a16:colId xmlns:a16="http://schemas.microsoft.com/office/drawing/2014/main" val="1528311996"/>
                    </a:ext>
                  </a:extLst>
                </a:gridCol>
                <a:gridCol w="331784">
                  <a:extLst>
                    <a:ext uri="{9D8B030D-6E8A-4147-A177-3AD203B41FA5}">
                      <a16:colId xmlns:a16="http://schemas.microsoft.com/office/drawing/2014/main" val="2064578350"/>
                    </a:ext>
                  </a:extLst>
                </a:gridCol>
                <a:gridCol w="385795">
                  <a:extLst>
                    <a:ext uri="{9D8B030D-6E8A-4147-A177-3AD203B41FA5}">
                      <a16:colId xmlns:a16="http://schemas.microsoft.com/office/drawing/2014/main" val="2194015466"/>
                    </a:ext>
                  </a:extLst>
                </a:gridCol>
                <a:gridCol w="354932">
                  <a:extLst>
                    <a:ext uri="{9D8B030D-6E8A-4147-A177-3AD203B41FA5}">
                      <a16:colId xmlns:a16="http://schemas.microsoft.com/office/drawing/2014/main" val="1904179198"/>
                    </a:ext>
                  </a:extLst>
                </a:gridCol>
                <a:gridCol w="385795">
                  <a:extLst>
                    <a:ext uri="{9D8B030D-6E8A-4147-A177-3AD203B41FA5}">
                      <a16:colId xmlns:a16="http://schemas.microsoft.com/office/drawing/2014/main" val="2850231155"/>
                    </a:ext>
                  </a:extLst>
                </a:gridCol>
                <a:gridCol w="331784">
                  <a:extLst>
                    <a:ext uri="{9D8B030D-6E8A-4147-A177-3AD203B41FA5}">
                      <a16:colId xmlns:a16="http://schemas.microsoft.com/office/drawing/2014/main" val="3980898685"/>
                    </a:ext>
                  </a:extLst>
                </a:gridCol>
                <a:gridCol w="331784">
                  <a:extLst>
                    <a:ext uri="{9D8B030D-6E8A-4147-A177-3AD203B41FA5}">
                      <a16:colId xmlns:a16="http://schemas.microsoft.com/office/drawing/2014/main" val="1285799477"/>
                    </a:ext>
                  </a:extLst>
                </a:gridCol>
                <a:gridCol w="385795">
                  <a:extLst>
                    <a:ext uri="{9D8B030D-6E8A-4147-A177-3AD203B41FA5}">
                      <a16:colId xmlns:a16="http://schemas.microsoft.com/office/drawing/2014/main" val="1044442152"/>
                    </a:ext>
                  </a:extLst>
                </a:gridCol>
                <a:gridCol w="331784">
                  <a:extLst>
                    <a:ext uri="{9D8B030D-6E8A-4147-A177-3AD203B41FA5}">
                      <a16:colId xmlns:a16="http://schemas.microsoft.com/office/drawing/2014/main" val="3964791289"/>
                    </a:ext>
                  </a:extLst>
                </a:gridCol>
                <a:gridCol w="385795">
                  <a:extLst>
                    <a:ext uri="{9D8B030D-6E8A-4147-A177-3AD203B41FA5}">
                      <a16:colId xmlns:a16="http://schemas.microsoft.com/office/drawing/2014/main" val="4280641569"/>
                    </a:ext>
                  </a:extLst>
                </a:gridCol>
                <a:gridCol w="331784">
                  <a:extLst>
                    <a:ext uri="{9D8B030D-6E8A-4147-A177-3AD203B41FA5}">
                      <a16:colId xmlns:a16="http://schemas.microsoft.com/office/drawing/2014/main" val="4013805405"/>
                    </a:ext>
                  </a:extLst>
                </a:gridCol>
                <a:gridCol w="385795">
                  <a:extLst>
                    <a:ext uri="{9D8B030D-6E8A-4147-A177-3AD203B41FA5}">
                      <a16:colId xmlns:a16="http://schemas.microsoft.com/office/drawing/2014/main" val="3680031129"/>
                    </a:ext>
                  </a:extLst>
                </a:gridCol>
                <a:gridCol w="331784">
                  <a:extLst>
                    <a:ext uri="{9D8B030D-6E8A-4147-A177-3AD203B41FA5}">
                      <a16:colId xmlns:a16="http://schemas.microsoft.com/office/drawing/2014/main" val="3965943136"/>
                    </a:ext>
                  </a:extLst>
                </a:gridCol>
                <a:gridCol w="354932">
                  <a:extLst>
                    <a:ext uri="{9D8B030D-6E8A-4147-A177-3AD203B41FA5}">
                      <a16:colId xmlns:a16="http://schemas.microsoft.com/office/drawing/2014/main" val="2777278433"/>
                    </a:ext>
                  </a:extLst>
                </a:gridCol>
                <a:gridCol w="385795">
                  <a:extLst>
                    <a:ext uri="{9D8B030D-6E8A-4147-A177-3AD203B41FA5}">
                      <a16:colId xmlns:a16="http://schemas.microsoft.com/office/drawing/2014/main" val="1001923020"/>
                    </a:ext>
                  </a:extLst>
                </a:gridCol>
              </a:tblGrid>
              <a:tr h="97230">
                <a:tc>
                  <a:txBody>
                    <a:bodyPr/>
                    <a:lstStyle/>
                    <a:p>
                      <a:pPr marL="0" marR="0" lvl="0" indent="0" algn="ctr" defTabSz="1219231" rtl="0" eaLnBrk="1" fontAlgn="ctr" latinLnBrk="0" hangingPunct="1">
                        <a:lnSpc>
                          <a:spcPct val="100000"/>
                        </a:lnSpc>
                        <a:spcBef>
                          <a:spcPts val="0"/>
                        </a:spcBef>
                        <a:spcAft>
                          <a:spcPts val="0"/>
                        </a:spcAft>
                        <a:buClrTx/>
                        <a:buSzTx/>
                        <a:buFontTx/>
                        <a:buNone/>
                        <a:tabLst/>
                        <a:defRPr/>
                      </a:pPr>
                      <a:r>
                        <a:rPr lang="en-US" sz="1050" b="1" i="0" u="none" strike="noStrike" dirty="0">
                          <a:solidFill>
                            <a:srgbClr val="FFFFFF"/>
                          </a:solidFill>
                          <a:effectLst/>
                          <a:latin typeface="Verdana" panose="020B0604030504040204" pitchFamily="34" charset="0"/>
                        </a:rPr>
                        <a:t>Time/Date</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ctr"/>
                      <a:r>
                        <a:rPr lang="en-US" sz="1050" b="0" i="0" u="none" strike="noStrike">
                          <a:solidFill>
                            <a:srgbClr val="FFFFFF"/>
                          </a:solidFill>
                          <a:effectLst/>
                          <a:latin typeface="Verdana" panose="020B0604030504040204" pitchFamily="34" charset="0"/>
                        </a:rPr>
                        <a:t>1</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2</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4</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6</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7</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8</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10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11</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12</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13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14</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15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16</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17</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18</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19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20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21</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22</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23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24</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25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26</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27</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28</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29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30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31</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extLst>
                  <a:ext uri="{0D108BD9-81ED-4DB2-BD59-A6C34878D82A}">
                    <a16:rowId xmlns:a16="http://schemas.microsoft.com/office/drawing/2014/main" val="2230523274"/>
                  </a:ext>
                </a:extLst>
              </a:tr>
              <a:tr h="60996">
                <a:tc>
                  <a:txBody>
                    <a:bodyPr/>
                    <a:lstStyle/>
                    <a:p>
                      <a:pPr algn="ctr" fontAlgn="b"/>
                      <a:r>
                        <a:rPr lang="en-US" sz="1050" b="1" i="0" u="none" strike="noStrike">
                          <a:solidFill>
                            <a:srgbClr val="000000"/>
                          </a:solidFill>
                          <a:effectLst/>
                          <a:latin typeface="Verdana" panose="020B0604030504040204" pitchFamily="34" charset="0"/>
                        </a:rPr>
                        <a:t>06:00</a:t>
                      </a:r>
                    </a:p>
                  </a:txBody>
                  <a:tcPr marL="3747" marR="3747" marT="37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Verdana" panose="020B0604030504040204" pitchFamily="34" charset="0"/>
                        </a:rPr>
                        <a:t>11</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F6C"/>
                    </a:solidFill>
                  </a:tcPr>
                </a:tc>
                <a:tc>
                  <a:txBody>
                    <a:bodyPr/>
                    <a:lstStyle/>
                    <a:p>
                      <a:pPr algn="ctr" fontAlgn="ctr"/>
                      <a:r>
                        <a:rPr lang="en-US" sz="1050" b="0" i="0" u="none" strike="noStrike">
                          <a:solidFill>
                            <a:srgbClr val="000000"/>
                          </a:solidFill>
                          <a:effectLst/>
                          <a:latin typeface="Verdana" panose="020B0604030504040204" pitchFamily="34" charset="0"/>
                        </a:rPr>
                        <a:t>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B6B"/>
                    </a:solidFill>
                  </a:tcPr>
                </a:tc>
                <a:tc>
                  <a:txBody>
                    <a:bodyPr/>
                    <a:lstStyle/>
                    <a:p>
                      <a:pPr algn="ctr" fontAlgn="ctr"/>
                      <a:r>
                        <a:rPr lang="en-US" sz="1050" b="0" i="0" u="none" strike="noStrike">
                          <a:solidFill>
                            <a:srgbClr val="000000"/>
                          </a:solidFill>
                          <a:effectLst/>
                          <a:latin typeface="Verdana" panose="020B0604030504040204" pitchFamily="34" charset="0"/>
                        </a:rPr>
                        <a:t>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B6B"/>
                    </a:solidFill>
                  </a:tcPr>
                </a:tc>
                <a:tc>
                  <a:txBody>
                    <a:bodyPr/>
                    <a:lstStyle/>
                    <a:p>
                      <a:pPr algn="ctr" fontAlgn="ctr"/>
                      <a:r>
                        <a:rPr lang="en-US" sz="1050" b="0" i="0" u="none" strike="noStrike">
                          <a:solidFill>
                            <a:srgbClr val="000000"/>
                          </a:solidFill>
                          <a:effectLst/>
                          <a:latin typeface="Verdana" panose="020B0604030504040204" pitchFamily="34" charset="0"/>
                        </a:rPr>
                        <a:t>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B6B"/>
                    </a:solidFill>
                  </a:tcPr>
                </a:tc>
                <a:tc>
                  <a:txBody>
                    <a:bodyPr/>
                    <a:lstStyle/>
                    <a:p>
                      <a:pPr algn="ctr" fontAlgn="ctr"/>
                      <a:r>
                        <a:rPr lang="en-US" sz="1050" b="0" i="0" u="none" strike="noStrike">
                          <a:solidFill>
                            <a:srgbClr val="000000"/>
                          </a:solidFill>
                          <a:effectLst/>
                          <a:latin typeface="Verdana" panose="020B0604030504040204" pitchFamily="34" charset="0"/>
                        </a:rPr>
                        <a:t>83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9B74"/>
                    </a:solidFill>
                  </a:tcPr>
                </a:tc>
                <a:tc>
                  <a:txBody>
                    <a:bodyPr/>
                    <a:lstStyle/>
                    <a:p>
                      <a:pPr algn="ctr" fontAlgn="ctr"/>
                      <a:r>
                        <a:rPr lang="en-US" sz="1050" b="0" i="0" u="none" strike="noStrike">
                          <a:solidFill>
                            <a:srgbClr val="000000"/>
                          </a:solidFill>
                          <a:effectLst/>
                          <a:latin typeface="Verdana" panose="020B0604030504040204" pitchFamily="34" charset="0"/>
                        </a:rPr>
                        <a:t>226</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B84"/>
                    </a:solidFill>
                  </a:tcPr>
                </a:tc>
                <a:tc>
                  <a:txBody>
                    <a:bodyPr/>
                    <a:lstStyle/>
                    <a:p>
                      <a:pPr algn="ctr" fontAlgn="ctr"/>
                      <a:r>
                        <a:rPr lang="en-US" sz="1050" b="0" i="0" u="none" strike="noStrike">
                          <a:solidFill>
                            <a:srgbClr val="000000"/>
                          </a:solidFill>
                          <a:effectLst/>
                          <a:latin typeface="Verdana" panose="020B0604030504040204" pitchFamily="34" charset="0"/>
                        </a:rPr>
                        <a:t>197</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081"/>
                    </a:solidFill>
                  </a:tcPr>
                </a:tc>
                <a:tc>
                  <a:txBody>
                    <a:bodyPr/>
                    <a:lstStyle/>
                    <a:p>
                      <a:pPr algn="ctr" fontAlgn="ctr"/>
                      <a:r>
                        <a:rPr lang="en-US" sz="1050" b="0" i="0" u="none" strike="noStrike">
                          <a:solidFill>
                            <a:srgbClr val="000000"/>
                          </a:solidFill>
                          <a:effectLst/>
                          <a:latin typeface="Verdana" panose="020B0604030504040204" pitchFamily="34" charset="0"/>
                        </a:rPr>
                        <a:t>18</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736D"/>
                    </a:solidFill>
                  </a:tcPr>
                </a:tc>
                <a:tc>
                  <a:txBody>
                    <a:bodyPr/>
                    <a:lstStyle/>
                    <a:p>
                      <a:pPr algn="ctr" fontAlgn="ctr"/>
                      <a:r>
                        <a:rPr lang="en-US" sz="1050" b="0" i="0" u="none" strike="noStrike">
                          <a:solidFill>
                            <a:srgbClr val="000000"/>
                          </a:solidFill>
                          <a:effectLst/>
                          <a:latin typeface="Verdana" panose="020B0604030504040204" pitchFamily="34" charset="0"/>
                        </a:rPr>
                        <a:t>206</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582"/>
                    </a:solidFill>
                  </a:tcPr>
                </a:tc>
                <a:tc>
                  <a:txBody>
                    <a:bodyPr/>
                    <a:lstStyle/>
                    <a:p>
                      <a:pPr algn="ctr" fontAlgn="ctr"/>
                      <a:r>
                        <a:rPr lang="en-US" sz="1050" b="0" i="0" u="none" strike="noStrike">
                          <a:solidFill>
                            <a:srgbClr val="000000"/>
                          </a:solidFill>
                          <a:effectLst/>
                          <a:latin typeface="Verdana" panose="020B0604030504040204" pitchFamily="34" charset="0"/>
                        </a:rPr>
                        <a:t>219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B84"/>
                    </a:solidFill>
                  </a:tcPr>
                </a:tc>
                <a:tc>
                  <a:txBody>
                    <a:bodyPr/>
                    <a:lstStyle/>
                    <a:p>
                      <a:pPr algn="ctr" fontAlgn="ctr"/>
                      <a:r>
                        <a:rPr lang="en-US" sz="1050" b="0" i="0" u="none" strike="noStrike">
                          <a:solidFill>
                            <a:srgbClr val="000000"/>
                          </a:solidFill>
                          <a:effectLst/>
                          <a:latin typeface="Verdana" panose="020B0604030504040204" pitchFamily="34" charset="0"/>
                        </a:rPr>
                        <a:t>79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9974"/>
                    </a:solidFill>
                  </a:tcPr>
                </a:tc>
                <a:tc>
                  <a:txBody>
                    <a:bodyPr/>
                    <a:lstStyle/>
                    <a:p>
                      <a:pPr algn="ctr" fontAlgn="ctr"/>
                      <a:r>
                        <a:rPr lang="en-US" sz="1050" b="0" i="0" u="none" strike="noStrike">
                          <a:solidFill>
                            <a:srgbClr val="000000"/>
                          </a:solidFill>
                          <a:effectLst/>
                          <a:latin typeface="Verdana" panose="020B0604030504040204" pitchFamily="34" charset="0"/>
                        </a:rPr>
                        <a:t>175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D27F"/>
                    </a:solidFill>
                  </a:tcPr>
                </a:tc>
                <a:tc>
                  <a:txBody>
                    <a:bodyPr/>
                    <a:lstStyle/>
                    <a:p>
                      <a:pPr algn="ctr" fontAlgn="ctr"/>
                      <a:r>
                        <a:rPr lang="en-US" sz="1050" b="0" i="0" u="none" strike="noStrike">
                          <a:solidFill>
                            <a:srgbClr val="000000"/>
                          </a:solidFill>
                          <a:effectLst/>
                          <a:latin typeface="Verdana" panose="020B0604030504040204" pitchFamily="34" charset="0"/>
                        </a:rPr>
                        <a:t>119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B178"/>
                    </a:solidFill>
                  </a:tcPr>
                </a:tc>
                <a:tc>
                  <a:txBody>
                    <a:bodyPr/>
                    <a:lstStyle/>
                    <a:p>
                      <a:pPr algn="ctr" fontAlgn="ctr"/>
                      <a:r>
                        <a:rPr lang="en-US" sz="1050" b="0" i="0" u="none" strike="noStrike">
                          <a:solidFill>
                            <a:srgbClr val="000000"/>
                          </a:solidFill>
                          <a:effectLst/>
                          <a:latin typeface="Verdana" panose="020B0604030504040204" pitchFamily="34" charset="0"/>
                        </a:rPr>
                        <a:t>230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B84"/>
                    </a:solidFill>
                  </a:tcPr>
                </a:tc>
                <a:tc>
                  <a:txBody>
                    <a:bodyPr/>
                    <a:lstStyle/>
                    <a:p>
                      <a:pPr algn="ctr" fontAlgn="ctr"/>
                      <a:r>
                        <a:rPr lang="en-US" sz="1050" b="0" i="0" u="none" strike="noStrike">
                          <a:solidFill>
                            <a:srgbClr val="000000"/>
                          </a:solidFill>
                          <a:effectLst/>
                          <a:latin typeface="Verdana" panose="020B0604030504040204" pitchFamily="34" charset="0"/>
                        </a:rPr>
                        <a:t>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A6B"/>
                    </a:solidFill>
                  </a:tcPr>
                </a:tc>
                <a:tc>
                  <a:txBody>
                    <a:bodyPr/>
                    <a:lstStyle/>
                    <a:p>
                      <a:pPr algn="ctr" fontAlgn="ctr"/>
                      <a:r>
                        <a:rPr lang="en-US" sz="1050" b="0" i="0" u="none" strike="noStrike">
                          <a:solidFill>
                            <a:srgbClr val="000000"/>
                          </a:solidFill>
                          <a:effectLst/>
                          <a:latin typeface="Verdana" panose="020B0604030504040204" pitchFamily="34" charset="0"/>
                        </a:rPr>
                        <a:t>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A6B"/>
                    </a:solidFill>
                  </a:tcPr>
                </a:tc>
                <a:tc>
                  <a:txBody>
                    <a:bodyPr/>
                    <a:lstStyle/>
                    <a:p>
                      <a:pPr algn="ctr" fontAlgn="ctr"/>
                      <a:r>
                        <a:rPr lang="en-US" sz="1050" b="0" i="0" u="none" strike="noStrike">
                          <a:solidFill>
                            <a:srgbClr val="000000"/>
                          </a:solidFill>
                          <a:effectLst/>
                          <a:latin typeface="Verdana" panose="020B0604030504040204" pitchFamily="34" charset="0"/>
                        </a:rPr>
                        <a:t>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ctr" fontAlgn="ctr"/>
                      <a:r>
                        <a:rPr lang="en-US" sz="1050" b="0" i="0" u="none" strike="noStrike">
                          <a:solidFill>
                            <a:srgbClr val="000000"/>
                          </a:solidFill>
                          <a:effectLst/>
                          <a:latin typeface="Verdana" panose="020B0604030504040204" pitchFamily="34" charset="0"/>
                        </a:rPr>
                        <a:t>120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B179"/>
                    </a:solidFill>
                  </a:tcPr>
                </a:tc>
                <a:tc>
                  <a:txBody>
                    <a:bodyPr/>
                    <a:lstStyle/>
                    <a:p>
                      <a:pPr algn="ctr" fontAlgn="ctr"/>
                      <a:r>
                        <a:rPr lang="en-US" sz="1050" b="0" i="0" u="none" strike="noStrike">
                          <a:solidFill>
                            <a:srgbClr val="000000"/>
                          </a:solidFill>
                          <a:effectLst/>
                          <a:latin typeface="Verdana" panose="020B0604030504040204" pitchFamily="34" charset="0"/>
                        </a:rPr>
                        <a:t>185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D980"/>
                    </a:solidFill>
                  </a:tcPr>
                </a:tc>
                <a:tc>
                  <a:txBody>
                    <a:bodyPr/>
                    <a:lstStyle/>
                    <a:p>
                      <a:pPr algn="ctr" fontAlgn="ctr"/>
                      <a:r>
                        <a:rPr lang="en-US" sz="1050" b="0" i="0" u="none" strike="noStrike">
                          <a:solidFill>
                            <a:srgbClr val="000000"/>
                          </a:solidFill>
                          <a:effectLst/>
                          <a:latin typeface="Verdana" panose="020B0604030504040204" pitchFamily="34" charset="0"/>
                        </a:rPr>
                        <a:t>19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746D"/>
                    </a:solidFill>
                  </a:tcPr>
                </a:tc>
                <a:tc>
                  <a:txBody>
                    <a:bodyPr/>
                    <a:lstStyle/>
                    <a:p>
                      <a:pPr algn="ctr" fontAlgn="ctr"/>
                      <a:r>
                        <a:rPr lang="en-US" sz="1050" b="0" i="0" u="none" strike="noStrike">
                          <a:solidFill>
                            <a:srgbClr val="000000"/>
                          </a:solidFill>
                          <a:effectLst/>
                          <a:latin typeface="Verdana" panose="020B0604030504040204" pitchFamily="34" charset="0"/>
                        </a:rPr>
                        <a:t>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ctr" fontAlgn="ctr"/>
                      <a:r>
                        <a:rPr lang="en-US" sz="1050" b="0" i="0" u="none" strike="noStrike">
                          <a:solidFill>
                            <a:srgbClr val="000000"/>
                          </a:solidFill>
                          <a:effectLst/>
                          <a:latin typeface="Verdana" panose="020B0604030504040204" pitchFamily="34" charset="0"/>
                        </a:rPr>
                        <a:t>68</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9172"/>
                    </a:solidFill>
                  </a:tcPr>
                </a:tc>
                <a:tc>
                  <a:txBody>
                    <a:bodyPr/>
                    <a:lstStyle/>
                    <a:p>
                      <a:pPr algn="ctr" fontAlgn="ctr"/>
                      <a:r>
                        <a:rPr lang="en-US" sz="1050" b="0" i="0" u="none" strike="noStrike">
                          <a:solidFill>
                            <a:srgbClr val="000000"/>
                          </a:solidFill>
                          <a:effectLst/>
                          <a:latin typeface="Verdana" panose="020B0604030504040204" pitchFamily="34" charset="0"/>
                        </a:rPr>
                        <a:t>355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1E383"/>
                    </a:solidFill>
                  </a:tcPr>
                </a:tc>
                <a:tc>
                  <a:txBody>
                    <a:bodyPr/>
                    <a:lstStyle/>
                    <a:p>
                      <a:pPr algn="ctr" fontAlgn="ctr"/>
                      <a:r>
                        <a:rPr lang="en-US" sz="1050" b="0" i="0" u="none" strike="noStrike">
                          <a:solidFill>
                            <a:srgbClr val="000000"/>
                          </a:solidFill>
                          <a:effectLst/>
                          <a:latin typeface="Verdana" panose="020B0604030504040204" pitchFamily="34" charset="0"/>
                        </a:rPr>
                        <a:t>106</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977"/>
                    </a:solidFill>
                  </a:tcPr>
                </a:tc>
                <a:tc>
                  <a:txBody>
                    <a:bodyPr/>
                    <a:lstStyle/>
                    <a:p>
                      <a:pPr algn="ctr" fontAlgn="ctr"/>
                      <a:r>
                        <a:rPr lang="en-US" sz="1050" b="0" i="0" u="none" strike="noStrike">
                          <a:solidFill>
                            <a:srgbClr val="000000"/>
                          </a:solidFill>
                          <a:effectLst/>
                          <a:latin typeface="Verdana" panose="020B0604030504040204" pitchFamily="34" charset="0"/>
                        </a:rPr>
                        <a:t>230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B84"/>
                    </a:solidFill>
                  </a:tcPr>
                </a:tc>
                <a:tc>
                  <a:txBody>
                    <a:bodyPr/>
                    <a:lstStyle/>
                    <a:p>
                      <a:pPr algn="ctr" fontAlgn="ctr"/>
                      <a:r>
                        <a:rPr lang="en-US" sz="1050" b="0" i="0" u="none" strike="noStrike">
                          <a:solidFill>
                            <a:srgbClr val="000000"/>
                          </a:solidFill>
                          <a:effectLst/>
                          <a:latin typeface="Verdana" panose="020B0604030504040204" pitchFamily="34" charset="0"/>
                        </a:rPr>
                        <a:t>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ctr" fontAlgn="ctr"/>
                      <a:r>
                        <a:rPr lang="en-US" sz="1050" b="0" i="0" u="none" strike="noStrike">
                          <a:solidFill>
                            <a:srgbClr val="000000"/>
                          </a:solidFill>
                          <a:effectLst/>
                          <a:latin typeface="Verdana" panose="020B0604030504040204" pitchFamily="34" charset="0"/>
                        </a:rPr>
                        <a:t>193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DE81"/>
                    </a:solidFill>
                  </a:tcPr>
                </a:tc>
                <a:tc>
                  <a:txBody>
                    <a:bodyPr/>
                    <a:lstStyle/>
                    <a:p>
                      <a:pPr algn="ctr" fontAlgn="ctr"/>
                      <a:r>
                        <a:rPr lang="en-US" sz="1050" b="0" i="0" u="none" strike="noStrike">
                          <a:solidFill>
                            <a:srgbClr val="000000"/>
                          </a:solidFill>
                          <a:effectLst/>
                          <a:latin typeface="Verdana" panose="020B0604030504040204" pitchFamily="34" charset="0"/>
                        </a:rPr>
                        <a:t>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ctr" fontAlgn="ctr"/>
                      <a:r>
                        <a:rPr lang="en-US" sz="1050" b="0" i="0" u="none" strike="noStrike">
                          <a:solidFill>
                            <a:srgbClr val="000000"/>
                          </a:solidFill>
                          <a:effectLst/>
                          <a:latin typeface="Verdana" panose="020B0604030504040204" pitchFamily="34" charset="0"/>
                        </a:rPr>
                        <a:t>266</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E884"/>
                    </a:solidFill>
                  </a:tcPr>
                </a:tc>
                <a:tc>
                  <a:txBody>
                    <a:bodyPr/>
                    <a:lstStyle/>
                    <a:p>
                      <a:pPr algn="ctr" fontAlgn="ctr"/>
                      <a:r>
                        <a:rPr lang="en-US" sz="1050" b="0" i="0" u="none" strike="noStrike">
                          <a:solidFill>
                            <a:srgbClr val="000000"/>
                          </a:solidFill>
                          <a:effectLst/>
                          <a:latin typeface="Verdana" panose="020B0604030504040204" pitchFamily="34" charset="0"/>
                        </a:rPr>
                        <a:t>295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E683"/>
                    </a:solidFill>
                  </a:tcPr>
                </a:tc>
                <a:tc>
                  <a:txBody>
                    <a:bodyPr/>
                    <a:lstStyle/>
                    <a:p>
                      <a:pPr algn="ctr" fontAlgn="ctr"/>
                      <a:r>
                        <a:rPr lang="en-US" sz="1050" b="0" i="0" u="none" strike="noStrike">
                          <a:solidFill>
                            <a:srgbClr val="000000"/>
                          </a:solidFill>
                          <a:effectLst/>
                          <a:latin typeface="Verdana" panose="020B0604030504040204" pitchFamily="34" charset="0"/>
                        </a:rPr>
                        <a:t>415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4DF82"/>
                    </a:solidFill>
                  </a:tcPr>
                </a:tc>
                <a:extLst>
                  <a:ext uri="{0D108BD9-81ED-4DB2-BD59-A6C34878D82A}">
                    <a16:rowId xmlns:a16="http://schemas.microsoft.com/office/drawing/2014/main" val="1809269626"/>
                  </a:ext>
                </a:extLst>
              </a:tr>
              <a:tr h="60996">
                <a:tc>
                  <a:txBody>
                    <a:bodyPr/>
                    <a:lstStyle/>
                    <a:p>
                      <a:pPr algn="ctr" fontAlgn="b"/>
                      <a:r>
                        <a:rPr lang="en-US" sz="1050" b="1" i="0" u="none" strike="noStrike">
                          <a:solidFill>
                            <a:srgbClr val="000000"/>
                          </a:solidFill>
                          <a:effectLst/>
                          <a:latin typeface="Verdana" panose="020B0604030504040204" pitchFamily="34" charset="0"/>
                        </a:rPr>
                        <a:t>07:00</a:t>
                      </a:r>
                    </a:p>
                  </a:txBody>
                  <a:tcPr marL="3747" marR="3747" marT="37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Verdana" panose="020B0604030504040204" pitchFamily="34" charset="0"/>
                        </a:rPr>
                        <a:t>6</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C6B"/>
                    </a:solidFill>
                  </a:tcPr>
                </a:tc>
                <a:tc>
                  <a:txBody>
                    <a:bodyPr/>
                    <a:lstStyle/>
                    <a:p>
                      <a:pPr algn="ctr" fontAlgn="ctr"/>
                      <a:r>
                        <a:rPr lang="en-US" sz="1050" b="0" i="0" u="none" strike="noStrike">
                          <a:solidFill>
                            <a:srgbClr val="000000"/>
                          </a:solidFill>
                          <a:effectLst/>
                          <a:latin typeface="Verdana" panose="020B0604030504040204" pitchFamily="34" charset="0"/>
                        </a:rPr>
                        <a:t>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B6B"/>
                    </a:solidFill>
                  </a:tcPr>
                </a:tc>
                <a:tc>
                  <a:txBody>
                    <a:bodyPr/>
                    <a:lstStyle/>
                    <a:p>
                      <a:pPr algn="ctr" fontAlgn="ctr"/>
                      <a:r>
                        <a:rPr lang="en-US" sz="1050" b="0" i="0" u="none" strike="noStrike">
                          <a:solidFill>
                            <a:srgbClr val="000000"/>
                          </a:solidFill>
                          <a:effectLst/>
                          <a:latin typeface="Verdana" panose="020B0604030504040204" pitchFamily="34" charset="0"/>
                        </a:rPr>
                        <a:t>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B6B"/>
                    </a:solidFill>
                  </a:tcPr>
                </a:tc>
                <a:tc>
                  <a:txBody>
                    <a:bodyPr/>
                    <a:lstStyle/>
                    <a:p>
                      <a:pPr algn="ctr" fontAlgn="ctr"/>
                      <a:r>
                        <a:rPr lang="en-US" sz="1050" b="0" i="0" u="none" strike="noStrike">
                          <a:solidFill>
                            <a:srgbClr val="000000"/>
                          </a:solidFill>
                          <a:effectLst/>
                          <a:latin typeface="Verdana" panose="020B0604030504040204" pitchFamily="34" charset="0"/>
                        </a:rPr>
                        <a:t>4</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B6B"/>
                    </a:solidFill>
                  </a:tcPr>
                </a:tc>
                <a:tc>
                  <a:txBody>
                    <a:bodyPr/>
                    <a:lstStyle/>
                    <a:p>
                      <a:pPr algn="ctr" fontAlgn="ctr"/>
                      <a:r>
                        <a:rPr lang="en-US" sz="1050" b="0" i="0" u="none" strike="noStrike">
                          <a:solidFill>
                            <a:srgbClr val="000000"/>
                          </a:solidFill>
                          <a:effectLst/>
                          <a:latin typeface="Verdana" panose="020B0604030504040204" pitchFamily="34" charset="0"/>
                        </a:rPr>
                        <a:t>40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806F"/>
                    </a:solidFill>
                  </a:tcPr>
                </a:tc>
                <a:tc>
                  <a:txBody>
                    <a:bodyPr/>
                    <a:lstStyle/>
                    <a:p>
                      <a:pPr algn="ctr" fontAlgn="ctr"/>
                      <a:r>
                        <a:rPr lang="en-US" sz="1050" b="0" i="0" u="none" strike="noStrike">
                          <a:solidFill>
                            <a:srgbClr val="000000"/>
                          </a:solidFill>
                          <a:effectLst/>
                          <a:latin typeface="Verdana" panose="020B0604030504040204" pitchFamily="34" charset="0"/>
                        </a:rPr>
                        <a:t>160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CA7D"/>
                    </a:solidFill>
                  </a:tcPr>
                </a:tc>
                <a:tc>
                  <a:txBody>
                    <a:bodyPr/>
                    <a:lstStyle/>
                    <a:p>
                      <a:pPr algn="ctr" fontAlgn="ctr"/>
                      <a:r>
                        <a:rPr lang="en-US" sz="1050" b="0" i="0" u="none" strike="noStrike">
                          <a:solidFill>
                            <a:srgbClr val="000000"/>
                          </a:solidFill>
                          <a:effectLst/>
                          <a:latin typeface="Verdana" panose="020B0604030504040204" pitchFamily="34" charset="0"/>
                        </a:rPr>
                        <a:t>185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D980"/>
                    </a:solidFill>
                  </a:tcPr>
                </a:tc>
                <a:tc>
                  <a:txBody>
                    <a:bodyPr/>
                    <a:lstStyle/>
                    <a:p>
                      <a:pPr algn="ctr" fontAlgn="ctr"/>
                      <a:r>
                        <a:rPr lang="en-US" sz="1050" b="0" i="0" u="none" strike="noStrike">
                          <a:solidFill>
                            <a:srgbClr val="000000"/>
                          </a:solidFill>
                          <a:effectLst/>
                          <a:latin typeface="Verdana" panose="020B0604030504040204" pitchFamily="34" charset="0"/>
                        </a:rPr>
                        <a:t>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B6B"/>
                    </a:solidFill>
                  </a:tcPr>
                </a:tc>
                <a:tc>
                  <a:txBody>
                    <a:bodyPr/>
                    <a:lstStyle/>
                    <a:p>
                      <a:pPr algn="ctr" fontAlgn="ctr"/>
                      <a:r>
                        <a:rPr lang="en-US" sz="1050" b="0" i="0" u="none" strike="noStrike">
                          <a:solidFill>
                            <a:srgbClr val="000000"/>
                          </a:solidFill>
                          <a:effectLst/>
                          <a:latin typeface="Verdana" panose="020B0604030504040204" pitchFamily="34" charset="0"/>
                        </a:rPr>
                        <a:t>185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D880"/>
                    </a:solidFill>
                  </a:tcPr>
                </a:tc>
                <a:tc>
                  <a:txBody>
                    <a:bodyPr/>
                    <a:lstStyle/>
                    <a:p>
                      <a:pPr algn="ctr" fontAlgn="ctr"/>
                      <a:r>
                        <a:rPr lang="en-US" sz="1050" b="0" i="0" u="none" strike="noStrike">
                          <a:solidFill>
                            <a:srgbClr val="000000"/>
                          </a:solidFill>
                          <a:effectLst/>
                          <a:latin typeface="Verdana" panose="020B0604030504040204" pitchFamily="34" charset="0"/>
                        </a:rPr>
                        <a:t>127</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579"/>
                    </a:solidFill>
                  </a:tcPr>
                </a:tc>
                <a:tc>
                  <a:txBody>
                    <a:bodyPr/>
                    <a:lstStyle/>
                    <a:p>
                      <a:pPr algn="ctr" fontAlgn="ctr"/>
                      <a:r>
                        <a:rPr lang="en-US" sz="1050" b="0" i="0" u="none" strike="noStrike">
                          <a:solidFill>
                            <a:srgbClr val="000000"/>
                          </a:solidFill>
                          <a:effectLst/>
                          <a:latin typeface="Verdana" panose="020B0604030504040204" pitchFamily="34" charset="0"/>
                        </a:rPr>
                        <a:t>38</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7F6F"/>
                    </a:solidFill>
                  </a:tcPr>
                </a:tc>
                <a:tc>
                  <a:txBody>
                    <a:bodyPr/>
                    <a:lstStyle/>
                    <a:p>
                      <a:pPr algn="ctr" fontAlgn="ctr"/>
                      <a:r>
                        <a:rPr lang="en-US" sz="1050" b="0" i="0" u="none" strike="noStrike">
                          <a:solidFill>
                            <a:srgbClr val="000000"/>
                          </a:solidFill>
                          <a:effectLst/>
                          <a:latin typeface="Verdana" panose="020B0604030504040204" pitchFamily="34" charset="0"/>
                        </a:rPr>
                        <a:t>207</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683"/>
                    </a:solidFill>
                  </a:tcPr>
                </a:tc>
                <a:tc>
                  <a:txBody>
                    <a:bodyPr/>
                    <a:lstStyle/>
                    <a:p>
                      <a:pPr algn="ctr" fontAlgn="ctr"/>
                      <a:r>
                        <a:rPr lang="en-US" sz="1050" b="0" i="0" u="none" strike="noStrike">
                          <a:solidFill>
                            <a:srgbClr val="000000"/>
                          </a:solidFill>
                          <a:effectLst/>
                          <a:latin typeface="Verdana" panose="020B0604030504040204" pitchFamily="34" charset="0"/>
                        </a:rPr>
                        <a:t>160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CA7D"/>
                    </a:solidFill>
                  </a:tcPr>
                </a:tc>
                <a:tc>
                  <a:txBody>
                    <a:bodyPr/>
                    <a:lstStyle/>
                    <a:p>
                      <a:pPr algn="ctr" fontAlgn="ctr"/>
                      <a:r>
                        <a:rPr lang="en-US" sz="1050" b="0" i="0" u="none" strike="noStrike">
                          <a:solidFill>
                            <a:srgbClr val="000000"/>
                          </a:solidFill>
                          <a:effectLst/>
                          <a:latin typeface="Verdana" panose="020B0604030504040204" pitchFamily="34" charset="0"/>
                        </a:rPr>
                        <a:t>175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D27F"/>
                    </a:solidFill>
                  </a:tcPr>
                </a:tc>
                <a:tc>
                  <a:txBody>
                    <a:bodyPr/>
                    <a:lstStyle/>
                    <a:p>
                      <a:pPr algn="ctr" fontAlgn="ctr"/>
                      <a:r>
                        <a:rPr lang="en-US" sz="1050" b="0" i="0" u="none" strike="noStrike">
                          <a:solidFill>
                            <a:srgbClr val="000000"/>
                          </a:solidFill>
                          <a:effectLst/>
                          <a:latin typeface="Verdana" panose="020B0604030504040204" pitchFamily="34" charset="0"/>
                        </a:rPr>
                        <a:t>29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7A6E"/>
                    </a:solidFill>
                  </a:tcPr>
                </a:tc>
                <a:tc>
                  <a:txBody>
                    <a:bodyPr/>
                    <a:lstStyle/>
                    <a:p>
                      <a:pPr algn="ctr" fontAlgn="ctr"/>
                      <a:r>
                        <a:rPr lang="en-US" sz="1050" b="0" i="0" u="none" strike="noStrike">
                          <a:solidFill>
                            <a:srgbClr val="000000"/>
                          </a:solidFill>
                          <a:effectLst/>
                          <a:latin typeface="Verdana" panose="020B0604030504040204" pitchFamily="34" charset="0"/>
                        </a:rPr>
                        <a:t>23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766D"/>
                    </a:solidFill>
                  </a:tcPr>
                </a:tc>
                <a:tc>
                  <a:txBody>
                    <a:bodyPr/>
                    <a:lstStyle/>
                    <a:p>
                      <a:pPr algn="ctr" fontAlgn="ctr"/>
                      <a:r>
                        <a:rPr lang="en-US" sz="1050" b="0" i="0" u="none" strike="noStrike">
                          <a:solidFill>
                            <a:srgbClr val="000000"/>
                          </a:solidFill>
                          <a:effectLst/>
                          <a:latin typeface="Verdana" panose="020B0604030504040204" pitchFamily="34" charset="0"/>
                        </a:rPr>
                        <a:t>4</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B6B"/>
                    </a:solidFill>
                  </a:tcPr>
                </a:tc>
                <a:tc>
                  <a:txBody>
                    <a:bodyPr/>
                    <a:lstStyle/>
                    <a:p>
                      <a:pPr algn="ctr" fontAlgn="ctr"/>
                      <a:r>
                        <a:rPr lang="en-US" sz="1050" b="0" i="0" u="none" strike="noStrike">
                          <a:solidFill>
                            <a:srgbClr val="000000"/>
                          </a:solidFill>
                          <a:effectLst/>
                          <a:latin typeface="Verdana" panose="020B0604030504040204" pitchFamily="34" charset="0"/>
                        </a:rPr>
                        <a:t>129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679"/>
                    </a:solidFill>
                  </a:tcPr>
                </a:tc>
                <a:tc>
                  <a:txBody>
                    <a:bodyPr/>
                    <a:lstStyle/>
                    <a:p>
                      <a:pPr algn="ctr" fontAlgn="ctr"/>
                      <a:r>
                        <a:rPr lang="en-US" sz="1050" b="0" i="0" u="none" strike="noStrike">
                          <a:solidFill>
                            <a:srgbClr val="000000"/>
                          </a:solidFill>
                          <a:effectLst/>
                          <a:latin typeface="Verdana" panose="020B0604030504040204" pitchFamily="34" charset="0"/>
                        </a:rPr>
                        <a:t>193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DD81"/>
                    </a:solidFill>
                  </a:tcPr>
                </a:tc>
                <a:tc>
                  <a:txBody>
                    <a:bodyPr/>
                    <a:lstStyle/>
                    <a:p>
                      <a:pPr algn="ctr" fontAlgn="ctr"/>
                      <a:r>
                        <a:rPr lang="en-US" sz="1050" b="0" i="0" u="none" strike="noStrike">
                          <a:solidFill>
                            <a:srgbClr val="000000"/>
                          </a:solidFill>
                          <a:effectLst/>
                          <a:latin typeface="Verdana" panose="020B0604030504040204" pitchFamily="34" charset="0"/>
                        </a:rPr>
                        <a:t>19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746D"/>
                    </a:solidFill>
                  </a:tcPr>
                </a:tc>
                <a:tc>
                  <a:txBody>
                    <a:bodyPr/>
                    <a:lstStyle/>
                    <a:p>
                      <a:pPr algn="ctr" fontAlgn="ctr"/>
                      <a:r>
                        <a:rPr lang="en-US" sz="1050" b="0" i="0" u="none" strike="noStrike">
                          <a:solidFill>
                            <a:srgbClr val="000000"/>
                          </a:solidFill>
                          <a:effectLst/>
                          <a:latin typeface="Verdana" panose="020B0604030504040204" pitchFamily="34" charset="0"/>
                        </a:rPr>
                        <a:t>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ctr" fontAlgn="ctr"/>
                      <a:r>
                        <a:rPr lang="en-US" sz="1050" b="0" i="0" u="none" strike="noStrike">
                          <a:solidFill>
                            <a:srgbClr val="000000"/>
                          </a:solidFill>
                          <a:effectLst/>
                          <a:latin typeface="Verdana" panose="020B0604030504040204" pitchFamily="34" charset="0"/>
                        </a:rPr>
                        <a:t>29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7A6E"/>
                    </a:solidFill>
                  </a:tcPr>
                </a:tc>
                <a:tc>
                  <a:txBody>
                    <a:bodyPr/>
                    <a:lstStyle/>
                    <a:p>
                      <a:pPr algn="ctr" fontAlgn="ctr"/>
                      <a:r>
                        <a:rPr lang="en-US" sz="1050" b="0" i="0" u="none" strike="noStrike">
                          <a:solidFill>
                            <a:srgbClr val="000000"/>
                          </a:solidFill>
                          <a:effectLst/>
                          <a:latin typeface="Verdana" panose="020B0604030504040204" pitchFamily="34" charset="0"/>
                        </a:rPr>
                        <a:t>370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EE283"/>
                    </a:solidFill>
                  </a:tcPr>
                </a:tc>
                <a:tc>
                  <a:txBody>
                    <a:bodyPr/>
                    <a:lstStyle/>
                    <a:p>
                      <a:pPr algn="ctr" fontAlgn="ctr"/>
                      <a:r>
                        <a:rPr lang="en-US" sz="1050" b="0" i="0" u="none" strike="noStrike">
                          <a:solidFill>
                            <a:srgbClr val="000000"/>
                          </a:solidFill>
                          <a:effectLst/>
                          <a:latin typeface="Verdana" panose="020B0604030504040204" pitchFamily="34" charset="0"/>
                        </a:rPr>
                        <a:t>39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806F"/>
                    </a:solidFill>
                  </a:tcPr>
                </a:tc>
                <a:tc>
                  <a:txBody>
                    <a:bodyPr/>
                    <a:lstStyle/>
                    <a:p>
                      <a:pPr algn="ctr" fontAlgn="ctr"/>
                      <a:r>
                        <a:rPr lang="en-US" sz="1050" b="0" i="0" u="none" strike="noStrike">
                          <a:solidFill>
                            <a:srgbClr val="000000"/>
                          </a:solidFill>
                          <a:effectLst/>
                          <a:latin typeface="Verdana" panose="020B0604030504040204" pitchFamily="34" charset="0"/>
                        </a:rPr>
                        <a:t>220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B84"/>
                    </a:solidFill>
                  </a:tcPr>
                </a:tc>
                <a:tc>
                  <a:txBody>
                    <a:bodyPr/>
                    <a:lstStyle/>
                    <a:p>
                      <a:pPr algn="ctr" fontAlgn="ctr"/>
                      <a:r>
                        <a:rPr lang="en-US" sz="1050" b="0" i="0" u="none" strike="noStrike">
                          <a:solidFill>
                            <a:srgbClr val="000000"/>
                          </a:solidFill>
                          <a:effectLst/>
                          <a:latin typeface="Verdana" panose="020B0604030504040204" pitchFamily="34" charset="0"/>
                        </a:rPr>
                        <a:t>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ctr" fontAlgn="ctr"/>
                      <a:r>
                        <a:rPr lang="en-US" sz="1050" b="0" i="0" u="none" strike="noStrike">
                          <a:solidFill>
                            <a:srgbClr val="000000"/>
                          </a:solidFill>
                          <a:effectLst/>
                          <a:latin typeface="Verdana" panose="020B0604030504040204" pitchFamily="34" charset="0"/>
                        </a:rPr>
                        <a:t>147</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C27C"/>
                    </a:solidFill>
                  </a:tcPr>
                </a:tc>
                <a:tc>
                  <a:txBody>
                    <a:bodyPr/>
                    <a:lstStyle/>
                    <a:p>
                      <a:pPr algn="ctr" fontAlgn="ctr"/>
                      <a:r>
                        <a:rPr lang="en-US" sz="1050" b="0" i="0" u="none" strike="noStrike">
                          <a:solidFill>
                            <a:srgbClr val="000000"/>
                          </a:solidFill>
                          <a:effectLst/>
                          <a:latin typeface="Verdana" panose="020B0604030504040204" pitchFamily="34" charset="0"/>
                        </a:rPr>
                        <a:t>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B6B"/>
                    </a:solidFill>
                  </a:tcPr>
                </a:tc>
                <a:tc>
                  <a:txBody>
                    <a:bodyPr/>
                    <a:lstStyle/>
                    <a:p>
                      <a:pPr algn="ctr" fontAlgn="ctr"/>
                      <a:r>
                        <a:rPr lang="en-US" sz="1050" b="0" i="0" u="none" strike="noStrike">
                          <a:solidFill>
                            <a:srgbClr val="000000"/>
                          </a:solidFill>
                          <a:effectLst/>
                          <a:latin typeface="Verdana" panose="020B0604030504040204" pitchFamily="34" charset="0"/>
                        </a:rPr>
                        <a:t>265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5E884"/>
                    </a:solidFill>
                  </a:tcPr>
                </a:tc>
                <a:tc>
                  <a:txBody>
                    <a:bodyPr/>
                    <a:lstStyle/>
                    <a:p>
                      <a:pPr algn="ctr" fontAlgn="ctr"/>
                      <a:r>
                        <a:rPr lang="en-US" sz="1050" b="0" i="0" u="none" strike="noStrike">
                          <a:solidFill>
                            <a:srgbClr val="000000"/>
                          </a:solidFill>
                          <a:effectLst/>
                          <a:latin typeface="Verdana" panose="020B0604030504040204" pitchFamily="34" charset="0"/>
                        </a:rPr>
                        <a:t>315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AE583"/>
                    </a:solidFill>
                  </a:tcPr>
                </a:tc>
                <a:tc>
                  <a:txBody>
                    <a:bodyPr/>
                    <a:lstStyle/>
                    <a:p>
                      <a:pPr algn="ctr" fontAlgn="ctr"/>
                      <a:r>
                        <a:rPr lang="en-US" sz="1050" b="0" i="0" u="none" strike="noStrike">
                          <a:solidFill>
                            <a:srgbClr val="000000"/>
                          </a:solidFill>
                          <a:effectLst/>
                          <a:latin typeface="Verdana" panose="020B0604030504040204" pitchFamily="34" charset="0"/>
                        </a:rPr>
                        <a:t>441</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EDD82"/>
                    </a:solidFill>
                  </a:tcPr>
                </a:tc>
                <a:extLst>
                  <a:ext uri="{0D108BD9-81ED-4DB2-BD59-A6C34878D82A}">
                    <a16:rowId xmlns:a16="http://schemas.microsoft.com/office/drawing/2014/main" val="2124022541"/>
                  </a:ext>
                </a:extLst>
              </a:tr>
              <a:tr h="60996">
                <a:tc>
                  <a:txBody>
                    <a:bodyPr/>
                    <a:lstStyle/>
                    <a:p>
                      <a:pPr algn="ctr" fontAlgn="b"/>
                      <a:r>
                        <a:rPr lang="en-US" sz="1050" b="1" i="0" u="none" strike="noStrike">
                          <a:solidFill>
                            <a:srgbClr val="000000"/>
                          </a:solidFill>
                          <a:effectLst/>
                          <a:latin typeface="Verdana" panose="020B0604030504040204" pitchFamily="34" charset="0"/>
                        </a:rPr>
                        <a:t>08:00</a:t>
                      </a:r>
                    </a:p>
                  </a:txBody>
                  <a:tcPr marL="3747" marR="3747" marT="37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Verdana" panose="020B0604030504040204" pitchFamily="34" charset="0"/>
                        </a:rPr>
                        <a:t>45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8470"/>
                    </a:solidFill>
                  </a:tcPr>
                </a:tc>
                <a:tc>
                  <a:txBody>
                    <a:bodyPr/>
                    <a:lstStyle/>
                    <a:p>
                      <a:pPr algn="ctr" fontAlgn="ctr"/>
                      <a:r>
                        <a:rPr lang="en-US" sz="1050" b="0" i="0" u="none" strike="noStrike">
                          <a:solidFill>
                            <a:srgbClr val="000000"/>
                          </a:solidFill>
                          <a:effectLst/>
                          <a:latin typeface="Verdana" panose="020B0604030504040204" pitchFamily="34" charset="0"/>
                        </a:rPr>
                        <a:t>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B6B"/>
                    </a:solidFill>
                  </a:tcPr>
                </a:tc>
                <a:tc>
                  <a:txBody>
                    <a:bodyPr/>
                    <a:lstStyle/>
                    <a:p>
                      <a:pPr algn="ctr" fontAlgn="ctr"/>
                      <a:r>
                        <a:rPr lang="en-US" sz="1050" b="0" i="0" u="none" strike="noStrike">
                          <a:solidFill>
                            <a:srgbClr val="000000"/>
                          </a:solidFill>
                          <a:effectLst/>
                          <a:latin typeface="Verdana" panose="020B0604030504040204" pitchFamily="34" charset="0"/>
                        </a:rPr>
                        <a:t>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B6B"/>
                    </a:solidFill>
                  </a:tcPr>
                </a:tc>
                <a:tc>
                  <a:txBody>
                    <a:bodyPr/>
                    <a:lstStyle/>
                    <a:p>
                      <a:pPr algn="ctr" fontAlgn="ctr"/>
                      <a:r>
                        <a:rPr lang="en-US" sz="1050" b="0" i="0" u="none" strike="noStrike">
                          <a:solidFill>
                            <a:srgbClr val="000000"/>
                          </a:solidFill>
                          <a:effectLst/>
                          <a:latin typeface="Verdana" panose="020B0604030504040204" pitchFamily="34" charset="0"/>
                        </a:rPr>
                        <a:t>4</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B6B"/>
                    </a:solidFill>
                  </a:tcPr>
                </a:tc>
                <a:tc>
                  <a:txBody>
                    <a:bodyPr/>
                    <a:lstStyle/>
                    <a:p>
                      <a:pPr algn="ctr" fontAlgn="ctr"/>
                      <a:r>
                        <a:rPr lang="en-US" sz="1050" b="0" i="0" u="none" strike="noStrike">
                          <a:solidFill>
                            <a:srgbClr val="000000"/>
                          </a:solidFill>
                          <a:effectLst/>
                          <a:latin typeface="Verdana" panose="020B0604030504040204" pitchFamily="34" charset="0"/>
                        </a:rPr>
                        <a:t>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B6B"/>
                    </a:solidFill>
                  </a:tcPr>
                </a:tc>
                <a:tc>
                  <a:txBody>
                    <a:bodyPr/>
                    <a:lstStyle/>
                    <a:p>
                      <a:pPr algn="ctr" fontAlgn="ctr"/>
                      <a:r>
                        <a:rPr lang="en-US" sz="1050" b="0" i="0" u="none" strike="noStrike">
                          <a:solidFill>
                            <a:srgbClr val="000000"/>
                          </a:solidFill>
                          <a:effectLst/>
                          <a:latin typeface="Verdana" panose="020B0604030504040204" pitchFamily="34" charset="0"/>
                        </a:rPr>
                        <a:t>307</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E683"/>
                    </a:solidFill>
                  </a:tcPr>
                </a:tc>
                <a:tc>
                  <a:txBody>
                    <a:bodyPr/>
                    <a:lstStyle/>
                    <a:p>
                      <a:pPr algn="ctr" fontAlgn="ctr"/>
                      <a:r>
                        <a:rPr lang="en-US" sz="1050" b="0" i="0" u="none" strike="noStrike">
                          <a:solidFill>
                            <a:srgbClr val="000000"/>
                          </a:solidFill>
                          <a:effectLst/>
                          <a:latin typeface="Verdana" panose="020B0604030504040204" pitchFamily="34" charset="0"/>
                        </a:rPr>
                        <a:t>47</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8570"/>
                    </a:solidFill>
                  </a:tcPr>
                </a:tc>
                <a:tc>
                  <a:txBody>
                    <a:bodyPr/>
                    <a:lstStyle/>
                    <a:p>
                      <a:pPr algn="ctr" fontAlgn="ctr"/>
                      <a:r>
                        <a:rPr lang="en-US" sz="1050" b="0" i="0" u="none" strike="noStrike">
                          <a:solidFill>
                            <a:srgbClr val="000000"/>
                          </a:solidFill>
                          <a:effectLst/>
                          <a:latin typeface="Verdana" panose="020B0604030504040204" pitchFamily="34" charset="0"/>
                        </a:rPr>
                        <a:t>4</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B6B"/>
                    </a:solidFill>
                  </a:tcPr>
                </a:tc>
                <a:tc>
                  <a:txBody>
                    <a:bodyPr/>
                    <a:lstStyle/>
                    <a:p>
                      <a:pPr algn="ctr" fontAlgn="ctr"/>
                      <a:r>
                        <a:rPr lang="en-US" sz="1050" b="0" i="0" u="none" strike="noStrike">
                          <a:solidFill>
                            <a:srgbClr val="000000"/>
                          </a:solidFill>
                          <a:effectLst/>
                          <a:latin typeface="Verdana" panose="020B0604030504040204" pitchFamily="34" charset="0"/>
                        </a:rPr>
                        <a:t>117</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F78"/>
                    </a:solidFill>
                  </a:tcPr>
                </a:tc>
                <a:tc>
                  <a:txBody>
                    <a:bodyPr/>
                    <a:lstStyle/>
                    <a:p>
                      <a:pPr algn="ctr" fontAlgn="ctr"/>
                      <a:r>
                        <a:rPr lang="en-US" sz="1050" b="0" i="0" u="none" strike="noStrike">
                          <a:solidFill>
                            <a:srgbClr val="000000"/>
                          </a:solidFill>
                          <a:effectLst/>
                          <a:latin typeface="Verdana" panose="020B0604030504040204" pitchFamily="34" charset="0"/>
                        </a:rPr>
                        <a:t>62</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8E72"/>
                    </a:solidFill>
                  </a:tcPr>
                </a:tc>
                <a:tc>
                  <a:txBody>
                    <a:bodyPr/>
                    <a:lstStyle/>
                    <a:p>
                      <a:pPr algn="ctr" fontAlgn="ctr"/>
                      <a:r>
                        <a:rPr lang="en-US" sz="1050" b="0" i="0" u="none" strike="noStrike">
                          <a:solidFill>
                            <a:srgbClr val="000000"/>
                          </a:solidFill>
                          <a:effectLst/>
                          <a:latin typeface="Verdana" panose="020B0604030504040204" pitchFamily="34" charset="0"/>
                        </a:rPr>
                        <a:t>136</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B7A"/>
                    </a:solidFill>
                  </a:tcPr>
                </a:tc>
                <a:tc>
                  <a:txBody>
                    <a:bodyPr/>
                    <a:lstStyle/>
                    <a:p>
                      <a:pPr algn="ctr" fontAlgn="ctr"/>
                      <a:r>
                        <a:rPr lang="en-US" sz="1050" b="0" i="0" u="none" strike="noStrike">
                          <a:solidFill>
                            <a:srgbClr val="000000"/>
                          </a:solidFill>
                          <a:effectLst/>
                          <a:latin typeface="Verdana" panose="020B0604030504040204" pitchFamily="34" charset="0"/>
                        </a:rPr>
                        <a:t>221</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B84"/>
                    </a:solidFill>
                  </a:tcPr>
                </a:tc>
                <a:tc>
                  <a:txBody>
                    <a:bodyPr/>
                    <a:lstStyle/>
                    <a:p>
                      <a:pPr algn="ctr" fontAlgn="ctr"/>
                      <a:r>
                        <a:rPr lang="en-US" sz="1050" b="0" i="0" u="none" strike="noStrike">
                          <a:solidFill>
                            <a:srgbClr val="000000"/>
                          </a:solidFill>
                          <a:effectLst/>
                          <a:latin typeface="Verdana" panose="020B0604030504040204" pitchFamily="34" charset="0"/>
                        </a:rPr>
                        <a:t>160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CA7D"/>
                    </a:solidFill>
                  </a:tcPr>
                </a:tc>
                <a:tc>
                  <a:txBody>
                    <a:bodyPr/>
                    <a:lstStyle/>
                    <a:p>
                      <a:pPr algn="ctr" fontAlgn="ctr"/>
                      <a:r>
                        <a:rPr lang="en-US" sz="1050" b="0" i="0" u="none" strike="noStrike">
                          <a:solidFill>
                            <a:srgbClr val="000000"/>
                          </a:solidFill>
                          <a:effectLst/>
                          <a:latin typeface="Verdana" panose="020B0604030504040204" pitchFamily="34" charset="0"/>
                        </a:rPr>
                        <a:t>189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DB81"/>
                    </a:solidFill>
                  </a:tcPr>
                </a:tc>
                <a:tc>
                  <a:txBody>
                    <a:bodyPr/>
                    <a:lstStyle/>
                    <a:p>
                      <a:pPr algn="ctr" fontAlgn="ctr"/>
                      <a:r>
                        <a:rPr lang="en-US" sz="1050" b="0" i="0" u="none" strike="noStrike">
                          <a:solidFill>
                            <a:srgbClr val="000000"/>
                          </a:solidFill>
                          <a:effectLst/>
                          <a:latin typeface="Verdana" panose="020B0604030504040204" pitchFamily="34" charset="0"/>
                        </a:rPr>
                        <a:t>64</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8F72"/>
                    </a:solidFill>
                  </a:tcPr>
                </a:tc>
                <a:tc>
                  <a:txBody>
                    <a:bodyPr/>
                    <a:lstStyle/>
                    <a:p>
                      <a:pPr algn="ctr" fontAlgn="ctr"/>
                      <a:r>
                        <a:rPr lang="en-US" sz="1050" b="0" i="0" u="none" strike="noStrike">
                          <a:solidFill>
                            <a:srgbClr val="000000"/>
                          </a:solidFill>
                          <a:effectLst/>
                          <a:latin typeface="Verdana" panose="020B0604030504040204" pitchFamily="34" charset="0"/>
                        </a:rPr>
                        <a:t>82</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9A74"/>
                    </a:solidFill>
                  </a:tcPr>
                </a:tc>
                <a:tc>
                  <a:txBody>
                    <a:bodyPr/>
                    <a:lstStyle/>
                    <a:p>
                      <a:pPr algn="ctr" fontAlgn="ctr"/>
                      <a:r>
                        <a:rPr lang="en-US" sz="1050" b="0" i="0" u="none" strike="noStrike">
                          <a:solidFill>
                            <a:srgbClr val="000000"/>
                          </a:solidFill>
                          <a:effectLst/>
                          <a:latin typeface="Verdana" panose="020B0604030504040204" pitchFamily="34" charset="0"/>
                        </a:rPr>
                        <a:t>4</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B6B"/>
                    </a:solidFill>
                  </a:tcPr>
                </a:tc>
                <a:tc>
                  <a:txBody>
                    <a:bodyPr/>
                    <a:lstStyle/>
                    <a:p>
                      <a:pPr algn="ctr" fontAlgn="ctr"/>
                      <a:r>
                        <a:rPr lang="en-US" sz="1050" b="0" i="0" u="none" strike="noStrike">
                          <a:solidFill>
                            <a:srgbClr val="000000"/>
                          </a:solidFill>
                          <a:effectLst/>
                          <a:latin typeface="Verdana" panose="020B0604030504040204" pitchFamily="34" charset="0"/>
                        </a:rPr>
                        <a:t>133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97A"/>
                    </a:solidFill>
                  </a:tcPr>
                </a:tc>
                <a:tc>
                  <a:txBody>
                    <a:bodyPr/>
                    <a:lstStyle/>
                    <a:p>
                      <a:pPr algn="ctr" fontAlgn="ctr"/>
                      <a:r>
                        <a:rPr lang="en-US" sz="1050" b="0" i="0" u="none" strike="noStrike">
                          <a:solidFill>
                            <a:srgbClr val="000000"/>
                          </a:solidFill>
                          <a:effectLst/>
                          <a:latin typeface="Verdana" panose="020B0604030504040204" pitchFamily="34" charset="0"/>
                        </a:rPr>
                        <a:t>107</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A77"/>
                    </a:solidFill>
                  </a:tcPr>
                </a:tc>
                <a:tc>
                  <a:txBody>
                    <a:bodyPr/>
                    <a:lstStyle/>
                    <a:p>
                      <a:pPr algn="ctr" fontAlgn="ctr"/>
                      <a:r>
                        <a:rPr lang="en-US" sz="1050" b="0" i="0" u="none" strike="noStrike">
                          <a:solidFill>
                            <a:srgbClr val="000000"/>
                          </a:solidFill>
                          <a:effectLst/>
                          <a:latin typeface="Verdana" panose="020B0604030504040204" pitchFamily="34" charset="0"/>
                        </a:rPr>
                        <a:t>4</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B6B"/>
                    </a:solidFill>
                  </a:tcPr>
                </a:tc>
                <a:tc>
                  <a:txBody>
                    <a:bodyPr/>
                    <a:lstStyle/>
                    <a:p>
                      <a:pPr algn="ctr" fontAlgn="ctr"/>
                      <a:r>
                        <a:rPr lang="en-US" sz="1050" b="0" i="0" u="none" strike="noStrike">
                          <a:solidFill>
                            <a:srgbClr val="000000"/>
                          </a:solidFill>
                          <a:effectLst/>
                          <a:latin typeface="Verdana" panose="020B0604030504040204" pitchFamily="34" charset="0"/>
                        </a:rPr>
                        <a:t>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B6B"/>
                    </a:solidFill>
                  </a:tcPr>
                </a:tc>
                <a:tc>
                  <a:txBody>
                    <a:bodyPr/>
                    <a:lstStyle/>
                    <a:p>
                      <a:pPr algn="ctr" fontAlgn="ctr"/>
                      <a:r>
                        <a:rPr lang="en-US" sz="1050" b="0" i="0" u="none" strike="noStrike">
                          <a:solidFill>
                            <a:srgbClr val="000000"/>
                          </a:solidFill>
                          <a:effectLst/>
                          <a:latin typeface="Verdana" panose="020B0604030504040204" pitchFamily="34" charset="0"/>
                        </a:rPr>
                        <a:t>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B6B"/>
                    </a:solidFill>
                  </a:tcPr>
                </a:tc>
                <a:tc>
                  <a:txBody>
                    <a:bodyPr/>
                    <a:lstStyle/>
                    <a:p>
                      <a:pPr algn="ctr" fontAlgn="ctr"/>
                      <a:r>
                        <a:rPr lang="en-US" sz="1050" b="0" i="0" u="none" strike="noStrike">
                          <a:solidFill>
                            <a:srgbClr val="000000"/>
                          </a:solidFill>
                          <a:effectLst/>
                          <a:latin typeface="Verdana" panose="020B0604030504040204" pitchFamily="34" charset="0"/>
                        </a:rPr>
                        <a:t>318</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9E583"/>
                    </a:solidFill>
                  </a:tcPr>
                </a:tc>
                <a:tc>
                  <a:txBody>
                    <a:bodyPr/>
                    <a:lstStyle/>
                    <a:p>
                      <a:pPr algn="ctr" fontAlgn="ctr"/>
                      <a:r>
                        <a:rPr lang="en-US" sz="1050" b="0" i="0" u="none" strike="noStrike">
                          <a:solidFill>
                            <a:srgbClr val="000000"/>
                          </a:solidFill>
                          <a:effectLst/>
                          <a:latin typeface="Verdana" panose="020B0604030504040204" pitchFamily="34" charset="0"/>
                        </a:rPr>
                        <a:t>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B6B"/>
                    </a:solidFill>
                  </a:tcPr>
                </a:tc>
                <a:tc>
                  <a:txBody>
                    <a:bodyPr/>
                    <a:lstStyle/>
                    <a:p>
                      <a:pPr algn="ctr" fontAlgn="ctr"/>
                      <a:r>
                        <a:rPr lang="en-US" sz="1050" b="0" i="0" u="none" strike="noStrike">
                          <a:solidFill>
                            <a:srgbClr val="000000"/>
                          </a:solidFill>
                          <a:effectLst/>
                          <a:latin typeface="Verdana" panose="020B0604030504040204" pitchFamily="34" charset="0"/>
                        </a:rPr>
                        <a:t>199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182"/>
                    </a:solidFill>
                  </a:tcPr>
                </a:tc>
                <a:tc>
                  <a:txBody>
                    <a:bodyPr/>
                    <a:lstStyle/>
                    <a:p>
                      <a:pPr algn="ctr" fontAlgn="ctr"/>
                      <a:r>
                        <a:rPr lang="en-US" sz="1050" b="0" i="0" u="none" strike="noStrike">
                          <a:solidFill>
                            <a:srgbClr val="000000"/>
                          </a:solidFill>
                          <a:effectLst/>
                          <a:latin typeface="Verdana" panose="020B0604030504040204" pitchFamily="34" charset="0"/>
                        </a:rPr>
                        <a:t>6</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C6B"/>
                    </a:solidFill>
                  </a:tcPr>
                </a:tc>
                <a:tc>
                  <a:txBody>
                    <a:bodyPr/>
                    <a:lstStyle/>
                    <a:p>
                      <a:pPr algn="ctr" fontAlgn="ctr"/>
                      <a:r>
                        <a:rPr lang="en-US" sz="1050" b="0" i="0" u="none" strike="noStrike">
                          <a:solidFill>
                            <a:srgbClr val="000000"/>
                          </a:solidFill>
                          <a:effectLst/>
                          <a:latin typeface="Verdana" panose="020B0604030504040204" pitchFamily="34" charset="0"/>
                        </a:rPr>
                        <a:t>54</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8971"/>
                    </a:solidFill>
                  </a:tcPr>
                </a:tc>
                <a:tc>
                  <a:txBody>
                    <a:bodyPr/>
                    <a:lstStyle/>
                    <a:p>
                      <a:pPr algn="ctr" fontAlgn="ctr"/>
                      <a:r>
                        <a:rPr lang="en-US" sz="1050" b="0" i="0" u="none" strike="noStrike">
                          <a:solidFill>
                            <a:srgbClr val="000000"/>
                          </a:solidFill>
                          <a:effectLst/>
                          <a:latin typeface="Verdana" panose="020B0604030504040204" pitchFamily="34" charset="0"/>
                        </a:rPr>
                        <a:t>6</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C6B"/>
                    </a:solidFill>
                  </a:tcPr>
                </a:tc>
                <a:tc>
                  <a:txBody>
                    <a:bodyPr/>
                    <a:lstStyle/>
                    <a:p>
                      <a:pPr algn="ctr" fontAlgn="ctr"/>
                      <a:r>
                        <a:rPr lang="en-US" sz="1050" b="0" i="0" u="none" strike="noStrike">
                          <a:solidFill>
                            <a:srgbClr val="000000"/>
                          </a:solidFill>
                          <a:effectLst/>
                          <a:latin typeface="Verdana" panose="020B0604030504040204" pitchFamily="34" charset="0"/>
                        </a:rPr>
                        <a:t>146</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C17C"/>
                    </a:solidFill>
                  </a:tcPr>
                </a:tc>
                <a:tc>
                  <a:txBody>
                    <a:bodyPr/>
                    <a:lstStyle/>
                    <a:p>
                      <a:pPr algn="ctr" fontAlgn="ctr"/>
                      <a:r>
                        <a:rPr lang="en-US" sz="1050" b="0" i="0" u="none" strike="noStrike">
                          <a:solidFill>
                            <a:srgbClr val="000000"/>
                          </a:solidFill>
                          <a:effectLst/>
                          <a:latin typeface="Verdana" panose="020B0604030504040204" pitchFamily="34" charset="0"/>
                        </a:rPr>
                        <a:t>293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E784"/>
                    </a:solidFill>
                  </a:tcPr>
                </a:tc>
                <a:tc>
                  <a:txBody>
                    <a:bodyPr/>
                    <a:lstStyle/>
                    <a:p>
                      <a:pPr algn="ctr" fontAlgn="ctr"/>
                      <a:r>
                        <a:rPr lang="en-US" sz="1050" b="0" i="0" u="none" strike="noStrike">
                          <a:solidFill>
                            <a:srgbClr val="000000"/>
                          </a:solidFill>
                          <a:effectLst/>
                          <a:latin typeface="Verdana" panose="020B0604030504040204" pitchFamily="34" charset="0"/>
                        </a:rPr>
                        <a:t>487</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4DA81"/>
                    </a:solidFill>
                  </a:tcPr>
                </a:tc>
                <a:extLst>
                  <a:ext uri="{0D108BD9-81ED-4DB2-BD59-A6C34878D82A}">
                    <a16:rowId xmlns:a16="http://schemas.microsoft.com/office/drawing/2014/main" val="2880339267"/>
                  </a:ext>
                </a:extLst>
              </a:tr>
              <a:tr h="60996">
                <a:tc>
                  <a:txBody>
                    <a:bodyPr/>
                    <a:lstStyle/>
                    <a:p>
                      <a:pPr algn="ctr" fontAlgn="b"/>
                      <a:r>
                        <a:rPr lang="en-US" sz="1050" b="1" i="0" u="none" strike="noStrike">
                          <a:solidFill>
                            <a:srgbClr val="000000"/>
                          </a:solidFill>
                          <a:effectLst/>
                          <a:latin typeface="Verdana" panose="020B0604030504040204" pitchFamily="34" charset="0"/>
                        </a:rPr>
                        <a:t>09:00</a:t>
                      </a:r>
                    </a:p>
                  </a:txBody>
                  <a:tcPr marL="3747" marR="3747" marT="37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Verdana" panose="020B0604030504040204" pitchFamily="34" charset="0"/>
                        </a:rPr>
                        <a:t>43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8370"/>
                    </a:solidFill>
                  </a:tcPr>
                </a:tc>
                <a:tc>
                  <a:txBody>
                    <a:bodyPr/>
                    <a:lstStyle/>
                    <a:p>
                      <a:pPr algn="ctr" fontAlgn="ctr"/>
                      <a:r>
                        <a:rPr lang="en-US" sz="1050" b="0" i="0" u="none" strike="noStrike">
                          <a:solidFill>
                            <a:srgbClr val="000000"/>
                          </a:solidFill>
                          <a:effectLst/>
                          <a:latin typeface="Verdana" panose="020B0604030504040204" pitchFamily="34" charset="0"/>
                        </a:rPr>
                        <a:t>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B6B"/>
                    </a:solidFill>
                  </a:tcPr>
                </a:tc>
                <a:tc>
                  <a:txBody>
                    <a:bodyPr/>
                    <a:lstStyle/>
                    <a:p>
                      <a:pPr algn="ctr" fontAlgn="ctr"/>
                      <a:r>
                        <a:rPr lang="en-US" sz="1050" b="0" i="0" u="none" strike="noStrike">
                          <a:solidFill>
                            <a:srgbClr val="000000"/>
                          </a:solidFill>
                          <a:effectLst/>
                          <a:latin typeface="Verdana" panose="020B0604030504040204" pitchFamily="34" charset="0"/>
                        </a:rPr>
                        <a:t>11</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F6C"/>
                    </a:solidFill>
                  </a:tcPr>
                </a:tc>
                <a:tc>
                  <a:txBody>
                    <a:bodyPr/>
                    <a:lstStyle/>
                    <a:p>
                      <a:pPr algn="ctr" fontAlgn="ctr"/>
                      <a:r>
                        <a:rPr lang="en-US" sz="1050" b="0" i="0" u="none" strike="noStrike">
                          <a:solidFill>
                            <a:srgbClr val="000000"/>
                          </a:solidFill>
                          <a:effectLst/>
                          <a:latin typeface="Verdana" panose="020B0604030504040204" pitchFamily="34" charset="0"/>
                        </a:rPr>
                        <a:t>91</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9F75"/>
                    </a:solidFill>
                  </a:tcPr>
                </a:tc>
                <a:tc>
                  <a:txBody>
                    <a:bodyPr/>
                    <a:lstStyle/>
                    <a:p>
                      <a:pPr algn="ctr" fontAlgn="ctr"/>
                      <a:r>
                        <a:rPr lang="en-US" sz="1050" b="0" i="0" u="none" strike="noStrike">
                          <a:solidFill>
                            <a:srgbClr val="000000"/>
                          </a:solidFill>
                          <a:effectLst/>
                          <a:latin typeface="Verdana" panose="020B0604030504040204" pitchFamily="34" charset="0"/>
                        </a:rPr>
                        <a:t>69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9272"/>
                    </a:solidFill>
                  </a:tcPr>
                </a:tc>
                <a:tc>
                  <a:txBody>
                    <a:bodyPr/>
                    <a:lstStyle/>
                    <a:p>
                      <a:pPr algn="ctr" fontAlgn="ctr"/>
                      <a:r>
                        <a:rPr lang="en-US" sz="1050" b="0" i="0" u="none" strike="noStrike">
                          <a:solidFill>
                            <a:srgbClr val="000000"/>
                          </a:solidFill>
                          <a:effectLst/>
                          <a:latin typeface="Verdana" panose="020B0604030504040204" pitchFamily="34" charset="0"/>
                        </a:rPr>
                        <a:t>243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EA84"/>
                    </a:solidFill>
                  </a:tcPr>
                </a:tc>
                <a:tc>
                  <a:txBody>
                    <a:bodyPr/>
                    <a:lstStyle/>
                    <a:p>
                      <a:pPr algn="ctr" fontAlgn="ctr"/>
                      <a:r>
                        <a:rPr lang="en-US" sz="1050" b="0" i="0" u="none" strike="noStrike">
                          <a:solidFill>
                            <a:srgbClr val="000000"/>
                          </a:solidFill>
                          <a:effectLst/>
                          <a:latin typeface="Verdana" panose="020B0604030504040204" pitchFamily="34" charset="0"/>
                        </a:rPr>
                        <a:t>120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B178"/>
                    </a:solidFill>
                  </a:tcPr>
                </a:tc>
                <a:tc>
                  <a:txBody>
                    <a:bodyPr/>
                    <a:lstStyle/>
                    <a:p>
                      <a:pPr algn="ctr" fontAlgn="ctr"/>
                      <a:r>
                        <a:rPr lang="en-US" sz="1050" b="0" i="0" u="none" strike="noStrike">
                          <a:solidFill>
                            <a:srgbClr val="000000"/>
                          </a:solidFill>
                          <a:effectLst/>
                          <a:latin typeface="Verdana" panose="020B0604030504040204" pitchFamily="34" charset="0"/>
                        </a:rPr>
                        <a:t>139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C7B"/>
                    </a:solidFill>
                  </a:tcPr>
                </a:tc>
                <a:tc>
                  <a:txBody>
                    <a:bodyPr/>
                    <a:lstStyle/>
                    <a:p>
                      <a:pPr algn="ctr" fontAlgn="ctr"/>
                      <a:r>
                        <a:rPr lang="en-US" sz="1050" b="0" i="0" u="none" strike="noStrike">
                          <a:solidFill>
                            <a:srgbClr val="000000"/>
                          </a:solidFill>
                          <a:effectLst/>
                          <a:latin typeface="Verdana" panose="020B0604030504040204" pitchFamily="34" charset="0"/>
                        </a:rPr>
                        <a:t>146</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C17B"/>
                    </a:solidFill>
                  </a:tcPr>
                </a:tc>
                <a:tc>
                  <a:txBody>
                    <a:bodyPr/>
                    <a:lstStyle/>
                    <a:p>
                      <a:pPr algn="ctr" fontAlgn="ctr"/>
                      <a:r>
                        <a:rPr lang="en-US" sz="1050" b="0" i="0" u="none" strike="noStrike">
                          <a:solidFill>
                            <a:srgbClr val="000000"/>
                          </a:solidFill>
                          <a:effectLst/>
                          <a:latin typeface="Verdana" panose="020B0604030504040204" pitchFamily="34" charset="0"/>
                        </a:rPr>
                        <a:t>189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DB81"/>
                    </a:solidFill>
                  </a:tcPr>
                </a:tc>
                <a:tc>
                  <a:txBody>
                    <a:bodyPr/>
                    <a:lstStyle/>
                    <a:p>
                      <a:pPr algn="ctr" fontAlgn="ctr"/>
                      <a:r>
                        <a:rPr lang="en-US" sz="1050" b="0" i="0" u="none" strike="noStrike">
                          <a:solidFill>
                            <a:srgbClr val="000000"/>
                          </a:solidFill>
                          <a:effectLst/>
                          <a:latin typeface="Verdana" panose="020B0604030504040204" pitchFamily="34" charset="0"/>
                        </a:rPr>
                        <a:t>252</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E984"/>
                    </a:solidFill>
                  </a:tcPr>
                </a:tc>
                <a:tc>
                  <a:txBody>
                    <a:bodyPr/>
                    <a:lstStyle/>
                    <a:p>
                      <a:pPr algn="ctr" fontAlgn="ctr"/>
                      <a:r>
                        <a:rPr lang="en-US" sz="1050" b="0" i="0" u="none" strike="noStrike">
                          <a:solidFill>
                            <a:srgbClr val="000000"/>
                          </a:solidFill>
                          <a:effectLst/>
                          <a:latin typeface="Verdana" panose="020B0604030504040204" pitchFamily="34" charset="0"/>
                        </a:rPr>
                        <a:t>262</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5E984"/>
                    </a:solidFill>
                  </a:tcPr>
                </a:tc>
                <a:tc>
                  <a:txBody>
                    <a:bodyPr/>
                    <a:lstStyle/>
                    <a:p>
                      <a:pPr algn="ctr" fontAlgn="ctr"/>
                      <a:r>
                        <a:rPr lang="en-US" sz="1050" b="0" i="0" u="none" strike="noStrike">
                          <a:solidFill>
                            <a:srgbClr val="000000"/>
                          </a:solidFill>
                          <a:effectLst/>
                          <a:latin typeface="Verdana" panose="020B0604030504040204" pitchFamily="34" charset="0"/>
                        </a:rPr>
                        <a:t>147</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C27C"/>
                    </a:solidFill>
                  </a:tcPr>
                </a:tc>
                <a:tc>
                  <a:txBody>
                    <a:bodyPr/>
                    <a:lstStyle/>
                    <a:p>
                      <a:pPr algn="ctr" fontAlgn="ctr"/>
                      <a:r>
                        <a:rPr lang="en-US" sz="1050" b="0" i="0" u="none" strike="noStrike">
                          <a:solidFill>
                            <a:srgbClr val="000000"/>
                          </a:solidFill>
                          <a:effectLst/>
                          <a:latin typeface="Verdana" panose="020B0604030504040204" pitchFamily="34" charset="0"/>
                        </a:rPr>
                        <a:t>164</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CC7E"/>
                    </a:solidFill>
                  </a:tcPr>
                </a:tc>
                <a:tc>
                  <a:txBody>
                    <a:bodyPr/>
                    <a:lstStyle/>
                    <a:p>
                      <a:pPr algn="ctr" fontAlgn="ctr"/>
                      <a:r>
                        <a:rPr lang="en-US" sz="1050" b="0" i="0" u="none" strike="noStrike">
                          <a:solidFill>
                            <a:srgbClr val="000000"/>
                          </a:solidFill>
                          <a:effectLst/>
                          <a:latin typeface="Verdana" panose="020B0604030504040204" pitchFamily="34" charset="0"/>
                        </a:rPr>
                        <a:t>10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F6C"/>
                    </a:solidFill>
                  </a:tcPr>
                </a:tc>
                <a:tc>
                  <a:txBody>
                    <a:bodyPr/>
                    <a:lstStyle/>
                    <a:p>
                      <a:pPr algn="ctr" fontAlgn="ctr"/>
                      <a:r>
                        <a:rPr lang="en-US" sz="1050" b="0" i="0" u="none" strike="noStrike">
                          <a:solidFill>
                            <a:srgbClr val="000000"/>
                          </a:solidFill>
                          <a:effectLst/>
                          <a:latin typeface="Verdana" panose="020B0604030504040204" pitchFamily="34" charset="0"/>
                        </a:rPr>
                        <a:t>194</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DE81"/>
                    </a:solidFill>
                  </a:tcPr>
                </a:tc>
                <a:tc>
                  <a:txBody>
                    <a:bodyPr/>
                    <a:lstStyle/>
                    <a:p>
                      <a:pPr algn="ctr" fontAlgn="ctr"/>
                      <a:r>
                        <a:rPr lang="en-US" sz="1050" b="0" i="0" u="none" strike="noStrike">
                          <a:solidFill>
                            <a:srgbClr val="000000"/>
                          </a:solidFill>
                          <a:effectLst/>
                          <a:latin typeface="Verdana" panose="020B0604030504040204" pitchFamily="34" charset="0"/>
                        </a:rPr>
                        <a:t>13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716C"/>
                    </a:solidFill>
                  </a:tcPr>
                </a:tc>
                <a:tc>
                  <a:txBody>
                    <a:bodyPr/>
                    <a:lstStyle/>
                    <a:p>
                      <a:pPr algn="ctr" fontAlgn="ctr"/>
                      <a:r>
                        <a:rPr lang="en-US" sz="1050" b="0" i="0" u="none" strike="noStrike">
                          <a:solidFill>
                            <a:srgbClr val="000000"/>
                          </a:solidFill>
                          <a:effectLst/>
                          <a:latin typeface="Verdana" panose="020B0604030504040204" pitchFamily="34" charset="0"/>
                        </a:rPr>
                        <a:t>168</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CE7E"/>
                    </a:solidFill>
                  </a:tcPr>
                </a:tc>
                <a:tc>
                  <a:txBody>
                    <a:bodyPr/>
                    <a:lstStyle/>
                    <a:p>
                      <a:pPr algn="ctr" fontAlgn="ctr"/>
                      <a:r>
                        <a:rPr lang="en-US" sz="1050" b="0" i="0" u="none" strike="noStrike">
                          <a:solidFill>
                            <a:srgbClr val="000000"/>
                          </a:solidFill>
                          <a:effectLst/>
                          <a:latin typeface="Verdana" panose="020B0604030504040204" pitchFamily="34" charset="0"/>
                        </a:rPr>
                        <a:t>158</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C87D"/>
                    </a:solidFill>
                  </a:tcPr>
                </a:tc>
                <a:tc>
                  <a:txBody>
                    <a:bodyPr/>
                    <a:lstStyle/>
                    <a:p>
                      <a:pPr algn="ctr" fontAlgn="ctr"/>
                      <a:r>
                        <a:rPr lang="en-US" sz="1050" b="0" i="0" u="none" strike="noStrike">
                          <a:solidFill>
                            <a:srgbClr val="000000"/>
                          </a:solidFill>
                          <a:effectLst/>
                          <a:latin typeface="Verdana" panose="020B0604030504040204" pitchFamily="34" charset="0"/>
                        </a:rPr>
                        <a:t>54</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8971"/>
                    </a:solidFill>
                  </a:tcPr>
                </a:tc>
                <a:tc>
                  <a:txBody>
                    <a:bodyPr/>
                    <a:lstStyle/>
                    <a:p>
                      <a:pPr algn="ctr" fontAlgn="ctr"/>
                      <a:r>
                        <a:rPr lang="en-US" sz="1050" b="0" i="0" u="none" strike="noStrike">
                          <a:solidFill>
                            <a:srgbClr val="000000"/>
                          </a:solidFill>
                          <a:effectLst/>
                          <a:latin typeface="Verdana" panose="020B0604030504040204" pitchFamily="34" charset="0"/>
                        </a:rPr>
                        <a:t>6</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C6B"/>
                    </a:solidFill>
                  </a:tcPr>
                </a:tc>
                <a:tc>
                  <a:txBody>
                    <a:bodyPr/>
                    <a:lstStyle/>
                    <a:p>
                      <a:pPr algn="ctr" fontAlgn="ctr"/>
                      <a:r>
                        <a:rPr lang="en-US" sz="1050" b="0" i="0" u="none" strike="noStrike">
                          <a:solidFill>
                            <a:srgbClr val="000000"/>
                          </a:solidFill>
                          <a:effectLst/>
                          <a:latin typeface="Verdana" panose="020B0604030504040204" pitchFamily="34" charset="0"/>
                        </a:rPr>
                        <a:t>88</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9E75"/>
                    </a:solidFill>
                  </a:tcPr>
                </a:tc>
                <a:tc>
                  <a:txBody>
                    <a:bodyPr/>
                    <a:lstStyle/>
                    <a:p>
                      <a:pPr algn="ctr" fontAlgn="ctr"/>
                      <a:r>
                        <a:rPr lang="en-US" sz="1050" b="0" i="0" u="none" strike="noStrike">
                          <a:solidFill>
                            <a:srgbClr val="000000"/>
                          </a:solidFill>
                          <a:effectLst/>
                          <a:latin typeface="Verdana" panose="020B0604030504040204" pitchFamily="34" charset="0"/>
                        </a:rPr>
                        <a:t>168</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CE7E"/>
                    </a:solidFill>
                  </a:tcPr>
                </a:tc>
                <a:tc>
                  <a:txBody>
                    <a:bodyPr/>
                    <a:lstStyle/>
                    <a:p>
                      <a:pPr algn="ctr" fontAlgn="ctr"/>
                      <a:r>
                        <a:rPr lang="en-US" sz="1050" b="0" i="0" u="none" strike="noStrike">
                          <a:solidFill>
                            <a:srgbClr val="000000"/>
                          </a:solidFill>
                          <a:effectLst/>
                          <a:latin typeface="Verdana" panose="020B0604030504040204" pitchFamily="34" charset="0"/>
                        </a:rPr>
                        <a:t>90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9F75"/>
                    </a:solidFill>
                  </a:tcPr>
                </a:tc>
                <a:tc>
                  <a:txBody>
                    <a:bodyPr/>
                    <a:lstStyle/>
                    <a:p>
                      <a:pPr algn="ctr" fontAlgn="ctr"/>
                      <a:r>
                        <a:rPr lang="en-US" sz="1050" b="0" i="0" u="none" strike="noStrike">
                          <a:solidFill>
                            <a:srgbClr val="000000"/>
                          </a:solidFill>
                          <a:effectLst/>
                          <a:latin typeface="Verdana" panose="020B0604030504040204" pitchFamily="34" charset="0"/>
                        </a:rPr>
                        <a:t>235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A84"/>
                    </a:solidFill>
                  </a:tcPr>
                </a:tc>
                <a:tc>
                  <a:txBody>
                    <a:bodyPr/>
                    <a:lstStyle/>
                    <a:p>
                      <a:pPr algn="ctr" fontAlgn="ctr"/>
                      <a:r>
                        <a:rPr lang="en-US" sz="1050" b="0" i="0" u="none" strike="noStrike">
                          <a:solidFill>
                            <a:srgbClr val="000000"/>
                          </a:solidFill>
                          <a:effectLst/>
                          <a:latin typeface="Verdana" panose="020B0604030504040204" pitchFamily="34" charset="0"/>
                        </a:rPr>
                        <a:t>16</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726C"/>
                    </a:solidFill>
                  </a:tcPr>
                </a:tc>
                <a:tc>
                  <a:txBody>
                    <a:bodyPr/>
                    <a:lstStyle/>
                    <a:p>
                      <a:pPr algn="ctr" fontAlgn="ctr"/>
                      <a:r>
                        <a:rPr lang="en-US" sz="1050" b="0" i="0" u="none" strike="noStrike">
                          <a:solidFill>
                            <a:srgbClr val="000000"/>
                          </a:solidFill>
                          <a:effectLst/>
                          <a:latin typeface="Verdana" panose="020B0604030504040204" pitchFamily="34" charset="0"/>
                        </a:rPr>
                        <a:t>112</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C78"/>
                    </a:solidFill>
                  </a:tcPr>
                </a:tc>
                <a:tc>
                  <a:txBody>
                    <a:bodyPr/>
                    <a:lstStyle/>
                    <a:p>
                      <a:pPr algn="ctr" fontAlgn="ctr"/>
                      <a:r>
                        <a:rPr lang="en-US" sz="1050" b="0" i="0" u="none" strike="noStrike">
                          <a:solidFill>
                            <a:srgbClr val="000000"/>
                          </a:solidFill>
                          <a:effectLst/>
                          <a:latin typeface="Verdana" panose="020B0604030504040204" pitchFamily="34" charset="0"/>
                        </a:rPr>
                        <a:t>93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175"/>
                    </a:solidFill>
                  </a:tcPr>
                </a:tc>
                <a:tc>
                  <a:txBody>
                    <a:bodyPr/>
                    <a:lstStyle/>
                    <a:p>
                      <a:pPr algn="ctr" fontAlgn="ctr"/>
                      <a:r>
                        <a:rPr lang="en-US" sz="1050" b="0" i="0" u="none" strike="noStrike">
                          <a:solidFill>
                            <a:srgbClr val="000000"/>
                          </a:solidFill>
                          <a:effectLst/>
                          <a:latin typeface="Verdana" panose="020B0604030504040204" pitchFamily="34" charset="0"/>
                        </a:rPr>
                        <a:t>265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5E884"/>
                    </a:solidFill>
                  </a:tcPr>
                </a:tc>
                <a:tc>
                  <a:txBody>
                    <a:bodyPr/>
                    <a:lstStyle/>
                    <a:p>
                      <a:pPr algn="ctr" fontAlgn="ctr"/>
                      <a:r>
                        <a:rPr lang="en-US" sz="1050" b="0" i="0" u="none" strike="noStrike">
                          <a:solidFill>
                            <a:srgbClr val="000000"/>
                          </a:solidFill>
                          <a:effectLst/>
                          <a:latin typeface="Verdana" panose="020B0604030504040204" pitchFamily="34" charset="0"/>
                        </a:rPr>
                        <a:t>371</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283"/>
                    </a:solidFill>
                  </a:tcPr>
                </a:tc>
                <a:tc>
                  <a:txBody>
                    <a:bodyPr/>
                    <a:lstStyle/>
                    <a:p>
                      <a:pPr algn="ctr" fontAlgn="ctr"/>
                      <a:r>
                        <a:rPr lang="en-US" sz="1050" b="0" i="0" u="none" strike="noStrike">
                          <a:solidFill>
                            <a:srgbClr val="000000"/>
                          </a:solidFill>
                          <a:effectLst/>
                          <a:latin typeface="Verdana" panose="020B0604030504040204" pitchFamily="34" charset="0"/>
                        </a:rPr>
                        <a:t>503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1D981"/>
                    </a:solidFill>
                  </a:tcPr>
                </a:tc>
                <a:extLst>
                  <a:ext uri="{0D108BD9-81ED-4DB2-BD59-A6C34878D82A}">
                    <a16:rowId xmlns:a16="http://schemas.microsoft.com/office/drawing/2014/main" val="3981109664"/>
                  </a:ext>
                </a:extLst>
              </a:tr>
              <a:tr h="60996">
                <a:tc>
                  <a:txBody>
                    <a:bodyPr/>
                    <a:lstStyle/>
                    <a:p>
                      <a:pPr algn="ctr" fontAlgn="b"/>
                      <a:r>
                        <a:rPr lang="en-US" sz="1050" b="1" i="0" u="none" strike="noStrike">
                          <a:solidFill>
                            <a:srgbClr val="000000"/>
                          </a:solidFill>
                          <a:effectLst/>
                          <a:latin typeface="Verdana" panose="020B0604030504040204" pitchFamily="34" charset="0"/>
                        </a:rPr>
                        <a:t>10:00</a:t>
                      </a:r>
                    </a:p>
                  </a:txBody>
                  <a:tcPr marL="3747" marR="3747" marT="37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Verdana" panose="020B0604030504040204" pitchFamily="34" charset="0"/>
                        </a:rPr>
                        <a:t>43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8370"/>
                    </a:solidFill>
                  </a:tcPr>
                </a:tc>
                <a:tc>
                  <a:txBody>
                    <a:bodyPr/>
                    <a:lstStyle/>
                    <a:p>
                      <a:pPr algn="ctr" fontAlgn="ctr"/>
                      <a:r>
                        <a:rPr lang="en-US" sz="1050" b="0" i="0" u="none" strike="noStrike">
                          <a:solidFill>
                            <a:srgbClr val="000000"/>
                          </a:solidFill>
                          <a:effectLst/>
                          <a:latin typeface="Verdana" panose="020B0604030504040204" pitchFamily="34" charset="0"/>
                        </a:rPr>
                        <a:t>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B6B"/>
                    </a:solidFill>
                  </a:tcPr>
                </a:tc>
                <a:tc>
                  <a:txBody>
                    <a:bodyPr/>
                    <a:lstStyle/>
                    <a:p>
                      <a:pPr algn="ctr" fontAlgn="ctr"/>
                      <a:r>
                        <a:rPr lang="en-US" sz="1050" b="0" i="0" u="none" strike="noStrike">
                          <a:solidFill>
                            <a:srgbClr val="000000"/>
                          </a:solidFill>
                          <a:effectLst/>
                          <a:latin typeface="Verdana" panose="020B0604030504040204" pitchFamily="34" charset="0"/>
                        </a:rPr>
                        <a:t>52</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8871"/>
                    </a:solidFill>
                  </a:tcPr>
                </a:tc>
                <a:tc>
                  <a:txBody>
                    <a:bodyPr/>
                    <a:lstStyle/>
                    <a:p>
                      <a:pPr algn="ctr" fontAlgn="ctr"/>
                      <a:r>
                        <a:rPr lang="en-US" sz="1050" b="0" i="0" u="none" strike="noStrike">
                          <a:solidFill>
                            <a:srgbClr val="000000"/>
                          </a:solidFill>
                          <a:effectLst/>
                          <a:latin typeface="Verdana" panose="020B0604030504040204" pitchFamily="34" charset="0"/>
                        </a:rPr>
                        <a:t>139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D7B"/>
                    </a:solidFill>
                  </a:tcPr>
                </a:tc>
                <a:tc>
                  <a:txBody>
                    <a:bodyPr/>
                    <a:lstStyle/>
                    <a:p>
                      <a:pPr algn="ctr" fontAlgn="ctr"/>
                      <a:r>
                        <a:rPr lang="en-US" sz="1050" b="0" i="0" u="none" strike="noStrike">
                          <a:solidFill>
                            <a:srgbClr val="000000"/>
                          </a:solidFill>
                          <a:effectLst/>
                          <a:latin typeface="Verdana" panose="020B0604030504040204" pitchFamily="34" charset="0"/>
                        </a:rPr>
                        <a:t>52</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8871"/>
                    </a:solidFill>
                  </a:tcPr>
                </a:tc>
                <a:tc>
                  <a:txBody>
                    <a:bodyPr/>
                    <a:lstStyle/>
                    <a:p>
                      <a:pPr algn="ctr" fontAlgn="ctr"/>
                      <a:r>
                        <a:rPr lang="en-US" sz="1050" b="0" i="0" u="none" strike="noStrike">
                          <a:solidFill>
                            <a:srgbClr val="000000"/>
                          </a:solidFill>
                          <a:effectLst/>
                          <a:latin typeface="Verdana" panose="020B0604030504040204" pitchFamily="34" charset="0"/>
                        </a:rPr>
                        <a:t>187</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DA80"/>
                    </a:solidFill>
                  </a:tcPr>
                </a:tc>
                <a:tc>
                  <a:txBody>
                    <a:bodyPr/>
                    <a:lstStyle/>
                    <a:p>
                      <a:pPr algn="ctr" fontAlgn="ctr"/>
                      <a:r>
                        <a:rPr lang="en-US" sz="1050" b="0" i="0" u="none" strike="noStrike">
                          <a:solidFill>
                            <a:srgbClr val="000000"/>
                          </a:solidFill>
                          <a:effectLst/>
                          <a:latin typeface="Verdana" panose="020B0604030504040204" pitchFamily="34" charset="0"/>
                        </a:rPr>
                        <a:t>311</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E583"/>
                    </a:solidFill>
                  </a:tcPr>
                </a:tc>
                <a:tc>
                  <a:txBody>
                    <a:bodyPr/>
                    <a:lstStyle/>
                    <a:p>
                      <a:pPr algn="ctr" fontAlgn="ctr"/>
                      <a:r>
                        <a:rPr lang="en-US" sz="1050" b="0" i="0" u="none" strike="noStrike">
                          <a:solidFill>
                            <a:srgbClr val="000000"/>
                          </a:solidFill>
                          <a:effectLst/>
                          <a:latin typeface="Verdana" panose="020B0604030504040204" pitchFamily="34" charset="0"/>
                        </a:rPr>
                        <a:t>118</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B078"/>
                    </a:solidFill>
                  </a:tcPr>
                </a:tc>
                <a:tc>
                  <a:txBody>
                    <a:bodyPr/>
                    <a:lstStyle/>
                    <a:p>
                      <a:pPr algn="ctr" fontAlgn="ctr"/>
                      <a:r>
                        <a:rPr lang="en-US" sz="1050" b="0" i="0" u="none" strike="noStrike">
                          <a:solidFill>
                            <a:srgbClr val="000000"/>
                          </a:solidFill>
                          <a:effectLst/>
                          <a:latin typeface="Verdana" panose="020B0604030504040204" pitchFamily="34" charset="0"/>
                        </a:rPr>
                        <a:t>175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D27F"/>
                    </a:solidFill>
                  </a:tcPr>
                </a:tc>
                <a:tc>
                  <a:txBody>
                    <a:bodyPr/>
                    <a:lstStyle/>
                    <a:p>
                      <a:pPr algn="ctr" fontAlgn="ctr"/>
                      <a:r>
                        <a:rPr lang="en-US" sz="1050" b="0" i="0" u="none" strike="noStrike">
                          <a:solidFill>
                            <a:srgbClr val="000000"/>
                          </a:solidFill>
                          <a:effectLst/>
                          <a:latin typeface="Verdana" panose="020B0604030504040204" pitchFamily="34" charset="0"/>
                        </a:rPr>
                        <a:t>262</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5E984"/>
                    </a:solidFill>
                  </a:tcPr>
                </a:tc>
                <a:tc>
                  <a:txBody>
                    <a:bodyPr/>
                    <a:lstStyle/>
                    <a:p>
                      <a:pPr algn="ctr" fontAlgn="ctr"/>
                      <a:r>
                        <a:rPr lang="en-US" sz="1050" b="0" i="0" u="none" strike="noStrike">
                          <a:solidFill>
                            <a:srgbClr val="000000"/>
                          </a:solidFill>
                          <a:effectLst/>
                          <a:latin typeface="Verdana" panose="020B0604030504040204" pitchFamily="34" charset="0"/>
                        </a:rPr>
                        <a:t>274</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3E884"/>
                    </a:solidFill>
                  </a:tcPr>
                </a:tc>
                <a:tc>
                  <a:txBody>
                    <a:bodyPr/>
                    <a:lstStyle/>
                    <a:p>
                      <a:pPr algn="ctr" fontAlgn="ctr"/>
                      <a:r>
                        <a:rPr lang="en-US" sz="1050" b="0" i="0" u="none" strike="noStrike">
                          <a:solidFill>
                            <a:srgbClr val="000000"/>
                          </a:solidFill>
                          <a:effectLst/>
                          <a:latin typeface="Verdana" panose="020B0604030504040204" pitchFamily="34" charset="0"/>
                        </a:rPr>
                        <a:t>305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CE683"/>
                    </a:solidFill>
                  </a:tcPr>
                </a:tc>
                <a:tc>
                  <a:txBody>
                    <a:bodyPr/>
                    <a:lstStyle/>
                    <a:p>
                      <a:pPr algn="ctr" fontAlgn="ctr"/>
                      <a:r>
                        <a:rPr lang="en-US" sz="1050" b="0" i="0" u="none" strike="noStrike">
                          <a:solidFill>
                            <a:srgbClr val="000000"/>
                          </a:solidFill>
                          <a:effectLst/>
                          <a:latin typeface="Verdana" panose="020B0604030504040204" pitchFamily="34" charset="0"/>
                        </a:rPr>
                        <a:t>236</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A84"/>
                    </a:solidFill>
                  </a:tcPr>
                </a:tc>
                <a:tc>
                  <a:txBody>
                    <a:bodyPr/>
                    <a:lstStyle/>
                    <a:p>
                      <a:pPr algn="ctr" fontAlgn="ctr"/>
                      <a:r>
                        <a:rPr lang="en-US" sz="1050" b="0" i="0" u="none" strike="noStrike">
                          <a:solidFill>
                            <a:srgbClr val="000000"/>
                          </a:solidFill>
                          <a:effectLst/>
                          <a:latin typeface="Verdana" panose="020B0604030504040204" pitchFamily="34" charset="0"/>
                        </a:rPr>
                        <a:t>199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182"/>
                    </a:solidFill>
                  </a:tcPr>
                </a:tc>
                <a:tc>
                  <a:txBody>
                    <a:bodyPr/>
                    <a:lstStyle/>
                    <a:p>
                      <a:pPr algn="ctr" fontAlgn="ctr"/>
                      <a:r>
                        <a:rPr lang="en-US" sz="1050" b="0" i="0" u="none" strike="noStrike">
                          <a:solidFill>
                            <a:srgbClr val="000000"/>
                          </a:solidFill>
                          <a:effectLst/>
                          <a:latin typeface="Verdana" panose="020B0604030504040204" pitchFamily="34" charset="0"/>
                        </a:rPr>
                        <a:t>146</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C17C"/>
                    </a:solidFill>
                  </a:tcPr>
                </a:tc>
                <a:tc>
                  <a:txBody>
                    <a:bodyPr/>
                    <a:lstStyle/>
                    <a:p>
                      <a:pPr algn="ctr" fontAlgn="ctr"/>
                      <a:r>
                        <a:rPr lang="en-US" sz="1050" b="0" i="0" u="none" strike="noStrike">
                          <a:solidFill>
                            <a:srgbClr val="000000"/>
                          </a:solidFill>
                          <a:effectLst/>
                          <a:latin typeface="Verdana" panose="020B0604030504040204" pitchFamily="34" charset="0"/>
                        </a:rPr>
                        <a:t>161</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CA7D"/>
                    </a:solidFill>
                  </a:tcPr>
                </a:tc>
                <a:tc>
                  <a:txBody>
                    <a:bodyPr/>
                    <a:lstStyle/>
                    <a:p>
                      <a:pPr algn="ctr" fontAlgn="ctr"/>
                      <a:r>
                        <a:rPr lang="en-US" sz="1050" b="0" i="0" u="none" strike="noStrike">
                          <a:solidFill>
                            <a:srgbClr val="000000"/>
                          </a:solidFill>
                          <a:effectLst/>
                          <a:latin typeface="Verdana" panose="020B0604030504040204" pitchFamily="34" charset="0"/>
                        </a:rPr>
                        <a:t>4</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B6B"/>
                    </a:solidFill>
                  </a:tcPr>
                </a:tc>
                <a:tc>
                  <a:txBody>
                    <a:bodyPr/>
                    <a:lstStyle/>
                    <a:p>
                      <a:pPr algn="ctr" fontAlgn="ctr"/>
                      <a:r>
                        <a:rPr lang="en-US" sz="1050" b="0" i="0" u="none" strike="noStrike">
                          <a:solidFill>
                            <a:srgbClr val="000000"/>
                          </a:solidFill>
                          <a:effectLst/>
                          <a:latin typeface="Verdana" panose="020B0604030504040204" pitchFamily="34" charset="0"/>
                        </a:rPr>
                        <a:t>139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C7B"/>
                    </a:solidFill>
                  </a:tcPr>
                </a:tc>
                <a:tc>
                  <a:txBody>
                    <a:bodyPr/>
                    <a:lstStyle/>
                    <a:p>
                      <a:pPr algn="ctr" fontAlgn="ctr"/>
                      <a:r>
                        <a:rPr lang="en-US" sz="1050" b="0" i="0" u="none" strike="noStrike">
                          <a:solidFill>
                            <a:srgbClr val="000000"/>
                          </a:solidFill>
                          <a:effectLst/>
                          <a:latin typeface="Verdana" panose="020B0604030504040204" pitchFamily="34" charset="0"/>
                        </a:rPr>
                        <a:t>189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DB81"/>
                    </a:solidFill>
                  </a:tcPr>
                </a:tc>
                <a:tc>
                  <a:txBody>
                    <a:bodyPr/>
                    <a:lstStyle/>
                    <a:p>
                      <a:pPr algn="ctr" fontAlgn="ctr"/>
                      <a:r>
                        <a:rPr lang="en-US" sz="1050" b="0" i="0" u="none" strike="noStrike">
                          <a:solidFill>
                            <a:srgbClr val="000000"/>
                          </a:solidFill>
                          <a:effectLst/>
                          <a:latin typeface="Verdana" panose="020B0604030504040204" pitchFamily="34" charset="0"/>
                        </a:rPr>
                        <a:t>54</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8971"/>
                    </a:solidFill>
                  </a:tcPr>
                </a:tc>
                <a:tc>
                  <a:txBody>
                    <a:bodyPr/>
                    <a:lstStyle/>
                    <a:p>
                      <a:pPr algn="ctr" fontAlgn="ctr"/>
                      <a:r>
                        <a:rPr lang="en-US" sz="1050" b="0" i="0" u="none" strike="noStrike">
                          <a:solidFill>
                            <a:srgbClr val="000000"/>
                          </a:solidFill>
                          <a:effectLst/>
                          <a:latin typeface="Verdana" panose="020B0604030504040204" pitchFamily="34" charset="0"/>
                        </a:rPr>
                        <a:t>6</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C6B"/>
                    </a:solidFill>
                  </a:tcPr>
                </a:tc>
                <a:tc>
                  <a:txBody>
                    <a:bodyPr/>
                    <a:lstStyle/>
                    <a:p>
                      <a:pPr algn="ctr" fontAlgn="ctr"/>
                      <a:r>
                        <a:rPr lang="en-US" sz="1050" b="0" i="0" u="none" strike="noStrike">
                          <a:solidFill>
                            <a:srgbClr val="000000"/>
                          </a:solidFill>
                          <a:effectLst/>
                          <a:latin typeface="Verdana" panose="020B0604030504040204" pitchFamily="34" charset="0"/>
                        </a:rPr>
                        <a:t>221</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B84"/>
                    </a:solidFill>
                  </a:tcPr>
                </a:tc>
                <a:tc>
                  <a:txBody>
                    <a:bodyPr/>
                    <a:lstStyle/>
                    <a:p>
                      <a:pPr algn="ctr" fontAlgn="ctr"/>
                      <a:r>
                        <a:rPr lang="en-US" sz="1050" b="0" i="0" u="none" strike="noStrike">
                          <a:solidFill>
                            <a:srgbClr val="000000"/>
                          </a:solidFill>
                          <a:effectLst/>
                          <a:latin typeface="Verdana" panose="020B0604030504040204" pitchFamily="34" charset="0"/>
                        </a:rPr>
                        <a:t>218</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B84"/>
                    </a:solidFill>
                  </a:tcPr>
                </a:tc>
                <a:tc>
                  <a:txBody>
                    <a:bodyPr/>
                    <a:lstStyle/>
                    <a:p>
                      <a:pPr algn="ctr" fontAlgn="ctr"/>
                      <a:r>
                        <a:rPr lang="en-US" sz="1050" b="0" i="0" u="none" strike="noStrike">
                          <a:solidFill>
                            <a:srgbClr val="000000"/>
                          </a:solidFill>
                          <a:effectLst/>
                          <a:latin typeface="Verdana" panose="020B0604030504040204" pitchFamily="34" charset="0"/>
                        </a:rPr>
                        <a:t>81</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9974"/>
                    </a:solidFill>
                  </a:tcPr>
                </a:tc>
                <a:tc>
                  <a:txBody>
                    <a:bodyPr/>
                    <a:lstStyle/>
                    <a:p>
                      <a:pPr algn="ctr" fontAlgn="ctr"/>
                      <a:r>
                        <a:rPr lang="en-US" sz="1050" b="0" i="0" u="none" strike="noStrike">
                          <a:solidFill>
                            <a:srgbClr val="000000"/>
                          </a:solidFill>
                          <a:effectLst/>
                          <a:latin typeface="Verdana" panose="020B0604030504040204" pitchFamily="34" charset="0"/>
                        </a:rPr>
                        <a:t>189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DB81"/>
                    </a:solidFill>
                  </a:tcPr>
                </a:tc>
                <a:tc>
                  <a:txBody>
                    <a:bodyPr/>
                    <a:lstStyle/>
                    <a:p>
                      <a:pPr algn="ctr" fontAlgn="ctr"/>
                      <a:r>
                        <a:rPr lang="en-US" sz="1050" b="0" i="0" u="none" strike="noStrike">
                          <a:solidFill>
                            <a:srgbClr val="000000"/>
                          </a:solidFill>
                          <a:effectLst/>
                          <a:latin typeface="Verdana" panose="020B0604030504040204" pitchFamily="34" charset="0"/>
                        </a:rPr>
                        <a:t>69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9273"/>
                    </a:solidFill>
                  </a:tcPr>
                </a:tc>
                <a:tc>
                  <a:txBody>
                    <a:bodyPr/>
                    <a:lstStyle/>
                    <a:p>
                      <a:pPr algn="ctr" fontAlgn="ctr"/>
                      <a:r>
                        <a:rPr lang="en-US" sz="1050" b="0" i="0" u="none" strike="noStrike">
                          <a:solidFill>
                            <a:srgbClr val="000000"/>
                          </a:solidFill>
                          <a:effectLst/>
                          <a:latin typeface="Verdana" panose="020B0604030504040204" pitchFamily="34" charset="0"/>
                        </a:rPr>
                        <a:t>102</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776"/>
                    </a:solidFill>
                  </a:tcPr>
                </a:tc>
                <a:tc>
                  <a:txBody>
                    <a:bodyPr/>
                    <a:lstStyle/>
                    <a:p>
                      <a:pPr algn="ctr" fontAlgn="ctr"/>
                      <a:r>
                        <a:rPr lang="en-US" sz="1050" b="0" i="0" u="none" strike="noStrike">
                          <a:solidFill>
                            <a:srgbClr val="000000"/>
                          </a:solidFill>
                          <a:effectLst/>
                          <a:latin typeface="Verdana" panose="020B0604030504040204" pitchFamily="34" charset="0"/>
                        </a:rPr>
                        <a:t>103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776"/>
                    </a:solidFill>
                  </a:tcPr>
                </a:tc>
                <a:tc>
                  <a:txBody>
                    <a:bodyPr/>
                    <a:lstStyle/>
                    <a:p>
                      <a:pPr algn="ctr" fontAlgn="ctr"/>
                      <a:r>
                        <a:rPr lang="en-US" sz="1050" b="0" i="0" u="none" strike="noStrike">
                          <a:solidFill>
                            <a:srgbClr val="000000"/>
                          </a:solidFill>
                          <a:effectLst/>
                          <a:latin typeface="Verdana" panose="020B0604030504040204" pitchFamily="34" charset="0"/>
                        </a:rPr>
                        <a:t>242</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EA84"/>
                    </a:solidFill>
                  </a:tcPr>
                </a:tc>
                <a:tc>
                  <a:txBody>
                    <a:bodyPr/>
                    <a:lstStyle/>
                    <a:p>
                      <a:pPr algn="ctr" fontAlgn="ctr"/>
                      <a:r>
                        <a:rPr lang="en-US" sz="1050" b="0" i="0" u="none" strike="noStrike">
                          <a:solidFill>
                            <a:srgbClr val="000000"/>
                          </a:solidFill>
                          <a:effectLst/>
                          <a:latin typeface="Verdana" panose="020B0604030504040204" pitchFamily="34" charset="0"/>
                        </a:rPr>
                        <a:t>432</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E82"/>
                    </a:solidFill>
                  </a:tcPr>
                </a:tc>
                <a:tc>
                  <a:txBody>
                    <a:bodyPr/>
                    <a:lstStyle/>
                    <a:p>
                      <a:pPr algn="ctr" fontAlgn="ctr"/>
                      <a:r>
                        <a:rPr lang="en-US" sz="1050" b="0" i="0" u="none" strike="noStrike">
                          <a:solidFill>
                            <a:srgbClr val="000000"/>
                          </a:solidFill>
                          <a:effectLst/>
                          <a:latin typeface="Verdana" panose="020B0604030504040204" pitchFamily="34" charset="0"/>
                        </a:rPr>
                        <a:t>446</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DDD82"/>
                    </a:solidFill>
                  </a:tcPr>
                </a:tc>
                <a:extLst>
                  <a:ext uri="{0D108BD9-81ED-4DB2-BD59-A6C34878D82A}">
                    <a16:rowId xmlns:a16="http://schemas.microsoft.com/office/drawing/2014/main" val="655505559"/>
                  </a:ext>
                </a:extLst>
              </a:tr>
              <a:tr h="60996">
                <a:tc>
                  <a:txBody>
                    <a:bodyPr/>
                    <a:lstStyle/>
                    <a:p>
                      <a:pPr algn="ctr" fontAlgn="b"/>
                      <a:r>
                        <a:rPr lang="en-US" sz="1050" b="1" i="0" u="none" strike="noStrike">
                          <a:solidFill>
                            <a:srgbClr val="000000"/>
                          </a:solidFill>
                          <a:effectLst/>
                          <a:latin typeface="Verdana" panose="020B0604030504040204" pitchFamily="34" charset="0"/>
                        </a:rPr>
                        <a:t>11:00</a:t>
                      </a:r>
                    </a:p>
                  </a:txBody>
                  <a:tcPr marL="3747" marR="3747" marT="37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Verdana" panose="020B0604030504040204" pitchFamily="34" charset="0"/>
                        </a:rPr>
                        <a:t>81</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9974"/>
                    </a:solidFill>
                  </a:tcPr>
                </a:tc>
                <a:tc>
                  <a:txBody>
                    <a:bodyPr/>
                    <a:lstStyle/>
                    <a:p>
                      <a:pPr algn="ctr" fontAlgn="ctr"/>
                      <a:r>
                        <a:rPr lang="en-US" sz="1050" b="0" i="0" u="none" strike="noStrike">
                          <a:solidFill>
                            <a:srgbClr val="000000"/>
                          </a:solidFill>
                          <a:effectLst/>
                          <a:latin typeface="Verdana" panose="020B0604030504040204" pitchFamily="34" charset="0"/>
                        </a:rPr>
                        <a:t>25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786D"/>
                    </a:solidFill>
                  </a:tcPr>
                </a:tc>
                <a:tc>
                  <a:txBody>
                    <a:bodyPr/>
                    <a:lstStyle/>
                    <a:p>
                      <a:pPr algn="ctr" fontAlgn="ctr"/>
                      <a:r>
                        <a:rPr lang="en-US" sz="1050" b="0" i="0" u="none" strike="noStrike">
                          <a:solidFill>
                            <a:srgbClr val="000000"/>
                          </a:solidFill>
                          <a:effectLst/>
                          <a:latin typeface="Verdana" panose="020B0604030504040204" pitchFamily="34" charset="0"/>
                        </a:rPr>
                        <a:t>165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CD7E"/>
                    </a:solidFill>
                  </a:tcPr>
                </a:tc>
                <a:tc>
                  <a:txBody>
                    <a:bodyPr/>
                    <a:lstStyle/>
                    <a:p>
                      <a:pPr algn="ctr" fontAlgn="ctr"/>
                      <a:r>
                        <a:rPr lang="en-US" sz="1050" b="0" i="0" u="none" strike="noStrike">
                          <a:solidFill>
                            <a:srgbClr val="000000"/>
                          </a:solidFill>
                          <a:effectLst/>
                          <a:latin typeface="Verdana" panose="020B0604030504040204" pitchFamily="34" charset="0"/>
                        </a:rPr>
                        <a:t>149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C37C"/>
                    </a:solidFill>
                  </a:tcPr>
                </a:tc>
                <a:tc>
                  <a:txBody>
                    <a:bodyPr/>
                    <a:lstStyle/>
                    <a:p>
                      <a:pPr algn="ctr" fontAlgn="ctr"/>
                      <a:r>
                        <a:rPr lang="en-US" sz="1050" b="0" i="0" u="none" strike="noStrike">
                          <a:solidFill>
                            <a:srgbClr val="000000"/>
                          </a:solidFill>
                          <a:effectLst/>
                          <a:latin typeface="Verdana" panose="020B0604030504040204" pitchFamily="34" charset="0"/>
                        </a:rPr>
                        <a:t>96</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376"/>
                    </a:solidFill>
                  </a:tcPr>
                </a:tc>
                <a:tc>
                  <a:txBody>
                    <a:bodyPr/>
                    <a:lstStyle/>
                    <a:p>
                      <a:pPr algn="ctr" fontAlgn="ctr"/>
                      <a:r>
                        <a:rPr lang="en-US" sz="1050" b="0" i="0" u="none" strike="noStrike">
                          <a:solidFill>
                            <a:srgbClr val="000000"/>
                          </a:solidFill>
                          <a:effectLst/>
                          <a:latin typeface="Verdana" panose="020B0604030504040204" pitchFamily="34" charset="0"/>
                        </a:rPr>
                        <a:t>146</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C17B"/>
                    </a:solidFill>
                  </a:tcPr>
                </a:tc>
                <a:tc>
                  <a:txBody>
                    <a:bodyPr/>
                    <a:lstStyle/>
                    <a:p>
                      <a:pPr algn="ctr" fontAlgn="ctr"/>
                      <a:r>
                        <a:rPr lang="en-US" sz="1050" b="0" i="0" u="none" strike="noStrike">
                          <a:solidFill>
                            <a:srgbClr val="000000"/>
                          </a:solidFill>
                          <a:effectLst/>
                          <a:latin typeface="Verdana" panose="020B0604030504040204" pitchFamily="34" charset="0"/>
                        </a:rPr>
                        <a:t>267</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E884"/>
                    </a:solidFill>
                  </a:tcPr>
                </a:tc>
                <a:tc>
                  <a:txBody>
                    <a:bodyPr/>
                    <a:lstStyle/>
                    <a:p>
                      <a:pPr algn="ctr" fontAlgn="ctr"/>
                      <a:r>
                        <a:rPr lang="en-US" sz="1050" b="0" i="0" u="none" strike="noStrike">
                          <a:solidFill>
                            <a:srgbClr val="000000"/>
                          </a:solidFill>
                          <a:effectLst/>
                          <a:latin typeface="Verdana" panose="020B0604030504040204" pitchFamily="34" charset="0"/>
                        </a:rPr>
                        <a:t>132</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87A"/>
                    </a:solidFill>
                  </a:tcPr>
                </a:tc>
                <a:tc>
                  <a:txBody>
                    <a:bodyPr/>
                    <a:lstStyle/>
                    <a:p>
                      <a:pPr algn="ctr" fontAlgn="ctr"/>
                      <a:r>
                        <a:rPr lang="en-US" sz="1050" b="0" i="0" u="none" strike="noStrike">
                          <a:solidFill>
                            <a:srgbClr val="000000"/>
                          </a:solidFill>
                          <a:effectLst/>
                          <a:latin typeface="Verdana" panose="020B0604030504040204" pitchFamily="34" charset="0"/>
                        </a:rPr>
                        <a:t>172</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D17F"/>
                    </a:solidFill>
                  </a:tcPr>
                </a:tc>
                <a:tc>
                  <a:txBody>
                    <a:bodyPr/>
                    <a:lstStyle/>
                    <a:p>
                      <a:pPr algn="ctr" fontAlgn="ctr"/>
                      <a:r>
                        <a:rPr lang="en-US" sz="1050" b="0" i="0" u="none" strike="noStrike">
                          <a:solidFill>
                            <a:srgbClr val="000000"/>
                          </a:solidFill>
                          <a:effectLst/>
                          <a:latin typeface="Verdana" panose="020B0604030504040204" pitchFamily="34" charset="0"/>
                        </a:rPr>
                        <a:t>320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9E583"/>
                    </a:solidFill>
                  </a:tcPr>
                </a:tc>
                <a:tc>
                  <a:txBody>
                    <a:bodyPr/>
                    <a:lstStyle/>
                    <a:p>
                      <a:pPr algn="ctr" fontAlgn="ctr"/>
                      <a:r>
                        <a:rPr lang="en-US" sz="1050" b="0" i="0" u="none" strike="noStrike">
                          <a:solidFill>
                            <a:srgbClr val="000000"/>
                          </a:solidFill>
                          <a:effectLst/>
                          <a:latin typeface="Verdana" panose="020B0604030504040204" pitchFamily="34" charset="0"/>
                        </a:rPr>
                        <a:t>322</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583"/>
                    </a:solidFill>
                  </a:tcPr>
                </a:tc>
                <a:tc>
                  <a:txBody>
                    <a:bodyPr/>
                    <a:lstStyle/>
                    <a:p>
                      <a:pPr algn="ctr" fontAlgn="ctr"/>
                      <a:r>
                        <a:rPr lang="en-US" sz="1050" b="0" i="0" u="none" strike="noStrike">
                          <a:solidFill>
                            <a:srgbClr val="000000"/>
                          </a:solidFill>
                          <a:effectLst/>
                          <a:latin typeface="Verdana" panose="020B0604030504040204" pitchFamily="34" charset="0"/>
                        </a:rPr>
                        <a:t>263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5E884"/>
                    </a:solidFill>
                  </a:tcPr>
                </a:tc>
                <a:tc>
                  <a:txBody>
                    <a:bodyPr/>
                    <a:lstStyle/>
                    <a:p>
                      <a:pPr algn="ctr" fontAlgn="ctr"/>
                      <a:r>
                        <a:rPr lang="en-US" sz="1050" b="0" i="0" u="none" strike="noStrike">
                          <a:solidFill>
                            <a:srgbClr val="000000"/>
                          </a:solidFill>
                          <a:effectLst/>
                          <a:latin typeface="Verdana" panose="020B0604030504040204" pitchFamily="34" charset="0"/>
                        </a:rPr>
                        <a:t>295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E683"/>
                    </a:solidFill>
                  </a:tcPr>
                </a:tc>
                <a:tc>
                  <a:txBody>
                    <a:bodyPr/>
                    <a:lstStyle/>
                    <a:p>
                      <a:pPr algn="ctr" fontAlgn="ctr"/>
                      <a:r>
                        <a:rPr lang="en-US" sz="1050" b="0" i="0" u="none" strike="noStrike">
                          <a:solidFill>
                            <a:srgbClr val="000000"/>
                          </a:solidFill>
                          <a:effectLst/>
                          <a:latin typeface="Verdana" panose="020B0604030504040204" pitchFamily="34" charset="0"/>
                        </a:rPr>
                        <a:t>238</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EA84"/>
                    </a:solidFill>
                  </a:tcPr>
                </a:tc>
                <a:tc>
                  <a:txBody>
                    <a:bodyPr/>
                    <a:lstStyle/>
                    <a:p>
                      <a:pPr algn="ctr" fontAlgn="ctr"/>
                      <a:r>
                        <a:rPr lang="en-US" sz="1050" b="0" i="0" u="none" strike="noStrike">
                          <a:solidFill>
                            <a:srgbClr val="000000"/>
                          </a:solidFill>
                          <a:effectLst/>
                          <a:latin typeface="Verdana" panose="020B0604030504040204" pitchFamily="34" charset="0"/>
                        </a:rPr>
                        <a:t>179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D57F"/>
                    </a:solidFill>
                  </a:tcPr>
                </a:tc>
                <a:tc>
                  <a:txBody>
                    <a:bodyPr/>
                    <a:lstStyle/>
                    <a:p>
                      <a:pPr algn="ctr" fontAlgn="ctr"/>
                      <a:r>
                        <a:rPr lang="en-US" sz="1050" b="0" i="0" u="none" strike="noStrike">
                          <a:solidFill>
                            <a:srgbClr val="000000"/>
                          </a:solidFill>
                          <a:effectLst/>
                          <a:latin typeface="Verdana" panose="020B0604030504040204" pitchFamily="34" charset="0"/>
                        </a:rPr>
                        <a:t>204</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482"/>
                    </a:solidFill>
                  </a:tcPr>
                </a:tc>
                <a:tc>
                  <a:txBody>
                    <a:bodyPr/>
                    <a:lstStyle/>
                    <a:p>
                      <a:pPr algn="ctr" fontAlgn="ctr"/>
                      <a:r>
                        <a:rPr lang="en-US" sz="1050" b="0" i="0" u="none" strike="noStrike">
                          <a:solidFill>
                            <a:srgbClr val="000000"/>
                          </a:solidFill>
                          <a:effectLst/>
                          <a:latin typeface="Verdana" panose="020B0604030504040204" pitchFamily="34" charset="0"/>
                        </a:rPr>
                        <a:t>4</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B6B"/>
                    </a:solidFill>
                  </a:tcPr>
                </a:tc>
                <a:tc>
                  <a:txBody>
                    <a:bodyPr/>
                    <a:lstStyle/>
                    <a:p>
                      <a:pPr algn="ctr" fontAlgn="ctr"/>
                      <a:r>
                        <a:rPr lang="en-US" sz="1050" b="0" i="0" u="none" strike="noStrike">
                          <a:solidFill>
                            <a:srgbClr val="000000"/>
                          </a:solidFill>
                          <a:effectLst/>
                          <a:latin typeface="Verdana" panose="020B0604030504040204" pitchFamily="34" charset="0"/>
                        </a:rPr>
                        <a:t>153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C57C"/>
                    </a:solidFill>
                  </a:tcPr>
                </a:tc>
                <a:tc>
                  <a:txBody>
                    <a:bodyPr/>
                    <a:lstStyle/>
                    <a:p>
                      <a:pPr algn="ctr" fontAlgn="ctr"/>
                      <a:r>
                        <a:rPr lang="en-US" sz="1050" b="0" i="0" u="none" strike="noStrike">
                          <a:solidFill>
                            <a:srgbClr val="000000"/>
                          </a:solidFill>
                          <a:effectLst/>
                          <a:latin typeface="Verdana" panose="020B0604030504040204" pitchFamily="34" charset="0"/>
                        </a:rPr>
                        <a:t>148</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C27C"/>
                    </a:solidFill>
                  </a:tcPr>
                </a:tc>
                <a:tc>
                  <a:txBody>
                    <a:bodyPr/>
                    <a:lstStyle/>
                    <a:p>
                      <a:pPr algn="ctr" fontAlgn="ctr"/>
                      <a:r>
                        <a:rPr lang="en-US" sz="1050" b="0" i="0" u="none" strike="noStrike">
                          <a:solidFill>
                            <a:srgbClr val="000000"/>
                          </a:solidFill>
                          <a:effectLst/>
                          <a:latin typeface="Verdana" panose="020B0604030504040204" pitchFamily="34" charset="0"/>
                        </a:rPr>
                        <a:t>62</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8E72"/>
                    </a:solidFill>
                  </a:tcPr>
                </a:tc>
                <a:tc>
                  <a:txBody>
                    <a:bodyPr/>
                    <a:lstStyle/>
                    <a:p>
                      <a:pPr algn="ctr" fontAlgn="ctr"/>
                      <a:r>
                        <a:rPr lang="en-US" sz="1050" b="0" i="0" u="none" strike="noStrike">
                          <a:solidFill>
                            <a:srgbClr val="000000"/>
                          </a:solidFill>
                          <a:effectLst/>
                          <a:latin typeface="Verdana" panose="020B0604030504040204" pitchFamily="34" charset="0"/>
                        </a:rPr>
                        <a:t>59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8C71"/>
                    </a:solidFill>
                  </a:tcPr>
                </a:tc>
                <a:tc>
                  <a:txBody>
                    <a:bodyPr/>
                    <a:lstStyle/>
                    <a:p>
                      <a:pPr algn="ctr" fontAlgn="ctr"/>
                      <a:r>
                        <a:rPr lang="en-US" sz="1050" b="0" i="0" u="none" strike="noStrike">
                          <a:solidFill>
                            <a:srgbClr val="000000"/>
                          </a:solidFill>
                          <a:effectLst/>
                          <a:latin typeface="Verdana" panose="020B0604030504040204" pitchFamily="34" charset="0"/>
                        </a:rPr>
                        <a:t>168</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CE7E"/>
                    </a:solidFill>
                  </a:tcPr>
                </a:tc>
                <a:tc>
                  <a:txBody>
                    <a:bodyPr/>
                    <a:lstStyle/>
                    <a:p>
                      <a:pPr algn="ctr" fontAlgn="ctr"/>
                      <a:r>
                        <a:rPr lang="en-US" sz="1050" b="0" i="0" u="none" strike="noStrike">
                          <a:solidFill>
                            <a:srgbClr val="000000"/>
                          </a:solidFill>
                          <a:effectLst/>
                          <a:latin typeface="Verdana" panose="020B0604030504040204" pitchFamily="34" charset="0"/>
                        </a:rPr>
                        <a:t>192</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DD81"/>
                    </a:solidFill>
                  </a:tcPr>
                </a:tc>
                <a:tc>
                  <a:txBody>
                    <a:bodyPr/>
                    <a:lstStyle/>
                    <a:p>
                      <a:pPr algn="ctr" fontAlgn="ctr"/>
                      <a:r>
                        <a:rPr lang="en-US" sz="1050" b="0" i="0" u="none" strike="noStrike">
                          <a:solidFill>
                            <a:srgbClr val="000000"/>
                          </a:solidFill>
                          <a:effectLst/>
                          <a:latin typeface="Verdana" panose="020B0604030504040204" pitchFamily="34" charset="0"/>
                        </a:rPr>
                        <a:t>194</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DE81"/>
                    </a:solidFill>
                  </a:tcPr>
                </a:tc>
                <a:tc>
                  <a:txBody>
                    <a:bodyPr/>
                    <a:lstStyle/>
                    <a:p>
                      <a:pPr algn="ctr" fontAlgn="ctr"/>
                      <a:r>
                        <a:rPr lang="en-US" sz="1050" b="0" i="0" u="none" strike="noStrike">
                          <a:solidFill>
                            <a:srgbClr val="000000"/>
                          </a:solidFill>
                          <a:effectLst/>
                          <a:latin typeface="Verdana" panose="020B0604030504040204" pitchFamily="34" charset="0"/>
                        </a:rPr>
                        <a:t>194</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DE81"/>
                    </a:solidFill>
                  </a:tcPr>
                </a:tc>
                <a:tc>
                  <a:txBody>
                    <a:bodyPr/>
                    <a:lstStyle/>
                    <a:p>
                      <a:pPr algn="ctr" fontAlgn="ctr"/>
                      <a:r>
                        <a:rPr lang="en-US" sz="1050" b="0" i="0" u="none" strike="noStrike">
                          <a:solidFill>
                            <a:srgbClr val="000000"/>
                          </a:solidFill>
                          <a:effectLst/>
                          <a:latin typeface="Verdana" panose="020B0604030504040204" pitchFamily="34" charset="0"/>
                        </a:rPr>
                        <a:t>108</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A77"/>
                    </a:solidFill>
                  </a:tcPr>
                </a:tc>
                <a:tc>
                  <a:txBody>
                    <a:bodyPr/>
                    <a:lstStyle/>
                    <a:p>
                      <a:pPr algn="ctr" fontAlgn="ctr"/>
                      <a:r>
                        <a:rPr lang="en-US" sz="1050" b="0" i="0" u="none" strike="noStrike">
                          <a:solidFill>
                            <a:srgbClr val="000000"/>
                          </a:solidFill>
                          <a:effectLst/>
                          <a:latin typeface="Verdana" panose="020B0604030504040204" pitchFamily="34" charset="0"/>
                        </a:rPr>
                        <a:t>47</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8570"/>
                    </a:solidFill>
                  </a:tcPr>
                </a:tc>
                <a:tc>
                  <a:txBody>
                    <a:bodyPr/>
                    <a:lstStyle/>
                    <a:p>
                      <a:pPr algn="ctr" fontAlgn="ctr"/>
                      <a:r>
                        <a:rPr lang="en-US" sz="1050" b="0" i="0" u="none" strike="noStrike">
                          <a:solidFill>
                            <a:srgbClr val="000000"/>
                          </a:solidFill>
                          <a:effectLst/>
                          <a:latin typeface="Verdana" panose="020B0604030504040204" pitchFamily="34" charset="0"/>
                        </a:rPr>
                        <a:t>214</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A83"/>
                    </a:solidFill>
                  </a:tcPr>
                </a:tc>
                <a:tc>
                  <a:txBody>
                    <a:bodyPr/>
                    <a:lstStyle/>
                    <a:p>
                      <a:pPr algn="ctr" fontAlgn="ctr"/>
                      <a:r>
                        <a:rPr lang="en-US" sz="1050" b="0" i="0" u="none" strike="noStrike">
                          <a:solidFill>
                            <a:srgbClr val="000000"/>
                          </a:solidFill>
                          <a:effectLst/>
                          <a:latin typeface="Verdana" panose="020B0604030504040204" pitchFamily="34" charset="0"/>
                        </a:rPr>
                        <a:t>283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E784"/>
                    </a:solidFill>
                  </a:tcPr>
                </a:tc>
                <a:tc>
                  <a:txBody>
                    <a:bodyPr/>
                    <a:lstStyle/>
                    <a:p>
                      <a:pPr algn="ctr" fontAlgn="ctr"/>
                      <a:r>
                        <a:rPr lang="en-US" sz="1050" b="0" i="0" u="none" strike="noStrike">
                          <a:solidFill>
                            <a:srgbClr val="000000"/>
                          </a:solidFill>
                          <a:effectLst/>
                          <a:latin typeface="Verdana" panose="020B0604030504040204" pitchFamily="34" charset="0"/>
                        </a:rPr>
                        <a:t>459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ADC81"/>
                    </a:solidFill>
                  </a:tcPr>
                </a:tc>
                <a:tc>
                  <a:txBody>
                    <a:bodyPr/>
                    <a:lstStyle/>
                    <a:p>
                      <a:pPr algn="ctr" fontAlgn="ctr"/>
                      <a:r>
                        <a:rPr lang="en-US" sz="1050" b="0" i="0" u="none" strike="noStrike">
                          <a:solidFill>
                            <a:srgbClr val="000000"/>
                          </a:solidFill>
                          <a:effectLst/>
                          <a:latin typeface="Verdana" panose="020B0604030504040204" pitchFamily="34" charset="0"/>
                        </a:rPr>
                        <a:t>543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D780"/>
                    </a:solidFill>
                  </a:tcPr>
                </a:tc>
                <a:extLst>
                  <a:ext uri="{0D108BD9-81ED-4DB2-BD59-A6C34878D82A}">
                    <a16:rowId xmlns:a16="http://schemas.microsoft.com/office/drawing/2014/main" val="1761305299"/>
                  </a:ext>
                </a:extLst>
              </a:tr>
              <a:tr h="60996">
                <a:tc>
                  <a:txBody>
                    <a:bodyPr/>
                    <a:lstStyle/>
                    <a:p>
                      <a:pPr algn="ctr" fontAlgn="b"/>
                      <a:r>
                        <a:rPr lang="en-US" sz="1050" b="1" i="0" u="none" strike="noStrike">
                          <a:solidFill>
                            <a:srgbClr val="000000"/>
                          </a:solidFill>
                          <a:effectLst/>
                          <a:latin typeface="Verdana" panose="020B0604030504040204" pitchFamily="34" charset="0"/>
                        </a:rPr>
                        <a:t>12:00</a:t>
                      </a:r>
                    </a:p>
                  </a:txBody>
                  <a:tcPr marL="3747" marR="3747" marT="37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Verdana" panose="020B0604030504040204" pitchFamily="34" charset="0"/>
                        </a:rPr>
                        <a:t>86</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9D75"/>
                    </a:solidFill>
                  </a:tcPr>
                </a:tc>
                <a:tc>
                  <a:txBody>
                    <a:bodyPr/>
                    <a:lstStyle/>
                    <a:p>
                      <a:pPr algn="ctr" fontAlgn="ctr"/>
                      <a:r>
                        <a:rPr lang="en-US" sz="1050" b="0" i="0" u="none" strike="noStrike">
                          <a:solidFill>
                            <a:srgbClr val="000000"/>
                          </a:solidFill>
                          <a:effectLst/>
                          <a:latin typeface="Verdana" panose="020B0604030504040204" pitchFamily="34" charset="0"/>
                        </a:rPr>
                        <a:t>18</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736D"/>
                    </a:solidFill>
                  </a:tcPr>
                </a:tc>
                <a:tc>
                  <a:txBody>
                    <a:bodyPr/>
                    <a:lstStyle/>
                    <a:p>
                      <a:pPr algn="ctr" fontAlgn="ctr"/>
                      <a:r>
                        <a:rPr lang="en-US" sz="1050" b="0" i="0" u="none" strike="noStrike">
                          <a:solidFill>
                            <a:srgbClr val="000000"/>
                          </a:solidFill>
                          <a:effectLst/>
                          <a:latin typeface="Verdana" panose="020B0604030504040204" pitchFamily="34" charset="0"/>
                        </a:rPr>
                        <a:t>185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D880"/>
                    </a:solidFill>
                  </a:tcPr>
                </a:tc>
                <a:tc>
                  <a:txBody>
                    <a:bodyPr/>
                    <a:lstStyle/>
                    <a:p>
                      <a:pPr algn="ctr" fontAlgn="ctr"/>
                      <a:r>
                        <a:rPr lang="en-US" sz="1050" b="0" i="0" u="none" strike="noStrike">
                          <a:solidFill>
                            <a:srgbClr val="000000"/>
                          </a:solidFill>
                          <a:effectLst/>
                          <a:latin typeface="Verdana" panose="020B0604030504040204" pitchFamily="34" charset="0"/>
                        </a:rPr>
                        <a:t>200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182"/>
                    </a:solidFill>
                  </a:tcPr>
                </a:tc>
                <a:tc>
                  <a:txBody>
                    <a:bodyPr/>
                    <a:lstStyle/>
                    <a:p>
                      <a:pPr algn="ctr" fontAlgn="ctr"/>
                      <a:r>
                        <a:rPr lang="en-US" sz="1050" b="0" i="0" u="none" strike="noStrike">
                          <a:solidFill>
                            <a:srgbClr val="000000"/>
                          </a:solidFill>
                          <a:effectLst/>
                          <a:latin typeface="Verdana" panose="020B0604030504040204" pitchFamily="34" charset="0"/>
                        </a:rPr>
                        <a:t>259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E984"/>
                    </a:solidFill>
                  </a:tcPr>
                </a:tc>
                <a:tc>
                  <a:txBody>
                    <a:bodyPr/>
                    <a:lstStyle/>
                    <a:p>
                      <a:pPr algn="ctr" fontAlgn="ctr"/>
                      <a:r>
                        <a:rPr lang="en-US" sz="1050" b="0" i="0" u="none" strike="noStrike">
                          <a:solidFill>
                            <a:srgbClr val="000000"/>
                          </a:solidFill>
                          <a:effectLst/>
                          <a:latin typeface="Verdana" panose="020B0604030504040204" pitchFamily="34" charset="0"/>
                        </a:rPr>
                        <a:t>165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CD7E"/>
                    </a:solidFill>
                  </a:tcPr>
                </a:tc>
                <a:tc>
                  <a:txBody>
                    <a:bodyPr/>
                    <a:lstStyle/>
                    <a:p>
                      <a:pPr algn="ctr" fontAlgn="ctr"/>
                      <a:r>
                        <a:rPr lang="en-US" sz="1050" b="0" i="0" u="none" strike="noStrike">
                          <a:solidFill>
                            <a:srgbClr val="000000"/>
                          </a:solidFill>
                          <a:effectLst/>
                          <a:latin typeface="Verdana" panose="020B0604030504040204" pitchFamily="34" charset="0"/>
                        </a:rPr>
                        <a:t>277</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E884"/>
                    </a:solidFill>
                  </a:tcPr>
                </a:tc>
                <a:tc>
                  <a:txBody>
                    <a:bodyPr/>
                    <a:lstStyle/>
                    <a:p>
                      <a:pPr algn="ctr" fontAlgn="ctr"/>
                      <a:r>
                        <a:rPr lang="en-US" sz="1050" b="0" i="0" u="none" strike="noStrike">
                          <a:solidFill>
                            <a:srgbClr val="000000"/>
                          </a:solidFill>
                          <a:effectLst/>
                          <a:latin typeface="Verdana" panose="020B0604030504040204" pitchFamily="34" charset="0"/>
                        </a:rPr>
                        <a:t>212</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983"/>
                    </a:solidFill>
                  </a:tcPr>
                </a:tc>
                <a:tc>
                  <a:txBody>
                    <a:bodyPr/>
                    <a:lstStyle/>
                    <a:p>
                      <a:pPr algn="ctr" fontAlgn="ctr"/>
                      <a:r>
                        <a:rPr lang="en-US" sz="1050" b="0" i="0" u="none" strike="noStrike">
                          <a:solidFill>
                            <a:srgbClr val="000000"/>
                          </a:solidFill>
                          <a:effectLst/>
                          <a:latin typeface="Verdana" panose="020B0604030504040204" pitchFamily="34" charset="0"/>
                        </a:rPr>
                        <a:t>269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E884"/>
                    </a:solidFill>
                  </a:tcPr>
                </a:tc>
                <a:tc>
                  <a:txBody>
                    <a:bodyPr/>
                    <a:lstStyle/>
                    <a:p>
                      <a:pPr algn="ctr" fontAlgn="ctr"/>
                      <a:r>
                        <a:rPr lang="en-US" sz="1050" b="0" i="0" u="none" strike="noStrike">
                          <a:solidFill>
                            <a:srgbClr val="000000"/>
                          </a:solidFill>
                          <a:effectLst/>
                          <a:latin typeface="Verdana" panose="020B0604030504040204" pitchFamily="34" charset="0"/>
                        </a:rPr>
                        <a:t>380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BE182"/>
                    </a:solidFill>
                  </a:tcPr>
                </a:tc>
                <a:tc>
                  <a:txBody>
                    <a:bodyPr/>
                    <a:lstStyle/>
                    <a:p>
                      <a:pPr algn="ctr" fontAlgn="ctr"/>
                      <a:r>
                        <a:rPr lang="en-US" sz="1050" b="0" i="0" u="none" strike="noStrike">
                          <a:solidFill>
                            <a:srgbClr val="000000"/>
                          </a:solidFill>
                          <a:effectLst/>
                          <a:latin typeface="Verdana" panose="020B0604030504040204" pitchFamily="34" charset="0"/>
                        </a:rPr>
                        <a:t>340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4E483"/>
                    </a:solidFill>
                  </a:tcPr>
                </a:tc>
                <a:tc>
                  <a:txBody>
                    <a:bodyPr/>
                    <a:lstStyle/>
                    <a:p>
                      <a:pPr algn="ctr" fontAlgn="ctr"/>
                      <a:r>
                        <a:rPr lang="en-US" sz="1050" b="0" i="0" u="none" strike="noStrike">
                          <a:solidFill>
                            <a:srgbClr val="000000"/>
                          </a:solidFill>
                          <a:effectLst/>
                          <a:latin typeface="Verdana" panose="020B0604030504040204" pitchFamily="34" charset="0"/>
                        </a:rPr>
                        <a:t>256</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E984"/>
                    </a:solidFill>
                  </a:tcPr>
                </a:tc>
                <a:tc>
                  <a:txBody>
                    <a:bodyPr/>
                    <a:lstStyle/>
                    <a:p>
                      <a:pPr algn="ctr" fontAlgn="ctr"/>
                      <a:r>
                        <a:rPr lang="en-US" sz="1050" b="0" i="0" u="none" strike="noStrike">
                          <a:solidFill>
                            <a:srgbClr val="000000"/>
                          </a:solidFill>
                          <a:effectLst/>
                          <a:latin typeface="Verdana" panose="020B0604030504040204" pitchFamily="34" charset="0"/>
                        </a:rPr>
                        <a:t>339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4E483"/>
                    </a:solidFill>
                  </a:tcPr>
                </a:tc>
                <a:tc>
                  <a:txBody>
                    <a:bodyPr/>
                    <a:lstStyle/>
                    <a:p>
                      <a:pPr algn="ctr" fontAlgn="ctr"/>
                      <a:r>
                        <a:rPr lang="en-US" sz="1050" b="0" i="0" u="none" strike="noStrike">
                          <a:solidFill>
                            <a:srgbClr val="000000"/>
                          </a:solidFill>
                          <a:effectLst/>
                          <a:latin typeface="Verdana" panose="020B0604030504040204" pitchFamily="34" charset="0"/>
                        </a:rPr>
                        <a:t>228</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B84"/>
                    </a:solidFill>
                  </a:tcPr>
                </a:tc>
                <a:tc>
                  <a:txBody>
                    <a:bodyPr/>
                    <a:lstStyle/>
                    <a:p>
                      <a:pPr algn="ctr" fontAlgn="ctr"/>
                      <a:r>
                        <a:rPr lang="en-US" sz="1050" b="0" i="0" u="none" strike="noStrike">
                          <a:solidFill>
                            <a:srgbClr val="000000"/>
                          </a:solidFill>
                          <a:effectLst/>
                          <a:latin typeface="Verdana" panose="020B0604030504040204" pitchFamily="34" charset="0"/>
                        </a:rPr>
                        <a:t>300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E683"/>
                    </a:solidFill>
                  </a:tcPr>
                </a:tc>
                <a:tc>
                  <a:txBody>
                    <a:bodyPr/>
                    <a:lstStyle/>
                    <a:p>
                      <a:pPr algn="ctr" fontAlgn="ctr"/>
                      <a:r>
                        <a:rPr lang="en-US" sz="1050" b="0" i="0" u="none" strike="noStrike">
                          <a:solidFill>
                            <a:srgbClr val="000000"/>
                          </a:solidFill>
                          <a:effectLst/>
                          <a:latin typeface="Verdana" panose="020B0604030504040204" pitchFamily="34" charset="0"/>
                        </a:rPr>
                        <a:t>226</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B84"/>
                    </a:solidFill>
                  </a:tcPr>
                </a:tc>
                <a:tc>
                  <a:txBody>
                    <a:bodyPr/>
                    <a:lstStyle/>
                    <a:p>
                      <a:pPr algn="ctr" fontAlgn="ctr"/>
                      <a:r>
                        <a:rPr lang="en-US" sz="1050" b="0" i="0" u="none" strike="noStrike">
                          <a:solidFill>
                            <a:srgbClr val="000000"/>
                          </a:solidFill>
                          <a:effectLst/>
                          <a:latin typeface="Verdana" panose="020B0604030504040204" pitchFamily="34" charset="0"/>
                        </a:rPr>
                        <a:t>7</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D6B"/>
                    </a:solidFill>
                  </a:tcPr>
                </a:tc>
                <a:tc>
                  <a:txBody>
                    <a:bodyPr/>
                    <a:lstStyle/>
                    <a:p>
                      <a:pPr algn="ctr" fontAlgn="ctr"/>
                      <a:r>
                        <a:rPr lang="en-US" sz="1050" b="0" i="0" u="none" strike="noStrike">
                          <a:solidFill>
                            <a:srgbClr val="000000"/>
                          </a:solidFill>
                          <a:effectLst/>
                          <a:latin typeface="Verdana" panose="020B0604030504040204" pitchFamily="34" charset="0"/>
                        </a:rPr>
                        <a:t>83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9B74"/>
                    </a:solidFill>
                  </a:tcPr>
                </a:tc>
                <a:tc>
                  <a:txBody>
                    <a:bodyPr/>
                    <a:lstStyle/>
                    <a:p>
                      <a:pPr algn="ctr" fontAlgn="ctr"/>
                      <a:r>
                        <a:rPr lang="en-US" sz="1050" b="0" i="0" u="none" strike="noStrike">
                          <a:solidFill>
                            <a:srgbClr val="000000"/>
                          </a:solidFill>
                          <a:effectLst/>
                          <a:latin typeface="Verdana" panose="020B0604030504040204" pitchFamily="34" charset="0"/>
                        </a:rPr>
                        <a:t>124</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379"/>
                    </a:solidFill>
                  </a:tcPr>
                </a:tc>
                <a:tc>
                  <a:txBody>
                    <a:bodyPr/>
                    <a:lstStyle/>
                    <a:p>
                      <a:pPr algn="ctr" fontAlgn="ctr"/>
                      <a:r>
                        <a:rPr lang="en-US" sz="1050" b="0" i="0" u="none" strike="noStrike">
                          <a:solidFill>
                            <a:srgbClr val="000000"/>
                          </a:solidFill>
                          <a:effectLst/>
                          <a:latin typeface="Verdana" panose="020B0604030504040204" pitchFamily="34" charset="0"/>
                        </a:rPr>
                        <a:t>111</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C77"/>
                    </a:solidFill>
                  </a:tcPr>
                </a:tc>
                <a:tc>
                  <a:txBody>
                    <a:bodyPr/>
                    <a:lstStyle/>
                    <a:p>
                      <a:pPr algn="ctr" fontAlgn="ctr"/>
                      <a:r>
                        <a:rPr lang="en-US" sz="1050" b="0" i="0" u="none" strike="noStrike">
                          <a:solidFill>
                            <a:srgbClr val="000000"/>
                          </a:solidFill>
                          <a:effectLst/>
                          <a:latin typeface="Verdana" panose="020B0604030504040204" pitchFamily="34" charset="0"/>
                        </a:rPr>
                        <a:t>74</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9573"/>
                    </a:solidFill>
                  </a:tcPr>
                </a:tc>
                <a:tc>
                  <a:txBody>
                    <a:bodyPr/>
                    <a:lstStyle/>
                    <a:p>
                      <a:pPr algn="ctr" fontAlgn="ctr"/>
                      <a:r>
                        <a:rPr lang="en-US" sz="1050" b="0" i="0" u="none" strike="noStrike">
                          <a:solidFill>
                            <a:srgbClr val="000000"/>
                          </a:solidFill>
                          <a:effectLst/>
                          <a:latin typeface="Verdana" panose="020B0604030504040204" pitchFamily="34" charset="0"/>
                        </a:rPr>
                        <a:t>61</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8E72"/>
                    </a:solidFill>
                  </a:tcPr>
                </a:tc>
                <a:tc>
                  <a:txBody>
                    <a:bodyPr/>
                    <a:lstStyle/>
                    <a:p>
                      <a:pPr algn="ctr" fontAlgn="ctr"/>
                      <a:r>
                        <a:rPr lang="en-US" sz="1050" b="0" i="0" u="none" strike="noStrike">
                          <a:solidFill>
                            <a:srgbClr val="000000"/>
                          </a:solidFill>
                          <a:effectLst/>
                          <a:latin typeface="Verdana" panose="020B0604030504040204" pitchFamily="34" charset="0"/>
                        </a:rPr>
                        <a:t>235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A84"/>
                    </a:solidFill>
                  </a:tcPr>
                </a:tc>
                <a:tc>
                  <a:txBody>
                    <a:bodyPr/>
                    <a:lstStyle/>
                    <a:p>
                      <a:pPr algn="ctr" fontAlgn="ctr"/>
                      <a:r>
                        <a:rPr lang="en-US" sz="1050" b="0" i="0" u="none" strike="noStrike">
                          <a:solidFill>
                            <a:srgbClr val="000000"/>
                          </a:solidFill>
                          <a:effectLst/>
                          <a:latin typeface="Verdana" panose="020B0604030504040204" pitchFamily="34" charset="0"/>
                        </a:rPr>
                        <a:t>262</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5E984"/>
                    </a:solidFill>
                  </a:tcPr>
                </a:tc>
                <a:tc>
                  <a:txBody>
                    <a:bodyPr/>
                    <a:lstStyle/>
                    <a:p>
                      <a:pPr algn="ctr" fontAlgn="ctr"/>
                      <a:r>
                        <a:rPr lang="en-US" sz="1050" b="0" i="0" u="none" strike="noStrike">
                          <a:solidFill>
                            <a:srgbClr val="000000"/>
                          </a:solidFill>
                          <a:effectLst/>
                          <a:latin typeface="Verdana" panose="020B0604030504040204" pitchFamily="34" charset="0"/>
                        </a:rPr>
                        <a:t>297</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E683"/>
                    </a:solidFill>
                  </a:tcPr>
                </a:tc>
                <a:tc>
                  <a:txBody>
                    <a:bodyPr/>
                    <a:lstStyle/>
                    <a:p>
                      <a:pPr algn="ctr" fontAlgn="ctr"/>
                      <a:r>
                        <a:rPr lang="en-US" sz="1050" b="0" i="0" u="none" strike="noStrike">
                          <a:solidFill>
                            <a:srgbClr val="000000"/>
                          </a:solidFill>
                          <a:effectLst/>
                          <a:latin typeface="Verdana" panose="020B0604030504040204" pitchFamily="34" charset="0"/>
                        </a:rPr>
                        <a:t>203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382"/>
                    </a:solidFill>
                  </a:tcPr>
                </a:tc>
                <a:tc>
                  <a:txBody>
                    <a:bodyPr/>
                    <a:lstStyle/>
                    <a:p>
                      <a:pPr algn="ctr" fontAlgn="ctr"/>
                      <a:r>
                        <a:rPr lang="en-US" sz="1050" b="0" i="0" u="none" strike="noStrike">
                          <a:solidFill>
                            <a:srgbClr val="000000"/>
                          </a:solidFill>
                          <a:effectLst/>
                          <a:latin typeface="Verdana" panose="020B0604030504040204" pitchFamily="34" charset="0"/>
                        </a:rPr>
                        <a:t>13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706C"/>
                    </a:solidFill>
                  </a:tcPr>
                </a:tc>
                <a:tc>
                  <a:txBody>
                    <a:bodyPr/>
                    <a:lstStyle/>
                    <a:p>
                      <a:pPr algn="ctr" fontAlgn="ctr"/>
                      <a:r>
                        <a:rPr lang="en-US" sz="1050" b="0" i="0" u="none" strike="noStrike">
                          <a:solidFill>
                            <a:srgbClr val="000000"/>
                          </a:solidFill>
                          <a:effectLst/>
                          <a:latin typeface="Verdana" panose="020B0604030504040204" pitchFamily="34" charset="0"/>
                        </a:rPr>
                        <a:t>296</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E683"/>
                    </a:solidFill>
                  </a:tcPr>
                </a:tc>
                <a:tc>
                  <a:txBody>
                    <a:bodyPr/>
                    <a:lstStyle/>
                    <a:p>
                      <a:pPr algn="ctr" fontAlgn="ctr"/>
                      <a:r>
                        <a:rPr lang="en-US" sz="1050" b="0" i="0" u="none" strike="noStrike">
                          <a:solidFill>
                            <a:srgbClr val="000000"/>
                          </a:solidFill>
                          <a:effectLst/>
                          <a:latin typeface="Verdana" panose="020B0604030504040204" pitchFamily="34" charset="0"/>
                        </a:rPr>
                        <a:t>319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9E583"/>
                    </a:solidFill>
                  </a:tcPr>
                </a:tc>
                <a:tc>
                  <a:txBody>
                    <a:bodyPr/>
                    <a:lstStyle/>
                    <a:p>
                      <a:pPr algn="ctr" fontAlgn="ctr"/>
                      <a:r>
                        <a:rPr lang="en-US" sz="1050" b="0" i="0" u="none" strike="noStrike">
                          <a:solidFill>
                            <a:srgbClr val="000000"/>
                          </a:solidFill>
                          <a:effectLst/>
                          <a:latin typeface="Verdana" panose="020B0604030504040204" pitchFamily="34" charset="0"/>
                        </a:rPr>
                        <a:t>472</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7DB81"/>
                    </a:solidFill>
                  </a:tcPr>
                </a:tc>
                <a:tc>
                  <a:txBody>
                    <a:bodyPr/>
                    <a:lstStyle/>
                    <a:p>
                      <a:pPr algn="ctr" fontAlgn="ctr"/>
                      <a:r>
                        <a:rPr lang="en-US" sz="1050" b="0" i="0" u="none" strike="noStrike">
                          <a:solidFill>
                            <a:srgbClr val="000000"/>
                          </a:solidFill>
                          <a:effectLst/>
                          <a:latin typeface="Verdana" panose="020B0604030504040204" pitchFamily="34" charset="0"/>
                        </a:rPr>
                        <a:t>473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7DB81"/>
                    </a:solidFill>
                  </a:tcPr>
                </a:tc>
                <a:extLst>
                  <a:ext uri="{0D108BD9-81ED-4DB2-BD59-A6C34878D82A}">
                    <a16:rowId xmlns:a16="http://schemas.microsoft.com/office/drawing/2014/main" val="2942855478"/>
                  </a:ext>
                </a:extLst>
              </a:tr>
              <a:tr h="60996">
                <a:tc>
                  <a:txBody>
                    <a:bodyPr/>
                    <a:lstStyle/>
                    <a:p>
                      <a:pPr algn="ctr" fontAlgn="b"/>
                      <a:r>
                        <a:rPr lang="en-US" sz="1050" b="1" i="0" u="none" strike="noStrike">
                          <a:solidFill>
                            <a:srgbClr val="000000"/>
                          </a:solidFill>
                          <a:effectLst/>
                          <a:latin typeface="Verdana" panose="020B0604030504040204" pitchFamily="34" charset="0"/>
                        </a:rPr>
                        <a:t>13:00</a:t>
                      </a:r>
                    </a:p>
                  </a:txBody>
                  <a:tcPr marL="3747" marR="3747" marT="37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Verdana" panose="020B0604030504040204" pitchFamily="34" charset="0"/>
                        </a:rPr>
                        <a:t>75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9673"/>
                    </a:solidFill>
                  </a:tcPr>
                </a:tc>
                <a:tc>
                  <a:txBody>
                    <a:bodyPr/>
                    <a:lstStyle/>
                    <a:p>
                      <a:pPr algn="ctr" fontAlgn="ctr"/>
                      <a:r>
                        <a:rPr lang="en-US" sz="1050" b="0" i="0" u="none" strike="noStrike">
                          <a:solidFill>
                            <a:srgbClr val="000000"/>
                          </a:solidFill>
                          <a:effectLst/>
                          <a:latin typeface="Verdana" panose="020B0604030504040204" pitchFamily="34" charset="0"/>
                        </a:rPr>
                        <a:t>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B6B"/>
                    </a:solidFill>
                  </a:tcPr>
                </a:tc>
                <a:tc>
                  <a:txBody>
                    <a:bodyPr/>
                    <a:lstStyle/>
                    <a:p>
                      <a:pPr algn="ctr" fontAlgn="ctr"/>
                      <a:r>
                        <a:rPr lang="en-US" sz="1050" b="0" i="0" u="none" strike="noStrike">
                          <a:solidFill>
                            <a:srgbClr val="000000"/>
                          </a:solidFill>
                          <a:effectLst/>
                          <a:latin typeface="Verdana" panose="020B0604030504040204" pitchFamily="34" charset="0"/>
                        </a:rPr>
                        <a:t>194</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DE81"/>
                    </a:solidFill>
                  </a:tcPr>
                </a:tc>
                <a:tc>
                  <a:txBody>
                    <a:bodyPr/>
                    <a:lstStyle/>
                    <a:p>
                      <a:pPr algn="ctr" fontAlgn="ctr"/>
                      <a:r>
                        <a:rPr lang="en-US" sz="1050" b="0" i="0" u="none" strike="noStrike">
                          <a:solidFill>
                            <a:srgbClr val="000000"/>
                          </a:solidFill>
                          <a:effectLst/>
                          <a:latin typeface="Verdana" panose="020B0604030504040204" pitchFamily="34" charset="0"/>
                        </a:rPr>
                        <a:t>222</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B84"/>
                    </a:solidFill>
                  </a:tcPr>
                </a:tc>
                <a:tc>
                  <a:txBody>
                    <a:bodyPr/>
                    <a:lstStyle/>
                    <a:p>
                      <a:pPr algn="ctr" fontAlgn="ctr"/>
                      <a:r>
                        <a:rPr lang="en-US" sz="1050" b="0" i="0" u="none" strike="noStrike">
                          <a:solidFill>
                            <a:srgbClr val="000000"/>
                          </a:solidFill>
                          <a:effectLst/>
                          <a:latin typeface="Verdana" panose="020B0604030504040204" pitchFamily="34" charset="0"/>
                        </a:rPr>
                        <a:t>261</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5E984"/>
                    </a:solidFill>
                  </a:tcPr>
                </a:tc>
                <a:tc>
                  <a:txBody>
                    <a:bodyPr/>
                    <a:lstStyle/>
                    <a:p>
                      <a:pPr algn="ctr" fontAlgn="ctr"/>
                      <a:r>
                        <a:rPr lang="en-US" sz="1050" b="0" i="0" u="none" strike="noStrike">
                          <a:solidFill>
                            <a:srgbClr val="000000"/>
                          </a:solidFill>
                          <a:effectLst/>
                          <a:latin typeface="Verdana" panose="020B0604030504040204" pitchFamily="34" charset="0"/>
                        </a:rPr>
                        <a:t>204</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482"/>
                    </a:solidFill>
                  </a:tcPr>
                </a:tc>
                <a:tc>
                  <a:txBody>
                    <a:bodyPr/>
                    <a:lstStyle/>
                    <a:p>
                      <a:pPr algn="ctr" fontAlgn="ctr"/>
                      <a:r>
                        <a:rPr lang="en-US" sz="1050" b="0" i="0" u="none" strike="noStrike">
                          <a:solidFill>
                            <a:srgbClr val="000000"/>
                          </a:solidFill>
                          <a:effectLst/>
                          <a:latin typeface="Verdana" panose="020B0604030504040204" pitchFamily="34" charset="0"/>
                        </a:rPr>
                        <a:t>319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9E583"/>
                    </a:solidFill>
                  </a:tcPr>
                </a:tc>
                <a:tc>
                  <a:txBody>
                    <a:bodyPr/>
                    <a:lstStyle/>
                    <a:p>
                      <a:pPr algn="ctr" fontAlgn="ctr"/>
                      <a:r>
                        <a:rPr lang="en-US" sz="1050" b="0" i="0" u="none" strike="noStrike">
                          <a:solidFill>
                            <a:srgbClr val="000000"/>
                          </a:solidFill>
                          <a:effectLst/>
                          <a:latin typeface="Verdana" panose="020B0604030504040204" pitchFamily="34" charset="0"/>
                        </a:rPr>
                        <a:t>250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E984"/>
                    </a:solidFill>
                  </a:tcPr>
                </a:tc>
                <a:tc>
                  <a:txBody>
                    <a:bodyPr/>
                    <a:lstStyle/>
                    <a:p>
                      <a:pPr algn="ctr" fontAlgn="ctr"/>
                      <a:r>
                        <a:rPr lang="en-US" sz="1050" b="0" i="0" u="none" strike="noStrike">
                          <a:solidFill>
                            <a:srgbClr val="000000"/>
                          </a:solidFill>
                          <a:effectLst/>
                          <a:latin typeface="Verdana" panose="020B0604030504040204" pitchFamily="34" charset="0"/>
                        </a:rPr>
                        <a:t>357</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1E383"/>
                    </a:solidFill>
                  </a:tcPr>
                </a:tc>
                <a:tc>
                  <a:txBody>
                    <a:bodyPr/>
                    <a:lstStyle/>
                    <a:p>
                      <a:pPr algn="ctr" fontAlgn="ctr"/>
                      <a:r>
                        <a:rPr lang="en-US" sz="1050" b="0" i="0" u="none" strike="noStrike">
                          <a:solidFill>
                            <a:srgbClr val="000000"/>
                          </a:solidFill>
                          <a:effectLst/>
                          <a:latin typeface="Verdana" panose="020B0604030504040204" pitchFamily="34" charset="0"/>
                        </a:rPr>
                        <a:t>383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BE182"/>
                    </a:solidFill>
                  </a:tcPr>
                </a:tc>
                <a:tc>
                  <a:txBody>
                    <a:bodyPr/>
                    <a:lstStyle/>
                    <a:p>
                      <a:pPr algn="ctr" fontAlgn="ctr"/>
                      <a:r>
                        <a:rPr lang="en-US" sz="1050" b="0" i="0" u="none" strike="noStrike">
                          <a:solidFill>
                            <a:srgbClr val="000000"/>
                          </a:solidFill>
                          <a:effectLst/>
                          <a:latin typeface="Verdana" panose="020B0604030504040204" pitchFamily="34" charset="0"/>
                        </a:rPr>
                        <a:t>387</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182"/>
                    </a:solidFill>
                  </a:tcPr>
                </a:tc>
                <a:tc>
                  <a:txBody>
                    <a:bodyPr/>
                    <a:lstStyle/>
                    <a:p>
                      <a:pPr algn="ctr" fontAlgn="ctr"/>
                      <a:r>
                        <a:rPr lang="en-US" sz="1050" b="0" i="0" u="none" strike="noStrike">
                          <a:solidFill>
                            <a:srgbClr val="000000"/>
                          </a:solidFill>
                          <a:effectLst/>
                          <a:latin typeface="Verdana" panose="020B0604030504040204" pitchFamily="34" charset="0"/>
                        </a:rPr>
                        <a:t>264</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5E884"/>
                    </a:solidFill>
                  </a:tcPr>
                </a:tc>
                <a:tc>
                  <a:txBody>
                    <a:bodyPr/>
                    <a:lstStyle/>
                    <a:p>
                      <a:pPr algn="ctr" fontAlgn="ctr"/>
                      <a:r>
                        <a:rPr lang="en-US" sz="1050" b="0" i="0" u="none" strike="noStrike">
                          <a:solidFill>
                            <a:srgbClr val="000000"/>
                          </a:solidFill>
                          <a:effectLst/>
                          <a:latin typeface="Verdana" panose="020B0604030504040204" pitchFamily="34" charset="0"/>
                        </a:rPr>
                        <a:t>384</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182"/>
                    </a:solidFill>
                  </a:tcPr>
                </a:tc>
                <a:tc>
                  <a:txBody>
                    <a:bodyPr/>
                    <a:lstStyle/>
                    <a:p>
                      <a:pPr algn="ctr" fontAlgn="ctr"/>
                      <a:r>
                        <a:rPr lang="en-US" sz="1050" b="0" i="0" u="none" strike="noStrike">
                          <a:solidFill>
                            <a:srgbClr val="000000"/>
                          </a:solidFill>
                          <a:effectLst/>
                          <a:latin typeface="Verdana" panose="020B0604030504040204" pitchFamily="34" charset="0"/>
                        </a:rPr>
                        <a:t>204</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482"/>
                    </a:solidFill>
                  </a:tcPr>
                </a:tc>
                <a:tc>
                  <a:txBody>
                    <a:bodyPr/>
                    <a:lstStyle/>
                    <a:p>
                      <a:pPr algn="ctr" fontAlgn="ctr"/>
                      <a:r>
                        <a:rPr lang="en-US" sz="1050" b="0" i="0" u="none" strike="noStrike">
                          <a:solidFill>
                            <a:srgbClr val="000000"/>
                          </a:solidFill>
                          <a:effectLst/>
                          <a:latin typeface="Verdana" panose="020B0604030504040204" pitchFamily="34" charset="0"/>
                        </a:rPr>
                        <a:t>353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1E383"/>
                    </a:solidFill>
                  </a:tcPr>
                </a:tc>
                <a:tc>
                  <a:txBody>
                    <a:bodyPr/>
                    <a:lstStyle/>
                    <a:p>
                      <a:pPr algn="ctr" fontAlgn="ctr"/>
                      <a:r>
                        <a:rPr lang="en-US" sz="1050" b="0" i="0" u="none" strike="noStrike">
                          <a:solidFill>
                            <a:srgbClr val="000000"/>
                          </a:solidFill>
                          <a:effectLst/>
                          <a:latin typeface="Verdana" panose="020B0604030504040204" pitchFamily="34" charset="0"/>
                        </a:rPr>
                        <a:t>163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CB7D"/>
                    </a:solidFill>
                  </a:tcPr>
                </a:tc>
                <a:tc>
                  <a:txBody>
                    <a:bodyPr/>
                    <a:lstStyle/>
                    <a:p>
                      <a:pPr algn="ctr" fontAlgn="ctr"/>
                      <a:r>
                        <a:rPr lang="en-US" sz="1050" b="0" i="0" u="none" strike="noStrike">
                          <a:solidFill>
                            <a:srgbClr val="000000"/>
                          </a:solidFill>
                          <a:effectLst/>
                          <a:latin typeface="Verdana" panose="020B0604030504040204" pitchFamily="34" charset="0"/>
                        </a:rPr>
                        <a:t>35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7E6F"/>
                    </a:solidFill>
                  </a:tcPr>
                </a:tc>
                <a:tc>
                  <a:txBody>
                    <a:bodyPr/>
                    <a:lstStyle/>
                    <a:p>
                      <a:pPr algn="ctr" fontAlgn="ctr"/>
                      <a:r>
                        <a:rPr lang="en-US" sz="1050" b="0" i="0" u="none" strike="noStrike">
                          <a:solidFill>
                            <a:srgbClr val="000000"/>
                          </a:solidFill>
                          <a:effectLst/>
                          <a:latin typeface="Verdana" panose="020B0604030504040204" pitchFamily="34" charset="0"/>
                        </a:rPr>
                        <a:t>57</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8B71"/>
                    </a:solidFill>
                  </a:tcPr>
                </a:tc>
                <a:tc>
                  <a:txBody>
                    <a:bodyPr/>
                    <a:lstStyle/>
                    <a:p>
                      <a:pPr algn="ctr" fontAlgn="ctr"/>
                      <a:r>
                        <a:rPr lang="en-US" sz="1050" b="0" i="0" u="none" strike="noStrike">
                          <a:solidFill>
                            <a:srgbClr val="000000"/>
                          </a:solidFill>
                          <a:effectLst/>
                          <a:latin typeface="Verdana" panose="020B0604030504040204" pitchFamily="34" charset="0"/>
                        </a:rPr>
                        <a:t>133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97A"/>
                    </a:solidFill>
                  </a:tcPr>
                </a:tc>
                <a:tc>
                  <a:txBody>
                    <a:bodyPr/>
                    <a:lstStyle/>
                    <a:p>
                      <a:pPr algn="ctr" fontAlgn="ctr"/>
                      <a:r>
                        <a:rPr lang="en-US" sz="1050" b="0" i="0" u="none" strike="noStrike">
                          <a:solidFill>
                            <a:srgbClr val="000000"/>
                          </a:solidFill>
                          <a:effectLst/>
                          <a:latin typeface="Verdana" panose="020B0604030504040204" pitchFamily="34" charset="0"/>
                        </a:rPr>
                        <a:t>136</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B7A"/>
                    </a:solidFill>
                  </a:tcPr>
                </a:tc>
                <a:tc>
                  <a:txBody>
                    <a:bodyPr/>
                    <a:lstStyle/>
                    <a:p>
                      <a:pPr algn="ctr" fontAlgn="ctr"/>
                      <a:r>
                        <a:rPr lang="en-US" sz="1050" b="0" i="0" u="none" strike="noStrike">
                          <a:solidFill>
                            <a:srgbClr val="000000"/>
                          </a:solidFill>
                          <a:effectLst/>
                          <a:latin typeface="Verdana" panose="020B0604030504040204" pitchFamily="34" charset="0"/>
                        </a:rPr>
                        <a:t>102</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776"/>
                    </a:solidFill>
                  </a:tcPr>
                </a:tc>
                <a:tc>
                  <a:txBody>
                    <a:bodyPr/>
                    <a:lstStyle/>
                    <a:p>
                      <a:pPr algn="ctr" fontAlgn="ctr"/>
                      <a:r>
                        <a:rPr lang="en-US" sz="1050" b="0" i="0" u="none" strike="noStrike">
                          <a:solidFill>
                            <a:srgbClr val="000000"/>
                          </a:solidFill>
                          <a:effectLst/>
                          <a:latin typeface="Verdana" panose="020B0604030504040204" pitchFamily="34" charset="0"/>
                        </a:rPr>
                        <a:t>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B6B"/>
                    </a:solidFill>
                  </a:tcPr>
                </a:tc>
                <a:tc>
                  <a:txBody>
                    <a:bodyPr/>
                    <a:lstStyle/>
                    <a:p>
                      <a:pPr algn="ctr" fontAlgn="ctr"/>
                      <a:r>
                        <a:rPr lang="en-US" sz="1050" b="0" i="0" u="none" strike="noStrike">
                          <a:solidFill>
                            <a:srgbClr val="000000"/>
                          </a:solidFill>
                          <a:effectLst/>
                          <a:latin typeface="Verdana" panose="020B0604030504040204" pitchFamily="34" charset="0"/>
                        </a:rPr>
                        <a:t>313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AE583"/>
                    </a:solidFill>
                  </a:tcPr>
                </a:tc>
                <a:tc>
                  <a:txBody>
                    <a:bodyPr/>
                    <a:lstStyle/>
                    <a:p>
                      <a:pPr algn="ctr" fontAlgn="ctr"/>
                      <a:r>
                        <a:rPr lang="en-US" sz="1050" b="0" i="0" u="none" strike="noStrike">
                          <a:solidFill>
                            <a:srgbClr val="000000"/>
                          </a:solidFill>
                          <a:effectLst/>
                          <a:latin typeface="Verdana" panose="020B0604030504040204" pitchFamily="34" charset="0"/>
                        </a:rPr>
                        <a:t>288</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FE784"/>
                    </a:solidFill>
                  </a:tcPr>
                </a:tc>
                <a:tc>
                  <a:txBody>
                    <a:bodyPr/>
                    <a:lstStyle/>
                    <a:p>
                      <a:pPr algn="ctr" fontAlgn="ctr"/>
                      <a:r>
                        <a:rPr lang="en-US" sz="1050" b="0" i="0" u="none" strike="noStrike">
                          <a:solidFill>
                            <a:srgbClr val="000000"/>
                          </a:solidFill>
                          <a:effectLst/>
                          <a:latin typeface="Verdana" panose="020B0604030504040204" pitchFamily="34" charset="0"/>
                        </a:rPr>
                        <a:t>337</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5E483"/>
                    </a:solidFill>
                  </a:tcPr>
                </a:tc>
                <a:tc>
                  <a:txBody>
                    <a:bodyPr/>
                    <a:lstStyle/>
                    <a:p>
                      <a:pPr algn="ctr" fontAlgn="ctr"/>
                      <a:r>
                        <a:rPr lang="en-US" sz="1050" b="0" i="0" u="none" strike="noStrike">
                          <a:solidFill>
                            <a:srgbClr val="000000"/>
                          </a:solidFill>
                          <a:effectLst/>
                          <a:latin typeface="Verdana" panose="020B0604030504040204" pitchFamily="34" charset="0"/>
                        </a:rPr>
                        <a:t>199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182"/>
                    </a:solidFill>
                  </a:tcPr>
                </a:tc>
                <a:tc>
                  <a:txBody>
                    <a:bodyPr/>
                    <a:lstStyle/>
                    <a:p>
                      <a:pPr algn="ctr" fontAlgn="ctr"/>
                      <a:r>
                        <a:rPr lang="en-US" sz="1050" b="0" i="0" u="none" strike="noStrike">
                          <a:solidFill>
                            <a:srgbClr val="000000"/>
                          </a:solidFill>
                          <a:effectLst/>
                          <a:latin typeface="Verdana" panose="020B0604030504040204" pitchFamily="34" charset="0"/>
                        </a:rPr>
                        <a:t>18</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736D"/>
                    </a:solidFill>
                  </a:tcPr>
                </a:tc>
                <a:tc>
                  <a:txBody>
                    <a:bodyPr/>
                    <a:lstStyle/>
                    <a:p>
                      <a:pPr algn="ctr" fontAlgn="ctr"/>
                      <a:r>
                        <a:rPr lang="en-US" sz="1050" b="0" i="0" u="none" strike="noStrike">
                          <a:solidFill>
                            <a:srgbClr val="000000"/>
                          </a:solidFill>
                          <a:effectLst/>
                          <a:latin typeface="Verdana" panose="020B0604030504040204" pitchFamily="34" charset="0"/>
                        </a:rPr>
                        <a:t>277</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E884"/>
                    </a:solidFill>
                  </a:tcPr>
                </a:tc>
                <a:tc>
                  <a:txBody>
                    <a:bodyPr/>
                    <a:lstStyle/>
                    <a:p>
                      <a:pPr algn="ctr" fontAlgn="ctr"/>
                      <a:r>
                        <a:rPr lang="en-US" sz="1050" b="0" i="0" u="none" strike="noStrike">
                          <a:solidFill>
                            <a:srgbClr val="000000"/>
                          </a:solidFill>
                          <a:effectLst/>
                          <a:latin typeface="Verdana" panose="020B0604030504040204" pitchFamily="34" charset="0"/>
                        </a:rPr>
                        <a:t>320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9E583"/>
                    </a:solidFill>
                  </a:tcPr>
                </a:tc>
                <a:tc>
                  <a:txBody>
                    <a:bodyPr/>
                    <a:lstStyle/>
                    <a:p>
                      <a:pPr algn="ctr" fontAlgn="ctr"/>
                      <a:r>
                        <a:rPr lang="en-US" sz="1050" b="0" i="0" u="none" strike="noStrike">
                          <a:solidFill>
                            <a:srgbClr val="000000"/>
                          </a:solidFill>
                          <a:effectLst/>
                          <a:latin typeface="Verdana" panose="020B0604030504040204" pitchFamily="34" charset="0"/>
                        </a:rPr>
                        <a:t>506</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D981"/>
                    </a:solidFill>
                  </a:tcPr>
                </a:tc>
                <a:tc>
                  <a:txBody>
                    <a:bodyPr/>
                    <a:lstStyle/>
                    <a:p>
                      <a:pPr algn="ctr" fontAlgn="ctr"/>
                      <a:r>
                        <a:rPr lang="en-US" sz="1050" b="0" i="0" u="none" strike="noStrike">
                          <a:solidFill>
                            <a:srgbClr val="000000"/>
                          </a:solidFill>
                          <a:effectLst/>
                          <a:latin typeface="Verdana" panose="020B0604030504040204" pitchFamily="34" charset="0"/>
                        </a:rPr>
                        <a:t>527</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BD881"/>
                    </a:solidFill>
                  </a:tcPr>
                </a:tc>
                <a:extLst>
                  <a:ext uri="{0D108BD9-81ED-4DB2-BD59-A6C34878D82A}">
                    <a16:rowId xmlns:a16="http://schemas.microsoft.com/office/drawing/2014/main" val="1570781625"/>
                  </a:ext>
                </a:extLst>
              </a:tr>
              <a:tr h="60996">
                <a:tc>
                  <a:txBody>
                    <a:bodyPr/>
                    <a:lstStyle/>
                    <a:p>
                      <a:pPr algn="ctr" fontAlgn="b"/>
                      <a:r>
                        <a:rPr lang="en-US" sz="1050" b="1" i="0" u="none" strike="noStrike">
                          <a:solidFill>
                            <a:srgbClr val="000000"/>
                          </a:solidFill>
                          <a:effectLst/>
                          <a:latin typeface="Verdana" panose="020B0604030504040204" pitchFamily="34" charset="0"/>
                        </a:rPr>
                        <a:t>14:00</a:t>
                      </a:r>
                    </a:p>
                  </a:txBody>
                  <a:tcPr marL="3747" marR="3747" marT="37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Verdana" panose="020B0604030504040204" pitchFamily="34" charset="0"/>
                        </a:rPr>
                        <a:t>69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9272"/>
                    </a:solidFill>
                  </a:tcPr>
                </a:tc>
                <a:tc>
                  <a:txBody>
                    <a:bodyPr/>
                    <a:lstStyle/>
                    <a:p>
                      <a:pPr algn="ctr" fontAlgn="ctr"/>
                      <a:r>
                        <a:rPr lang="en-US" sz="1050" b="0" i="0" u="none" strike="noStrike">
                          <a:solidFill>
                            <a:srgbClr val="000000"/>
                          </a:solidFill>
                          <a:effectLst/>
                          <a:latin typeface="Verdana" panose="020B0604030504040204" pitchFamily="34" charset="0"/>
                        </a:rPr>
                        <a:t>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B6B"/>
                    </a:solidFill>
                  </a:tcPr>
                </a:tc>
                <a:tc>
                  <a:txBody>
                    <a:bodyPr/>
                    <a:lstStyle/>
                    <a:p>
                      <a:pPr algn="ctr" fontAlgn="ctr"/>
                      <a:r>
                        <a:rPr lang="en-US" sz="1050" b="0" i="0" u="none" strike="noStrike">
                          <a:solidFill>
                            <a:srgbClr val="000000"/>
                          </a:solidFill>
                          <a:effectLst/>
                          <a:latin typeface="Verdana" panose="020B0604030504040204" pitchFamily="34" charset="0"/>
                        </a:rPr>
                        <a:t>83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9B74"/>
                    </a:solidFill>
                  </a:tcPr>
                </a:tc>
                <a:tc>
                  <a:txBody>
                    <a:bodyPr/>
                    <a:lstStyle/>
                    <a:p>
                      <a:pPr algn="ctr" fontAlgn="ctr"/>
                      <a:r>
                        <a:rPr lang="en-US" sz="1050" b="0" i="0" u="none" strike="noStrike">
                          <a:solidFill>
                            <a:srgbClr val="000000"/>
                          </a:solidFill>
                          <a:effectLst/>
                          <a:latin typeface="Verdana" panose="020B0604030504040204" pitchFamily="34" charset="0"/>
                        </a:rPr>
                        <a:t>183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D880"/>
                    </a:solidFill>
                  </a:tcPr>
                </a:tc>
                <a:tc>
                  <a:txBody>
                    <a:bodyPr/>
                    <a:lstStyle/>
                    <a:p>
                      <a:pPr algn="ctr" fontAlgn="ctr"/>
                      <a:r>
                        <a:rPr lang="en-US" sz="1050" b="0" i="0" u="none" strike="noStrike">
                          <a:solidFill>
                            <a:srgbClr val="000000"/>
                          </a:solidFill>
                          <a:effectLst/>
                          <a:latin typeface="Verdana" panose="020B0604030504040204" pitchFamily="34" charset="0"/>
                        </a:rPr>
                        <a:t>243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EA84"/>
                    </a:solidFill>
                  </a:tcPr>
                </a:tc>
                <a:tc>
                  <a:txBody>
                    <a:bodyPr/>
                    <a:lstStyle/>
                    <a:p>
                      <a:pPr algn="ctr" fontAlgn="ctr"/>
                      <a:r>
                        <a:rPr lang="en-US" sz="1050" b="0" i="0" u="none" strike="noStrike">
                          <a:solidFill>
                            <a:srgbClr val="000000"/>
                          </a:solidFill>
                          <a:effectLst/>
                          <a:latin typeface="Verdana" panose="020B0604030504040204" pitchFamily="34" charset="0"/>
                        </a:rPr>
                        <a:t>233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A84"/>
                    </a:solidFill>
                  </a:tcPr>
                </a:tc>
                <a:tc>
                  <a:txBody>
                    <a:bodyPr/>
                    <a:lstStyle/>
                    <a:p>
                      <a:pPr algn="ctr" fontAlgn="ctr"/>
                      <a:r>
                        <a:rPr lang="en-US" sz="1050" b="0" i="0" u="none" strike="noStrike">
                          <a:solidFill>
                            <a:srgbClr val="000000"/>
                          </a:solidFill>
                          <a:effectLst/>
                          <a:latin typeface="Verdana" panose="020B0604030504040204" pitchFamily="34" charset="0"/>
                        </a:rPr>
                        <a:t>374</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283"/>
                    </a:solidFill>
                  </a:tcPr>
                </a:tc>
                <a:tc>
                  <a:txBody>
                    <a:bodyPr/>
                    <a:lstStyle/>
                    <a:p>
                      <a:pPr algn="ctr" fontAlgn="ctr"/>
                      <a:r>
                        <a:rPr lang="en-US" sz="1050" b="0" i="0" u="none" strike="noStrike">
                          <a:solidFill>
                            <a:srgbClr val="000000"/>
                          </a:solidFill>
                          <a:effectLst/>
                          <a:latin typeface="Verdana" panose="020B0604030504040204" pitchFamily="34" charset="0"/>
                        </a:rPr>
                        <a:t>271</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3E884"/>
                    </a:solidFill>
                  </a:tcPr>
                </a:tc>
                <a:tc>
                  <a:txBody>
                    <a:bodyPr/>
                    <a:lstStyle/>
                    <a:p>
                      <a:pPr algn="ctr" fontAlgn="ctr"/>
                      <a:r>
                        <a:rPr lang="en-US" sz="1050" b="0" i="0" u="none" strike="noStrike">
                          <a:solidFill>
                            <a:srgbClr val="000000"/>
                          </a:solidFill>
                          <a:effectLst/>
                          <a:latin typeface="Verdana" panose="020B0604030504040204" pitchFamily="34" charset="0"/>
                        </a:rPr>
                        <a:t>389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82"/>
                    </a:solidFill>
                  </a:tcPr>
                </a:tc>
                <a:tc>
                  <a:txBody>
                    <a:bodyPr/>
                    <a:lstStyle/>
                    <a:p>
                      <a:pPr algn="ctr" fontAlgn="ctr"/>
                      <a:r>
                        <a:rPr lang="en-US" sz="1050" b="0" i="0" u="none" strike="noStrike">
                          <a:solidFill>
                            <a:srgbClr val="000000"/>
                          </a:solidFill>
                          <a:effectLst/>
                          <a:latin typeface="Verdana" panose="020B0604030504040204" pitchFamily="34" charset="0"/>
                        </a:rPr>
                        <a:t>457</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BDC81"/>
                    </a:solidFill>
                  </a:tcPr>
                </a:tc>
                <a:tc>
                  <a:txBody>
                    <a:bodyPr/>
                    <a:lstStyle/>
                    <a:p>
                      <a:pPr algn="ctr" fontAlgn="ctr"/>
                      <a:r>
                        <a:rPr lang="en-US" sz="1050" b="0" i="0" u="none" strike="noStrike">
                          <a:solidFill>
                            <a:srgbClr val="000000"/>
                          </a:solidFill>
                          <a:effectLst/>
                          <a:latin typeface="Verdana" panose="020B0604030504040204" pitchFamily="34" charset="0"/>
                        </a:rPr>
                        <a:t>409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5DF82"/>
                    </a:solidFill>
                  </a:tcPr>
                </a:tc>
                <a:tc>
                  <a:txBody>
                    <a:bodyPr/>
                    <a:lstStyle/>
                    <a:p>
                      <a:pPr algn="ctr" fontAlgn="ctr"/>
                      <a:r>
                        <a:rPr lang="en-US" sz="1050" b="0" i="0" u="none" strike="noStrike">
                          <a:solidFill>
                            <a:srgbClr val="000000"/>
                          </a:solidFill>
                          <a:effectLst/>
                          <a:latin typeface="Verdana" panose="020B0604030504040204" pitchFamily="34" charset="0"/>
                        </a:rPr>
                        <a:t>317</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9E583"/>
                    </a:solidFill>
                  </a:tcPr>
                </a:tc>
                <a:tc>
                  <a:txBody>
                    <a:bodyPr/>
                    <a:lstStyle/>
                    <a:p>
                      <a:pPr algn="ctr" fontAlgn="ctr"/>
                      <a:r>
                        <a:rPr lang="en-US" sz="1050" b="0" i="0" u="none" strike="noStrike">
                          <a:solidFill>
                            <a:srgbClr val="000000"/>
                          </a:solidFill>
                          <a:effectLst/>
                          <a:latin typeface="Verdana" panose="020B0604030504040204" pitchFamily="34" charset="0"/>
                        </a:rPr>
                        <a:t>404</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6E082"/>
                    </a:solidFill>
                  </a:tcPr>
                </a:tc>
                <a:tc>
                  <a:txBody>
                    <a:bodyPr/>
                    <a:lstStyle/>
                    <a:p>
                      <a:pPr algn="ctr" fontAlgn="ctr"/>
                      <a:r>
                        <a:rPr lang="en-US" sz="1050" b="0" i="0" u="none" strike="noStrike">
                          <a:solidFill>
                            <a:srgbClr val="000000"/>
                          </a:solidFill>
                          <a:effectLst/>
                          <a:latin typeface="Verdana" panose="020B0604030504040204" pitchFamily="34" charset="0"/>
                        </a:rPr>
                        <a:t>175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D37F"/>
                    </a:solidFill>
                  </a:tcPr>
                </a:tc>
                <a:tc>
                  <a:txBody>
                    <a:bodyPr/>
                    <a:lstStyle/>
                    <a:p>
                      <a:pPr algn="ctr" fontAlgn="ctr"/>
                      <a:r>
                        <a:rPr lang="en-US" sz="1050" b="0" i="0" u="none" strike="noStrike">
                          <a:solidFill>
                            <a:srgbClr val="000000"/>
                          </a:solidFill>
                          <a:effectLst/>
                          <a:latin typeface="Verdana" panose="020B0604030504040204" pitchFamily="34" charset="0"/>
                        </a:rPr>
                        <a:t>428</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1DE82"/>
                    </a:solidFill>
                  </a:tcPr>
                </a:tc>
                <a:tc>
                  <a:txBody>
                    <a:bodyPr/>
                    <a:lstStyle/>
                    <a:p>
                      <a:pPr algn="ctr" fontAlgn="ctr"/>
                      <a:r>
                        <a:rPr lang="en-US" sz="1050" b="0" i="0" u="none" strike="noStrike">
                          <a:solidFill>
                            <a:srgbClr val="000000"/>
                          </a:solidFill>
                          <a:effectLst/>
                          <a:latin typeface="Verdana" panose="020B0604030504040204" pitchFamily="34" charset="0"/>
                        </a:rPr>
                        <a:t>202</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382"/>
                    </a:solidFill>
                  </a:tcPr>
                </a:tc>
                <a:tc>
                  <a:txBody>
                    <a:bodyPr/>
                    <a:lstStyle/>
                    <a:p>
                      <a:pPr algn="ctr" fontAlgn="ctr"/>
                      <a:r>
                        <a:rPr lang="en-US" sz="1050" b="0" i="0" u="none" strike="noStrike">
                          <a:solidFill>
                            <a:srgbClr val="000000"/>
                          </a:solidFill>
                          <a:effectLst/>
                          <a:latin typeface="Verdana" panose="020B0604030504040204" pitchFamily="34" charset="0"/>
                        </a:rPr>
                        <a:t>86</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9C74"/>
                    </a:solidFill>
                  </a:tcPr>
                </a:tc>
                <a:tc>
                  <a:txBody>
                    <a:bodyPr/>
                    <a:lstStyle/>
                    <a:p>
                      <a:pPr algn="ctr" fontAlgn="ctr"/>
                      <a:r>
                        <a:rPr lang="en-US" sz="1050" b="0" i="0" u="none" strike="noStrike">
                          <a:solidFill>
                            <a:srgbClr val="000000"/>
                          </a:solidFill>
                          <a:effectLst/>
                          <a:latin typeface="Verdana" panose="020B0604030504040204" pitchFamily="34" charset="0"/>
                        </a:rPr>
                        <a:t>28</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796E"/>
                    </a:solidFill>
                  </a:tcPr>
                </a:tc>
                <a:tc>
                  <a:txBody>
                    <a:bodyPr/>
                    <a:lstStyle/>
                    <a:p>
                      <a:pPr algn="ctr" fontAlgn="ctr"/>
                      <a:r>
                        <a:rPr lang="en-US" sz="1050" b="0" i="0" u="none" strike="noStrike">
                          <a:solidFill>
                            <a:srgbClr val="000000"/>
                          </a:solidFill>
                          <a:effectLst/>
                          <a:latin typeface="Verdana" panose="020B0604030504040204" pitchFamily="34" charset="0"/>
                        </a:rPr>
                        <a:t>114</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E78"/>
                    </a:solidFill>
                  </a:tcPr>
                </a:tc>
                <a:tc>
                  <a:txBody>
                    <a:bodyPr/>
                    <a:lstStyle/>
                    <a:p>
                      <a:pPr algn="ctr" fontAlgn="ctr"/>
                      <a:r>
                        <a:rPr lang="en-US" sz="1050" b="0" i="0" u="none" strike="noStrike">
                          <a:solidFill>
                            <a:srgbClr val="000000"/>
                          </a:solidFill>
                          <a:effectLst/>
                          <a:latin typeface="Verdana" panose="020B0604030504040204" pitchFamily="34" charset="0"/>
                        </a:rPr>
                        <a:t>63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8F72"/>
                    </a:solidFill>
                  </a:tcPr>
                </a:tc>
                <a:tc>
                  <a:txBody>
                    <a:bodyPr/>
                    <a:lstStyle/>
                    <a:p>
                      <a:pPr algn="ctr" fontAlgn="ctr"/>
                      <a:r>
                        <a:rPr lang="en-US" sz="1050" b="0" i="0" u="none" strike="noStrike">
                          <a:solidFill>
                            <a:srgbClr val="000000"/>
                          </a:solidFill>
                          <a:effectLst/>
                          <a:latin typeface="Verdana" panose="020B0604030504040204" pitchFamily="34" charset="0"/>
                        </a:rPr>
                        <a:t>102</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776"/>
                    </a:solidFill>
                  </a:tcPr>
                </a:tc>
                <a:tc>
                  <a:txBody>
                    <a:bodyPr/>
                    <a:lstStyle/>
                    <a:p>
                      <a:pPr algn="ctr" fontAlgn="ctr"/>
                      <a:r>
                        <a:rPr lang="en-US" sz="1050" b="0" i="0" u="none" strike="noStrike">
                          <a:solidFill>
                            <a:srgbClr val="000000"/>
                          </a:solidFill>
                          <a:effectLst/>
                          <a:latin typeface="Verdana" panose="020B0604030504040204" pitchFamily="34" charset="0"/>
                        </a:rPr>
                        <a:t>107</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977"/>
                    </a:solidFill>
                  </a:tcPr>
                </a:tc>
                <a:tc>
                  <a:txBody>
                    <a:bodyPr/>
                    <a:lstStyle/>
                    <a:p>
                      <a:pPr algn="ctr" fontAlgn="ctr"/>
                      <a:r>
                        <a:rPr lang="en-US" sz="1050" b="0" i="0" u="none" strike="noStrike">
                          <a:solidFill>
                            <a:srgbClr val="000000"/>
                          </a:solidFill>
                          <a:effectLst/>
                          <a:latin typeface="Verdana" panose="020B0604030504040204" pitchFamily="34" charset="0"/>
                        </a:rPr>
                        <a:t>309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E683"/>
                    </a:solidFill>
                  </a:tcPr>
                </a:tc>
                <a:tc>
                  <a:txBody>
                    <a:bodyPr/>
                    <a:lstStyle/>
                    <a:p>
                      <a:pPr algn="ctr" fontAlgn="ctr"/>
                      <a:r>
                        <a:rPr lang="en-US" sz="1050" b="0" i="0" u="none" strike="noStrike">
                          <a:solidFill>
                            <a:srgbClr val="000000"/>
                          </a:solidFill>
                          <a:effectLst/>
                          <a:latin typeface="Verdana" panose="020B0604030504040204" pitchFamily="34" charset="0"/>
                        </a:rPr>
                        <a:t>347</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3E383"/>
                    </a:solidFill>
                  </a:tcPr>
                </a:tc>
                <a:tc>
                  <a:txBody>
                    <a:bodyPr/>
                    <a:lstStyle/>
                    <a:p>
                      <a:pPr algn="ctr" fontAlgn="ctr"/>
                      <a:r>
                        <a:rPr lang="en-US" sz="1050" b="0" i="0" u="none" strike="noStrike">
                          <a:solidFill>
                            <a:srgbClr val="000000"/>
                          </a:solidFill>
                          <a:effectLst/>
                          <a:latin typeface="Verdana" panose="020B0604030504040204" pitchFamily="34" charset="0"/>
                        </a:rPr>
                        <a:t>342</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4E483"/>
                    </a:solidFill>
                  </a:tcPr>
                </a:tc>
                <a:tc>
                  <a:txBody>
                    <a:bodyPr/>
                    <a:lstStyle/>
                    <a:p>
                      <a:pPr algn="ctr" fontAlgn="ctr"/>
                      <a:r>
                        <a:rPr lang="en-US" sz="1050" b="0" i="0" u="none" strike="noStrike">
                          <a:solidFill>
                            <a:srgbClr val="000000"/>
                          </a:solidFill>
                          <a:effectLst/>
                          <a:latin typeface="Verdana" panose="020B0604030504040204" pitchFamily="34" charset="0"/>
                        </a:rPr>
                        <a:t>279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E784"/>
                    </a:solidFill>
                  </a:tcPr>
                </a:tc>
                <a:tc>
                  <a:txBody>
                    <a:bodyPr/>
                    <a:lstStyle/>
                    <a:p>
                      <a:pPr algn="ctr" fontAlgn="ctr"/>
                      <a:r>
                        <a:rPr lang="en-US" sz="1050" b="0" i="0" u="none" strike="noStrike">
                          <a:solidFill>
                            <a:srgbClr val="000000"/>
                          </a:solidFill>
                          <a:effectLst/>
                          <a:latin typeface="Verdana" panose="020B0604030504040204" pitchFamily="34" charset="0"/>
                        </a:rPr>
                        <a:t>12</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706C"/>
                    </a:solidFill>
                  </a:tcPr>
                </a:tc>
                <a:tc>
                  <a:txBody>
                    <a:bodyPr/>
                    <a:lstStyle/>
                    <a:p>
                      <a:pPr algn="ctr" fontAlgn="ctr"/>
                      <a:r>
                        <a:rPr lang="en-US" sz="1050" b="0" i="0" u="none" strike="noStrike">
                          <a:solidFill>
                            <a:srgbClr val="000000"/>
                          </a:solidFill>
                          <a:effectLst/>
                          <a:latin typeface="Verdana" panose="020B0604030504040204" pitchFamily="34" charset="0"/>
                        </a:rPr>
                        <a:t>296</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E683"/>
                    </a:solidFill>
                  </a:tcPr>
                </a:tc>
                <a:tc>
                  <a:txBody>
                    <a:bodyPr/>
                    <a:lstStyle/>
                    <a:p>
                      <a:pPr algn="ctr" fontAlgn="ctr"/>
                      <a:r>
                        <a:rPr lang="en-US" sz="1050" b="0" i="0" u="none" strike="noStrike">
                          <a:solidFill>
                            <a:srgbClr val="000000"/>
                          </a:solidFill>
                          <a:effectLst/>
                          <a:latin typeface="Verdana" panose="020B0604030504040204" pitchFamily="34" charset="0"/>
                        </a:rPr>
                        <a:t>346</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3E383"/>
                    </a:solidFill>
                  </a:tcPr>
                </a:tc>
                <a:tc>
                  <a:txBody>
                    <a:bodyPr/>
                    <a:lstStyle/>
                    <a:p>
                      <a:pPr algn="ctr" fontAlgn="ctr"/>
                      <a:r>
                        <a:rPr lang="en-US" sz="1050" b="0" i="0" u="none" strike="noStrike">
                          <a:solidFill>
                            <a:srgbClr val="000000"/>
                          </a:solidFill>
                          <a:effectLst/>
                          <a:latin typeface="Verdana" panose="020B0604030504040204" pitchFamily="34" charset="0"/>
                        </a:rPr>
                        <a:t>543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D780"/>
                    </a:solidFill>
                  </a:tcPr>
                </a:tc>
                <a:tc>
                  <a:txBody>
                    <a:bodyPr/>
                    <a:lstStyle/>
                    <a:p>
                      <a:pPr algn="ctr" fontAlgn="ctr"/>
                      <a:r>
                        <a:rPr lang="en-US" sz="1050" b="0" i="0" u="none" strike="noStrike">
                          <a:solidFill>
                            <a:srgbClr val="000000"/>
                          </a:solidFill>
                          <a:effectLst/>
                          <a:latin typeface="Verdana" panose="020B0604030504040204" pitchFamily="34" charset="0"/>
                        </a:rPr>
                        <a:t>549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D680"/>
                    </a:solidFill>
                  </a:tcPr>
                </a:tc>
                <a:extLst>
                  <a:ext uri="{0D108BD9-81ED-4DB2-BD59-A6C34878D82A}">
                    <a16:rowId xmlns:a16="http://schemas.microsoft.com/office/drawing/2014/main" val="135400238"/>
                  </a:ext>
                </a:extLst>
              </a:tr>
              <a:tr h="60996">
                <a:tc>
                  <a:txBody>
                    <a:bodyPr/>
                    <a:lstStyle/>
                    <a:p>
                      <a:pPr algn="ctr" fontAlgn="b"/>
                      <a:r>
                        <a:rPr lang="en-US" sz="1050" b="1" i="0" u="none" strike="noStrike">
                          <a:solidFill>
                            <a:srgbClr val="000000"/>
                          </a:solidFill>
                          <a:effectLst/>
                          <a:latin typeface="Verdana" panose="020B0604030504040204" pitchFamily="34" charset="0"/>
                        </a:rPr>
                        <a:t>15:00</a:t>
                      </a:r>
                    </a:p>
                  </a:txBody>
                  <a:tcPr marL="3747" marR="3747" marT="37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Verdana" panose="020B0604030504040204" pitchFamily="34" charset="0"/>
                        </a:rPr>
                        <a:t>107</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977"/>
                    </a:solidFill>
                  </a:tcPr>
                </a:tc>
                <a:tc>
                  <a:txBody>
                    <a:bodyPr/>
                    <a:lstStyle/>
                    <a:p>
                      <a:pPr algn="ctr" fontAlgn="ctr"/>
                      <a:r>
                        <a:rPr lang="en-US" sz="1050" b="0" i="0" u="none" strike="noStrike">
                          <a:solidFill>
                            <a:srgbClr val="000000"/>
                          </a:solidFill>
                          <a:effectLst/>
                          <a:latin typeface="Verdana" panose="020B0604030504040204" pitchFamily="34" charset="0"/>
                        </a:rPr>
                        <a:t>15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726C"/>
                    </a:solidFill>
                  </a:tcPr>
                </a:tc>
                <a:tc>
                  <a:txBody>
                    <a:bodyPr/>
                    <a:lstStyle/>
                    <a:p>
                      <a:pPr algn="ctr" fontAlgn="ctr"/>
                      <a:r>
                        <a:rPr lang="en-US" sz="1050" b="0" i="0" u="none" strike="noStrike">
                          <a:solidFill>
                            <a:srgbClr val="000000"/>
                          </a:solidFill>
                          <a:effectLst/>
                          <a:latin typeface="Verdana" panose="020B0604030504040204" pitchFamily="34" charset="0"/>
                        </a:rPr>
                        <a:t>96</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376"/>
                    </a:solidFill>
                  </a:tcPr>
                </a:tc>
                <a:tc>
                  <a:txBody>
                    <a:bodyPr/>
                    <a:lstStyle/>
                    <a:p>
                      <a:pPr algn="ctr" fontAlgn="ctr"/>
                      <a:r>
                        <a:rPr lang="en-US" sz="1050" b="0" i="0" u="none" strike="noStrike">
                          <a:solidFill>
                            <a:srgbClr val="000000"/>
                          </a:solidFill>
                          <a:effectLst/>
                          <a:latin typeface="Verdana" panose="020B0604030504040204" pitchFamily="34" charset="0"/>
                        </a:rPr>
                        <a:t>203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382"/>
                    </a:solidFill>
                  </a:tcPr>
                </a:tc>
                <a:tc>
                  <a:txBody>
                    <a:bodyPr/>
                    <a:lstStyle/>
                    <a:p>
                      <a:pPr algn="ctr" fontAlgn="ctr"/>
                      <a:r>
                        <a:rPr lang="en-US" sz="1050" b="0" i="0" u="none" strike="noStrike">
                          <a:solidFill>
                            <a:srgbClr val="000000"/>
                          </a:solidFill>
                          <a:effectLst/>
                          <a:latin typeface="Verdana" panose="020B0604030504040204" pitchFamily="34" charset="0"/>
                        </a:rPr>
                        <a:t>278</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E884"/>
                    </a:solidFill>
                  </a:tcPr>
                </a:tc>
                <a:tc>
                  <a:txBody>
                    <a:bodyPr/>
                    <a:lstStyle/>
                    <a:p>
                      <a:pPr algn="ctr" fontAlgn="ctr"/>
                      <a:r>
                        <a:rPr lang="en-US" sz="1050" b="0" i="0" u="none" strike="noStrike">
                          <a:solidFill>
                            <a:srgbClr val="000000"/>
                          </a:solidFill>
                          <a:effectLst/>
                          <a:latin typeface="Verdana" panose="020B0604030504040204" pitchFamily="34" charset="0"/>
                        </a:rPr>
                        <a:t>233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A84"/>
                    </a:solidFill>
                  </a:tcPr>
                </a:tc>
                <a:tc>
                  <a:txBody>
                    <a:bodyPr/>
                    <a:lstStyle/>
                    <a:p>
                      <a:pPr algn="ctr" fontAlgn="ctr"/>
                      <a:r>
                        <a:rPr lang="en-US" sz="1050" b="0" i="0" u="none" strike="noStrike">
                          <a:solidFill>
                            <a:srgbClr val="000000"/>
                          </a:solidFill>
                          <a:effectLst/>
                          <a:latin typeface="Verdana" panose="020B0604030504040204" pitchFamily="34" charset="0"/>
                        </a:rPr>
                        <a:t>457</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BDC81"/>
                    </a:solidFill>
                  </a:tcPr>
                </a:tc>
                <a:tc>
                  <a:txBody>
                    <a:bodyPr/>
                    <a:lstStyle/>
                    <a:p>
                      <a:pPr algn="ctr" fontAlgn="ctr"/>
                      <a:r>
                        <a:rPr lang="en-US" sz="1050" b="0" i="0" u="none" strike="noStrike">
                          <a:solidFill>
                            <a:srgbClr val="000000"/>
                          </a:solidFill>
                          <a:effectLst/>
                          <a:latin typeface="Verdana" panose="020B0604030504040204" pitchFamily="34" charset="0"/>
                        </a:rPr>
                        <a:t>331</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6E483"/>
                    </a:solidFill>
                  </a:tcPr>
                </a:tc>
                <a:tc>
                  <a:txBody>
                    <a:bodyPr/>
                    <a:lstStyle/>
                    <a:p>
                      <a:pPr algn="ctr" fontAlgn="ctr"/>
                      <a:r>
                        <a:rPr lang="en-US" sz="1050" b="0" i="0" u="none" strike="noStrike">
                          <a:solidFill>
                            <a:srgbClr val="000000"/>
                          </a:solidFill>
                          <a:effectLst/>
                          <a:latin typeface="Verdana" panose="020B0604030504040204" pitchFamily="34" charset="0"/>
                        </a:rPr>
                        <a:t>405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6E082"/>
                    </a:solidFill>
                  </a:tcPr>
                </a:tc>
                <a:tc>
                  <a:txBody>
                    <a:bodyPr/>
                    <a:lstStyle/>
                    <a:p>
                      <a:pPr algn="ctr" fontAlgn="ctr"/>
                      <a:r>
                        <a:rPr lang="en-US" sz="1050" b="0" i="0" u="none" strike="noStrike">
                          <a:solidFill>
                            <a:srgbClr val="000000"/>
                          </a:solidFill>
                          <a:effectLst/>
                          <a:latin typeface="Verdana" panose="020B0604030504040204" pitchFamily="34" charset="0"/>
                        </a:rPr>
                        <a:t>564</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3D680"/>
                    </a:solidFill>
                  </a:tcPr>
                </a:tc>
                <a:tc>
                  <a:txBody>
                    <a:bodyPr/>
                    <a:lstStyle/>
                    <a:p>
                      <a:pPr algn="ctr" fontAlgn="ctr"/>
                      <a:r>
                        <a:rPr lang="en-US" sz="1050" b="0" i="0" u="none" strike="noStrike">
                          <a:solidFill>
                            <a:srgbClr val="000000"/>
                          </a:solidFill>
                          <a:effectLst/>
                          <a:latin typeface="Verdana" panose="020B0604030504040204" pitchFamily="34" charset="0"/>
                        </a:rPr>
                        <a:t>466</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9DC81"/>
                    </a:solidFill>
                  </a:tcPr>
                </a:tc>
                <a:tc>
                  <a:txBody>
                    <a:bodyPr/>
                    <a:lstStyle/>
                    <a:p>
                      <a:pPr algn="ctr" fontAlgn="ctr"/>
                      <a:r>
                        <a:rPr lang="en-US" sz="1050" b="0" i="0" u="none" strike="noStrike">
                          <a:solidFill>
                            <a:srgbClr val="000000"/>
                          </a:solidFill>
                          <a:effectLst/>
                          <a:latin typeface="Verdana" panose="020B0604030504040204" pitchFamily="34" charset="0"/>
                        </a:rPr>
                        <a:t>392</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082"/>
                    </a:solidFill>
                  </a:tcPr>
                </a:tc>
                <a:tc>
                  <a:txBody>
                    <a:bodyPr/>
                    <a:lstStyle/>
                    <a:p>
                      <a:pPr algn="ctr" fontAlgn="ctr"/>
                      <a:r>
                        <a:rPr lang="en-US" sz="1050" b="0" i="0" u="none" strike="noStrike">
                          <a:solidFill>
                            <a:srgbClr val="000000"/>
                          </a:solidFill>
                          <a:effectLst/>
                          <a:latin typeface="Verdana" panose="020B0604030504040204" pitchFamily="34" charset="0"/>
                        </a:rPr>
                        <a:t>359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0E283"/>
                    </a:solidFill>
                  </a:tcPr>
                </a:tc>
                <a:tc>
                  <a:txBody>
                    <a:bodyPr/>
                    <a:lstStyle/>
                    <a:p>
                      <a:pPr algn="ctr" fontAlgn="ctr"/>
                      <a:r>
                        <a:rPr lang="en-US" sz="1050" b="0" i="0" u="none" strike="noStrike">
                          <a:solidFill>
                            <a:srgbClr val="000000"/>
                          </a:solidFill>
                          <a:effectLst/>
                          <a:latin typeface="Verdana" panose="020B0604030504040204" pitchFamily="34" charset="0"/>
                        </a:rPr>
                        <a:t>179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D57F"/>
                    </a:solidFill>
                  </a:tcPr>
                </a:tc>
                <a:tc>
                  <a:txBody>
                    <a:bodyPr/>
                    <a:lstStyle/>
                    <a:p>
                      <a:pPr algn="ctr" fontAlgn="ctr"/>
                      <a:r>
                        <a:rPr lang="en-US" sz="1050" b="0" i="0" u="none" strike="noStrike">
                          <a:solidFill>
                            <a:srgbClr val="000000"/>
                          </a:solidFill>
                          <a:effectLst/>
                          <a:latin typeface="Verdana" panose="020B0604030504040204" pitchFamily="34" charset="0"/>
                        </a:rPr>
                        <a:t>457</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BDC81"/>
                    </a:solidFill>
                  </a:tcPr>
                </a:tc>
                <a:tc>
                  <a:txBody>
                    <a:bodyPr/>
                    <a:lstStyle/>
                    <a:p>
                      <a:pPr algn="ctr" fontAlgn="ctr"/>
                      <a:r>
                        <a:rPr lang="en-US" sz="1050" b="0" i="0" u="none" strike="noStrike">
                          <a:solidFill>
                            <a:srgbClr val="000000"/>
                          </a:solidFill>
                          <a:effectLst/>
                          <a:latin typeface="Verdana" panose="020B0604030504040204" pitchFamily="34" charset="0"/>
                        </a:rPr>
                        <a:t>263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5E884"/>
                    </a:solidFill>
                  </a:tcPr>
                </a:tc>
                <a:tc>
                  <a:txBody>
                    <a:bodyPr/>
                    <a:lstStyle/>
                    <a:p>
                      <a:pPr algn="ctr" fontAlgn="ctr"/>
                      <a:r>
                        <a:rPr lang="en-US" sz="1050" b="0" i="0" u="none" strike="noStrike">
                          <a:solidFill>
                            <a:srgbClr val="000000"/>
                          </a:solidFill>
                          <a:effectLst/>
                          <a:latin typeface="Verdana" panose="020B0604030504040204" pitchFamily="34" charset="0"/>
                        </a:rPr>
                        <a:t>159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C97D"/>
                    </a:solidFill>
                  </a:tcPr>
                </a:tc>
                <a:tc>
                  <a:txBody>
                    <a:bodyPr/>
                    <a:lstStyle/>
                    <a:p>
                      <a:pPr algn="ctr" fontAlgn="ctr"/>
                      <a:r>
                        <a:rPr lang="en-US" sz="1050" b="0" i="0" u="none" strike="noStrike">
                          <a:solidFill>
                            <a:srgbClr val="000000"/>
                          </a:solidFill>
                          <a:effectLst/>
                          <a:latin typeface="Verdana" panose="020B0604030504040204" pitchFamily="34" charset="0"/>
                        </a:rPr>
                        <a:t>69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9273"/>
                    </a:solidFill>
                  </a:tcPr>
                </a:tc>
                <a:tc>
                  <a:txBody>
                    <a:bodyPr/>
                    <a:lstStyle/>
                    <a:p>
                      <a:pPr algn="ctr" fontAlgn="ctr"/>
                      <a:r>
                        <a:rPr lang="en-US" sz="1050" b="0" i="0" u="none" strike="noStrike">
                          <a:solidFill>
                            <a:srgbClr val="000000"/>
                          </a:solidFill>
                          <a:effectLst/>
                          <a:latin typeface="Verdana" panose="020B0604030504040204" pitchFamily="34" charset="0"/>
                        </a:rPr>
                        <a:t>145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C17B"/>
                    </a:solidFill>
                  </a:tcPr>
                </a:tc>
                <a:tc>
                  <a:txBody>
                    <a:bodyPr/>
                    <a:lstStyle/>
                    <a:p>
                      <a:pPr algn="ctr" fontAlgn="ctr"/>
                      <a:r>
                        <a:rPr lang="en-US" sz="1050" b="0" i="0" u="none" strike="noStrike">
                          <a:solidFill>
                            <a:srgbClr val="000000"/>
                          </a:solidFill>
                          <a:effectLst/>
                          <a:latin typeface="Verdana" panose="020B0604030504040204" pitchFamily="34" charset="0"/>
                        </a:rPr>
                        <a:t>136</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B7A"/>
                    </a:solidFill>
                  </a:tcPr>
                </a:tc>
                <a:tc>
                  <a:txBody>
                    <a:bodyPr/>
                    <a:lstStyle/>
                    <a:p>
                      <a:pPr algn="ctr" fontAlgn="ctr"/>
                      <a:r>
                        <a:rPr lang="en-US" sz="1050" b="0" i="0" u="none" strike="noStrike">
                          <a:solidFill>
                            <a:srgbClr val="000000"/>
                          </a:solidFill>
                          <a:effectLst/>
                          <a:latin typeface="Verdana" panose="020B0604030504040204" pitchFamily="34" charset="0"/>
                        </a:rPr>
                        <a:t>24</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776D"/>
                    </a:solidFill>
                  </a:tcPr>
                </a:tc>
                <a:tc>
                  <a:txBody>
                    <a:bodyPr/>
                    <a:lstStyle/>
                    <a:p>
                      <a:pPr algn="ctr" fontAlgn="ctr"/>
                      <a:r>
                        <a:rPr lang="en-US" sz="1050" b="0" i="0" u="none" strike="noStrike">
                          <a:solidFill>
                            <a:srgbClr val="000000"/>
                          </a:solidFill>
                          <a:effectLst/>
                          <a:latin typeface="Verdana" panose="020B0604030504040204" pitchFamily="34" charset="0"/>
                        </a:rPr>
                        <a:t>202</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382"/>
                    </a:solidFill>
                  </a:tcPr>
                </a:tc>
                <a:tc>
                  <a:txBody>
                    <a:bodyPr/>
                    <a:lstStyle/>
                    <a:p>
                      <a:pPr algn="ctr" fontAlgn="ctr"/>
                      <a:r>
                        <a:rPr lang="en-US" sz="1050" b="0" i="0" u="none" strike="noStrike">
                          <a:solidFill>
                            <a:srgbClr val="000000"/>
                          </a:solidFill>
                          <a:effectLst/>
                          <a:latin typeface="Verdana" panose="020B0604030504040204" pitchFamily="34" charset="0"/>
                        </a:rPr>
                        <a:t>331</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6E483"/>
                    </a:solidFill>
                  </a:tcPr>
                </a:tc>
                <a:tc>
                  <a:txBody>
                    <a:bodyPr/>
                    <a:lstStyle/>
                    <a:p>
                      <a:pPr algn="ctr" fontAlgn="ctr"/>
                      <a:r>
                        <a:rPr lang="en-US" sz="1050" b="0" i="0" u="none" strike="noStrike">
                          <a:solidFill>
                            <a:srgbClr val="000000"/>
                          </a:solidFill>
                          <a:effectLst/>
                          <a:latin typeface="Verdana" panose="020B0604030504040204" pitchFamily="34" charset="0"/>
                        </a:rPr>
                        <a:t>274</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3E884"/>
                    </a:solidFill>
                  </a:tcPr>
                </a:tc>
                <a:tc>
                  <a:txBody>
                    <a:bodyPr/>
                    <a:lstStyle/>
                    <a:p>
                      <a:pPr algn="ctr" fontAlgn="ctr"/>
                      <a:r>
                        <a:rPr lang="en-US" sz="1050" b="0" i="0" u="none" strike="noStrike">
                          <a:solidFill>
                            <a:srgbClr val="000000"/>
                          </a:solidFill>
                          <a:effectLst/>
                          <a:latin typeface="Verdana" panose="020B0604030504040204" pitchFamily="34" charset="0"/>
                        </a:rPr>
                        <a:t>354</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1E383"/>
                    </a:solidFill>
                  </a:tcPr>
                </a:tc>
                <a:tc>
                  <a:txBody>
                    <a:bodyPr/>
                    <a:lstStyle/>
                    <a:p>
                      <a:pPr algn="ctr" fontAlgn="ctr"/>
                      <a:r>
                        <a:rPr lang="en-US" sz="1050" b="0" i="0" u="none" strike="noStrike">
                          <a:solidFill>
                            <a:srgbClr val="000000"/>
                          </a:solidFill>
                          <a:effectLst/>
                          <a:latin typeface="Verdana" panose="020B0604030504040204" pitchFamily="34" charset="0"/>
                        </a:rPr>
                        <a:t>405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6E082"/>
                    </a:solidFill>
                  </a:tcPr>
                </a:tc>
                <a:tc>
                  <a:txBody>
                    <a:bodyPr/>
                    <a:lstStyle/>
                    <a:p>
                      <a:pPr algn="ctr" fontAlgn="ctr"/>
                      <a:r>
                        <a:rPr lang="en-US" sz="1050" b="0" i="0" u="none" strike="noStrike">
                          <a:solidFill>
                            <a:srgbClr val="000000"/>
                          </a:solidFill>
                          <a:effectLst/>
                          <a:latin typeface="Verdana" panose="020B0604030504040204" pitchFamily="34" charset="0"/>
                        </a:rPr>
                        <a:t>100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576"/>
                    </a:solidFill>
                  </a:tcPr>
                </a:tc>
                <a:tc>
                  <a:txBody>
                    <a:bodyPr/>
                    <a:lstStyle/>
                    <a:p>
                      <a:pPr algn="ctr" fontAlgn="ctr"/>
                      <a:r>
                        <a:rPr lang="en-US" sz="1050" b="0" i="0" u="none" strike="noStrike">
                          <a:solidFill>
                            <a:srgbClr val="000000"/>
                          </a:solidFill>
                          <a:effectLst/>
                          <a:latin typeface="Verdana" panose="020B0604030504040204" pitchFamily="34" charset="0"/>
                        </a:rPr>
                        <a:t>270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E884"/>
                    </a:solidFill>
                  </a:tcPr>
                </a:tc>
                <a:tc>
                  <a:txBody>
                    <a:bodyPr/>
                    <a:lstStyle/>
                    <a:p>
                      <a:pPr algn="ctr" fontAlgn="ctr"/>
                      <a:r>
                        <a:rPr lang="en-US" sz="1050" b="0" i="0" u="none" strike="noStrike">
                          <a:solidFill>
                            <a:srgbClr val="000000"/>
                          </a:solidFill>
                          <a:effectLst/>
                          <a:latin typeface="Verdana" panose="020B0604030504040204" pitchFamily="34" charset="0"/>
                        </a:rPr>
                        <a:t>383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BE182"/>
                    </a:solidFill>
                  </a:tcPr>
                </a:tc>
                <a:tc>
                  <a:txBody>
                    <a:bodyPr/>
                    <a:lstStyle/>
                    <a:p>
                      <a:pPr algn="ctr" fontAlgn="ctr"/>
                      <a:r>
                        <a:rPr lang="en-US" sz="1050" b="0" i="0" u="none" strike="noStrike">
                          <a:solidFill>
                            <a:srgbClr val="000000"/>
                          </a:solidFill>
                          <a:effectLst/>
                          <a:latin typeface="Verdana" panose="020B0604030504040204" pitchFamily="34" charset="0"/>
                        </a:rPr>
                        <a:t>627</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5D27F"/>
                    </a:solidFill>
                  </a:tcPr>
                </a:tc>
                <a:tc>
                  <a:txBody>
                    <a:bodyPr/>
                    <a:lstStyle/>
                    <a:p>
                      <a:pPr algn="ctr" fontAlgn="ctr"/>
                      <a:r>
                        <a:rPr lang="en-US" sz="1050" b="0" i="0" u="none" strike="noStrike">
                          <a:solidFill>
                            <a:srgbClr val="000000"/>
                          </a:solidFill>
                          <a:effectLst/>
                          <a:latin typeface="Verdana" panose="020B0604030504040204" pitchFamily="34" charset="0"/>
                        </a:rPr>
                        <a:t>558</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D680"/>
                    </a:solidFill>
                  </a:tcPr>
                </a:tc>
                <a:extLst>
                  <a:ext uri="{0D108BD9-81ED-4DB2-BD59-A6C34878D82A}">
                    <a16:rowId xmlns:a16="http://schemas.microsoft.com/office/drawing/2014/main" val="2004708485"/>
                  </a:ext>
                </a:extLst>
              </a:tr>
              <a:tr h="60996">
                <a:tc>
                  <a:txBody>
                    <a:bodyPr/>
                    <a:lstStyle/>
                    <a:p>
                      <a:pPr algn="ctr" fontAlgn="b"/>
                      <a:r>
                        <a:rPr lang="en-US" sz="1050" b="1" i="0" u="none" strike="noStrike">
                          <a:solidFill>
                            <a:srgbClr val="000000"/>
                          </a:solidFill>
                          <a:effectLst/>
                          <a:latin typeface="Verdana" panose="020B0604030504040204" pitchFamily="34" charset="0"/>
                        </a:rPr>
                        <a:t>16:00</a:t>
                      </a:r>
                    </a:p>
                  </a:txBody>
                  <a:tcPr marL="3747" marR="3747" marT="37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Verdana" panose="020B0604030504040204" pitchFamily="34" charset="0"/>
                        </a:rPr>
                        <a:t>133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97A"/>
                    </a:solidFill>
                  </a:tcPr>
                </a:tc>
                <a:tc>
                  <a:txBody>
                    <a:bodyPr/>
                    <a:lstStyle/>
                    <a:p>
                      <a:pPr algn="ctr" fontAlgn="ctr"/>
                      <a:r>
                        <a:rPr lang="en-US" sz="1050" b="0" i="0" u="none" strike="noStrike">
                          <a:solidFill>
                            <a:srgbClr val="000000"/>
                          </a:solidFill>
                          <a:effectLst/>
                          <a:latin typeface="Verdana" panose="020B0604030504040204" pitchFamily="34" charset="0"/>
                        </a:rPr>
                        <a:t>100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576"/>
                    </a:solidFill>
                  </a:tcPr>
                </a:tc>
                <a:tc>
                  <a:txBody>
                    <a:bodyPr/>
                    <a:lstStyle/>
                    <a:p>
                      <a:pPr algn="ctr" fontAlgn="ctr"/>
                      <a:r>
                        <a:rPr lang="en-US" sz="1050" b="0" i="0" u="none" strike="noStrike">
                          <a:solidFill>
                            <a:srgbClr val="000000"/>
                          </a:solidFill>
                          <a:effectLst/>
                          <a:latin typeface="Verdana" panose="020B0604030504040204" pitchFamily="34" charset="0"/>
                        </a:rPr>
                        <a:t>64</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8F72"/>
                    </a:solidFill>
                  </a:tcPr>
                </a:tc>
                <a:tc>
                  <a:txBody>
                    <a:bodyPr/>
                    <a:lstStyle/>
                    <a:p>
                      <a:pPr algn="ctr" fontAlgn="ctr"/>
                      <a:r>
                        <a:rPr lang="en-US" sz="1050" b="0" i="0" u="none" strike="noStrike">
                          <a:solidFill>
                            <a:srgbClr val="000000"/>
                          </a:solidFill>
                          <a:effectLst/>
                          <a:latin typeface="Verdana" panose="020B0604030504040204" pitchFamily="34" charset="0"/>
                        </a:rPr>
                        <a:t>205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582"/>
                    </a:solidFill>
                  </a:tcPr>
                </a:tc>
                <a:tc>
                  <a:txBody>
                    <a:bodyPr/>
                    <a:lstStyle/>
                    <a:p>
                      <a:pPr algn="ctr" fontAlgn="ctr"/>
                      <a:r>
                        <a:rPr lang="en-US" sz="1050" b="0" i="0" u="none" strike="noStrike">
                          <a:solidFill>
                            <a:srgbClr val="000000"/>
                          </a:solidFill>
                          <a:effectLst/>
                          <a:latin typeface="Verdana" panose="020B0604030504040204" pitchFamily="34" charset="0"/>
                        </a:rPr>
                        <a:t>279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E784"/>
                    </a:solidFill>
                  </a:tcPr>
                </a:tc>
                <a:tc>
                  <a:txBody>
                    <a:bodyPr/>
                    <a:lstStyle/>
                    <a:p>
                      <a:pPr algn="ctr" fontAlgn="ctr"/>
                      <a:r>
                        <a:rPr lang="en-US" sz="1050" b="0" i="0" u="none" strike="noStrike">
                          <a:solidFill>
                            <a:srgbClr val="000000"/>
                          </a:solidFill>
                          <a:effectLst/>
                          <a:latin typeface="Verdana" panose="020B0604030504040204" pitchFamily="34" charset="0"/>
                        </a:rPr>
                        <a:t>228</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B84"/>
                    </a:solidFill>
                  </a:tcPr>
                </a:tc>
                <a:tc>
                  <a:txBody>
                    <a:bodyPr/>
                    <a:lstStyle/>
                    <a:p>
                      <a:pPr algn="ctr" fontAlgn="ctr"/>
                      <a:r>
                        <a:rPr lang="en-US" sz="1050" b="0" i="0" u="none" strike="noStrike">
                          <a:solidFill>
                            <a:srgbClr val="000000"/>
                          </a:solidFill>
                          <a:effectLst/>
                          <a:latin typeface="Verdana" panose="020B0604030504040204" pitchFamily="34" charset="0"/>
                        </a:rPr>
                        <a:t>405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6E082"/>
                    </a:solidFill>
                  </a:tcPr>
                </a:tc>
                <a:tc>
                  <a:txBody>
                    <a:bodyPr/>
                    <a:lstStyle/>
                    <a:p>
                      <a:pPr algn="ctr" fontAlgn="ctr"/>
                      <a:r>
                        <a:rPr lang="en-US" sz="1050" b="0" i="0" u="none" strike="noStrike">
                          <a:solidFill>
                            <a:srgbClr val="000000"/>
                          </a:solidFill>
                          <a:effectLst/>
                          <a:latin typeface="Verdana" panose="020B0604030504040204" pitchFamily="34" charset="0"/>
                        </a:rPr>
                        <a:t>301</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E683"/>
                    </a:solidFill>
                  </a:tcPr>
                </a:tc>
                <a:tc>
                  <a:txBody>
                    <a:bodyPr/>
                    <a:lstStyle/>
                    <a:p>
                      <a:pPr algn="ctr" fontAlgn="ctr"/>
                      <a:r>
                        <a:rPr lang="en-US" sz="1050" b="0" i="0" u="none" strike="noStrike">
                          <a:solidFill>
                            <a:srgbClr val="000000"/>
                          </a:solidFill>
                          <a:effectLst/>
                          <a:latin typeface="Verdana" panose="020B0604030504040204" pitchFamily="34" charset="0"/>
                        </a:rPr>
                        <a:t>463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9DC81"/>
                    </a:solidFill>
                  </a:tcPr>
                </a:tc>
                <a:tc>
                  <a:txBody>
                    <a:bodyPr/>
                    <a:lstStyle/>
                    <a:p>
                      <a:pPr algn="ctr" fontAlgn="ctr"/>
                      <a:r>
                        <a:rPr lang="en-US" sz="1050" b="0" i="0" u="none" strike="noStrike">
                          <a:solidFill>
                            <a:srgbClr val="000000"/>
                          </a:solidFill>
                          <a:effectLst/>
                          <a:latin typeface="Verdana" panose="020B0604030504040204" pitchFamily="34" charset="0"/>
                        </a:rPr>
                        <a:t>470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8DB81"/>
                    </a:solidFill>
                  </a:tcPr>
                </a:tc>
                <a:tc>
                  <a:txBody>
                    <a:bodyPr/>
                    <a:lstStyle/>
                    <a:p>
                      <a:pPr algn="ctr" fontAlgn="ctr"/>
                      <a:r>
                        <a:rPr lang="en-US" sz="1050" b="0" i="0" u="none" strike="noStrike">
                          <a:solidFill>
                            <a:srgbClr val="000000"/>
                          </a:solidFill>
                          <a:effectLst/>
                          <a:latin typeface="Verdana" panose="020B0604030504040204" pitchFamily="34" charset="0"/>
                        </a:rPr>
                        <a:t>516</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ED981"/>
                    </a:solidFill>
                  </a:tcPr>
                </a:tc>
                <a:tc>
                  <a:txBody>
                    <a:bodyPr/>
                    <a:lstStyle/>
                    <a:p>
                      <a:pPr algn="ctr" fontAlgn="ctr"/>
                      <a:r>
                        <a:rPr lang="en-US" sz="1050" b="0" i="0" u="none" strike="noStrike">
                          <a:solidFill>
                            <a:srgbClr val="000000"/>
                          </a:solidFill>
                          <a:effectLst/>
                          <a:latin typeface="Verdana" panose="020B0604030504040204" pitchFamily="34" charset="0"/>
                        </a:rPr>
                        <a:t>411</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5DF82"/>
                    </a:solidFill>
                  </a:tcPr>
                </a:tc>
                <a:tc>
                  <a:txBody>
                    <a:bodyPr/>
                    <a:lstStyle/>
                    <a:p>
                      <a:pPr algn="ctr" fontAlgn="ctr"/>
                      <a:r>
                        <a:rPr lang="en-US" sz="1050" b="0" i="0" u="none" strike="noStrike">
                          <a:solidFill>
                            <a:srgbClr val="000000"/>
                          </a:solidFill>
                          <a:effectLst/>
                          <a:latin typeface="Verdana" panose="020B0604030504040204" pitchFamily="34" charset="0"/>
                        </a:rPr>
                        <a:t>401</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7E082"/>
                    </a:solidFill>
                  </a:tcPr>
                </a:tc>
                <a:tc>
                  <a:txBody>
                    <a:bodyPr/>
                    <a:lstStyle/>
                    <a:p>
                      <a:pPr algn="ctr" fontAlgn="ctr"/>
                      <a:r>
                        <a:rPr lang="en-US" sz="1050" b="0" i="0" u="none" strike="noStrike">
                          <a:solidFill>
                            <a:srgbClr val="000000"/>
                          </a:solidFill>
                          <a:effectLst/>
                          <a:latin typeface="Verdana" panose="020B0604030504040204" pitchFamily="34" charset="0"/>
                        </a:rPr>
                        <a:t>245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EA84"/>
                    </a:solidFill>
                  </a:tcPr>
                </a:tc>
                <a:tc>
                  <a:txBody>
                    <a:bodyPr/>
                    <a:lstStyle/>
                    <a:p>
                      <a:pPr algn="ctr" fontAlgn="ctr"/>
                      <a:r>
                        <a:rPr lang="en-US" sz="1050" b="0" i="0" u="none" strike="noStrike">
                          <a:solidFill>
                            <a:srgbClr val="000000"/>
                          </a:solidFill>
                          <a:effectLst/>
                          <a:latin typeface="Verdana" panose="020B0604030504040204" pitchFamily="34" charset="0"/>
                        </a:rPr>
                        <a:t>406</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6DF82"/>
                    </a:solidFill>
                  </a:tcPr>
                </a:tc>
                <a:tc>
                  <a:txBody>
                    <a:bodyPr/>
                    <a:lstStyle/>
                    <a:p>
                      <a:pPr algn="ctr" fontAlgn="ctr"/>
                      <a:r>
                        <a:rPr lang="en-US" sz="1050" b="0" i="0" u="none" strike="noStrike">
                          <a:solidFill>
                            <a:srgbClr val="000000"/>
                          </a:solidFill>
                          <a:effectLst/>
                          <a:latin typeface="Verdana" panose="020B0604030504040204" pitchFamily="34" charset="0"/>
                        </a:rPr>
                        <a:t>276</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E884"/>
                    </a:solidFill>
                  </a:tcPr>
                </a:tc>
                <a:tc>
                  <a:txBody>
                    <a:bodyPr/>
                    <a:lstStyle/>
                    <a:p>
                      <a:pPr algn="ctr" fontAlgn="ctr"/>
                      <a:r>
                        <a:rPr lang="en-US" sz="1050" b="0" i="0" u="none" strike="noStrike">
                          <a:solidFill>
                            <a:srgbClr val="000000"/>
                          </a:solidFill>
                          <a:effectLst/>
                          <a:latin typeface="Verdana" panose="020B0604030504040204" pitchFamily="34" charset="0"/>
                        </a:rPr>
                        <a:t>225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B84"/>
                    </a:solidFill>
                  </a:tcPr>
                </a:tc>
                <a:tc>
                  <a:txBody>
                    <a:bodyPr/>
                    <a:lstStyle/>
                    <a:p>
                      <a:pPr algn="ctr" fontAlgn="ctr"/>
                      <a:r>
                        <a:rPr lang="en-US" sz="1050" b="0" i="0" u="none" strike="noStrike">
                          <a:solidFill>
                            <a:srgbClr val="000000"/>
                          </a:solidFill>
                          <a:effectLst/>
                          <a:latin typeface="Verdana" panose="020B0604030504040204" pitchFamily="34" charset="0"/>
                        </a:rPr>
                        <a:t>133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97A"/>
                    </a:solidFill>
                  </a:tcPr>
                </a:tc>
                <a:tc>
                  <a:txBody>
                    <a:bodyPr/>
                    <a:lstStyle/>
                    <a:p>
                      <a:pPr algn="ctr" fontAlgn="ctr"/>
                      <a:r>
                        <a:rPr lang="en-US" sz="1050" b="0" i="0" u="none" strike="noStrike">
                          <a:solidFill>
                            <a:srgbClr val="000000"/>
                          </a:solidFill>
                          <a:effectLst/>
                          <a:latin typeface="Verdana" panose="020B0604030504040204" pitchFamily="34" charset="0"/>
                        </a:rPr>
                        <a:t>165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CC7E"/>
                    </a:solidFill>
                  </a:tcPr>
                </a:tc>
                <a:tc>
                  <a:txBody>
                    <a:bodyPr/>
                    <a:lstStyle/>
                    <a:p>
                      <a:pPr algn="ctr" fontAlgn="ctr"/>
                      <a:r>
                        <a:rPr lang="en-US" sz="1050" b="0" i="0" u="none" strike="noStrike">
                          <a:solidFill>
                            <a:srgbClr val="000000"/>
                          </a:solidFill>
                          <a:effectLst/>
                          <a:latin typeface="Verdana" panose="020B0604030504040204" pitchFamily="34" charset="0"/>
                        </a:rPr>
                        <a:t>157</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C77D"/>
                    </a:solidFill>
                  </a:tcPr>
                </a:tc>
                <a:tc>
                  <a:txBody>
                    <a:bodyPr/>
                    <a:lstStyle/>
                    <a:p>
                      <a:pPr algn="ctr" fontAlgn="ctr"/>
                      <a:r>
                        <a:rPr lang="en-US" sz="1050" b="0" i="0" u="none" strike="noStrike">
                          <a:solidFill>
                            <a:srgbClr val="000000"/>
                          </a:solidFill>
                          <a:effectLst/>
                          <a:latin typeface="Verdana" panose="020B0604030504040204" pitchFamily="34" charset="0"/>
                        </a:rPr>
                        <a:t>48</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8670"/>
                    </a:solidFill>
                  </a:tcPr>
                </a:tc>
                <a:tc>
                  <a:txBody>
                    <a:bodyPr/>
                    <a:lstStyle/>
                    <a:p>
                      <a:pPr algn="ctr" fontAlgn="ctr"/>
                      <a:r>
                        <a:rPr lang="en-US" sz="1050" b="0" i="0" u="none" strike="noStrike">
                          <a:solidFill>
                            <a:srgbClr val="000000"/>
                          </a:solidFill>
                          <a:effectLst/>
                          <a:latin typeface="Verdana" panose="020B0604030504040204" pitchFamily="34" charset="0"/>
                        </a:rPr>
                        <a:t>205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582"/>
                    </a:solidFill>
                  </a:tcPr>
                </a:tc>
                <a:tc>
                  <a:txBody>
                    <a:bodyPr/>
                    <a:lstStyle/>
                    <a:p>
                      <a:pPr algn="ctr" fontAlgn="ctr"/>
                      <a:r>
                        <a:rPr lang="en-US" sz="1050" b="0" i="0" u="none" strike="noStrike">
                          <a:solidFill>
                            <a:srgbClr val="000000"/>
                          </a:solidFill>
                          <a:effectLst/>
                          <a:latin typeface="Verdana" panose="020B0604030504040204" pitchFamily="34" charset="0"/>
                        </a:rPr>
                        <a:t>308</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E683"/>
                    </a:solidFill>
                  </a:tcPr>
                </a:tc>
                <a:tc>
                  <a:txBody>
                    <a:bodyPr/>
                    <a:lstStyle/>
                    <a:p>
                      <a:pPr algn="ctr" fontAlgn="ctr"/>
                      <a:r>
                        <a:rPr lang="en-US" sz="1050" b="0" i="0" u="none" strike="noStrike">
                          <a:solidFill>
                            <a:srgbClr val="000000"/>
                          </a:solidFill>
                          <a:effectLst/>
                          <a:latin typeface="Verdana" panose="020B0604030504040204" pitchFamily="34" charset="0"/>
                        </a:rPr>
                        <a:t>181</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D680"/>
                    </a:solidFill>
                  </a:tcPr>
                </a:tc>
                <a:tc>
                  <a:txBody>
                    <a:bodyPr/>
                    <a:lstStyle/>
                    <a:p>
                      <a:pPr algn="ctr" fontAlgn="ctr"/>
                      <a:r>
                        <a:rPr lang="en-US" sz="1050" b="0" i="0" u="none" strike="noStrike">
                          <a:solidFill>
                            <a:srgbClr val="000000"/>
                          </a:solidFill>
                          <a:effectLst/>
                          <a:latin typeface="Verdana" panose="020B0604030504040204" pitchFamily="34" charset="0"/>
                        </a:rPr>
                        <a:t>281</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E784"/>
                    </a:solidFill>
                  </a:tcPr>
                </a:tc>
                <a:tc>
                  <a:txBody>
                    <a:bodyPr/>
                    <a:lstStyle/>
                    <a:p>
                      <a:pPr algn="ctr" fontAlgn="ctr"/>
                      <a:r>
                        <a:rPr lang="en-US" sz="1050" b="0" i="0" u="none" strike="noStrike">
                          <a:solidFill>
                            <a:srgbClr val="000000"/>
                          </a:solidFill>
                          <a:effectLst/>
                          <a:latin typeface="Verdana" panose="020B0604030504040204" pitchFamily="34" charset="0"/>
                        </a:rPr>
                        <a:t>322</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583"/>
                    </a:solidFill>
                  </a:tcPr>
                </a:tc>
                <a:tc>
                  <a:txBody>
                    <a:bodyPr/>
                    <a:lstStyle/>
                    <a:p>
                      <a:pPr algn="ctr" fontAlgn="ctr"/>
                      <a:r>
                        <a:rPr lang="en-US" sz="1050" b="0" i="0" u="none" strike="noStrike">
                          <a:solidFill>
                            <a:srgbClr val="000000"/>
                          </a:solidFill>
                          <a:effectLst/>
                          <a:latin typeface="Verdana" panose="020B0604030504040204" pitchFamily="34" charset="0"/>
                        </a:rPr>
                        <a:t>100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576"/>
                    </a:solidFill>
                  </a:tcPr>
                </a:tc>
                <a:tc>
                  <a:txBody>
                    <a:bodyPr/>
                    <a:lstStyle/>
                    <a:p>
                      <a:pPr algn="ctr" fontAlgn="ctr"/>
                      <a:r>
                        <a:rPr lang="en-US" sz="1050" b="0" i="0" u="none" strike="noStrike">
                          <a:solidFill>
                            <a:srgbClr val="000000"/>
                          </a:solidFill>
                          <a:effectLst/>
                          <a:latin typeface="Verdana" panose="020B0604030504040204" pitchFamily="34" charset="0"/>
                        </a:rPr>
                        <a:t>279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E784"/>
                    </a:solidFill>
                  </a:tcPr>
                </a:tc>
                <a:tc>
                  <a:txBody>
                    <a:bodyPr/>
                    <a:lstStyle/>
                    <a:p>
                      <a:pPr algn="ctr" fontAlgn="ctr"/>
                      <a:r>
                        <a:rPr lang="en-US" sz="1050" b="0" i="0" u="none" strike="noStrike">
                          <a:solidFill>
                            <a:srgbClr val="000000"/>
                          </a:solidFill>
                          <a:effectLst/>
                          <a:latin typeface="Verdana" panose="020B0604030504040204" pitchFamily="34" charset="0"/>
                        </a:rPr>
                        <a:t>405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6E082"/>
                    </a:solidFill>
                  </a:tcPr>
                </a:tc>
                <a:tc>
                  <a:txBody>
                    <a:bodyPr/>
                    <a:lstStyle/>
                    <a:p>
                      <a:pPr algn="ctr" fontAlgn="ctr"/>
                      <a:r>
                        <a:rPr lang="en-US" sz="1050" b="0" i="0" u="none" strike="noStrike">
                          <a:solidFill>
                            <a:srgbClr val="000000"/>
                          </a:solidFill>
                          <a:effectLst/>
                          <a:latin typeface="Verdana" panose="020B0604030504040204" pitchFamily="34" charset="0"/>
                        </a:rPr>
                        <a:t>630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5D17F"/>
                    </a:solidFill>
                  </a:tcPr>
                </a:tc>
                <a:tc>
                  <a:txBody>
                    <a:bodyPr/>
                    <a:lstStyle/>
                    <a:p>
                      <a:pPr algn="ctr" fontAlgn="ctr"/>
                      <a:r>
                        <a:rPr lang="en-US" sz="1050" b="0" i="0" u="none" strike="noStrike">
                          <a:solidFill>
                            <a:srgbClr val="000000"/>
                          </a:solidFill>
                          <a:effectLst/>
                          <a:latin typeface="Verdana" panose="020B0604030504040204" pitchFamily="34" charset="0"/>
                        </a:rPr>
                        <a:t>642</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2D17F"/>
                    </a:solidFill>
                  </a:tcPr>
                </a:tc>
                <a:extLst>
                  <a:ext uri="{0D108BD9-81ED-4DB2-BD59-A6C34878D82A}">
                    <a16:rowId xmlns:a16="http://schemas.microsoft.com/office/drawing/2014/main" val="4062331980"/>
                  </a:ext>
                </a:extLst>
              </a:tr>
              <a:tr h="60996">
                <a:tc>
                  <a:txBody>
                    <a:bodyPr/>
                    <a:lstStyle/>
                    <a:p>
                      <a:pPr algn="ctr" fontAlgn="b"/>
                      <a:r>
                        <a:rPr lang="en-US" sz="1050" b="1" i="0" u="none" strike="noStrike">
                          <a:solidFill>
                            <a:srgbClr val="000000"/>
                          </a:solidFill>
                          <a:effectLst/>
                          <a:latin typeface="Verdana" panose="020B0604030504040204" pitchFamily="34" charset="0"/>
                        </a:rPr>
                        <a:t>17:00</a:t>
                      </a:r>
                    </a:p>
                  </a:txBody>
                  <a:tcPr marL="3747" marR="3747" marT="37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Verdana" panose="020B0604030504040204" pitchFamily="34" charset="0"/>
                        </a:rPr>
                        <a:t>123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379"/>
                    </a:solidFill>
                  </a:tcPr>
                </a:tc>
                <a:tc>
                  <a:txBody>
                    <a:bodyPr/>
                    <a:lstStyle/>
                    <a:p>
                      <a:pPr algn="ctr" fontAlgn="ctr"/>
                      <a:r>
                        <a:rPr lang="en-US" sz="1050" b="0" i="0" u="none" strike="noStrike">
                          <a:solidFill>
                            <a:srgbClr val="000000"/>
                          </a:solidFill>
                          <a:effectLst/>
                          <a:latin typeface="Verdana" panose="020B0604030504040204" pitchFamily="34" charset="0"/>
                        </a:rPr>
                        <a:t>29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7A6E"/>
                    </a:solidFill>
                  </a:tcPr>
                </a:tc>
                <a:tc>
                  <a:txBody>
                    <a:bodyPr/>
                    <a:lstStyle/>
                    <a:p>
                      <a:pPr algn="ctr" fontAlgn="ctr"/>
                      <a:r>
                        <a:rPr lang="en-US" sz="1050" b="0" i="0" u="none" strike="noStrike">
                          <a:solidFill>
                            <a:srgbClr val="000000"/>
                          </a:solidFill>
                          <a:effectLst/>
                          <a:latin typeface="Verdana" panose="020B0604030504040204" pitchFamily="34" charset="0"/>
                        </a:rPr>
                        <a:t>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B6B"/>
                    </a:solidFill>
                  </a:tcPr>
                </a:tc>
                <a:tc>
                  <a:txBody>
                    <a:bodyPr/>
                    <a:lstStyle/>
                    <a:p>
                      <a:pPr algn="ctr" fontAlgn="ctr"/>
                      <a:r>
                        <a:rPr lang="en-US" sz="1050" b="0" i="0" u="none" strike="noStrike">
                          <a:solidFill>
                            <a:srgbClr val="000000"/>
                          </a:solidFill>
                          <a:effectLst/>
                          <a:latin typeface="Verdana" panose="020B0604030504040204" pitchFamily="34" charset="0"/>
                        </a:rPr>
                        <a:t>269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E884"/>
                    </a:solidFill>
                  </a:tcPr>
                </a:tc>
                <a:tc>
                  <a:txBody>
                    <a:bodyPr/>
                    <a:lstStyle/>
                    <a:p>
                      <a:pPr algn="ctr" fontAlgn="ctr"/>
                      <a:r>
                        <a:rPr lang="en-US" sz="1050" b="0" i="0" u="none" strike="noStrike">
                          <a:solidFill>
                            <a:srgbClr val="000000"/>
                          </a:solidFill>
                          <a:effectLst/>
                          <a:latin typeface="Verdana" panose="020B0604030504040204" pitchFamily="34" charset="0"/>
                        </a:rPr>
                        <a:t>279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E784"/>
                    </a:solidFill>
                  </a:tcPr>
                </a:tc>
                <a:tc>
                  <a:txBody>
                    <a:bodyPr/>
                    <a:lstStyle/>
                    <a:p>
                      <a:pPr algn="ctr" fontAlgn="ctr"/>
                      <a:r>
                        <a:rPr lang="en-US" sz="1050" b="0" i="0" u="none" strike="noStrike">
                          <a:solidFill>
                            <a:srgbClr val="000000"/>
                          </a:solidFill>
                          <a:effectLst/>
                          <a:latin typeface="Verdana" panose="020B0604030504040204" pitchFamily="34" charset="0"/>
                        </a:rPr>
                        <a:t>233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A84"/>
                    </a:solidFill>
                  </a:tcPr>
                </a:tc>
                <a:tc>
                  <a:txBody>
                    <a:bodyPr/>
                    <a:lstStyle/>
                    <a:p>
                      <a:pPr algn="ctr" fontAlgn="ctr"/>
                      <a:r>
                        <a:rPr lang="en-US" sz="1050" b="0" i="0" u="none" strike="noStrike">
                          <a:solidFill>
                            <a:srgbClr val="000000"/>
                          </a:solidFill>
                          <a:effectLst/>
                          <a:latin typeface="Verdana" panose="020B0604030504040204" pitchFamily="34" charset="0"/>
                        </a:rPr>
                        <a:t>342</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4E383"/>
                    </a:solidFill>
                  </a:tcPr>
                </a:tc>
                <a:tc>
                  <a:txBody>
                    <a:bodyPr/>
                    <a:lstStyle/>
                    <a:p>
                      <a:pPr algn="ctr" fontAlgn="ctr"/>
                      <a:r>
                        <a:rPr lang="en-US" sz="1050" b="0" i="0" u="none" strike="noStrike">
                          <a:solidFill>
                            <a:srgbClr val="000000"/>
                          </a:solidFill>
                          <a:effectLst/>
                          <a:latin typeface="Verdana" panose="020B0604030504040204" pitchFamily="34" charset="0"/>
                        </a:rPr>
                        <a:t>297</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E683"/>
                    </a:solidFill>
                  </a:tcPr>
                </a:tc>
                <a:tc>
                  <a:txBody>
                    <a:bodyPr/>
                    <a:lstStyle/>
                    <a:p>
                      <a:pPr algn="ctr" fontAlgn="ctr"/>
                      <a:r>
                        <a:rPr lang="en-US" sz="1050" b="0" i="0" u="none" strike="noStrike">
                          <a:solidFill>
                            <a:srgbClr val="000000"/>
                          </a:solidFill>
                          <a:effectLst/>
                          <a:latin typeface="Verdana" panose="020B0604030504040204" pitchFamily="34" charset="0"/>
                        </a:rPr>
                        <a:t>435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FDE82"/>
                    </a:solidFill>
                  </a:tcPr>
                </a:tc>
                <a:tc>
                  <a:txBody>
                    <a:bodyPr/>
                    <a:lstStyle/>
                    <a:p>
                      <a:pPr algn="ctr" fontAlgn="ctr"/>
                      <a:r>
                        <a:rPr lang="en-US" sz="1050" b="0" i="0" u="none" strike="noStrike">
                          <a:solidFill>
                            <a:srgbClr val="000000"/>
                          </a:solidFill>
                          <a:effectLst/>
                          <a:latin typeface="Verdana" panose="020B0604030504040204" pitchFamily="34" charset="0"/>
                        </a:rPr>
                        <a:t>335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5E483"/>
                    </a:solidFill>
                  </a:tcPr>
                </a:tc>
                <a:tc>
                  <a:txBody>
                    <a:bodyPr/>
                    <a:lstStyle/>
                    <a:p>
                      <a:pPr algn="ctr" fontAlgn="ctr"/>
                      <a:r>
                        <a:rPr lang="en-US" sz="1050" b="0" i="0" u="none" strike="noStrike">
                          <a:solidFill>
                            <a:srgbClr val="000000"/>
                          </a:solidFill>
                          <a:effectLst/>
                          <a:latin typeface="Verdana" panose="020B0604030504040204" pitchFamily="34" charset="0"/>
                        </a:rPr>
                        <a:t>535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AD780"/>
                    </a:solidFill>
                  </a:tcPr>
                </a:tc>
                <a:tc>
                  <a:txBody>
                    <a:bodyPr/>
                    <a:lstStyle/>
                    <a:p>
                      <a:pPr algn="ctr" fontAlgn="ctr"/>
                      <a:r>
                        <a:rPr lang="en-US" sz="1050" b="0" i="0" u="none" strike="noStrike">
                          <a:solidFill>
                            <a:srgbClr val="000000"/>
                          </a:solidFill>
                          <a:effectLst/>
                          <a:latin typeface="Verdana" panose="020B0604030504040204" pitchFamily="34" charset="0"/>
                        </a:rPr>
                        <a:t>454</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BDC81"/>
                    </a:solidFill>
                  </a:tcPr>
                </a:tc>
                <a:tc>
                  <a:txBody>
                    <a:bodyPr/>
                    <a:lstStyle/>
                    <a:p>
                      <a:pPr algn="ctr" fontAlgn="ctr"/>
                      <a:r>
                        <a:rPr lang="en-US" sz="1050" b="0" i="0" u="none" strike="noStrike">
                          <a:solidFill>
                            <a:srgbClr val="000000"/>
                          </a:solidFill>
                          <a:effectLst/>
                          <a:latin typeface="Verdana" panose="020B0604030504040204" pitchFamily="34" charset="0"/>
                        </a:rPr>
                        <a:t>435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FDE82"/>
                    </a:solidFill>
                  </a:tcPr>
                </a:tc>
                <a:tc>
                  <a:txBody>
                    <a:bodyPr/>
                    <a:lstStyle/>
                    <a:p>
                      <a:pPr algn="ctr" fontAlgn="ctr"/>
                      <a:r>
                        <a:rPr lang="en-US" sz="1050" b="0" i="0" u="none" strike="noStrike">
                          <a:solidFill>
                            <a:srgbClr val="000000"/>
                          </a:solidFill>
                          <a:effectLst/>
                          <a:latin typeface="Verdana" panose="020B0604030504040204" pitchFamily="34" charset="0"/>
                        </a:rPr>
                        <a:t>197</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DF81"/>
                    </a:solidFill>
                  </a:tcPr>
                </a:tc>
                <a:tc>
                  <a:txBody>
                    <a:bodyPr/>
                    <a:lstStyle/>
                    <a:p>
                      <a:pPr algn="ctr" fontAlgn="ctr"/>
                      <a:r>
                        <a:rPr lang="en-US" sz="1050" b="0" i="0" u="none" strike="noStrike">
                          <a:solidFill>
                            <a:srgbClr val="000000"/>
                          </a:solidFill>
                          <a:effectLst/>
                          <a:latin typeface="Verdana" panose="020B0604030504040204" pitchFamily="34" charset="0"/>
                        </a:rPr>
                        <a:t>345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3E383"/>
                    </a:solidFill>
                  </a:tcPr>
                </a:tc>
                <a:tc>
                  <a:txBody>
                    <a:bodyPr/>
                    <a:lstStyle/>
                    <a:p>
                      <a:pPr algn="ctr" fontAlgn="ctr"/>
                      <a:r>
                        <a:rPr lang="en-US" sz="1050" b="0" i="0" u="none" strike="noStrike">
                          <a:solidFill>
                            <a:srgbClr val="000000"/>
                          </a:solidFill>
                          <a:effectLst/>
                          <a:latin typeface="Verdana" panose="020B0604030504040204" pitchFamily="34" charset="0"/>
                        </a:rPr>
                        <a:t>253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E984"/>
                    </a:solidFill>
                  </a:tcPr>
                </a:tc>
                <a:tc>
                  <a:txBody>
                    <a:bodyPr/>
                    <a:lstStyle/>
                    <a:p>
                      <a:pPr algn="ctr" fontAlgn="ctr"/>
                      <a:r>
                        <a:rPr lang="en-US" sz="1050" b="0" i="0" u="none" strike="noStrike">
                          <a:solidFill>
                            <a:srgbClr val="000000"/>
                          </a:solidFill>
                          <a:effectLst/>
                          <a:latin typeface="Verdana" panose="020B0604030504040204" pitchFamily="34" charset="0"/>
                        </a:rPr>
                        <a:t>182</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D780"/>
                    </a:solidFill>
                  </a:tcPr>
                </a:tc>
                <a:tc>
                  <a:txBody>
                    <a:bodyPr/>
                    <a:lstStyle/>
                    <a:p>
                      <a:pPr algn="ctr" fontAlgn="ctr"/>
                      <a:r>
                        <a:rPr lang="en-US" sz="1050" b="0" i="0" u="none" strike="noStrike">
                          <a:solidFill>
                            <a:srgbClr val="000000"/>
                          </a:solidFill>
                          <a:effectLst/>
                          <a:latin typeface="Verdana" panose="020B0604030504040204" pitchFamily="34" charset="0"/>
                        </a:rPr>
                        <a:t>67</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9172"/>
                    </a:solidFill>
                  </a:tcPr>
                </a:tc>
                <a:tc>
                  <a:txBody>
                    <a:bodyPr/>
                    <a:lstStyle/>
                    <a:p>
                      <a:pPr algn="ctr" fontAlgn="ctr"/>
                      <a:r>
                        <a:rPr lang="en-US" sz="1050" b="0" i="0" u="none" strike="noStrike">
                          <a:solidFill>
                            <a:srgbClr val="000000"/>
                          </a:solidFill>
                          <a:effectLst/>
                          <a:latin typeface="Verdana" panose="020B0604030504040204" pitchFamily="34" charset="0"/>
                        </a:rPr>
                        <a:t>147</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C17C"/>
                    </a:solidFill>
                  </a:tcPr>
                </a:tc>
                <a:tc>
                  <a:txBody>
                    <a:bodyPr/>
                    <a:lstStyle/>
                    <a:p>
                      <a:pPr algn="ctr" fontAlgn="ctr"/>
                      <a:r>
                        <a:rPr lang="en-US" sz="1050" b="0" i="0" u="none" strike="noStrike">
                          <a:solidFill>
                            <a:srgbClr val="000000"/>
                          </a:solidFill>
                          <a:effectLst/>
                          <a:latin typeface="Verdana" panose="020B0604030504040204" pitchFamily="34" charset="0"/>
                        </a:rPr>
                        <a:t>176</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D37F"/>
                    </a:solidFill>
                  </a:tcPr>
                </a:tc>
                <a:tc>
                  <a:txBody>
                    <a:bodyPr/>
                    <a:lstStyle/>
                    <a:p>
                      <a:pPr algn="ctr" fontAlgn="ctr"/>
                      <a:r>
                        <a:rPr lang="en-US" sz="1050" b="0" i="0" u="none" strike="noStrike">
                          <a:solidFill>
                            <a:srgbClr val="000000"/>
                          </a:solidFill>
                          <a:effectLst/>
                          <a:latin typeface="Verdana" panose="020B0604030504040204" pitchFamily="34" charset="0"/>
                        </a:rPr>
                        <a:t>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B6B"/>
                    </a:solidFill>
                  </a:tcPr>
                </a:tc>
                <a:tc>
                  <a:txBody>
                    <a:bodyPr/>
                    <a:lstStyle/>
                    <a:p>
                      <a:pPr algn="ctr" fontAlgn="ctr"/>
                      <a:r>
                        <a:rPr lang="en-US" sz="1050" b="0" i="0" u="none" strike="noStrike">
                          <a:solidFill>
                            <a:srgbClr val="000000"/>
                          </a:solidFill>
                          <a:effectLst/>
                          <a:latin typeface="Verdana" panose="020B0604030504040204" pitchFamily="34" charset="0"/>
                        </a:rPr>
                        <a:t>191</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DC81"/>
                    </a:solidFill>
                  </a:tcPr>
                </a:tc>
                <a:tc>
                  <a:txBody>
                    <a:bodyPr/>
                    <a:lstStyle/>
                    <a:p>
                      <a:pPr algn="ctr" fontAlgn="ctr"/>
                      <a:r>
                        <a:rPr lang="en-US" sz="1050" b="0" i="0" u="none" strike="noStrike">
                          <a:solidFill>
                            <a:srgbClr val="000000"/>
                          </a:solidFill>
                          <a:effectLst/>
                          <a:latin typeface="Verdana" panose="020B0604030504040204" pitchFamily="34" charset="0"/>
                        </a:rPr>
                        <a:t>320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9E583"/>
                    </a:solidFill>
                  </a:tcPr>
                </a:tc>
                <a:tc>
                  <a:txBody>
                    <a:bodyPr/>
                    <a:lstStyle/>
                    <a:p>
                      <a:pPr algn="ctr" fontAlgn="ctr"/>
                      <a:r>
                        <a:rPr lang="en-US" sz="1050" b="0" i="0" u="none" strike="noStrike">
                          <a:solidFill>
                            <a:srgbClr val="000000"/>
                          </a:solidFill>
                          <a:effectLst/>
                          <a:latin typeface="Verdana" panose="020B0604030504040204" pitchFamily="34" charset="0"/>
                        </a:rPr>
                        <a:t>80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9974"/>
                    </a:solidFill>
                  </a:tcPr>
                </a:tc>
                <a:tc>
                  <a:txBody>
                    <a:bodyPr/>
                    <a:lstStyle/>
                    <a:p>
                      <a:pPr algn="ctr" fontAlgn="ctr"/>
                      <a:r>
                        <a:rPr lang="en-US" sz="1050" b="0" i="0" u="none" strike="noStrike">
                          <a:solidFill>
                            <a:srgbClr val="000000"/>
                          </a:solidFill>
                          <a:effectLst/>
                          <a:latin typeface="Verdana" panose="020B0604030504040204" pitchFamily="34" charset="0"/>
                        </a:rPr>
                        <a:t>325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583"/>
                    </a:solidFill>
                  </a:tcPr>
                </a:tc>
                <a:tc>
                  <a:txBody>
                    <a:bodyPr/>
                    <a:lstStyle/>
                    <a:p>
                      <a:pPr algn="ctr" fontAlgn="ctr"/>
                      <a:r>
                        <a:rPr lang="en-US" sz="1050" b="0" i="0" u="none" strike="noStrike">
                          <a:solidFill>
                            <a:srgbClr val="000000"/>
                          </a:solidFill>
                          <a:effectLst/>
                          <a:latin typeface="Verdana" panose="020B0604030504040204" pitchFamily="34" charset="0"/>
                        </a:rPr>
                        <a:t>157</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C77D"/>
                    </a:solidFill>
                  </a:tcPr>
                </a:tc>
                <a:tc>
                  <a:txBody>
                    <a:bodyPr/>
                    <a:lstStyle/>
                    <a:p>
                      <a:pPr algn="ctr" fontAlgn="ctr"/>
                      <a:r>
                        <a:rPr lang="en-US" sz="1050" b="0" i="0" u="none" strike="noStrike">
                          <a:solidFill>
                            <a:srgbClr val="000000"/>
                          </a:solidFill>
                          <a:effectLst/>
                          <a:latin typeface="Verdana" panose="020B0604030504040204" pitchFamily="34" charset="0"/>
                        </a:rPr>
                        <a:t>47</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8570"/>
                    </a:solidFill>
                  </a:tcPr>
                </a:tc>
                <a:tc>
                  <a:txBody>
                    <a:bodyPr/>
                    <a:lstStyle/>
                    <a:p>
                      <a:pPr algn="ctr" fontAlgn="ctr"/>
                      <a:r>
                        <a:rPr lang="en-US" sz="1050" b="0" i="0" u="none" strike="noStrike">
                          <a:solidFill>
                            <a:srgbClr val="000000"/>
                          </a:solidFill>
                          <a:effectLst/>
                          <a:latin typeface="Verdana" panose="020B0604030504040204" pitchFamily="34" charset="0"/>
                        </a:rPr>
                        <a:t>268</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E884"/>
                    </a:solidFill>
                  </a:tcPr>
                </a:tc>
                <a:tc>
                  <a:txBody>
                    <a:bodyPr/>
                    <a:lstStyle/>
                    <a:p>
                      <a:pPr algn="ctr" fontAlgn="ctr"/>
                      <a:r>
                        <a:rPr lang="en-US" sz="1050" b="0" i="0" u="none" strike="noStrike">
                          <a:solidFill>
                            <a:srgbClr val="000000"/>
                          </a:solidFill>
                          <a:effectLst/>
                          <a:latin typeface="Verdana" panose="020B0604030504040204" pitchFamily="34" charset="0"/>
                        </a:rPr>
                        <a:t>434</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E82"/>
                    </a:solidFill>
                  </a:tcPr>
                </a:tc>
                <a:tc>
                  <a:txBody>
                    <a:bodyPr/>
                    <a:lstStyle/>
                    <a:p>
                      <a:pPr algn="ctr" fontAlgn="ctr"/>
                      <a:r>
                        <a:rPr lang="en-US" sz="1050" b="0" i="0" u="none" strike="noStrike">
                          <a:solidFill>
                            <a:srgbClr val="000000"/>
                          </a:solidFill>
                          <a:effectLst/>
                          <a:latin typeface="Verdana" panose="020B0604030504040204" pitchFamily="34" charset="0"/>
                        </a:rPr>
                        <a:t>588</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ED480"/>
                    </a:solidFill>
                  </a:tcPr>
                </a:tc>
                <a:tc>
                  <a:txBody>
                    <a:bodyPr/>
                    <a:lstStyle/>
                    <a:p>
                      <a:pPr algn="ctr" fontAlgn="ctr"/>
                      <a:r>
                        <a:rPr lang="en-US" sz="1050" b="0" i="0" u="none" strike="noStrike" dirty="0">
                          <a:solidFill>
                            <a:srgbClr val="000000"/>
                          </a:solidFill>
                          <a:effectLst/>
                          <a:latin typeface="Verdana" panose="020B0604030504040204" pitchFamily="34" charset="0"/>
                        </a:rPr>
                        <a:t>678</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ACE7F"/>
                    </a:solidFill>
                  </a:tcPr>
                </a:tc>
                <a:extLst>
                  <a:ext uri="{0D108BD9-81ED-4DB2-BD59-A6C34878D82A}">
                    <a16:rowId xmlns:a16="http://schemas.microsoft.com/office/drawing/2014/main" val="719506004"/>
                  </a:ext>
                </a:extLst>
              </a:tr>
            </a:tbl>
          </a:graphicData>
        </a:graphic>
      </p:graphicFrame>
      <p:sp>
        <p:nvSpPr>
          <p:cNvPr id="12" name="Text Placeholder 7">
            <a:extLst>
              <a:ext uri="{FF2B5EF4-FFF2-40B4-BE49-F238E27FC236}">
                <a16:creationId xmlns:a16="http://schemas.microsoft.com/office/drawing/2014/main" id="{88988226-38E6-5FA7-470A-B66B23D64EF3}"/>
              </a:ext>
            </a:extLst>
          </p:cNvPr>
          <p:cNvSpPr txBox="1">
            <a:spLocks/>
          </p:cNvSpPr>
          <p:nvPr/>
        </p:nvSpPr>
        <p:spPr>
          <a:xfrm>
            <a:off x="347654" y="3661082"/>
            <a:ext cx="1527446" cy="275005"/>
          </a:xfrm>
          <a:prstGeom prst="rect">
            <a:avLst/>
          </a:prstGeom>
        </p:spPr>
        <p:txBody>
          <a:bodyPr vert="horz" lIns="0" tIns="0" rIns="0" bIns="0" rtlCol="0">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600" b="0" kern="1200">
                <a:solidFill>
                  <a:schemeClr val="bg2">
                    <a:lumMod val="50000"/>
                  </a:schemeClr>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algn="just"/>
            <a:r>
              <a:rPr lang="en-US" sz="1400" b="1" dirty="0">
                <a:solidFill>
                  <a:schemeClr val="tx1"/>
                </a:solidFill>
              </a:rPr>
              <a:t>May 2023</a:t>
            </a:r>
          </a:p>
        </p:txBody>
      </p:sp>
    </p:spTree>
    <p:extLst>
      <p:ext uri="{BB962C8B-B14F-4D97-AF65-F5344CB8AC3E}">
        <p14:creationId xmlns:p14="http://schemas.microsoft.com/office/powerpoint/2010/main" val="3650178461"/>
      </p:ext>
    </p:extLst>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F53E3122-8B80-4B2B-9425-C97F9D1809CD}"/>
              </a:ext>
            </a:extLst>
          </p:cNvPr>
          <p:cNvGraphicFramePr>
            <a:graphicFrameLocks noChangeAspect="1"/>
          </p:cNvGraphicFramePr>
          <p:nvPr>
            <p:custDataLst>
              <p:tags r:id="rId1"/>
            </p:custDataLst>
            <p:extLst>
              <p:ext uri="{D42A27DB-BD31-4B8C-83A1-F6EECF244321}">
                <p14:modId xmlns:p14="http://schemas.microsoft.com/office/powerpoint/2010/main" val="356015643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6" name="Object 5" hidden="1">
                        <a:extLst>
                          <a:ext uri="{FF2B5EF4-FFF2-40B4-BE49-F238E27FC236}">
                            <a16:creationId xmlns:a16="http://schemas.microsoft.com/office/drawing/2014/main" id="{F53E3122-8B80-4B2B-9425-C97F9D1809C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p:cNvSpPr>
            <a:spLocks noGrp="1"/>
          </p:cNvSpPr>
          <p:nvPr>
            <p:ph type="title"/>
          </p:nvPr>
        </p:nvSpPr>
        <p:spPr>
          <a:xfrm>
            <a:off x="336080" y="297687"/>
            <a:ext cx="11166932" cy="347321"/>
          </a:xfrm>
        </p:spPr>
        <p:txBody>
          <a:bodyPr vert="horz"/>
          <a:lstStyle/>
          <a:p>
            <a:r>
              <a:rPr lang="en-US" b="1" dirty="0"/>
              <a:t>Day-wise Hourly Solar Opportunity (2/3)</a:t>
            </a:r>
            <a:endParaRPr lang="en-US" sz="1800" b="1" dirty="0"/>
          </a:p>
        </p:txBody>
      </p:sp>
      <p:sp>
        <p:nvSpPr>
          <p:cNvPr id="8" name="Text Placeholder 7">
            <a:extLst>
              <a:ext uri="{FF2B5EF4-FFF2-40B4-BE49-F238E27FC236}">
                <a16:creationId xmlns:a16="http://schemas.microsoft.com/office/drawing/2014/main" id="{D90BA543-4050-62DB-8E50-CADE5A3D9435}"/>
              </a:ext>
            </a:extLst>
          </p:cNvPr>
          <p:cNvSpPr>
            <a:spLocks noGrp="1"/>
          </p:cNvSpPr>
          <p:nvPr>
            <p:ph type="body" sz="quarter" idx="13"/>
          </p:nvPr>
        </p:nvSpPr>
        <p:spPr>
          <a:xfrm>
            <a:off x="347654" y="818831"/>
            <a:ext cx="1527446" cy="275005"/>
          </a:xfrm>
        </p:spPr>
        <p:txBody>
          <a:bodyPr/>
          <a:lstStyle/>
          <a:p>
            <a:pPr algn="just"/>
            <a:r>
              <a:rPr lang="en-US" sz="1400" b="1" dirty="0">
                <a:solidFill>
                  <a:schemeClr val="tx1"/>
                </a:solidFill>
              </a:rPr>
              <a:t>June 2023</a:t>
            </a:r>
          </a:p>
        </p:txBody>
      </p:sp>
      <p:sp>
        <p:nvSpPr>
          <p:cNvPr id="12" name="Text Placeholder 7">
            <a:extLst>
              <a:ext uri="{FF2B5EF4-FFF2-40B4-BE49-F238E27FC236}">
                <a16:creationId xmlns:a16="http://schemas.microsoft.com/office/drawing/2014/main" id="{88988226-38E6-5FA7-470A-B66B23D64EF3}"/>
              </a:ext>
            </a:extLst>
          </p:cNvPr>
          <p:cNvSpPr txBox="1">
            <a:spLocks/>
          </p:cNvSpPr>
          <p:nvPr/>
        </p:nvSpPr>
        <p:spPr>
          <a:xfrm>
            <a:off x="347654" y="3661082"/>
            <a:ext cx="1527446" cy="275005"/>
          </a:xfrm>
          <a:prstGeom prst="rect">
            <a:avLst/>
          </a:prstGeom>
        </p:spPr>
        <p:txBody>
          <a:bodyPr vert="horz" lIns="0" tIns="0" rIns="0" bIns="0" rtlCol="0">
            <a:noAutofit/>
          </a:bodyPr>
          <a:lstStyle>
            <a:lvl1pPr marL="0" indent="0" algn="l" defTabSz="1219231" rtl="0" eaLnBrk="1" latinLnBrk="0" hangingPunct="1">
              <a:spcBef>
                <a:spcPts val="0"/>
              </a:spcBef>
              <a:spcAft>
                <a:spcPts val="600"/>
              </a:spcAft>
              <a:buSzPct val="100000"/>
              <a:buFont typeface="Arial" panose="020B0604020202020204" pitchFamily="34" charset="0"/>
              <a:buNone/>
              <a:defRPr sz="1600" b="0" kern="1200">
                <a:solidFill>
                  <a:schemeClr val="bg2">
                    <a:lumMod val="50000"/>
                  </a:schemeClr>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algn="just"/>
            <a:r>
              <a:rPr lang="en-US" sz="1400" b="1" dirty="0">
                <a:solidFill>
                  <a:schemeClr val="tx1"/>
                </a:solidFill>
              </a:rPr>
              <a:t>July 2023</a:t>
            </a:r>
          </a:p>
        </p:txBody>
      </p:sp>
      <p:graphicFrame>
        <p:nvGraphicFramePr>
          <p:cNvPr id="7" name="Table 6">
            <a:extLst>
              <a:ext uri="{FF2B5EF4-FFF2-40B4-BE49-F238E27FC236}">
                <a16:creationId xmlns:a16="http://schemas.microsoft.com/office/drawing/2014/main" id="{2E97B970-FEFE-8A17-EF75-591587FBC040}"/>
              </a:ext>
            </a:extLst>
          </p:cNvPr>
          <p:cNvGraphicFramePr>
            <a:graphicFrameLocks noGrp="1"/>
          </p:cNvGraphicFramePr>
          <p:nvPr>
            <p:extLst>
              <p:ext uri="{D42A27DB-BD31-4B8C-83A1-F6EECF244321}">
                <p14:modId xmlns:p14="http://schemas.microsoft.com/office/powerpoint/2010/main" val="2978649765"/>
              </p:ext>
            </p:extLst>
          </p:nvPr>
        </p:nvGraphicFramePr>
        <p:xfrm>
          <a:off x="314311" y="1148428"/>
          <a:ext cx="11530028" cy="2290681"/>
        </p:xfrm>
        <a:graphic>
          <a:graphicData uri="http://schemas.openxmlformats.org/drawingml/2006/table">
            <a:tbl>
              <a:tblPr/>
              <a:tblGrid>
                <a:gridCol w="449964">
                  <a:extLst>
                    <a:ext uri="{9D8B030D-6E8A-4147-A177-3AD203B41FA5}">
                      <a16:colId xmlns:a16="http://schemas.microsoft.com/office/drawing/2014/main" val="3311537499"/>
                    </a:ext>
                  </a:extLst>
                </a:gridCol>
                <a:gridCol w="341194">
                  <a:extLst>
                    <a:ext uri="{9D8B030D-6E8A-4147-A177-3AD203B41FA5}">
                      <a16:colId xmlns:a16="http://schemas.microsoft.com/office/drawing/2014/main" val="2833074045"/>
                    </a:ext>
                  </a:extLst>
                </a:gridCol>
                <a:gridCol w="279546">
                  <a:extLst>
                    <a:ext uri="{9D8B030D-6E8A-4147-A177-3AD203B41FA5}">
                      <a16:colId xmlns:a16="http://schemas.microsoft.com/office/drawing/2014/main" val="2253566707"/>
                    </a:ext>
                  </a:extLst>
                </a:gridCol>
                <a:gridCol w="399516">
                  <a:extLst>
                    <a:ext uri="{9D8B030D-6E8A-4147-A177-3AD203B41FA5}">
                      <a16:colId xmlns:a16="http://schemas.microsoft.com/office/drawing/2014/main" val="2489415538"/>
                    </a:ext>
                  </a:extLst>
                </a:gridCol>
                <a:gridCol w="367555">
                  <a:extLst>
                    <a:ext uri="{9D8B030D-6E8A-4147-A177-3AD203B41FA5}">
                      <a16:colId xmlns:a16="http://schemas.microsoft.com/office/drawing/2014/main" val="1149718114"/>
                    </a:ext>
                  </a:extLst>
                </a:gridCol>
                <a:gridCol w="399516">
                  <a:extLst>
                    <a:ext uri="{9D8B030D-6E8A-4147-A177-3AD203B41FA5}">
                      <a16:colId xmlns:a16="http://schemas.microsoft.com/office/drawing/2014/main" val="2631480777"/>
                    </a:ext>
                  </a:extLst>
                </a:gridCol>
                <a:gridCol w="367555">
                  <a:extLst>
                    <a:ext uri="{9D8B030D-6E8A-4147-A177-3AD203B41FA5}">
                      <a16:colId xmlns:a16="http://schemas.microsoft.com/office/drawing/2014/main" val="819638785"/>
                    </a:ext>
                  </a:extLst>
                </a:gridCol>
                <a:gridCol w="399516">
                  <a:extLst>
                    <a:ext uri="{9D8B030D-6E8A-4147-A177-3AD203B41FA5}">
                      <a16:colId xmlns:a16="http://schemas.microsoft.com/office/drawing/2014/main" val="3442085297"/>
                    </a:ext>
                  </a:extLst>
                </a:gridCol>
                <a:gridCol w="367555">
                  <a:extLst>
                    <a:ext uri="{9D8B030D-6E8A-4147-A177-3AD203B41FA5}">
                      <a16:colId xmlns:a16="http://schemas.microsoft.com/office/drawing/2014/main" val="1164166244"/>
                    </a:ext>
                  </a:extLst>
                </a:gridCol>
                <a:gridCol w="367555">
                  <a:extLst>
                    <a:ext uri="{9D8B030D-6E8A-4147-A177-3AD203B41FA5}">
                      <a16:colId xmlns:a16="http://schemas.microsoft.com/office/drawing/2014/main" val="2516626077"/>
                    </a:ext>
                  </a:extLst>
                </a:gridCol>
                <a:gridCol w="399516">
                  <a:extLst>
                    <a:ext uri="{9D8B030D-6E8A-4147-A177-3AD203B41FA5}">
                      <a16:colId xmlns:a16="http://schemas.microsoft.com/office/drawing/2014/main" val="3983542064"/>
                    </a:ext>
                  </a:extLst>
                </a:gridCol>
                <a:gridCol w="367555">
                  <a:extLst>
                    <a:ext uri="{9D8B030D-6E8A-4147-A177-3AD203B41FA5}">
                      <a16:colId xmlns:a16="http://schemas.microsoft.com/office/drawing/2014/main" val="704300646"/>
                    </a:ext>
                  </a:extLst>
                </a:gridCol>
                <a:gridCol w="399516">
                  <a:extLst>
                    <a:ext uri="{9D8B030D-6E8A-4147-A177-3AD203B41FA5}">
                      <a16:colId xmlns:a16="http://schemas.microsoft.com/office/drawing/2014/main" val="2741635006"/>
                    </a:ext>
                  </a:extLst>
                </a:gridCol>
                <a:gridCol w="343583">
                  <a:extLst>
                    <a:ext uri="{9D8B030D-6E8A-4147-A177-3AD203B41FA5}">
                      <a16:colId xmlns:a16="http://schemas.microsoft.com/office/drawing/2014/main" val="2335589666"/>
                    </a:ext>
                  </a:extLst>
                </a:gridCol>
                <a:gridCol w="399516">
                  <a:extLst>
                    <a:ext uri="{9D8B030D-6E8A-4147-A177-3AD203B41FA5}">
                      <a16:colId xmlns:a16="http://schemas.microsoft.com/office/drawing/2014/main" val="1224393187"/>
                    </a:ext>
                  </a:extLst>
                </a:gridCol>
                <a:gridCol w="343583">
                  <a:extLst>
                    <a:ext uri="{9D8B030D-6E8A-4147-A177-3AD203B41FA5}">
                      <a16:colId xmlns:a16="http://schemas.microsoft.com/office/drawing/2014/main" val="3366599911"/>
                    </a:ext>
                  </a:extLst>
                </a:gridCol>
                <a:gridCol w="343583">
                  <a:extLst>
                    <a:ext uri="{9D8B030D-6E8A-4147-A177-3AD203B41FA5}">
                      <a16:colId xmlns:a16="http://schemas.microsoft.com/office/drawing/2014/main" val="389084150"/>
                    </a:ext>
                  </a:extLst>
                </a:gridCol>
                <a:gridCol w="399516">
                  <a:extLst>
                    <a:ext uri="{9D8B030D-6E8A-4147-A177-3AD203B41FA5}">
                      <a16:colId xmlns:a16="http://schemas.microsoft.com/office/drawing/2014/main" val="289675396"/>
                    </a:ext>
                  </a:extLst>
                </a:gridCol>
                <a:gridCol w="343583">
                  <a:extLst>
                    <a:ext uri="{9D8B030D-6E8A-4147-A177-3AD203B41FA5}">
                      <a16:colId xmlns:a16="http://schemas.microsoft.com/office/drawing/2014/main" val="1655843816"/>
                    </a:ext>
                  </a:extLst>
                </a:gridCol>
                <a:gridCol w="399516">
                  <a:extLst>
                    <a:ext uri="{9D8B030D-6E8A-4147-A177-3AD203B41FA5}">
                      <a16:colId xmlns:a16="http://schemas.microsoft.com/office/drawing/2014/main" val="495568140"/>
                    </a:ext>
                  </a:extLst>
                </a:gridCol>
                <a:gridCol w="367555">
                  <a:extLst>
                    <a:ext uri="{9D8B030D-6E8A-4147-A177-3AD203B41FA5}">
                      <a16:colId xmlns:a16="http://schemas.microsoft.com/office/drawing/2014/main" val="1509004714"/>
                    </a:ext>
                  </a:extLst>
                </a:gridCol>
                <a:gridCol w="399516">
                  <a:extLst>
                    <a:ext uri="{9D8B030D-6E8A-4147-A177-3AD203B41FA5}">
                      <a16:colId xmlns:a16="http://schemas.microsoft.com/office/drawing/2014/main" val="2457735653"/>
                    </a:ext>
                  </a:extLst>
                </a:gridCol>
                <a:gridCol w="343583">
                  <a:extLst>
                    <a:ext uri="{9D8B030D-6E8A-4147-A177-3AD203B41FA5}">
                      <a16:colId xmlns:a16="http://schemas.microsoft.com/office/drawing/2014/main" val="3391528062"/>
                    </a:ext>
                  </a:extLst>
                </a:gridCol>
                <a:gridCol w="343583">
                  <a:extLst>
                    <a:ext uri="{9D8B030D-6E8A-4147-A177-3AD203B41FA5}">
                      <a16:colId xmlns:a16="http://schemas.microsoft.com/office/drawing/2014/main" val="1177815807"/>
                    </a:ext>
                  </a:extLst>
                </a:gridCol>
                <a:gridCol w="399516">
                  <a:extLst>
                    <a:ext uri="{9D8B030D-6E8A-4147-A177-3AD203B41FA5}">
                      <a16:colId xmlns:a16="http://schemas.microsoft.com/office/drawing/2014/main" val="2466679409"/>
                    </a:ext>
                  </a:extLst>
                </a:gridCol>
                <a:gridCol w="343583">
                  <a:extLst>
                    <a:ext uri="{9D8B030D-6E8A-4147-A177-3AD203B41FA5}">
                      <a16:colId xmlns:a16="http://schemas.microsoft.com/office/drawing/2014/main" val="3019467364"/>
                    </a:ext>
                  </a:extLst>
                </a:gridCol>
                <a:gridCol w="399516">
                  <a:extLst>
                    <a:ext uri="{9D8B030D-6E8A-4147-A177-3AD203B41FA5}">
                      <a16:colId xmlns:a16="http://schemas.microsoft.com/office/drawing/2014/main" val="1546647844"/>
                    </a:ext>
                  </a:extLst>
                </a:gridCol>
                <a:gridCol w="343583">
                  <a:extLst>
                    <a:ext uri="{9D8B030D-6E8A-4147-A177-3AD203B41FA5}">
                      <a16:colId xmlns:a16="http://schemas.microsoft.com/office/drawing/2014/main" val="4005195057"/>
                    </a:ext>
                  </a:extLst>
                </a:gridCol>
                <a:gridCol w="399516">
                  <a:extLst>
                    <a:ext uri="{9D8B030D-6E8A-4147-A177-3AD203B41FA5}">
                      <a16:colId xmlns:a16="http://schemas.microsoft.com/office/drawing/2014/main" val="3617484823"/>
                    </a:ext>
                  </a:extLst>
                </a:gridCol>
                <a:gridCol w="343583">
                  <a:extLst>
                    <a:ext uri="{9D8B030D-6E8A-4147-A177-3AD203B41FA5}">
                      <a16:colId xmlns:a16="http://schemas.microsoft.com/office/drawing/2014/main" val="211972031"/>
                    </a:ext>
                  </a:extLst>
                </a:gridCol>
                <a:gridCol w="367555">
                  <a:extLst>
                    <a:ext uri="{9D8B030D-6E8A-4147-A177-3AD203B41FA5}">
                      <a16:colId xmlns:a16="http://schemas.microsoft.com/office/drawing/2014/main" val="4000739075"/>
                    </a:ext>
                  </a:extLst>
                </a:gridCol>
              </a:tblGrid>
              <a:tr h="78313">
                <a:tc>
                  <a:txBody>
                    <a:bodyPr/>
                    <a:lstStyle/>
                    <a:p>
                      <a:pPr algn="ctr" fontAlgn="ctr"/>
                      <a:r>
                        <a:rPr lang="en-US" sz="1050" b="1" i="0" u="none" strike="noStrike" dirty="0">
                          <a:solidFill>
                            <a:srgbClr val="FFFFFF"/>
                          </a:solidFill>
                          <a:effectLst/>
                          <a:latin typeface="Verdana" panose="020B0604030504040204" pitchFamily="34" charset="0"/>
                        </a:rPr>
                        <a:t>Time/Date</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ctr"/>
                      <a:r>
                        <a:rPr lang="en-US" sz="1050" b="0" i="0" u="none" strike="noStrike">
                          <a:solidFill>
                            <a:srgbClr val="FFFFFF"/>
                          </a:solidFill>
                          <a:effectLst/>
                          <a:latin typeface="Verdana" panose="020B0604030504040204" pitchFamily="34" charset="0"/>
                        </a:rPr>
                        <a:t>1</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2</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3</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4</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5</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6</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7</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8</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9</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10</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11</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12</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13</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14</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15</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16</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17</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18</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19</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20</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21</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22</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23</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24</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25</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26</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27</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28</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29</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30</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extLst>
                  <a:ext uri="{0D108BD9-81ED-4DB2-BD59-A6C34878D82A}">
                    <a16:rowId xmlns:a16="http://schemas.microsoft.com/office/drawing/2014/main" val="3594064012"/>
                  </a:ext>
                </a:extLst>
              </a:tr>
              <a:tr h="78313">
                <a:tc>
                  <a:txBody>
                    <a:bodyPr/>
                    <a:lstStyle/>
                    <a:p>
                      <a:pPr algn="ctr" fontAlgn="b"/>
                      <a:r>
                        <a:rPr lang="en-US" sz="1050" b="1" i="0" u="none" strike="noStrike">
                          <a:solidFill>
                            <a:srgbClr val="000000"/>
                          </a:solidFill>
                          <a:effectLst/>
                          <a:latin typeface="Verdana" panose="020B0604030504040204" pitchFamily="34" charset="0"/>
                        </a:rPr>
                        <a:t>06:00</a:t>
                      </a:r>
                    </a:p>
                  </a:txBody>
                  <a:tcPr marL="3877" marR="3877" marT="38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Verdana" panose="020B0604030504040204" pitchFamily="34" charset="0"/>
                        </a:rPr>
                        <a:t>576</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2DE82"/>
                    </a:solidFill>
                  </a:tcPr>
                </a:tc>
                <a:tc>
                  <a:txBody>
                    <a:bodyPr/>
                    <a:lstStyle/>
                    <a:p>
                      <a:pPr algn="ctr" fontAlgn="ctr"/>
                      <a:r>
                        <a:rPr lang="en-US" sz="1050" b="0" i="0" u="none" strike="noStrike">
                          <a:solidFill>
                            <a:srgbClr val="000000"/>
                          </a:solidFill>
                          <a:effectLst/>
                          <a:latin typeface="Verdana" panose="020B0604030504040204" pitchFamily="34" charset="0"/>
                        </a:rPr>
                        <a:t>381</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B84"/>
                    </a:solidFill>
                  </a:tcPr>
                </a:tc>
                <a:tc>
                  <a:txBody>
                    <a:bodyPr/>
                    <a:lstStyle/>
                    <a:p>
                      <a:pPr algn="ctr" fontAlgn="ctr"/>
                      <a:r>
                        <a:rPr lang="en-US" sz="1050" b="0" i="0" u="none" strike="noStrike">
                          <a:solidFill>
                            <a:srgbClr val="000000"/>
                          </a:solidFill>
                          <a:effectLst/>
                          <a:latin typeface="Verdana" panose="020B0604030504040204" pitchFamily="34" charset="0"/>
                        </a:rPr>
                        <a:t>381</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B84"/>
                    </a:solidFill>
                  </a:tcPr>
                </a:tc>
                <a:tc>
                  <a:txBody>
                    <a:bodyPr/>
                    <a:lstStyle/>
                    <a:p>
                      <a:pPr algn="ctr" fontAlgn="ctr"/>
                      <a:r>
                        <a:rPr lang="en-US" sz="1050" b="0" i="0" u="none" strike="noStrike">
                          <a:solidFill>
                            <a:srgbClr val="000000"/>
                          </a:solidFill>
                          <a:effectLst/>
                          <a:latin typeface="Verdana" panose="020B0604030504040204" pitchFamily="34" charset="0"/>
                        </a:rPr>
                        <a:t>381</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B84"/>
                    </a:solidFill>
                  </a:tcPr>
                </a:tc>
                <a:tc>
                  <a:txBody>
                    <a:bodyPr/>
                    <a:lstStyle/>
                    <a:p>
                      <a:pPr algn="ctr" fontAlgn="ctr"/>
                      <a:r>
                        <a:rPr lang="en-US" sz="1050" b="0" i="0" u="none" strike="noStrike">
                          <a:solidFill>
                            <a:srgbClr val="000000"/>
                          </a:solidFill>
                          <a:effectLst/>
                          <a:latin typeface="Verdana" panose="020B0604030504040204" pitchFamily="34" charset="0"/>
                        </a:rPr>
                        <a:t>402</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E984"/>
                    </a:solidFill>
                  </a:tcPr>
                </a:tc>
                <a:tc>
                  <a:txBody>
                    <a:bodyPr/>
                    <a:lstStyle/>
                    <a:p>
                      <a:pPr algn="ctr" fontAlgn="ctr"/>
                      <a:r>
                        <a:rPr lang="en-US" sz="1050" b="0" i="0" u="none" strike="noStrike">
                          <a:solidFill>
                            <a:srgbClr val="000000"/>
                          </a:solidFill>
                          <a:effectLst/>
                          <a:latin typeface="Verdana" panose="020B0604030504040204" pitchFamily="34" charset="0"/>
                        </a:rPr>
                        <a:t>634</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B81"/>
                    </a:solidFill>
                  </a:tcPr>
                </a:tc>
                <a:tc>
                  <a:txBody>
                    <a:bodyPr/>
                    <a:lstStyle/>
                    <a:p>
                      <a:pPr algn="ctr" fontAlgn="ctr"/>
                      <a:r>
                        <a:rPr lang="en-US" sz="1050" b="0" i="0" u="none" strike="noStrike">
                          <a:solidFill>
                            <a:srgbClr val="000000"/>
                          </a:solidFill>
                          <a:effectLst/>
                          <a:latin typeface="Verdana" panose="020B0604030504040204" pitchFamily="34" charset="0"/>
                        </a:rPr>
                        <a:t>597</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DDD82"/>
                    </a:solidFill>
                  </a:tcPr>
                </a:tc>
                <a:tc>
                  <a:txBody>
                    <a:bodyPr/>
                    <a:lstStyle/>
                    <a:p>
                      <a:pPr algn="ctr" fontAlgn="ctr"/>
                      <a:r>
                        <a:rPr lang="en-US" sz="1050" b="0" i="0" u="none" strike="noStrike">
                          <a:solidFill>
                            <a:srgbClr val="000000"/>
                          </a:solidFill>
                          <a:effectLst/>
                          <a:latin typeface="Verdana" panose="020B0604030504040204" pitchFamily="34" charset="0"/>
                        </a:rPr>
                        <a:t>657</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D981"/>
                    </a:solidFill>
                  </a:tcPr>
                </a:tc>
                <a:tc>
                  <a:txBody>
                    <a:bodyPr/>
                    <a:lstStyle/>
                    <a:p>
                      <a:pPr algn="ctr" fontAlgn="ctr"/>
                      <a:r>
                        <a:rPr lang="en-US" sz="1050" b="0" i="0" u="none" strike="noStrike">
                          <a:solidFill>
                            <a:srgbClr val="000000"/>
                          </a:solidFill>
                          <a:effectLst/>
                          <a:latin typeface="Verdana" panose="020B0604030504040204" pitchFamily="34" charset="0"/>
                        </a:rPr>
                        <a:t>652</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1DA81"/>
                    </a:solidFill>
                  </a:tcPr>
                </a:tc>
                <a:tc>
                  <a:txBody>
                    <a:bodyPr/>
                    <a:lstStyle/>
                    <a:p>
                      <a:pPr algn="ctr" fontAlgn="ctr"/>
                      <a:r>
                        <a:rPr lang="en-US" sz="1050" b="0" i="0" u="none" strike="noStrike">
                          <a:solidFill>
                            <a:srgbClr val="000000"/>
                          </a:solidFill>
                          <a:effectLst/>
                          <a:latin typeface="Verdana" panose="020B0604030504040204" pitchFamily="34" charset="0"/>
                        </a:rPr>
                        <a:t>480</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483"/>
                    </a:solidFill>
                  </a:tcPr>
                </a:tc>
                <a:tc>
                  <a:txBody>
                    <a:bodyPr/>
                    <a:lstStyle/>
                    <a:p>
                      <a:pPr algn="ctr" fontAlgn="ctr"/>
                      <a:r>
                        <a:rPr lang="en-US" sz="1050" b="0" i="0" u="none" strike="noStrike">
                          <a:solidFill>
                            <a:srgbClr val="000000"/>
                          </a:solidFill>
                          <a:effectLst/>
                          <a:latin typeface="Verdana" panose="020B0604030504040204" pitchFamily="34" charset="0"/>
                        </a:rPr>
                        <a:t>269</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C77D"/>
                    </a:solidFill>
                  </a:tcPr>
                </a:tc>
                <a:tc>
                  <a:txBody>
                    <a:bodyPr/>
                    <a:lstStyle/>
                    <a:p>
                      <a:pPr algn="ctr" fontAlgn="ctr"/>
                      <a:r>
                        <a:rPr lang="en-US" sz="1050" b="0" i="0" u="none" strike="noStrike">
                          <a:solidFill>
                            <a:srgbClr val="000000"/>
                          </a:solidFill>
                          <a:effectLst/>
                          <a:latin typeface="Verdana" panose="020B0604030504040204" pitchFamily="34" charset="0"/>
                        </a:rPr>
                        <a:t>168</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476"/>
                    </a:solidFill>
                  </a:tcPr>
                </a:tc>
                <a:tc>
                  <a:txBody>
                    <a:bodyPr/>
                    <a:lstStyle/>
                    <a:p>
                      <a:pPr algn="ctr" fontAlgn="ctr"/>
                      <a:r>
                        <a:rPr lang="en-US" sz="1050" b="0" i="0" u="none" strike="noStrike">
                          <a:solidFill>
                            <a:srgbClr val="000000"/>
                          </a:solidFill>
                          <a:effectLst/>
                          <a:latin typeface="Verdana" panose="020B0604030504040204" pitchFamily="34" charset="0"/>
                        </a:rPr>
                        <a:t>14</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D6B"/>
                    </a:solidFill>
                  </a:tcPr>
                </a:tc>
                <a:tc>
                  <a:txBody>
                    <a:bodyPr/>
                    <a:lstStyle/>
                    <a:p>
                      <a:pPr algn="ctr" fontAlgn="ctr"/>
                      <a:r>
                        <a:rPr lang="en-US" sz="1050" b="0" i="0" u="none" strike="noStrike">
                          <a:solidFill>
                            <a:srgbClr val="000000"/>
                          </a:solidFill>
                          <a:effectLst/>
                          <a:latin typeface="Verdana" panose="020B0604030504040204" pitchFamily="34" charset="0"/>
                        </a:rPr>
                        <a:t>43</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786D"/>
                    </a:solidFill>
                  </a:tcPr>
                </a:tc>
                <a:tc>
                  <a:txBody>
                    <a:bodyPr/>
                    <a:lstStyle/>
                    <a:p>
                      <a:pPr algn="ctr" fontAlgn="ctr"/>
                      <a:r>
                        <a:rPr lang="en-US" sz="1050" b="0" i="0" u="none" strike="noStrike">
                          <a:solidFill>
                            <a:srgbClr val="000000"/>
                          </a:solidFill>
                          <a:effectLst/>
                          <a:latin typeface="Verdana" panose="020B0604030504040204" pitchFamily="34" charset="0"/>
                        </a:rPr>
                        <a:t>14</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D6B"/>
                    </a:solidFill>
                  </a:tcPr>
                </a:tc>
                <a:tc>
                  <a:txBody>
                    <a:bodyPr/>
                    <a:lstStyle/>
                    <a:p>
                      <a:pPr algn="ctr" fontAlgn="ctr"/>
                      <a:r>
                        <a:rPr lang="en-US" sz="1050" b="0" i="0" u="none" strike="noStrike">
                          <a:solidFill>
                            <a:srgbClr val="000000"/>
                          </a:solidFill>
                          <a:effectLst/>
                          <a:latin typeface="Verdana" panose="020B0604030504040204" pitchFamily="34" charset="0"/>
                        </a:rPr>
                        <a:t>14</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D6B"/>
                    </a:solidFill>
                  </a:tcPr>
                </a:tc>
                <a:tc>
                  <a:txBody>
                    <a:bodyPr/>
                    <a:lstStyle/>
                    <a:p>
                      <a:pPr algn="ctr" fontAlgn="ctr"/>
                      <a:r>
                        <a:rPr lang="en-US" sz="1050" b="0" i="0" u="none" strike="noStrike">
                          <a:solidFill>
                            <a:srgbClr val="000000"/>
                          </a:solidFill>
                          <a:effectLst/>
                          <a:latin typeface="Verdana" panose="020B0604030504040204" pitchFamily="34" charset="0"/>
                        </a:rPr>
                        <a:t>0</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ctr" fontAlgn="ctr"/>
                      <a:r>
                        <a:rPr lang="en-US" sz="1050" b="0" i="0" u="none" strike="noStrike">
                          <a:solidFill>
                            <a:srgbClr val="000000"/>
                          </a:solidFill>
                          <a:effectLst/>
                          <a:latin typeface="Verdana" panose="020B0604030504040204" pitchFamily="34" charset="0"/>
                        </a:rPr>
                        <a:t>10</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C6B"/>
                    </a:solidFill>
                  </a:tcPr>
                </a:tc>
                <a:tc>
                  <a:txBody>
                    <a:bodyPr/>
                    <a:lstStyle/>
                    <a:p>
                      <a:pPr algn="ctr" fontAlgn="ctr"/>
                      <a:r>
                        <a:rPr lang="en-US" sz="1050" b="0" i="0" u="none" strike="noStrike">
                          <a:solidFill>
                            <a:srgbClr val="000000"/>
                          </a:solidFill>
                          <a:effectLst/>
                          <a:latin typeface="Verdana" panose="020B0604030504040204" pitchFamily="34" charset="0"/>
                        </a:rPr>
                        <a:t>0</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ctr" fontAlgn="ctr"/>
                      <a:r>
                        <a:rPr lang="en-US" sz="1050" b="0" i="0" u="none" strike="noStrike">
                          <a:solidFill>
                            <a:srgbClr val="000000"/>
                          </a:solidFill>
                          <a:effectLst/>
                          <a:latin typeface="Verdana" panose="020B0604030504040204" pitchFamily="34" charset="0"/>
                        </a:rPr>
                        <a:t>77</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8470"/>
                    </a:solidFill>
                  </a:tcPr>
                </a:tc>
                <a:tc>
                  <a:txBody>
                    <a:bodyPr/>
                    <a:lstStyle/>
                    <a:p>
                      <a:pPr algn="ctr" fontAlgn="ctr"/>
                      <a:r>
                        <a:rPr lang="en-US" sz="1050" b="0" i="0" u="none" strike="noStrike">
                          <a:solidFill>
                            <a:srgbClr val="000000"/>
                          </a:solidFill>
                          <a:effectLst/>
                          <a:latin typeface="Verdana" panose="020B0604030504040204" pitchFamily="34" charset="0"/>
                        </a:rPr>
                        <a:t>0</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ctr" fontAlgn="ctr"/>
                      <a:r>
                        <a:rPr lang="en-US" sz="1050" b="0" i="0" u="none" strike="noStrike">
                          <a:solidFill>
                            <a:srgbClr val="000000"/>
                          </a:solidFill>
                          <a:effectLst/>
                          <a:latin typeface="Verdana" panose="020B0604030504040204" pitchFamily="34" charset="0"/>
                        </a:rPr>
                        <a:t>0</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ctr" fontAlgn="ctr"/>
                      <a:r>
                        <a:rPr lang="en-US" sz="1050" b="0" i="0" u="none" strike="noStrike">
                          <a:solidFill>
                            <a:srgbClr val="000000"/>
                          </a:solidFill>
                          <a:effectLst/>
                          <a:latin typeface="Verdana" panose="020B0604030504040204" pitchFamily="34" charset="0"/>
                        </a:rPr>
                        <a:t>80</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8570"/>
                    </a:solidFill>
                  </a:tcPr>
                </a:tc>
                <a:tc>
                  <a:txBody>
                    <a:bodyPr/>
                    <a:lstStyle/>
                    <a:p>
                      <a:pPr algn="ctr" fontAlgn="ctr"/>
                      <a:r>
                        <a:rPr lang="en-US" sz="1050" b="0" i="0" u="none" strike="noStrike">
                          <a:solidFill>
                            <a:srgbClr val="000000"/>
                          </a:solidFill>
                          <a:effectLst/>
                          <a:latin typeface="Verdana" panose="020B0604030504040204" pitchFamily="34" charset="0"/>
                        </a:rPr>
                        <a:t>324</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DB81"/>
                    </a:solidFill>
                  </a:tcPr>
                </a:tc>
                <a:tc>
                  <a:txBody>
                    <a:bodyPr/>
                    <a:lstStyle/>
                    <a:p>
                      <a:pPr algn="ctr" fontAlgn="ctr"/>
                      <a:r>
                        <a:rPr lang="en-US" sz="1050" b="0" i="0" u="none" strike="noStrike">
                          <a:solidFill>
                            <a:srgbClr val="000000"/>
                          </a:solidFill>
                          <a:effectLst/>
                          <a:latin typeface="Verdana" panose="020B0604030504040204" pitchFamily="34" charset="0"/>
                        </a:rPr>
                        <a:t>266</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C77D"/>
                    </a:solidFill>
                  </a:tcPr>
                </a:tc>
                <a:tc>
                  <a:txBody>
                    <a:bodyPr/>
                    <a:lstStyle/>
                    <a:p>
                      <a:pPr algn="ctr" fontAlgn="ctr"/>
                      <a:r>
                        <a:rPr lang="en-US" sz="1050" b="0" i="0" u="none" strike="noStrike">
                          <a:solidFill>
                            <a:srgbClr val="000000"/>
                          </a:solidFill>
                          <a:effectLst/>
                          <a:latin typeface="Verdana" panose="020B0604030504040204" pitchFamily="34" charset="0"/>
                        </a:rPr>
                        <a:t>165</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376"/>
                    </a:solidFill>
                  </a:tcPr>
                </a:tc>
                <a:tc>
                  <a:txBody>
                    <a:bodyPr/>
                    <a:lstStyle/>
                    <a:p>
                      <a:pPr algn="ctr" fontAlgn="ctr"/>
                      <a:r>
                        <a:rPr lang="en-US" sz="1050" b="0" i="0" u="none" strike="noStrike">
                          <a:solidFill>
                            <a:srgbClr val="000000"/>
                          </a:solidFill>
                          <a:effectLst/>
                          <a:latin typeface="Verdana" panose="020B0604030504040204" pitchFamily="34" charset="0"/>
                        </a:rPr>
                        <a:t>85</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8670"/>
                    </a:solidFill>
                  </a:tcPr>
                </a:tc>
                <a:tc>
                  <a:txBody>
                    <a:bodyPr/>
                    <a:lstStyle/>
                    <a:p>
                      <a:pPr algn="ctr" fontAlgn="ctr"/>
                      <a:r>
                        <a:rPr lang="en-US" sz="1050" b="0" i="0" u="none" strike="noStrike">
                          <a:solidFill>
                            <a:srgbClr val="000000"/>
                          </a:solidFill>
                          <a:effectLst/>
                          <a:latin typeface="Verdana" panose="020B0604030504040204" pitchFamily="34" charset="0"/>
                        </a:rPr>
                        <a:t>145</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9C74"/>
                    </a:solidFill>
                  </a:tcPr>
                </a:tc>
                <a:tc>
                  <a:txBody>
                    <a:bodyPr/>
                    <a:lstStyle/>
                    <a:p>
                      <a:pPr algn="ctr" fontAlgn="ctr"/>
                      <a:r>
                        <a:rPr lang="en-US" sz="1050" b="0" i="0" u="none" strike="noStrike">
                          <a:solidFill>
                            <a:srgbClr val="000000"/>
                          </a:solidFill>
                          <a:effectLst/>
                          <a:latin typeface="Verdana" panose="020B0604030504040204" pitchFamily="34" charset="0"/>
                        </a:rPr>
                        <a:t>186</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A77"/>
                    </a:solidFill>
                  </a:tcPr>
                </a:tc>
                <a:tc>
                  <a:txBody>
                    <a:bodyPr/>
                    <a:lstStyle/>
                    <a:p>
                      <a:pPr algn="ctr" fontAlgn="ctr"/>
                      <a:r>
                        <a:rPr lang="en-US" sz="1050" b="0" i="0" u="none" strike="noStrike">
                          <a:solidFill>
                            <a:srgbClr val="000000"/>
                          </a:solidFill>
                          <a:effectLst/>
                          <a:latin typeface="Verdana" panose="020B0604030504040204" pitchFamily="34" charset="0"/>
                        </a:rPr>
                        <a:t>210</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B379"/>
                    </a:solidFill>
                  </a:tcPr>
                </a:tc>
                <a:extLst>
                  <a:ext uri="{0D108BD9-81ED-4DB2-BD59-A6C34878D82A}">
                    <a16:rowId xmlns:a16="http://schemas.microsoft.com/office/drawing/2014/main" val="215865799"/>
                  </a:ext>
                </a:extLst>
              </a:tr>
              <a:tr h="78313">
                <a:tc>
                  <a:txBody>
                    <a:bodyPr/>
                    <a:lstStyle/>
                    <a:p>
                      <a:pPr algn="ctr" fontAlgn="b"/>
                      <a:r>
                        <a:rPr lang="en-US" sz="1050" b="1" i="0" u="none" strike="noStrike">
                          <a:solidFill>
                            <a:srgbClr val="000000"/>
                          </a:solidFill>
                          <a:effectLst/>
                          <a:latin typeface="Verdana" panose="020B0604030504040204" pitchFamily="34" charset="0"/>
                        </a:rPr>
                        <a:t>07:00</a:t>
                      </a:r>
                    </a:p>
                  </a:txBody>
                  <a:tcPr marL="3877" marR="3877" marT="38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Verdana" panose="020B0604030504040204" pitchFamily="34" charset="0"/>
                        </a:rPr>
                        <a:t>463</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E683"/>
                    </a:solidFill>
                  </a:tcPr>
                </a:tc>
                <a:tc>
                  <a:txBody>
                    <a:bodyPr/>
                    <a:lstStyle/>
                    <a:p>
                      <a:pPr algn="ctr" fontAlgn="ctr"/>
                      <a:r>
                        <a:rPr lang="en-US" sz="1050" b="0" i="0" u="none" strike="noStrike">
                          <a:solidFill>
                            <a:srgbClr val="000000"/>
                          </a:solidFill>
                          <a:effectLst/>
                          <a:latin typeface="Verdana" panose="020B0604030504040204" pitchFamily="34" charset="0"/>
                        </a:rPr>
                        <a:t>244</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F7B"/>
                    </a:solidFill>
                  </a:tcPr>
                </a:tc>
                <a:tc>
                  <a:txBody>
                    <a:bodyPr/>
                    <a:lstStyle/>
                    <a:p>
                      <a:pPr algn="ctr" fontAlgn="ctr"/>
                      <a:r>
                        <a:rPr lang="en-US" sz="1050" b="0" i="0" u="none" strike="noStrike">
                          <a:solidFill>
                            <a:srgbClr val="000000"/>
                          </a:solidFill>
                          <a:effectLst/>
                          <a:latin typeface="Verdana" panose="020B0604030504040204" pitchFamily="34" charset="0"/>
                        </a:rPr>
                        <a:t>340</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082"/>
                    </a:solidFill>
                  </a:tcPr>
                </a:tc>
                <a:tc>
                  <a:txBody>
                    <a:bodyPr/>
                    <a:lstStyle/>
                    <a:p>
                      <a:pPr algn="ctr" fontAlgn="ctr"/>
                      <a:r>
                        <a:rPr lang="en-US" sz="1050" b="0" i="0" u="none" strike="noStrike">
                          <a:solidFill>
                            <a:srgbClr val="000000"/>
                          </a:solidFill>
                          <a:effectLst/>
                          <a:latin typeface="Verdana" panose="020B0604030504040204" pitchFamily="34" charset="0"/>
                        </a:rPr>
                        <a:t>295</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D17F"/>
                    </a:solidFill>
                  </a:tcPr>
                </a:tc>
                <a:tc>
                  <a:txBody>
                    <a:bodyPr/>
                    <a:lstStyle/>
                    <a:p>
                      <a:pPr algn="ctr" fontAlgn="ctr"/>
                      <a:r>
                        <a:rPr lang="en-US" sz="1050" b="0" i="0" u="none" strike="noStrike">
                          <a:solidFill>
                            <a:srgbClr val="000000"/>
                          </a:solidFill>
                          <a:effectLst/>
                          <a:latin typeface="Verdana" panose="020B0604030504040204" pitchFamily="34" charset="0"/>
                        </a:rPr>
                        <a:t>318</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D980"/>
                    </a:solidFill>
                  </a:tcPr>
                </a:tc>
                <a:tc>
                  <a:txBody>
                    <a:bodyPr/>
                    <a:lstStyle/>
                    <a:p>
                      <a:pPr algn="ctr" fontAlgn="ctr"/>
                      <a:r>
                        <a:rPr lang="en-US" sz="1050" b="0" i="0" u="none" strike="noStrike">
                          <a:solidFill>
                            <a:srgbClr val="000000"/>
                          </a:solidFill>
                          <a:effectLst/>
                          <a:latin typeface="Verdana" panose="020B0604030504040204" pitchFamily="34" charset="0"/>
                        </a:rPr>
                        <a:t>581</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1DE82"/>
                    </a:solidFill>
                  </a:tcPr>
                </a:tc>
                <a:tc>
                  <a:txBody>
                    <a:bodyPr/>
                    <a:lstStyle/>
                    <a:p>
                      <a:pPr algn="ctr" fontAlgn="ctr"/>
                      <a:r>
                        <a:rPr lang="en-US" sz="1050" b="0" i="0" u="none" strike="noStrike">
                          <a:solidFill>
                            <a:srgbClr val="000000"/>
                          </a:solidFill>
                          <a:effectLst/>
                          <a:latin typeface="Verdana" panose="020B0604030504040204" pitchFamily="34" charset="0"/>
                        </a:rPr>
                        <a:t>582</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1DE82"/>
                    </a:solidFill>
                  </a:tcPr>
                </a:tc>
                <a:tc>
                  <a:txBody>
                    <a:bodyPr/>
                    <a:lstStyle/>
                    <a:p>
                      <a:pPr algn="ctr" fontAlgn="ctr"/>
                      <a:r>
                        <a:rPr lang="en-US" sz="1050" b="0" i="0" u="none" strike="noStrike">
                          <a:solidFill>
                            <a:srgbClr val="000000"/>
                          </a:solidFill>
                          <a:effectLst/>
                          <a:latin typeface="Verdana" panose="020B0604030504040204" pitchFamily="34" charset="0"/>
                        </a:rPr>
                        <a:t>588</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FDE82"/>
                    </a:solidFill>
                  </a:tcPr>
                </a:tc>
                <a:tc>
                  <a:txBody>
                    <a:bodyPr/>
                    <a:lstStyle/>
                    <a:p>
                      <a:pPr algn="ctr" fontAlgn="ctr"/>
                      <a:r>
                        <a:rPr lang="en-US" sz="1050" b="0" i="0" u="none" strike="noStrike">
                          <a:solidFill>
                            <a:srgbClr val="000000"/>
                          </a:solidFill>
                          <a:effectLst/>
                          <a:latin typeface="Verdana" panose="020B0604030504040204" pitchFamily="34" charset="0"/>
                        </a:rPr>
                        <a:t>552</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7E082"/>
                    </a:solidFill>
                  </a:tcPr>
                </a:tc>
                <a:tc>
                  <a:txBody>
                    <a:bodyPr/>
                    <a:lstStyle/>
                    <a:p>
                      <a:pPr algn="ctr" fontAlgn="ctr"/>
                      <a:r>
                        <a:rPr lang="en-US" sz="1050" b="0" i="0" u="none" strike="noStrike">
                          <a:solidFill>
                            <a:srgbClr val="000000"/>
                          </a:solidFill>
                          <a:effectLst/>
                          <a:latin typeface="Verdana" panose="020B0604030504040204" pitchFamily="34" charset="0"/>
                        </a:rPr>
                        <a:t>363</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983"/>
                    </a:solidFill>
                  </a:tcPr>
                </a:tc>
                <a:tc>
                  <a:txBody>
                    <a:bodyPr/>
                    <a:lstStyle/>
                    <a:p>
                      <a:pPr algn="ctr" fontAlgn="ctr"/>
                      <a:r>
                        <a:rPr lang="en-US" sz="1050" b="0" i="0" u="none" strike="noStrike">
                          <a:solidFill>
                            <a:srgbClr val="000000"/>
                          </a:solidFill>
                          <a:effectLst/>
                          <a:latin typeface="Verdana" panose="020B0604030504040204" pitchFamily="34" charset="0"/>
                        </a:rPr>
                        <a:t>150</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9D75"/>
                    </a:solidFill>
                  </a:tcPr>
                </a:tc>
                <a:tc>
                  <a:txBody>
                    <a:bodyPr/>
                    <a:lstStyle/>
                    <a:p>
                      <a:pPr algn="ctr" fontAlgn="ctr"/>
                      <a:r>
                        <a:rPr lang="en-US" sz="1050" b="0" i="0" u="none" strike="noStrike">
                          <a:solidFill>
                            <a:srgbClr val="000000"/>
                          </a:solidFill>
                          <a:effectLst/>
                          <a:latin typeface="Verdana" panose="020B0604030504040204" pitchFamily="34" charset="0"/>
                        </a:rPr>
                        <a:t>17</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E6C"/>
                    </a:solidFill>
                  </a:tcPr>
                </a:tc>
                <a:tc>
                  <a:txBody>
                    <a:bodyPr/>
                    <a:lstStyle/>
                    <a:p>
                      <a:pPr algn="ctr" fontAlgn="ctr"/>
                      <a:r>
                        <a:rPr lang="en-US" sz="1050" b="0" i="0" u="none" strike="noStrike">
                          <a:solidFill>
                            <a:srgbClr val="000000"/>
                          </a:solidFill>
                          <a:effectLst/>
                          <a:latin typeface="Verdana" panose="020B0604030504040204" pitchFamily="34" charset="0"/>
                        </a:rPr>
                        <a:t>48</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7A6E"/>
                    </a:solidFill>
                  </a:tcPr>
                </a:tc>
                <a:tc>
                  <a:txBody>
                    <a:bodyPr/>
                    <a:lstStyle/>
                    <a:p>
                      <a:pPr algn="ctr" fontAlgn="ctr"/>
                      <a:r>
                        <a:rPr lang="en-US" sz="1050" b="0" i="0" u="none" strike="noStrike">
                          <a:solidFill>
                            <a:srgbClr val="000000"/>
                          </a:solidFill>
                          <a:effectLst/>
                          <a:latin typeface="Verdana" panose="020B0604030504040204" pitchFamily="34" charset="0"/>
                        </a:rPr>
                        <a:t>27</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726C"/>
                    </a:solidFill>
                  </a:tcPr>
                </a:tc>
                <a:tc>
                  <a:txBody>
                    <a:bodyPr/>
                    <a:lstStyle/>
                    <a:p>
                      <a:pPr algn="ctr" fontAlgn="ctr"/>
                      <a:r>
                        <a:rPr lang="en-US" sz="1050" b="0" i="0" u="none" strike="noStrike">
                          <a:solidFill>
                            <a:srgbClr val="000000"/>
                          </a:solidFill>
                          <a:effectLst/>
                          <a:latin typeface="Verdana" panose="020B0604030504040204" pitchFamily="34" charset="0"/>
                        </a:rPr>
                        <a:t>16</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E6C"/>
                    </a:solidFill>
                  </a:tcPr>
                </a:tc>
                <a:tc>
                  <a:txBody>
                    <a:bodyPr/>
                    <a:lstStyle/>
                    <a:p>
                      <a:pPr algn="ctr" fontAlgn="ctr"/>
                      <a:r>
                        <a:rPr lang="en-US" sz="1050" b="0" i="0" u="none" strike="noStrike">
                          <a:solidFill>
                            <a:srgbClr val="000000"/>
                          </a:solidFill>
                          <a:effectLst/>
                          <a:latin typeface="Verdana" panose="020B0604030504040204" pitchFamily="34" charset="0"/>
                        </a:rPr>
                        <a:t>17</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E6C"/>
                    </a:solidFill>
                  </a:tcPr>
                </a:tc>
                <a:tc>
                  <a:txBody>
                    <a:bodyPr/>
                    <a:lstStyle/>
                    <a:p>
                      <a:pPr algn="ctr" fontAlgn="ctr"/>
                      <a:r>
                        <a:rPr lang="en-US" sz="1050" b="0" i="0" u="none" strike="noStrike">
                          <a:solidFill>
                            <a:srgbClr val="000000"/>
                          </a:solidFill>
                          <a:effectLst/>
                          <a:latin typeface="Verdana" panose="020B0604030504040204" pitchFamily="34" charset="0"/>
                        </a:rPr>
                        <a:t>2</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ctr" fontAlgn="ctr"/>
                      <a:r>
                        <a:rPr lang="en-US" sz="1050" b="0" i="0" u="none" strike="noStrike">
                          <a:solidFill>
                            <a:srgbClr val="000000"/>
                          </a:solidFill>
                          <a:effectLst/>
                          <a:latin typeface="Verdana" panose="020B0604030504040204" pitchFamily="34" charset="0"/>
                        </a:rPr>
                        <a:t>47</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796E"/>
                    </a:solidFill>
                  </a:tcPr>
                </a:tc>
                <a:tc>
                  <a:txBody>
                    <a:bodyPr/>
                    <a:lstStyle/>
                    <a:p>
                      <a:pPr algn="ctr" fontAlgn="ctr"/>
                      <a:r>
                        <a:rPr lang="en-US" sz="1050" b="0" i="0" u="none" strike="noStrike">
                          <a:solidFill>
                            <a:srgbClr val="000000"/>
                          </a:solidFill>
                          <a:effectLst/>
                          <a:latin typeface="Verdana" panose="020B0604030504040204" pitchFamily="34" charset="0"/>
                        </a:rPr>
                        <a:t>15</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E6B"/>
                    </a:solidFill>
                  </a:tcPr>
                </a:tc>
                <a:tc>
                  <a:txBody>
                    <a:bodyPr/>
                    <a:lstStyle/>
                    <a:p>
                      <a:pPr algn="ctr" fontAlgn="ctr"/>
                      <a:r>
                        <a:rPr lang="en-US" sz="1050" b="0" i="0" u="none" strike="noStrike">
                          <a:solidFill>
                            <a:srgbClr val="000000"/>
                          </a:solidFill>
                          <a:effectLst/>
                          <a:latin typeface="Verdana" panose="020B0604030504040204" pitchFamily="34" charset="0"/>
                        </a:rPr>
                        <a:t>153</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9F75"/>
                    </a:solidFill>
                  </a:tcPr>
                </a:tc>
                <a:tc>
                  <a:txBody>
                    <a:bodyPr/>
                    <a:lstStyle/>
                    <a:p>
                      <a:pPr algn="ctr" fontAlgn="ctr"/>
                      <a:r>
                        <a:rPr lang="en-US" sz="1050" b="0" i="0" u="none" strike="noStrike">
                          <a:solidFill>
                            <a:srgbClr val="000000"/>
                          </a:solidFill>
                          <a:effectLst/>
                          <a:latin typeface="Verdana" panose="020B0604030504040204" pitchFamily="34" charset="0"/>
                        </a:rPr>
                        <a:t>2</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ctr" fontAlgn="ctr"/>
                      <a:r>
                        <a:rPr lang="en-US" sz="1050" b="0" i="0" u="none" strike="noStrike">
                          <a:solidFill>
                            <a:srgbClr val="000000"/>
                          </a:solidFill>
                          <a:effectLst/>
                          <a:latin typeface="Verdana" panose="020B0604030504040204" pitchFamily="34" charset="0"/>
                        </a:rPr>
                        <a:t>20</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706C"/>
                    </a:solidFill>
                  </a:tcPr>
                </a:tc>
                <a:tc>
                  <a:txBody>
                    <a:bodyPr/>
                    <a:lstStyle/>
                    <a:p>
                      <a:pPr algn="ctr" fontAlgn="ctr"/>
                      <a:r>
                        <a:rPr lang="en-US" sz="1050" b="0" i="0" u="none" strike="noStrike">
                          <a:solidFill>
                            <a:srgbClr val="000000"/>
                          </a:solidFill>
                          <a:effectLst/>
                          <a:latin typeface="Verdana" panose="020B0604030504040204" pitchFamily="34" charset="0"/>
                        </a:rPr>
                        <a:t>166</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376"/>
                    </a:solidFill>
                  </a:tcPr>
                </a:tc>
                <a:tc>
                  <a:txBody>
                    <a:bodyPr/>
                    <a:lstStyle/>
                    <a:p>
                      <a:pPr algn="ctr" fontAlgn="ctr"/>
                      <a:r>
                        <a:rPr lang="en-US" sz="1050" b="0" i="0" u="none" strike="noStrike">
                          <a:solidFill>
                            <a:srgbClr val="000000"/>
                          </a:solidFill>
                          <a:effectLst/>
                          <a:latin typeface="Verdana" panose="020B0604030504040204" pitchFamily="34" charset="0"/>
                        </a:rPr>
                        <a:t>333</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DE81"/>
                    </a:solidFill>
                  </a:tcPr>
                </a:tc>
                <a:tc>
                  <a:txBody>
                    <a:bodyPr/>
                    <a:lstStyle/>
                    <a:p>
                      <a:pPr algn="ctr" fontAlgn="ctr"/>
                      <a:r>
                        <a:rPr lang="en-US" sz="1050" b="0" i="0" u="none" strike="noStrike">
                          <a:solidFill>
                            <a:srgbClr val="000000"/>
                          </a:solidFill>
                          <a:effectLst/>
                          <a:latin typeface="Verdana" panose="020B0604030504040204" pitchFamily="34" charset="0"/>
                        </a:rPr>
                        <a:t>241</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D7B"/>
                    </a:solidFill>
                  </a:tcPr>
                </a:tc>
                <a:tc>
                  <a:txBody>
                    <a:bodyPr/>
                    <a:lstStyle/>
                    <a:p>
                      <a:pPr algn="ctr" fontAlgn="ctr"/>
                      <a:r>
                        <a:rPr lang="en-US" sz="1050" b="0" i="0" u="none" strike="noStrike">
                          <a:solidFill>
                            <a:srgbClr val="000000"/>
                          </a:solidFill>
                          <a:effectLst/>
                          <a:latin typeface="Verdana" panose="020B0604030504040204" pitchFamily="34" charset="0"/>
                        </a:rPr>
                        <a:t>42</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786D"/>
                    </a:solidFill>
                  </a:tcPr>
                </a:tc>
                <a:tc>
                  <a:txBody>
                    <a:bodyPr/>
                    <a:lstStyle/>
                    <a:p>
                      <a:pPr algn="ctr" fontAlgn="ctr"/>
                      <a:r>
                        <a:rPr lang="en-US" sz="1050" b="0" i="0" u="none" strike="noStrike">
                          <a:solidFill>
                            <a:srgbClr val="000000"/>
                          </a:solidFill>
                          <a:effectLst/>
                          <a:latin typeface="Verdana" panose="020B0604030504040204" pitchFamily="34" charset="0"/>
                        </a:rPr>
                        <a:t>104</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8D72"/>
                    </a:solidFill>
                  </a:tcPr>
                </a:tc>
                <a:tc>
                  <a:txBody>
                    <a:bodyPr/>
                    <a:lstStyle/>
                    <a:p>
                      <a:pPr algn="ctr" fontAlgn="ctr"/>
                      <a:r>
                        <a:rPr lang="en-US" sz="1050" b="0" i="0" u="none" strike="noStrike">
                          <a:solidFill>
                            <a:srgbClr val="000000"/>
                          </a:solidFill>
                          <a:effectLst/>
                          <a:latin typeface="Verdana" panose="020B0604030504040204" pitchFamily="34" charset="0"/>
                        </a:rPr>
                        <a:t>43</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786D"/>
                    </a:solidFill>
                  </a:tcPr>
                </a:tc>
                <a:tc>
                  <a:txBody>
                    <a:bodyPr/>
                    <a:lstStyle/>
                    <a:p>
                      <a:pPr algn="ctr" fontAlgn="ctr"/>
                      <a:r>
                        <a:rPr lang="en-US" sz="1050" b="0" i="0" u="none" strike="noStrike">
                          <a:solidFill>
                            <a:srgbClr val="000000"/>
                          </a:solidFill>
                          <a:effectLst/>
                          <a:latin typeface="Verdana" panose="020B0604030504040204" pitchFamily="34" charset="0"/>
                        </a:rPr>
                        <a:t>219</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679"/>
                    </a:solidFill>
                  </a:tcPr>
                </a:tc>
                <a:tc>
                  <a:txBody>
                    <a:bodyPr/>
                    <a:lstStyle/>
                    <a:p>
                      <a:pPr algn="ctr" fontAlgn="ctr"/>
                      <a:r>
                        <a:rPr lang="en-US" sz="1050" b="0" i="0" u="none" strike="noStrike">
                          <a:solidFill>
                            <a:srgbClr val="000000"/>
                          </a:solidFill>
                          <a:effectLst/>
                          <a:latin typeface="Verdana" panose="020B0604030504040204" pitchFamily="34" charset="0"/>
                        </a:rPr>
                        <a:t>141</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9A74"/>
                    </a:solidFill>
                  </a:tcPr>
                </a:tc>
                <a:extLst>
                  <a:ext uri="{0D108BD9-81ED-4DB2-BD59-A6C34878D82A}">
                    <a16:rowId xmlns:a16="http://schemas.microsoft.com/office/drawing/2014/main" val="2280251846"/>
                  </a:ext>
                </a:extLst>
              </a:tr>
              <a:tr h="78313">
                <a:tc>
                  <a:txBody>
                    <a:bodyPr/>
                    <a:lstStyle/>
                    <a:p>
                      <a:pPr algn="ctr" fontAlgn="b"/>
                      <a:r>
                        <a:rPr lang="en-US" sz="1050" b="1" i="0" u="none" strike="noStrike">
                          <a:solidFill>
                            <a:srgbClr val="000000"/>
                          </a:solidFill>
                          <a:effectLst/>
                          <a:latin typeface="Verdana" panose="020B0604030504040204" pitchFamily="34" charset="0"/>
                        </a:rPr>
                        <a:t>08:00</a:t>
                      </a:r>
                    </a:p>
                  </a:txBody>
                  <a:tcPr marL="3877" marR="3877" marT="38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Verdana" panose="020B0604030504040204" pitchFamily="34" charset="0"/>
                        </a:rPr>
                        <a:t>411</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E984"/>
                    </a:solidFill>
                  </a:tcPr>
                </a:tc>
                <a:tc>
                  <a:txBody>
                    <a:bodyPr/>
                    <a:lstStyle/>
                    <a:p>
                      <a:pPr algn="ctr" fontAlgn="ctr"/>
                      <a:r>
                        <a:rPr lang="en-US" sz="1050" b="0" i="0" u="none" strike="noStrike">
                          <a:solidFill>
                            <a:srgbClr val="000000"/>
                          </a:solidFill>
                          <a:effectLst/>
                          <a:latin typeface="Verdana" panose="020B0604030504040204" pitchFamily="34" charset="0"/>
                        </a:rPr>
                        <a:t>267</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C77D"/>
                    </a:solidFill>
                  </a:tcPr>
                </a:tc>
                <a:tc>
                  <a:txBody>
                    <a:bodyPr/>
                    <a:lstStyle/>
                    <a:p>
                      <a:pPr algn="ctr" fontAlgn="ctr"/>
                      <a:r>
                        <a:rPr lang="en-US" sz="1050" b="0" i="0" u="none" strike="noStrike">
                          <a:solidFill>
                            <a:srgbClr val="000000"/>
                          </a:solidFill>
                          <a:effectLst/>
                          <a:latin typeface="Verdana" panose="020B0604030504040204" pitchFamily="34" charset="0"/>
                        </a:rPr>
                        <a:t>268</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C77D"/>
                    </a:solidFill>
                  </a:tcPr>
                </a:tc>
                <a:tc>
                  <a:txBody>
                    <a:bodyPr/>
                    <a:lstStyle/>
                    <a:p>
                      <a:pPr algn="ctr" fontAlgn="ctr"/>
                      <a:r>
                        <a:rPr lang="en-US" sz="1050" b="0" i="0" u="none" strike="noStrike">
                          <a:solidFill>
                            <a:srgbClr val="000000"/>
                          </a:solidFill>
                          <a:effectLst/>
                          <a:latin typeface="Verdana" panose="020B0604030504040204" pitchFamily="34" charset="0"/>
                        </a:rPr>
                        <a:t>294</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D07E"/>
                    </a:solidFill>
                  </a:tcPr>
                </a:tc>
                <a:tc>
                  <a:txBody>
                    <a:bodyPr/>
                    <a:lstStyle/>
                    <a:p>
                      <a:pPr algn="ctr" fontAlgn="ctr"/>
                      <a:r>
                        <a:rPr lang="en-US" sz="1050" b="0" i="0" u="none" strike="noStrike">
                          <a:solidFill>
                            <a:srgbClr val="000000"/>
                          </a:solidFill>
                          <a:effectLst/>
                          <a:latin typeface="Verdana" panose="020B0604030504040204" pitchFamily="34" charset="0"/>
                        </a:rPr>
                        <a:t>335</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DF81"/>
                    </a:solidFill>
                  </a:tcPr>
                </a:tc>
                <a:tc>
                  <a:txBody>
                    <a:bodyPr/>
                    <a:lstStyle/>
                    <a:p>
                      <a:pPr algn="ctr" fontAlgn="ctr"/>
                      <a:r>
                        <a:rPr lang="en-US" sz="1050" b="0" i="0" u="none" strike="noStrike">
                          <a:solidFill>
                            <a:srgbClr val="000000"/>
                          </a:solidFill>
                          <a:effectLst/>
                          <a:latin typeface="Verdana" panose="020B0604030504040204" pitchFamily="34" charset="0"/>
                        </a:rPr>
                        <a:t>551</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E082"/>
                    </a:solidFill>
                  </a:tcPr>
                </a:tc>
                <a:tc>
                  <a:txBody>
                    <a:bodyPr/>
                    <a:lstStyle/>
                    <a:p>
                      <a:pPr algn="ctr" fontAlgn="ctr"/>
                      <a:r>
                        <a:rPr lang="en-US" sz="1050" b="0" i="0" u="none" strike="noStrike">
                          <a:solidFill>
                            <a:srgbClr val="000000"/>
                          </a:solidFill>
                          <a:effectLst/>
                          <a:latin typeface="Verdana" panose="020B0604030504040204" pitchFamily="34" charset="0"/>
                        </a:rPr>
                        <a:t>576</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2DE82"/>
                    </a:solidFill>
                  </a:tcPr>
                </a:tc>
                <a:tc>
                  <a:txBody>
                    <a:bodyPr/>
                    <a:lstStyle/>
                    <a:p>
                      <a:pPr algn="ctr" fontAlgn="ctr"/>
                      <a:r>
                        <a:rPr lang="en-US" sz="1050" b="0" i="0" u="none" strike="noStrike">
                          <a:solidFill>
                            <a:srgbClr val="000000"/>
                          </a:solidFill>
                          <a:effectLst/>
                          <a:latin typeface="Verdana" panose="020B0604030504040204" pitchFamily="34" charset="0"/>
                        </a:rPr>
                        <a:t>565</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4DF82"/>
                    </a:solidFill>
                  </a:tcPr>
                </a:tc>
                <a:tc>
                  <a:txBody>
                    <a:bodyPr/>
                    <a:lstStyle/>
                    <a:p>
                      <a:pPr algn="ctr" fontAlgn="ctr"/>
                      <a:r>
                        <a:rPr lang="en-US" sz="1050" b="0" i="0" u="none" strike="noStrike">
                          <a:solidFill>
                            <a:srgbClr val="000000"/>
                          </a:solidFill>
                          <a:effectLst/>
                          <a:latin typeface="Verdana" panose="020B0604030504040204" pitchFamily="34" charset="0"/>
                        </a:rPr>
                        <a:t>557</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6E082"/>
                    </a:solidFill>
                  </a:tcPr>
                </a:tc>
                <a:tc>
                  <a:txBody>
                    <a:bodyPr/>
                    <a:lstStyle/>
                    <a:p>
                      <a:pPr algn="ctr" fontAlgn="ctr"/>
                      <a:r>
                        <a:rPr lang="en-US" sz="1050" b="0" i="0" u="none" strike="noStrike">
                          <a:solidFill>
                            <a:srgbClr val="000000"/>
                          </a:solidFill>
                          <a:effectLst/>
                          <a:latin typeface="Verdana" panose="020B0604030504040204" pitchFamily="34" charset="0"/>
                        </a:rPr>
                        <a:t>350</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482"/>
                    </a:solidFill>
                  </a:tcPr>
                </a:tc>
                <a:tc>
                  <a:txBody>
                    <a:bodyPr/>
                    <a:lstStyle/>
                    <a:p>
                      <a:pPr algn="ctr" fontAlgn="ctr"/>
                      <a:r>
                        <a:rPr lang="en-US" sz="1050" b="0" i="0" u="none" strike="noStrike">
                          <a:solidFill>
                            <a:srgbClr val="000000"/>
                          </a:solidFill>
                          <a:effectLst/>
                          <a:latin typeface="Verdana" panose="020B0604030504040204" pitchFamily="34" charset="0"/>
                        </a:rPr>
                        <a:t>134</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9874"/>
                    </a:solidFill>
                  </a:tcPr>
                </a:tc>
                <a:tc>
                  <a:txBody>
                    <a:bodyPr/>
                    <a:lstStyle/>
                    <a:p>
                      <a:pPr algn="ctr" fontAlgn="ctr"/>
                      <a:r>
                        <a:rPr lang="en-US" sz="1050" b="0" i="0" u="none" strike="noStrike">
                          <a:solidFill>
                            <a:srgbClr val="000000"/>
                          </a:solidFill>
                          <a:effectLst/>
                          <a:latin typeface="Verdana" panose="020B0604030504040204" pitchFamily="34" charset="0"/>
                        </a:rPr>
                        <a:t>17</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E6C"/>
                    </a:solidFill>
                  </a:tcPr>
                </a:tc>
                <a:tc>
                  <a:txBody>
                    <a:bodyPr/>
                    <a:lstStyle/>
                    <a:p>
                      <a:pPr algn="ctr" fontAlgn="ctr"/>
                      <a:r>
                        <a:rPr lang="en-US" sz="1050" b="0" i="0" u="none" strike="noStrike">
                          <a:solidFill>
                            <a:srgbClr val="000000"/>
                          </a:solidFill>
                          <a:effectLst/>
                          <a:latin typeface="Verdana" panose="020B0604030504040204" pitchFamily="34" charset="0"/>
                        </a:rPr>
                        <a:t>31</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746D"/>
                    </a:solidFill>
                  </a:tcPr>
                </a:tc>
                <a:tc>
                  <a:txBody>
                    <a:bodyPr/>
                    <a:lstStyle/>
                    <a:p>
                      <a:pPr algn="ctr" fontAlgn="ctr"/>
                      <a:r>
                        <a:rPr lang="en-US" sz="1050" b="0" i="0" u="none" strike="noStrike">
                          <a:solidFill>
                            <a:srgbClr val="000000"/>
                          </a:solidFill>
                          <a:effectLst/>
                          <a:latin typeface="Verdana" panose="020B0604030504040204" pitchFamily="34" charset="0"/>
                        </a:rPr>
                        <a:t>17</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E6C"/>
                    </a:solidFill>
                  </a:tcPr>
                </a:tc>
                <a:tc>
                  <a:txBody>
                    <a:bodyPr/>
                    <a:lstStyle/>
                    <a:p>
                      <a:pPr algn="ctr" fontAlgn="ctr"/>
                      <a:r>
                        <a:rPr lang="en-US" sz="1050" b="0" i="0" u="none" strike="noStrike">
                          <a:solidFill>
                            <a:srgbClr val="000000"/>
                          </a:solidFill>
                          <a:effectLst/>
                          <a:latin typeface="Verdana" panose="020B0604030504040204" pitchFamily="34" charset="0"/>
                        </a:rPr>
                        <a:t>16</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E6C"/>
                    </a:solidFill>
                  </a:tcPr>
                </a:tc>
                <a:tc>
                  <a:txBody>
                    <a:bodyPr/>
                    <a:lstStyle/>
                    <a:p>
                      <a:pPr algn="ctr" fontAlgn="ctr"/>
                      <a:r>
                        <a:rPr lang="en-US" sz="1050" b="0" i="0" u="none" strike="noStrike">
                          <a:solidFill>
                            <a:srgbClr val="000000"/>
                          </a:solidFill>
                          <a:effectLst/>
                          <a:latin typeface="Verdana" panose="020B0604030504040204" pitchFamily="34" charset="0"/>
                        </a:rPr>
                        <a:t>17</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E6C"/>
                    </a:solidFill>
                  </a:tcPr>
                </a:tc>
                <a:tc>
                  <a:txBody>
                    <a:bodyPr/>
                    <a:lstStyle/>
                    <a:p>
                      <a:pPr algn="ctr" fontAlgn="ctr"/>
                      <a:r>
                        <a:rPr lang="en-US" sz="1050" b="0" i="0" u="none" strike="noStrike">
                          <a:solidFill>
                            <a:srgbClr val="000000"/>
                          </a:solidFill>
                          <a:effectLst/>
                          <a:latin typeface="Verdana" panose="020B0604030504040204" pitchFamily="34" charset="0"/>
                        </a:rPr>
                        <a:t>2</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ctr" fontAlgn="ctr"/>
                      <a:r>
                        <a:rPr lang="en-US" sz="1050" b="0" i="0" u="none" strike="noStrike">
                          <a:solidFill>
                            <a:srgbClr val="000000"/>
                          </a:solidFill>
                          <a:effectLst/>
                          <a:latin typeface="Verdana" panose="020B0604030504040204" pitchFamily="34" charset="0"/>
                        </a:rPr>
                        <a:t>28</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726C"/>
                    </a:solidFill>
                  </a:tcPr>
                </a:tc>
                <a:tc>
                  <a:txBody>
                    <a:bodyPr/>
                    <a:lstStyle/>
                    <a:p>
                      <a:pPr algn="ctr" fontAlgn="ctr"/>
                      <a:r>
                        <a:rPr lang="en-US" sz="1050" b="0" i="0" u="none" strike="noStrike">
                          <a:solidFill>
                            <a:srgbClr val="000000"/>
                          </a:solidFill>
                          <a:effectLst/>
                          <a:latin typeface="Verdana" panose="020B0604030504040204" pitchFamily="34" charset="0"/>
                        </a:rPr>
                        <a:t>61</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7E6F"/>
                    </a:solidFill>
                  </a:tcPr>
                </a:tc>
                <a:tc>
                  <a:txBody>
                    <a:bodyPr/>
                    <a:lstStyle/>
                    <a:p>
                      <a:pPr algn="ctr" fontAlgn="ctr"/>
                      <a:r>
                        <a:rPr lang="en-US" sz="1050" b="0" i="0" u="none" strike="noStrike">
                          <a:solidFill>
                            <a:srgbClr val="000000"/>
                          </a:solidFill>
                          <a:effectLst/>
                          <a:latin typeface="Verdana" panose="020B0604030504040204" pitchFamily="34" charset="0"/>
                        </a:rPr>
                        <a:t>131</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9773"/>
                    </a:solidFill>
                  </a:tcPr>
                </a:tc>
                <a:tc>
                  <a:txBody>
                    <a:bodyPr/>
                    <a:lstStyle/>
                    <a:p>
                      <a:pPr algn="ctr" fontAlgn="ctr"/>
                      <a:r>
                        <a:rPr lang="en-US" sz="1050" b="0" i="0" u="none" strike="noStrike">
                          <a:solidFill>
                            <a:srgbClr val="000000"/>
                          </a:solidFill>
                          <a:effectLst/>
                          <a:latin typeface="Verdana" panose="020B0604030504040204" pitchFamily="34" charset="0"/>
                        </a:rPr>
                        <a:t>2</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ctr" fontAlgn="ctr"/>
                      <a:r>
                        <a:rPr lang="en-US" sz="1050" b="0" i="0" u="none" strike="noStrike">
                          <a:solidFill>
                            <a:srgbClr val="000000"/>
                          </a:solidFill>
                          <a:effectLst/>
                          <a:latin typeface="Verdana" panose="020B0604030504040204" pitchFamily="34" charset="0"/>
                        </a:rPr>
                        <a:t>3</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A6B"/>
                    </a:solidFill>
                  </a:tcPr>
                </a:tc>
                <a:tc>
                  <a:txBody>
                    <a:bodyPr/>
                    <a:lstStyle/>
                    <a:p>
                      <a:pPr algn="ctr" fontAlgn="ctr"/>
                      <a:r>
                        <a:rPr lang="en-US" sz="1050" b="0" i="0" u="none" strike="noStrike">
                          <a:solidFill>
                            <a:srgbClr val="000000"/>
                          </a:solidFill>
                          <a:effectLst/>
                          <a:latin typeface="Verdana" panose="020B0604030504040204" pitchFamily="34" charset="0"/>
                        </a:rPr>
                        <a:t>166</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376"/>
                    </a:solidFill>
                  </a:tcPr>
                </a:tc>
                <a:tc>
                  <a:txBody>
                    <a:bodyPr/>
                    <a:lstStyle/>
                    <a:p>
                      <a:pPr algn="ctr" fontAlgn="ctr"/>
                      <a:r>
                        <a:rPr lang="en-US" sz="1050" b="0" i="0" u="none" strike="noStrike">
                          <a:solidFill>
                            <a:srgbClr val="000000"/>
                          </a:solidFill>
                          <a:effectLst/>
                          <a:latin typeface="Verdana" panose="020B0604030504040204" pitchFamily="34" charset="0"/>
                        </a:rPr>
                        <a:t>275</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CA7D"/>
                    </a:solidFill>
                  </a:tcPr>
                </a:tc>
                <a:tc>
                  <a:txBody>
                    <a:bodyPr/>
                    <a:lstStyle/>
                    <a:p>
                      <a:pPr algn="ctr" fontAlgn="ctr"/>
                      <a:r>
                        <a:rPr lang="en-US" sz="1050" b="0" i="0" u="none" strike="noStrike">
                          <a:solidFill>
                            <a:srgbClr val="000000"/>
                          </a:solidFill>
                          <a:effectLst/>
                          <a:latin typeface="Verdana" panose="020B0604030504040204" pitchFamily="34" charset="0"/>
                        </a:rPr>
                        <a:t>195</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D78"/>
                    </a:solidFill>
                  </a:tcPr>
                </a:tc>
                <a:tc>
                  <a:txBody>
                    <a:bodyPr/>
                    <a:lstStyle/>
                    <a:p>
                      <a:pPr algn="ctr" fontAlgn="ctr"/>
                      <a:r>
                        <a:rPr lang="en-US" sz="1050" b="0" i="0" u="none" strike="noStrike">
                          <a:solidFill>
                            <a:srgbClr val="000000"/>
                          </a:solidFill>
                          <a:effectLst/>
                          <a:latin typeface="Verdana" panose="020B0604030504040204" pitchFamily="34" charset="0"/>
                        </a:rPr>
                        <a:t>58</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7D6E"/>
                    </a:solidFill>
                  </a:tcPr>
                </a:tc>
                <a:tc>
                  <a:txBody>
                    <a:bodyPr/>
                    <a:lstStyle/>
                    <a:p>
                      <a:pPr algn="ctr" fontAlgn="ctr"/>
                      <a:r>
                        <a:rPr lang="en-US" sz="1050" b="0" i="0" u="none" strike="noStrike">
                          <a:solidFill>
                            <a:srgbClr val="000000"/>
                          </a:solidFill>
                          <a:effectLst/>
                          <a:latin typeface="Verdana" panose="020B0604030504040204" pitchFamily="34" charset="0"/>
                        </a:rPr>
                        <a:t>48</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7A6E"/>
                    </a:solidFill>
                  </a:tcPr>
                </a:tc>
                <a:tc>
                  <a:txBody>
                    <a:bodyPr/>
                    <a:lstStyle/>
                    <a:p>
                      <a:pPr algn="ctr" fontAlgn="ctr"/>
                      <a:r>
                        <a:rPr lang="en-US" sz="1050" b="0" i="0" u="none" strike="noStrike">
                          <a:solidFill>
                            <a:srgbClr val="000000"/>
                          </a:solidFill>
                          <a:effectLst/>
                          <a:latin typeface="Verdana" panose="020B0604030504040204" pitchFamily="34" charset="0"/>
                        </a:rPr>
                        <a:t>96</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8B71"/>
                    </a:solidFill>
                  </a:tcPr>
                </a:tc>
                <a:tc>
                  <a:txBody>
                    <a:bodyPr/>
                    <a:lstStyle/>
                    <a:p>
                      <a:pPr algn="ctr" fontAlgn="ctr"/>
                      <a:r>
                        <a:rPr lang="en-US" sz="1050" b="0" i="0" u="none" strike="noStrike">
                          <a:solidFill>
                            <a:srgbClr val="000000"/>
                          </a:solidFill>
                          <a:effectLst/>
                          <a:latin typeface="Verdana" panose="020B0604030504040204" pitchFamily="34" charset="0"/>
                        </a:rPr>
                        <a:t>169</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476"/>
                    </a:solidFill>
                  </a:tcPr>
                </a:tc>
                <a:tc>
                  <a:txBody>
                    <a:bodyPr/>
                    <a:lstStyle/>
                    <a:p>
                      <a:pPr algn="ctr" fontAlgn="ctr"/>
                      <a:r>
                        <a:rPr lang="en-US" sz="1050" b="0" i="0" u="none" strike="noStrike">
                          <a:solidFill>
                            <a:srgbClr val="000000"/>
                          </a:solidFill>
                          <a:effectLst/>
                          <a:latin typeface="Verdana" panose="020B0604030504040204" pitchFamily="34" charset="0"/>
                        </a:rPr>
                        <a:t>178</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777"/>
                    </a:solidFill>
                  </a:tcPr>
                </a:tc>
                <a:extLst>
                  <a:ext uri="{0D108BD9-81ED-4DB2-BD59-A6C34878D82A}">
                    <a16:rowId xmlns:a16="http://schemas.microsoft.com/office/drawing/2014/main" val="1269239672"/>
                  </a:ext>
                </a:extLst>
              </a:tr>
              <a:tr h="78313">
                <a:tc>
                  <a:txBody>
                    <a:bodyPr/>
                    <a:lstStyle/>
                    <a:p>
                      <a:pPr algn="ctr" fontAlgn="b"/>
                      <a:r>
                        <a:rPr lang="en-US" sz="1050" b="1" i="0" u="none" strike="noStrike">
                          <a:solidFill>
                            <a:srgbClr val="000000"/>
                          </a:solidFill>
                          <a:effectLst/>
                          <a:latin typeface="Verdana" panose="020B0604030504040204" pitchFamily="34" charset="0"/>
                        </a:rPr>
                        <a:t>09:00</a:t>
                      </a:r>
                    </a:p>
                  </a:txBody>
                  <a:tcPr marL="3877" marR="3877" marT="38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Verdana" panose="020B0604030504040204" pitchFamily="34" charset="0"/>
                        </a:rPr>
                        <a:t>370</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B84"/>
                    </a:solidFill>
                  </a:tcPr>
                </a:tc>
                <a:tc>
                  <a:txBody>
                    <a:bodyPr/>
                    <a:lstStyle/>
                    <a:p>
                      <a:pPr algn="ctr" fontAlgn="ctr"/>
                      <a:r>
                        <a:rPr lang="en-US" sz="1050" b="0" i="0" u="none" strike="noStrike">
                          <a:solidFill>
                            <a:srgbClr val="000000"/>
                          </a:solidFill>
                          <a:effectLst/>
                          <a:latin typeface="Verdana" panose="020B0604030504040204" pitchFamily="34" charset="0"/>
                        </a:rPr>
                        <a:t>285</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CD7E"/>
                    </a:solidFill>
                  </a:tcPr>
                </a:tc>
                <a:tc>
                  <a:txBody>
                    <a:bodyPr/>
                    <a:lstStyle/>
                    <a:p>
                      <a:pPr algn="ctr" fontAlgn="ctr"/>
                      <a:r>
                        <a:rPr lang="en-US" sz="1050" b="0" i="0" u="none" strike="noStrike">
                          <a:solidFill>
                            <a:srgbClr val="000000"/>
                          </a:solidFill>
                          <a:effectLst/>
                          <a:latin typeface="Verdana" panose="020B0604030504040204" pitchFamily="34" charset="0"/>
                        </a:rPr>
                        <a:t>330</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DD81"/>
                    </a:solidFill>
                  </a:tcPr>
                </a:tc>
                <a:tc>
                  <a:txBody>
                    <a:bodyPr/>
                    <a:lstStyle/>
                    <a:p>
                      <a:pPr algn="ctr" fontAlgn="ctr"/>
                      <a:r>
                        <a:rPr lang="en-US" sz="1050" b="0" i="0" u="none" strike="noStrike">
                          <a:solidFill>
                            <a:srgbClr val="000000"/>
                          </a:solidFill>
                          <a:effectLst/>
                          <a:latin typeface="Verdana" panose="020B0604030504040204" pitchFamily="34" charset="0"/>
                        </a:rPr>
                        <a:t>301</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D37F"/>
                    </a:solidFill>
                  </a:tcPr>
                </a:tc>
                <a:tc>
                  <a:txBody>
                    <a:bodyPr/>
                    <a:lstStyle/>
                    <a:p>
                      <a:pPr algn="ctr" fontAlgn="ctr"/>
                      <a:r>
                        <a:rPr lang="en-US" sz="1050" b="0" i="0" u="none" strike="noStrike">
                          <a:solidFill>
                            <a:srgbClr val="000000"/>
                          </a:solidFill>
                          <a:effectLst/>
                          <a:latin typeface="Verdana" panose="020B0604030504040204" pitchFamily="34" charset="0"/>
                        </a:rPr>
                        <a:t>344</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282"/>
                    </a:solidFill>
                  </a:tcPr>
                </a:tc>
                <a:tc>
                  <a:txBody>
                    <a:bodyPr/>
                    <a:lstStyle/>
                    <a:p>
                      <a:pPr algn="ctr" fontAlgn="ctr"/>
                      <a:r>
                        <a:rPr lang="en-US" sz="1050" b="0" i="0" u="none" strike="noStrike">
                          <a:solidFill>
                            <a:srgbClr val="000000"/>
                          </a:solidFill>
                          <a:effectLst/>
                          <a:latin typeface="Verdana" panose="020B0604030504040204" pitchFamily="34" charset="0"/>
                        </a:rPr>
                        <a:t>572</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3DF82"/>
                    </a:solidFill>
                  </a:tcPr>
                </a:tc>
                <a:tc>
                  <a:txBody>
                    <a:bodyPr/>
                    <a:lstStyle/>
                    <a:p>
                      <a:pPr algn="ctr" fontAlgn="ctr"/>
                      <a:r>
                        <a:rPr lang="en-US" sz="1050" b="0" i="0" u="none" strike="noStrike">
                          <a:solidFill>
                            <a:srgbClr val="000000"/>
                          </a:solidFill>
                          <a:effectLst/>
                          <a:latin typeface="Verdana" panose="020B0604030504040204" pitchFamily="34" charset="0"/>
                        </a:rPr>
                        <a:t>584</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E82"/>
                    </a:solidFill>
                  </a:tcPr>
                </a:tc>
                <a:tc>
                  <a:txBody>
                    <a:bodyPr/>
                    <a:lstStyle/>
                    <a:p>
                      <a:pPr algn="ctr" fontAlgn="ctr"/>
                      <a:r>
                        <a:rPr lang="en-US" sz="1050" b="0" i="0" u="none" strike="noStrike">
                          <a:solidFill>
                            <a:srgbClr val="000000"/>
                          </a:solidFill>
                          <a:effectLst/>
                          <a:latin typeface="Verdana" panose="020B0604030504040204" pitchFamily="34" charset="0"/>
                        </a:rPr>
                        <a:t>599</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DDD82"/>
                    </a:solidFill>
                  </a:tcPr>
                </a:tc>
                <a:tc>
                  <a:txBody>
                    <a:bodyPr/>
                    <a:lstStyle/>
                    <a:p>
                      <a:pPr algn="ctr" fontAlgn="ctr"/>
                      <a:r>
                        <a:rPr lang="en-US" sz="1050" b="0" i="0" u="none" strike="noStrike">
                          <a:solidFill>
                            <a:srgbClr val="000000"/>
                          </a:solidFill>
                          <a:effectLst/>
                          <a:latin typeface="Verdana" panose="020B0604030504040204" pitchFamily="34" charset="0"/>
                        </a:rPr>
                        <a:t>511</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0E283"/>
                    </a:solidFill>
                  </a:tcPr>
                </a:tc>
                <a:tc>
                  <a:txBody>
                    <a:bodyPr/>
                    <a:lstStyle/>
                    <a:p>
                      <a:pPr algn="ctr" fontAlgn="ctr"/>
                      <a:r>
                        <a:rPr lang="en-US" sz="1050" b="0" i="0" u="none" strike="noStrike">
                          <a:solidFill>
                            <a:srgbClr val="000000"/>
                          </a:solidFill>
                          <a:effectLst/>
                          <a:latin typeface="Verdana" panose="020B0604030504040204" pitchFamily="34" charset="0"/>
                        </a:rPr>
                        <a:t>302</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D37F"/>
                    </a:solidFill>
                  </a:tcPr>
                </a:tc>
                <a:tc>
                  <a:txBody>
                    <a:bodyPr/>
                    <a:lstStyle/>
                    <a:p>
                      <a:pPr algn="ctr" fontAlgn="ctr"/>
                      <a:r>
                        <a:rPr lang="en-US" sz="1050" b="0" i="0" u="none" strike="noStrike">
                          <a:solidFill>
                            <a:srgbClr val="000000"/>
                          </a:solidFill>
                          <a:effectLst/>
                          <a:latin typeface="Verdana" panose="020B0604030504040204" pitchFamily="34" charset="0"/>
                        </a:rPr>
                        <a:t>108</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8F72"/>
                    </a:solidFill>
                  </a:tcPr>
                </a:tc>
                <a:tc>
                  <a:txBody>
                    <a:bodyPr/>
                    <a:lstStyle/>
                    <a:p>
                      <a:pPr algn="ctr" fontAlgn="ctr"/>
                      <a:r>
                        <a:rPr lang="en-US" sz="1050" b="0" i="0" u="none" strike="noStrike">
                          <a:solidFill>
                            <a:srgbClr val="000000"/>
                          </a:solidFill>
                          <a:effectLst/>
                          <a:latin typeface="Verdana" panose="020B0604030504040204" pitchFamily="34" charset="0"/>
                        </a:rPr>
                        <a:t>29</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736C"/>
                    </a:solidFill>
                  </a:tcPr>
                </a:tc>
                <a:tc>
                  <a:txBody>
                    <a:bodyPr/>
                    <a:lstStyle/>
                    <a:p>
                      <a:pPr algn="ctr" fontAlgn="ctr"/>
                      <a:r>
                        <a:rPr lang="en-US" sz="1050" b="0" i="0" u="none" strike="noStrike">
                          <a:solidFill>
                            <a:srgbClr val="000000"/>
                          </a:solidFill>
                          <a:effectLst/>
                          <a:latin typeface="Verdana" panose="020B0604030504040204" pitchFamily="34" charset="0"/>
                        </a:rPr>
                        <a:t>90</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8871"/>
                    </a:solidFill>
                  </a:tcPr>
                </a:tc>
                <a:tc>
                  <a:txBody>
                    <a:bodyPr/>
                    <a:lstStyle/>
                    <a:p>
                      <a:pPr algn="ctr" fontAlgn="ctr"/>
                      <a:r>
                        <a:rPr lang="en-US" sz="1050" b="0" i="0" u="none" strike="noStrike">
                          <a:solidFill>
                            <a:srgbClr val="000000"/>
                          </a:solidFill>
                          <a:effectLst/>
                          <a:latin typeface="Verdana" panose="020B0604030504040204" pitchFamily="34" charset="0"/>
                        </a:rPr>
                        <a:t>17</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E6C"/>
                    </a:solidFill>
                  </a:tcPr>
                </a:tc>
                <a:tc>
                  <a:txBody>
                    <a:bodyPr/>
                    <a:lstStyle/>
                    <a:p>
                      <a:pPr algn="ctr" fontAlgn="ctr"/>
                      <a:r>
                        <a:rPr lang="en-US" sz="1050" b="0" i="0" u="none" strike="noStrike">
                          <a:solidFill>
                            <a:srgbClr val="000000"/>
                          </a:solidFill>
                          <a:effectLst/>
                          <a:latin typeface="Verdana" panose="020B0604030504040204" pitchFamily="34" charset="0"/>
                        </a:rPr>
                        <a:t>16</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E6C"/>
                    </a:solidFill>
                  </a:tcPr>
                </a:tc>
                <a:tc>
                  <a:txBody>
                    <a:bodyPr/>
                    <a:lstStyle/>
                    <a:p>
                      <a:pPr algn="ctr" fontAlgn="ctr"/>
                      <a:r>
                        <a:rPr lang="en-US" sz="1050" b="0" i="0" u="none" strike="noStrike" dirty="0">
                          <a:solidFill>
                            <a:srgbClr val="000000"/>
                          </a:solidFill>
                          <a:effectLst/>
                          <a:latin typeface="Verdana" panose="020B0604030504040204" pitchFamily="34" charset="0"/>
                        </a:rPr>
                        <a:t>17</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E6C"/>
                    </a:solidFill>
                  </a:tcPr>
                </a:tc>
                <a:tc>
                  <a:txBody>
                    <a:bodyPr/>
                    <a:lstStyle/>
                    <a:p>
                      <a:pPr algn="ctr" fontAlgn="ctr"/>
                      <a:r>
                        <a:rPr lang="en-US" sz="1050" b="0" i="0" u="none" strike="noStrike">
                          <a:solidFill>
                            <a:srgbClr val="000000"/>
                          </a:solidFill>
                          <a:effectLst/>
                          <a:latin typeface="Verdana" panose="020B0604030504040204" pitchFamily="34" charset="0"/>
                        </a:rPr>
                        <a:t>44</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786D"/>
                    </a:solidFill>
                  </a:tcPr>
                </a:tc>
                <a:tc>
                  <a:txBody>
                    <a:bodyPr/>
                    <a:lstStyle/>
                    <a:p>
                      <a:pPr algn="ctr" fontAlgn="ctr"/>
                      <a:r>
                        <a:rPr lang="en-US" sz="1050" b="0" i="0" u="none" strike="noStrike">
                          <a:solidFill>
                            <a:srgbClr val="000000"/>
                          </a:solidFill>
                          <a:effectLst/>
                          <a:latin typeface="Verdana" panose="020B0604030504040204" pitchFamily="34" charset="0"/>
                        </a:rPr>
                        <a:t>13</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D6B"/>
                    </a:solidFill>
                  </a:tcPr>
                </a:tc>
                <a:tc>
                  <a:txBody>
                    <a:bodyPr/>
                    <a:lstStyle/>
                    <a:p>
                      <a:pPr algn="ctr" fontAlgn="ctr"/>
                      <a:r>
                        <a:rPr lang="en-US" sz="1050" b="0" i="0" u="none" strike="noStrike">
                          <a:solidFill>
                            <a:srgbClr val="000000"/>
                          </a:solidFill>
                          <a:effectLst/>
                          <a:latin typeface="Verdana" panose="020B0604030504040204" pitchFamily="34" charset="0"/>
                        </a:rPr>
                        <a:t>140</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9A74"/>
                    </a:solidFill>
                  </a:tcPr>
                </a:tc>
                <a:tc>
                  <a:txBody>
                    <a:bodyPr/>
                    <a:lstStyle/>
                    <a:p>
                      <a:pPr algn="ctr" fontAlgn="ctr"/>
                      <a:r>
                        <a:rPr lang="en-US" sz="1050" b="0" i="0" u="none" strike="noStrike">
                          <a:solidFill>
                            <a:srgbClr val="000000"/>
                          </a:solidFill>
                          <a:effectLst/>
                          <a:latin typeface="Verdana" panose="020B0604030504040204" pitchFamily="34" charset="0"/>
                        </a:rPr>
                        <a:t>175</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676"/>
                    </a:solidFill>
                  </a:tcPr>
                </a:tc>
                <a:tc>
                  <a:txBody>
                    <a:bodyPr/>
                    <a:lstStyle/>
                    <a:p>
                      <a:pPr algn="ctr" fontAlgn="ctr"/>
                      <a:r>
                        <a:rPr lang="en-US" sz="1050" b="0" i="0" u="none" strike="noStrike">
                          <a:solidFill>
                            <a:srgbClr val="000000"/>
                          </a:solidFill>
                          <a:effectLst/>
                          <a:latin typeface="Verdana" panose="020B0604030504040204" pitchFamily="34" charset="0"/>
                        </a:rPr>
                        <a:t>2</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ctr" fontAlgn="ctr"/>
                      <a:r>
                        <a:rPr lang="en-US" sz="1050" b="0" i="0" u="none" strike="noStrike">
                          <a:solidFill>
                            <a:srgbClr val="000000"/>
                          </a:solidFill>
                          <a:effectLst/>
                          <a:latin typeface="Verdana" panose="020B0604030504040204" pitchFamily="34" charset="0"/>
                        </a:rPr>
                        <a:t>13</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D6B"/>
                    </a:solidFill>
                  </a:tcPr>
                </a:tc>
                <a:tc>
                  <a:txBody>
                    <a:bodyPr/>
                    <a:lstStyle/>
                    <a:p>
                      <a:pPr algn="ctr" fontAlgn="ctr"/>
                      <a:r>
                        <a:rPr lang="en-US" sz="1050" b="0" i="0" u="none" strike="noStrike">
                          <a:solidFill>
                            <a:srgbClr val="000000"/>
                          </a:solidFill>
                          <a:effectLst/>
                          <a:latin typeface="Verdana" panose="020B0604030504040204" pitchFamily="34" charset="0"/>
                        </a:rPr>
                        <a:t>156</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A075"/>
                    </a:solidFill>
                  </a:tcPr>
                </a:tc>
                <a:tc>
                  <a:txBody>
                    <a:bodyPr/>
                    <a:lstStyle/>
                    <a:p>
                      <a:pPr algn="ctr" fontAlgn="ctr"/>
                      <a:r>
                        <a:rPr lang="en-US" sz="1050" b="0" i="0" u="none" strike="noStrike">
                          <a:solidFill>
                            <a:srgbClr val="000000"/>
                          </a:solidFill>
                          <a:effectLst/>
                          <a:latin typeface="Verdana" panose="020B0604030504040204" pitchFamily="34" charset="0"/>
                        </a:rPr>
                        <a:t>319</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D980"/>
                    </a:solidFill>
                  </a:tcPr>
                </a:tc>
                <a:tc>
                  <a:txBody>
                    <a:bodyPr/>
                    <a:lstStyle/>
                    <a:p>
                      <a:pPr algn="ctr" fontAlgn="ctr"/>
                      <a:r>
                        <a:rPr lang="en-US" sz="1050" b="0" i="0" u="none" strike="noStrike">
                          <a:solidFill>
                            <a:srgbClr val="000000"/>
                          </a:solidFill>
                          <a:effectLst/>
                          <a:latin typeface="Verdana" panose="020B0604030504040204" pitchFamily="34" charset="0"/>
                        </a:rPr>
                        <a:t>241</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D7B"/>
                    </a:solidFill>
                  </a:tcPr>
                </a:tc>
                <a:tc>
                  <a:txBody>
                    <a:bodyPr/>
                    <a:lstStyle/>
                    <a:p>
                      <a:pPr algn="ctr" fontAlgn="ctr"/>
                      <a:r>
                        <a:rPr lang="en-US" sz="1050" b="0" i="0" u="none" strike="noStrike">
                          <a:solidFill>
                            <a:srgbClr val="000000"/>
                          </a:solidFill>
                          <a:effectLst/>
                          <a:latin typeface="Verdana" panose="020B0604030504040204" pitchFamily="34" charset="0"/>
                        </a:rPr>
                        <a:t>102</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8C71"/>
                    </a:solidFill>
                  </a:tcPr>
                </a:tc>
                <a:tc>
                  <a:txBody>
                    <a:bodyPr/>
                    <a:lstStyle/>
                    <a:p>
                      <a:pPr algn="ctr" fontAlgn="ctr"/>
                      <a:r>
                        <a:rPr lang="en-US" sz="1050" b="0" i="0" u="none" strike="noStrike">
                          <a:solidFill>
                            <a:srgbClr val="000000"/>
                          </a:solidFill>
                          <a:effectLst/>
                          <a:latin typeface="Verdana" panose="020B0604030504040204" pitchFamily="34" charset="0"/>
                        </a:rPr>
                        <a:t>29</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736C"/>
                    </a:solidFill>
                  </a:tcPr>
                </a:tc>
                <a:tc>
                  <a:txBody>
                    <a:bodyPr/>
                    <a:lstStyle/>
                    <a:p>
                      <a:pPr algn="ctr" fontAlgn="ctr"/>
                      <a:r>
                        <a:rPr lang="en-US" sz="1050" b="0" i="0" u="none" strike="noStrike">
                          <a:solidFill>
                            <a:srgbClr val="000000"/>
                          </a:solidFill>
                          <a:effectLst/>
                          <a:latin typeface="Verdana" panose="020B0604030504040204" pitchFamily="34" charset="0"/>
                        </a:rPr>
                        <a:t>158</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075"/>
                    </a:solidFill>
                  </a:tcPr>
                </a:tc>
                <a:tc>
                  <a:txBody>
                    <a:bodyPr/>
                    <a:lstStyle/>
                    <a:p>
                      <a:pPr algn="ctr" fontAlgn="ctr"/>
                      <a:r>
                        <a:rPr lang="en-US" sz="1050" b="0" i="0" u="none" strike="noStrike">
                          <a:solidFill>
                            <a:srgbClr val="000000"/>
                          </a:solidFill>
                          <a:effectLst/>
                          <a:latin typeface="Verdana" panose="020B0604030504040204" pitchFamily="34" charset="0"/>
                        </a:rPr>
                        <a:t>169</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476"/>
                    </a:solidFill>
                  </a:tcPr>
                </a:tc>
                <a:tc>
                  <a:txBody>
                    <a:bodyPr/>
                    <a:lstStyle/>
                    <a:p>
                      <a:pPr algn="ctr" fontAlgn="ctr"/>
                      <a:r>
                        <a:rPr lang="en-US" sz="1050" b="0" i="0" u="none" strike="noStrike">
                          <a:solidFill>
                            <a:srgbClr val="000000"/>
                          </a:solidFill>
                          <a:effectLst/>
                          <a:latin typeface="Verdana" panose="020B0604030504040204" pitchFamily="34" charset="0"/>
                        </a:rPr>
                        <a:t>175</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676"/>
                    </a:solidFill>
                  </a:tcPr>
                </a:tc>
                <a:extLst>
                  <a:ext uri="{0D108BD9-81ED-4DB2-BD59-A6C34878D82A}">
                    <a16:rowId xmlns:a16="http://schemas.microsoft.com/office/drawing/2014/main" val="354453742"/>
                  </a:ext>
                </a:extLst>
              </a:tr>
              <a:tr h="78313">
                <a:tc>
                  <a:txBody>
                    <a:bodyPr/>
                    <a:lstStyle/>
                    <a:p>
                      <a:pPr algn="ctr" fontAlgn="b"/>
                      <a:r>
                        <a:rPr lang="en-US" sz="1050" b="1" i="0" u="none" strike="noStrike">
                          <a:solidFill>
                            <a:srgbClr val="000000"/>
                          </a:solidFill>
                          <a:effectLst/>
                          <a:latin typeface="Verdana" panose="020B0604030504040204" pitchFamily="34" charset="0"/>
                        </a:rPr>
                        <a:t>10:00</a:t>
                      </a:r>
                    </a:p>
                  </a:txBody>
                  <a:tcPr marL="3877" marR="3877" marT="38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Verdana" panose="020B0604030504040204" pitchFamily="34" charset="0"/>
                        </a:rPr>
                        <a:t>441</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FE784"/>
                    </a:solidFill>
                  </a:tcPr>
                </a:tc>
                <a:tc>
                  <a:txBody>
                    <a:bodyPr/>
                    <a:lstStyle/>
                    <a:p>
                      <a:pPr algn="ctr" fontAlgn="ctr"/>
                      <a:r>
                        <a:rPr lang="en-US" sz="1050" b="0" i="0" u="none" strike="noStrike">
                          <a:solidFill>
                            <a:srgbClr val="000000"/>
                          </a:solidFill>
                          <a:effectLst/>
                          <a:latin typeface="Verdana" panose="020B0604030504040204" pitchFamily="34" charset="0"/>
                        </a:rPr>
                        <a:t>366</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A83"/>
                    </a:solidFill>
                  </a:tcPr>
                </a:tc>
                <a:tc>
                  <a:txBody>
                    <a:bodyPr/>
                    <a:lstStyle/>
                    <a:p>
                      <a:pPr algn="ctr" fontAlgn="ctr"/>
                      <a:r>
                        <a:rPr lang="en-US" sz="1050" b="0" i="0" u="none" strike="noStrike">
                          <a:solidFill>
                            <a:srgbClr val="000000"/>
                          </a:solidFill>
                          <a:effectLst/>
                          <a:latin typeface="Verdana" panose="020B0604030504040204" pitchFamily="34" charset="0"/>
                        </a:rPr>
                        <a:t>382</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B84"/>
                    </a:solidFill>
                  </a:tcPr>
                </a:tc>
                <a:tc>
                  <a:txBody>
                    <a:bodyPr/>
                    <a:lstStyle/>
                    <a:p>
                      <a:pPr algn="ctr" fontAlgn="ctr"/>
                      <a:r>
                        <a:rPr lang="en-US" sz="1050" b="0" i="0" u="none" strike="noStrike">
                          <a:solidFill>
                            <a:srgbClr val="000000"/>
                          </a:solidFill>
                          <a:effectLst/>
                          <a:latin typeface="Verdana" panose="020B0604030504040204" pitchFamily="34" charset="0"/>
                        </a:rPr>
                        <a:t>394</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EA84"/>
                    </a:solidFill>
                  </a:tcPr>
                </a:tc>
                <a:tc>
                  <a:txBody>
                    <a:bodyPr/>
                    <a:lstStyle/>
                    <a:p>
                      <a:pPr algn="ctr" fontAlgn="ctr"/>
                      <a:r>
                        <a:rPr lang="en-US" sz="1050" b="0" i="0" u="none" strike="noStrike">
                          <a:solidFill>
                            <a:srgbClr val="000000"/>
                          </a:solidFill>
                          <a:effectLst/>
                          <a:latin typeface="Verdana" panose="020B0604030504040204" pitchFamily="34" charset="0"/>
                        </a:rPr>
                        <a:t>425</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3E884"/>
                    </a:solidFill>
                  </a:tcPr>
                </a:tc>
                <a:tc>
                  <a:txBody>
                    <a:bodyPr/>
                    <a:lstStyle/>
                    <a:p>
                      <a:pPr algn="ctr" fontAlgn="ctr"/>
                      <a:r>
                        <a:rPr lang="en-US" sz="1050" b="0" i="0" u="none" strike="noStrike">
                          <a:solidFill>
                            <a:srgbClr val="000000"/>
                          </a:solidFill>
                          <a:effectLst/>
                          <a:latin typeface="Verdana" panose="020B0604030504040204" pitchFamily="34" charset="0"/>
                        </a:rPr>
                        <a:t>641</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4DA81"/>
                    </a:solidFill>
                  </a:tcPr>
                </a:tc>
                <a:tc>
                  <a:txBody>
                    <a:bodyPr/>
                    <a:lstStyle/>
                    <a:p>
                      <a:pPr algn="ctr" fontAlgn="ctr"/>
                      <a:r>
                        <a:rPr lang="en-US" sz="1050" b="0" i="0" u="none" strike="noStrike">
                          <a:solidFill>
                            <a:srgbClr val="000000"/>
                          </a:solidFill>
                          <a:effectLst/>
                          <a:latin typeface="Verdana" panose="020B0604030504040204" pitchFamily="34" charset="0"/>
                        </a:rPr>
                        <a:t>663</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D981"/>
                    </a:solidFill>
                  </a:tcPr>
                </a:tc>
                <a:tc>
                  <a:txBody>
                    <a:bodyPr/>
                    <a:lstStyle/>
                    <a:p>
                      <a:pPr algn="ctr" fontAlgn="ctr"/>
                      <a:r>
                        <a:rPr lang="en-US" sz="1050" b="0" i="0" u="none" strike="noStrike">
                          <a:solidFill>
                            <a:srgbClr val="000000"/>
                          </a:solidFill>
                          <a:effectLst/>
                          <a:latin typeface="Verdana" panose="020B0604030504040204" pitchFamily="34" charset="0"/>
                        </a:rPr>
                        <a:t>665</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ED981"/>
                    </a:solidFill>
                  </a:tcPr>
                </a:tc>
                <a:tc>
                  <a:txBody>
                    <a:bodyPr/>
                    <a:lstStyle/>
                    <a:p>
                      <a:pPr algn="ctr" fontAlgn="ctr"/>
                      <a:r>
                        <a:rPr lang="en-US" sz="1050" b="0" i="0" u="none" strike="noStrike">
                          <a:solidFill>
                            <a:srgbClr val="000000"/>
                          </a:solidFill>
                          <a:effectLst/>
                          <a:latin typeface="Verdana" panose="020B0604030504040204" pitchFamily="34" charset="0"/>
                        </a:rPr>
                        <a:t>553</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7E082"/>
                    </a:solidFill>
                  </a:tcPr>
                </a:tc>
                <a:tc>
                  <a:txBody>
                    <a:bodyPr/>
                    <a:lstStyle/>
                    <a:p>
                      <a:pPr algn="ctr" fontAlgn="ctr"/>
                      <a:r>
                        <a:rPr lang="en-US" sz="1050" b="0" i="0" u="none" strike="noStrike">
                          <a:solidFill>
                            <a:srgbClr val="000000"/>
                          </a:solidFill>
                          <a:effectLst/>
                          <a:latin typeface="Verdana" panose="020B0604030504040204" pitchFamily="34" charset="0"/>
                        </a:rPr>
                        <a:t>329</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DD81"/>
                    </a:solidFill>
                  </a:tcPr>
                </a:tc>
                <a:tc>
                  <a:txBody>
                    <a:bodyPr/>
                    <a:lstStyle/>
                    <a:p>
                      <a:pPr algn="ctr" fontAlgn="ctr"/>
                      <a:r>
                        <a:rPr lang="en-US" sz="1050" b="0" i="0" u="none" strike="noStrike">
                          <a:solidFill>
                            <a:srgbClr val="000000"/>
                          </a:solidFill>
                          <a:effectLst/>
                          <a:latin typeface="Verdana" panose="020B0604030504040204" pitchFamily="34" charset="0"/>
                        </a:rPr>
                        <a:t>120</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9373"/>
                    </a:solidFill>
                  </a:tcPr>
                </a:tc>
                <a:tc>
                  <a:txBody>
                    <a:bodyPr/>
                    <a:lstStyle/>
                    <a:p>
                      <a:pPr algn="ctr" fontAlgn="ctr"/>
                      <a:r>
                        <a:rPr lang="en-US" sz="1050" b="0" i="0" u="none" strike="noStrike">
                          <a:solidFill>
                            <a:srgbClr val="000000"/>
                          </a:solidFill>
                          <a:effectLst/>
                          <a:latin typeface="Verdana" panose="020B0604030504040204" pitchFamily="34" charset="0"/>
                        </a:rPr>
                        <a:t>31</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746D"/>
                    </a:solidFill>
                  </a:tcPr>
                </a:tc>
                <a:tc>
                  <a:txBody>
                    <a:bodyPr/>
                    <a:lstStyle/>
                    <a:p>
                      <a:pPr algn="ctr" fontAlgn="ctr"/>
                      <a:r>
                        <a:rPr lang="en-US" sz="1050" b="0" i="0" u="none" strike="noStrike">
                          <a:solidFill>
                            <a:srgbClr val="000000"/>
                          </a:solidFill>
                          <a:effectLst/>
                          <a:latin typeface="Verdana" panose="020B0604030504040204" pitchFamily="34" charset="0"/>
                        </a:rPr>
                        <a:t>85</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8670"/>
                    </a:solidFill>
                  </a:tcPr>
                </a:tc>
                <a:tc>
                  <a:txBody>
                    <a:bodyPr/>
                    <a:lstStyle/>
                    <a:p>
                      <a:pPr algn="ctr" fontAlgn="ctr"/>
                      <a:r>
                        <a:rPr lang="en-US" sz="1050" b="0" i="0" u="none" strike="noStrike">
                          <a:solidFill>
                            <a:srgbClr val="000000"/>
                          </a:solidFill>
                          <a:effectLst/>
                          <a:latin typeface="Verdana" panose="020B0604030504040204" pitchFamily="34" charset="0"/>
                        </a:rPr>
                        <a:t>23</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716C"/>
                    </a:solidFill>
                  </a:tcPr>
                </a:tc>
                <a:tc>
                  <a:txBody>
                    <a:bodyPr/>
                    <a:lstStyle/>
                    <a:p>
                      <a:pPr algn="ctr" fontAlgn="ctr"/>
                      <a:r>
                        <a:rPr lang="en-US" sz="1050" b="0" i="0" u="none" strike="noStrike">
                          <a:solidFill>
                            <a:srgbClr val="000000"/>
                          </a:solidFill>
                          <a:effectLst/>
                          <a:latin typeface="Verdana" panose="020B0604030504040204" pitchFamily="34" charset="0"/>
                        </a:rPr>
                        <a:t>16</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E6C"/>
                    </a:solidFill>
                  </a:tcPr>
                </a:tc>
                <a:tc>
                  <a:txBody>
                    <a:bodyPr/>
                    <a:lstStyle/>
                    <a:p>
                      <a:pPr algn="ctr" fontAlgn="ctr"/>
                      <a:r>
                        <a:rPr lang="en-US" sz="1050" b="0" i="0" u="none" strike="noStrike">
                          <a:solidFill>
                            <a:srgbClr val="000000"/>
                          </a:solidFill>
                          <a:effectLst/>
                          <a:latin typeface="Verdana" panose="020B0604030504040204" pitchFamily="34" charset="0"/>
                        </a:rPr>
                        <a:t>17</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E6C"/>
                    </a:solidFill>
                  </a:tcPr>
                </a:tc>
                <a:tc>
                  <a:txBody>
                    <a:bodyPr/>
                    <a:lstStyle/>
                    <a:p>
                      <a:pPr algn="ctr" fontAlgn="ctr"/>
                      <a:r>
                        <a:rPr lang="en-US" sz="1050" b="0" i="0" u="none" strike="noStrike">
                          <a:solidFill>
                            <a:srgbClr val="000000"/>
                          </a:solidFill>
                          <a:effectLst/>
                          <a:latin typeface="Verdana" panose="020B0604030504040204" pitchFamily="34" charset="0"/>
                        </a:rPr>
                        <a:t>41</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776D"/>
                    </a:solidFill>
                  </a:tcPr>
                </a:tc>
                <a:tc>
                  <a:txBody>
                    <a:bodyPr/>
                    <a:lstStyle/>
                    <a:p>
                      <a:pPr algn="ctr" fontAlgn="ctr"/>
                      <a:r>
                        <a:rPr lang="en-US" sz="1050" b="0" i="0" u="none" strike="noStrike">
                          <a:solidFill>
                            <a:srgbClr val="000000"/>
                          </a:solidFill>
                          <a:effectLst/>
                          <a:latin typeface="Verdana" panose="020B0604030504040204" pitchFamily="34" charset="0"/>
                        </a:rPr>
                        <a:t>15</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E6C"/>
                    </a:solidFill>
                  </a:tcPr>
                </a:tc>
                <a:tc>
                  <a:txBody>
                    <a:bodyPr/>
                    <a:lstStyle/>
                    <a:p>
                      <a:pPr algn="ctr" fontAlgn="ctr"/>
                      <a:r>
                        <a:rPr lang="en-US" sz="1050" b="0" i="0" u="none" strike="noStrike">
                          <a:solidFill>
                            <a:srgbClr val="000000"/>
                          </a:solidFill>
                          <a:effectLst/>
                          <a:latin typeface="Verdana" panose="020B0604030504040204" pitchFamily="34" charset="0"/>
                        </a:rPr>
                        <a:t>162</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276"/>
                    </a:solidFill>
                  </a:tcPr>
                </a:tc>
                <a:tc>
                  <a:txBody>
                    <a:bodyPr/>
                    <a:lstStyle/>
                    <a:p>
                      <a:pPr algn="ctr" fontAlgn="ctr"/>
                      <a:r>
                        <a:rPr lang="en-US" sz="1050" b="0" i="0" u="none" strike="noStrike">
                          <a:solidFill>
                            <a:srgbClr val="000000"/>
                          </a:solidFill>
                          <a:effectLst/>
                          <a:latin typeface="Verdana" panose="020B0604030504040204" pitchFamily="34" charset="0"/>
                        </a:rPr>
                        <a:t>13</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D6B"/>
                    </a:solidFill>
                  </a:tcPr>
                </a:tc>
                <a:tc>
                  <a:txBody>
                    <a:bodyPr/>
                    <a:lstStyle/>
                    <a:p>
                      <a:pPr algn="ctr" fontAlgn="ctr"/>
                      <a:r>
                        <a:rPr lang="en-US" sz="1050" b="0" i="0" u="none" strike="noStrike">
                          <a:solidFill>
                            <a:srgbClr val="000000"/>
                          </a:solidFill>
                          <a:effectLst/>
                          <a:latin typeface="Verdana" panose="020B0604030504040204" pitchFamily="34" charset="0"/>
                        </a:rPr>
                        <a:t>2</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ctr" fontAlgn="ctr"/>
                      <a:r>
                        <a:rPr lang="en-US" sz="1050" b="0" i="0" u="none" strike="noStrike">
                          <a:solidFill>
                            <a:srgbClr val="000000"/>
                          </a:solidFill>
                          <a:effectLst/>
                          <a:latin typeface="Verdana" panose="020B0604030504040204" pitchFamily="34" charset="0"/>
                        </a:rPr>
                        <a:t>18</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F6C"/>
                    </a:solidFill>
                  </a:tcPr>
                </a:tc>
                <a:tc>
                  <a:txBody>
                    <a:bodyPr/>
                    <a:lstStyle/>
                    <a:p>
                      <a:pPr algn="ctr" fontAlgn="ctr"/>
                      <a:r>
                        <a:rPr lang="en-US" sz="1050" b="0" i="0" u="none" strike="noStrike">
                          <a:solidFill>
                            <a:srgbClr val="000000"/>
                          </a:solidFill>
                          <a:effectLst/>
                          <a:latin typeface="Verdana" panose="020B0604030504040204" pitchFamily="34" charset="0"/>
                        </a:rPr>
                        <a:t>214</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479"/>
                    </a:solidFill>
                  </a:tcPr>
                </a:tc>
                <a:tc>
                  <a:txBody>
                    <a:bodyPr/>
                    <a:lstStyle/>
                    <a:p>
                      <a:pPr algn="ctr" fontAlgn="ctr"/>
                      <a:r>
                        <a:rPr lang="en-US" sz="1050" b="0" i="0" u="none" strike="noStrike">
                          <a:solidFill>
                            <a:srgbClr val="000000"/>
                          </a:solidFill>
                          <a:effectLst/>
                          <a:latin typeface="Verdana" panose="020B0604030504040204" pitchFamily="34" charset="0"/>
                        </a:rPr>
                        <a:t>282</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CC7E"/>
                    </a:solidFill>
                  </a:tcPr>
                </a:tc>
                <a:tc>
                  <a:txBody>
                    <a:bodyPr/>
                    <a:lstStyle/>
                    <a:p>
                      <a:pPr algn="ctr" fontAlgn="ctr"/>
                      <a:r>
                        <a:rPr lang="en-US" sz="1050" b="0" i="0" u="none" strike="noStrike">
                          <a:solidFill>
                            <a:srgbClr val="000000"/>
                          </a:solidFill>
                          <a:effectLst/>
                          <a:latin typeface="Verdana" panose="020B0604030504040204" pitchFamily="34" charset="0"/>
                        </a:rPr>
                        <a:t>166</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376"/>
                    </a:solidFill>
                  </a:tcPr>
                </a:tc>
                <a:tc>
                  <a:txBody>
                    <a:bodyPr/>
                    <a:lstStyle/>
                    <a:p>
                      <a:pPr algn="ctr" fontAlgn="ctr"/>
                      <a:r>
                        <a:rPr lang="en-US" sz="1050" b="0" i="0" u="none" strike="noStrike">
                          <a:solidFill>
                            <a:srgbClr val="000000"/>
                          </a:solidFill>
                          <a:effectLst/>
                          <a:latin typeface="Verdana" panose="020B0604030504040204" pitchFamily="34" charset="0"/>
                        </a:rPr>
                        <a:t>177</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777"/>
                    </a:solidFill>
                  </a:tcPr>
                </a:tc>
                <a:tc>
                  <a:txBody>
                    <a:bodyPr/>
                    <a:lstStyle/>
                    <a:p>
                      <a:pPr algn="ctr" fontAlgn="ctr"/>
                      <a:r>
                        <a:rPr lang="en-US" sz="1050" b="0" i="0" u="none" strike="noStrike">
                          <a:solidFill>
                            <a:srgbClr val="000000"/>
                          </a:solidFill>
                          <a:effectLst/>
                          <a:latin typeface="Verdana" panose="020B0604030504040204" pitchFamily="34" charset="0"/>
                        </a:rPr>
                        <a:t>52</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7B6E"/>
                    </a:solidFill>
                  </a:tcPr>
                </a:tc>
                <a:tc>
                  <a:txBody>
                    <a:bodyPr/>
                    <a:lstStyle/>
                    <a:p>
                      <a:pPr algn="ctr" fontAlgn="ctr"/>
                      <a:r>
                        <a:rPr lang="en-US" sz="1050" b="0" i="0" u="none" strike="noStrike">
                          <a:solidFill>
                            <a:srgbClr val="000000"/>
                          </a:solidFill>
                          <a:effectLst/>
                          <a:latin typeface="Verdana" panose="020B0604030504040204" pitchFamily="34" charset="0"/>
                        </a:rPr>
                        <a:t>202</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B078"/>
                    </a:solidFill>
                  </a:tcPr>
                </a:tc>
                <a:tc>
                  <a:txBody>
                    <a:bodyPr/>
                    <a:lstStyle/>
                    <a:p>
                      <a:pPr algn="ctr" fontAlgn="ctr"/>
                      <a:r>
                        <a:rPr lang="en-US" sz="1050" b="0" i="0" u="none" strike="noStrike">
                          <a:solidFill>
                            <a:srgbClr val="000000"/>
                          </a:solidFill>
                          <a:effectLst/>
                          <a:latin typeface="Verdana" panose="020B0604030504040204" pitchFamily="34" charset="0"/>
                        </a:rPr>
                        <a:t>189</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B77"/>
                    </a:solidFill>
                  </a:tcPr>
                </a:tc>
                <a:tc>
                  <a:txBody>
                    <a:bodyPr/>
                    <a:lstStyle/>
                    <a:p>
                      <a:pPr algn="ctr" fontAlgn="ctr"/>
                      <a:r>
                        <a:rPr lang="en-US" sz="1050" b="0" i="0" u="none" strike="noStrike">
                          <a:solidFill>
                            <a:srgbClr val="000000"/>
                          </a:solidFill>
                          <a:effectLst/>
                          <a:latin typeface="Verdana" panose="020B0604030504040204" pitchFamily="34" charset="0"/>
                        </a:rPr>
                        <a:t>326</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DC81"/>
                    </a:solidFill>
                  </a:tcPr>
                </a:tc>
                <a:extLst>
                  <a:ext uri="{0D108BD9-81ED-4DB2-BD59-A6C34878D82A}">
                    <a16:rowId xmlns:a16="http://schemas.microsoft.com/office/drawing/2014/main" val="3823764051"/>
                  </a:ext>
                </a:extLst>
              </a:tr>
              <a:tr h="78313">
                <a:tc>
                  <a:txBody>
                    <a:bodyPr/>
                    <a:lstStyle/>
                    <a:p>
                      <a:pPr algn="ctr" fontAlgn="b"/>
                      <a:r>
                        <a:rPr lang="en-US" sz="1050" b="1" i="0" u="none" strike="noStrike">
                          <a:solidFill>
                            <a:srgbClr val="000000"/>
                          </a:solidFill>
                          <a:effectLst/>
                          <a:latin typeface="Verdana" panose="020B0604030504040204" pitchFamily="34" charset="0"/>
                        </a:rPr>
                        <a:t>11:00</a:t>
                      </a:r>
                    </a:p>
                  </a:txBody>
                  <a:tcPr marL="3877" marR="3877" marT="38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Verdana" panose="020B0604030504040204" pitchFamily="34" charset="0"/>
                        </a:rPr>
                        <a:t>585</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E82"/>
                    </a:solidFill>
                  </a:tcPr>
                </a:tc>
                <a:tc>
                  <a:txBody>
                    <a:bodyPr/>
                    <a:lstStyle/>
                    <a:p>
                      <a:pPr algn="ctr" fontAlgn="ctr"/>
                      <a:r>
                        <a:rPr lang="en-US" sz="1050" b="0" i="0" u="none" strike="noStrike">
                          <a:solidFill>
                            <a:srgbClr val="000000"/>
                          </a:solidFill>
                          <a:effectLst/>
                          <a:latin typeface="Verdana" panose="020B0604030504040204" pitchFamily="34" charset="0"/>
                        </a:rPr>
                        <a:t>432</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E784"/>
                    </a:solidFill>
                  </a:tcPr>
                </a:tc>
                <a:tc>
                  <a:txBody>
                    <a:bodyPr/>
                    <a:lstStyle/>
                    <a:p>
                      <a:pPr algn="ctr" fontAlgn="ctr"/>
                      <a:r>
                        <a:rPr lang="en-US" sz="1050" b="0" i="0" u="none" strike="noStrike">
                          <a:solidFill>
                            <a:srgbClr val="000000"/>
                          </a:solidFill>
                          <a:effectLst/>
                          <a:latin typeface="Verdana" panose="020B0604030504040204" pitchFamily="34" charset="0"/>
                        </a:rPr>
                        <a:t>496</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3E383"/>
                    </a:solidFill>
                  </a:tcPr>
                </a:tc>
                <a:tc>
                  <a:txBody>
                    <a:bodyPr/>
                    <a:lstStyle/>
                    <a:p>
                      <a:pPr algn="ctr" fontAlgn="ctr"/>
                      <a:r>
                        <a:rPr lang="en-US" sz="1050" b="0" i="0" u="none" strike="noStrike">
                          <a:solidFill>
                            <a:srgbClr val="000000"/>
                          </a:solidFill>
                          <a:effectLst/>
                          <a:latin typeface="Verdana" panose="020B0604030504040204" pitchFamily="34" charset="0"/>
                        </a:rPr>
                        <a:t>353</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583"/>
                    </a:solidFill>
                  </a:tcPr>
                </a:tc>
                <a:tc>
                  <a:txBody>
                    <a:bodyPr/>
                    <a:lstStyle/>
                    <a:p>
                      <a:pPr algn="ctr" fontAlgn="ctr"/>
                      <a:r>
                        <a:rPr lang="en-US" sz="1050" b="0" i="0" u="none" strike="noStrike">
                          <a:solidFill>
                            <a:srgbClr val="000000"/>
                          </a:solidFill>
                          <a:effectLst/>
                          <a:latin typeface="Verdana" panose="020B0604030504040204" pitchFamily="34" charset="0"/>
                        </a:rPr>
                        <a:t>480</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483"/>
                    </a:solidFill>
                  </a:tcPr>
                </a:tc>
                <a:tc>
                  <a:txBody>
                    <a:bodyPr/>
                    <a:lstStyle/>
                    <a:p>
                      <a:pPr algn="ctr" fontAlgn="ctr"/>
                      <a:r>
                        <a:rPr lang="en-US" sz="1050" b="0" i="0" u="none" strike="noStrike">
                          <a:solidFill>
                            <a:srgbClr val="000000"/>
                          </a:solidFill>
                          <a:effectLst/>
                          <a:latin typeface="Verdana" panose="020B0604030504040204" pitchFamily="34" charset="0"/>
                        </a:rPr>
                        <a:t>683</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BD881"/>
                    </a:solidFill>
                  </a:tcPr>
                </a:tc>
                <a:tc>
                  <a:txBody>
                    <a:bodyPr/>
                    <a:lstStyle/>
                    <a:p>
                      <a:pPr algn="ctr" fontAlgn="ctr"/>
                      <a:r>
                        <a:rPr lang="en-US" sz="1050" b="0" i="0" u="none" strike="noStrike">
                          <a:solidFill>
                            <a:srgbClr val="000000"/>
                          </a:solidFill>
                          <a:effectLst/>
                          <a:latin typeface="Verdana" panose="020B0604030504040204" pitchFamily="34" charset="0"/>
                        </a:rPr>
                        <a:t>701</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D680"/>
                    </a:solidFill>
                  </a:tcPr>
                </a:tc>
                <a:tc>
                  <a:txBody>
                    <a:bodyPr/>
                    <a:lstStyle/>
                    <a:p>
                      <a:pPr algn="ctr" fontAlgn="ctr"/>
                      <a:r>
                        <a:rPr lang="en-US" sz="1050" b="0" i="0" u="none" strike="noStrike">
                          <a:solidFill>
                            <a:srgbClr val="000000"/>
                          </a:solidFill>
                          <a:effectLst/>
                          <a:latin typeface="Verdana" panose="020B0604030504040204" pitchFamily="34" charset="0"/>
                        </a:rPr>
                        <a:t>704</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6D680"/>
                    </a:solidFill>
                  </a:tcPr>
                </a:tc>
                <a:tc>
                  <a:txBody>
                    <a:bodyPr/>
                    <a:lstStyle/>
                    <a:p>
                      <a:pPr algn="ctr" fontAlgn="ctr"/>
                      <a:r>
                        <a:rPr lang="en-US" sz="1050" b="0" i="0" u="none" strike="noStrike">
                          <a:solidFill>
                            <a:srgbClr val="000000"/>
                          </a:solidFill>
                          <a:effectLst/>
                          <a:latin typeface="Verdana" panose="020B0604030504040204" pitchFamily="34" charset="0"/>
                        </a:rPr>
                        <a:t>634</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B81"/>
                    </a:solidFill>
                  </a:tcPr>
                </a:tc>
                <a:tc>
                  <a:txBody>
                    <a:bodyPr/>
                    <a:lstStyle/>
                    <a:p>
                      <a:pPr algn="ctr" fontAlgn="ctr"/>
                      <a:r>
                        <a:rPr lang="en-US" sz="1050" b="0" i="0" u="none" strike="noStrike">
                          <a:solidFill>
                            <a:srgbClr val="000000"/>
                          </a:solidFill>
                          <a:effectLst/>
                          <a:latin typeface="Verdana" panose="020B0604030504040204" pitchFamily="34" charset="0"/>
                        </a:rPr>
                        <a:t>376</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B84"/>
                    </a:solidFill>
                  </a:tcPr>
                </a:tc>
                <a:tc>
                  <a:txBody>
                    <a:bodyPr/>
                    <a:lstStyle/>
                    <a:p>
                      <a:pPr algn="ctr" fontAlgn="ctr"/>
                      <a:r>
                        <a:rPr lang="en-US" sz="1050" b="0" i="0" u="none" strike="noStrike">
                          <a:solidFill>
                            <a:srgbClr val="000000"/>
                          </a:solidFill>
                          <a:effectLst/>
                          <a:latin typeface="Verdana" panose="020B0604030504040204" pitchFamily="34" charset="0"/>
                        </a:rPr>
                        <a:t>179</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877"/>
                    </a:solidFill>
                  </a:tcPr>
                </a:tc>
                <a:tc>
                  <a:txBody>
                    <a:bodyPr/>
                    <a:lstStyle/>
                    <a:p>
                      <a:pPr algn="ctr" fontAlgn="ctr"/>
                      <a:r>
                        <a:rPr lang="en-US" sz="1050" b="0" i="0" u="none" strike="noStrike">
                          <a:solidFill>
                            <a:srgbClr val="000000"/>
                          </a:solidFill>
                          <a:effectLst/>
                          <a:latin typeface="Verdana" panose="020B0604030504040204" pitchFamily="34" charset="0"/>
                        </a:rPr>
                        <a:t>117</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9272"/>
                    </a:solidFill>
                  </a:tcPr>
                </a:tc>
                <a:tc>
                  <a:txBody>
                    <a:bodyPr/>
                    <a:lstStyle/>
                    <a:p>
                      <a:pPr algn="ctr" fontAlgn="ctr"/>
                      <a:r>
                        <a:rPr lang="en-US" sz="1050" b="0" i="0" u="none" strike="noStrike">
                          <a:solidFill>
                            <a:srgbClr val="000000"/>
                          </a:solidFill>
                          <a:effectLst/>
                          <a:latin typeface="Verdana" panose="020B0604030504040204" pitchFamily="34" charset="0"/>
                        </a:rPr>
                        <a:t>85</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8670"/>
                    </a:solidFill>
                  </a:tcPr>
                </a:tc>
                <a:tc>
                  <a:txBody>
                    <a:bodyPr/>
                    <a:lstStyle/>
                    <a:p>
                      <a:pPr algn="ctr" fontAlgn="ctr"/>
                      <a:r>
                        <a:rPr lang="en-US" sz="1050" b="0" i="0" u="none" strike="noStrike">
                          <a:solidFill>
                            <a:srgbClr val="000000"/>
                          </a:solidFill>
                          <a:effectLst/>
                          <a:latin typeface="Verdana" panose="020B0604030504040204" pitchFamily="34" charset="0"/>
                        </a:rPr>
                        <a:t>85</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8670"/>
                    </a:solidFill>
                  </a:tcPr>
                </a:tc>
                <a:tc>
                  <a:txBody>
                    <a:bodyPr/>
                    <a:lstStyle/>
                    <a:p>
                      <a:pPr algn="ctr" fontAlgn="ctr"/>
                      <a:r>
                        <a:rPr lang="en-US" sz="1050" b="0" i="0" u="none" strike="noStrike">
                          <a:solidFill>
                            <a:srgbClr val="000000"/>
                          </a:solidFill>
                          <a:effectLst/>
                          <a:latin typeface="Verdana" panose="020B0604030504040204" pitchFamily="34" charset="0"/>
                        </a:rPr>
                        <a:t>59</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7D6E"/>
                    </a:solidFill>
                  </a:tcPr>
                </a:tc>
                <a:tc>
                  <a:txBody>
                    <a:bodyPr/>
                    <a:lstStyle/>
                    <a:p>
                      <a:pPr algn="ctr" fontAlgn="ctr"/>
                      <a:r>
                        <a:rPr lang="en-US" sz="1050" b="0" i="0" u="none" strike="noStrike">
                          <a:solidFill>
                            <a:srgbClr val="000000"/>
                          </a:solidFill>
                          <a:effectLst/>
                          <a:latin typeface="Verdana" panose="020B0604030504040204" pitchFamily="34" charset="0"/>
                        </a:rPr>
                        <a:t>17</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E6C"/>
                    </a:solidFill>
                  </a:tcPr>
                </a:tc>
                <a:tc>
                  <a:txBody>
                    <a:bodyPr/>
                    <a:lstStyle/>
                    <a:p>
                      <a:pPr algn="ctr" fontAlgn="ctr"/>
                      <a:r>
                        <a:rPr lang="en-US" sz="1050" b="0" i="0" u="none" strike="noStrike">
                          <a:solidFill>
                            <a:srgbClr val="000000"/>
                          </a:solidFill>
                          <a:effectLst/>
                          <a:latin typeface="Verdana" panose="020B0604030504040204" pitchFamily="34" charset="0"/>
                        </a:rPr>
                        <a:t>22</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706C"/>
                    </a:solidFill>
                  </a:tcPr>
                </a:tc>
                <a:tc>
                  <a:txBody>
                    <a:bodyPr/>
                    <a:lstStyle/>
                    <a:p>
                      <a:pPr algn="ctr" fontAlgn="ctr"/>
                      <a:r>
                        <a:rPr lang="en-US" sz="1050" b="0" i="0" u="none" strike="noStrike">
                          <a:solidFill>
                            <a:srgbClr val="000000"/>
                          </a:solidFill>
                          <a:effectLst/>
                          <a:latin typeface="Verdana" panose="020B0604030504040204" pitchFamily="34" charset="0"/>
                        </a:rPr>
                        <a:t>69</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816F"/>
                    </a:solidFill>
                  </a:tcPr>
                </a:tc>
                <a:tc>
                  <a:txBody>
                    <a:bodyPr/>
                    <a:lstStyle/>
                    <a:p>
                      <a:pPr algn="ctr" fontAlgn="ctr"/>
                      <a:r>
                        <a:rPr lang="en-US" sz="1050" b="0" i="0" u="none" strike="noStrike">
                          <a:solidFill>
                            <a:srgbClr val="000000"/>
                          </a:solidFill>
                          <a:effectLst/>
                          <a:latin typeface="Verdana" panose="020B0604030504040204" pitchFamily="34" charset="0"/>
                        </a:rPr>
                        <a:t>92</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8971"/>
                    </a:solidFill>
                  </a:tcPr>
                </a:tc>
                <a:tc>
                  <a:txBody>
                    <a:bodyPr/>
                    <a:lstStyle/>
                    <a:p>
                      <a:pPr algn="ctr" fontAlgn="ctr"/>
                      <a:r>
                        <a:rPr lang="en-US" sz="1050" b="0" i="0" u="none" strike="noStrike">
                          <a:solidFill>
                            <a:srgbClr val="000000"/>
                          </a:solidFill>
                          <a:effectLst/>
                          <a:latin typeface="Verdana" panose="020B0604030504040204" pitchFamily="34" charset="0"/>
                        </a:rPr>
                        <a:t>76</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8370"/>
                    </a:solidFill>
                  </a:tcPr>
                </a:tc>
                <a:tc>
                  <a:txBody>
                    <a:bodyPr/>
                    <a:lstStyle/>
                    <a:p>
                      <a:pPr algn="ctr" fontAlgn="ctr"/>
                      <a:r>
                        <a:rPr lang="en-US" sz="1050" b="0" i="0" u="none" strike="noStrike">
                          <a:solidFill>
                            <a:srgbClr val="000000"/>
                          </a:solidFill>
                          <a:effectLst/>
                          <a:latin typeface="Verdana" panose="020B0604030504040204" pitchFamily="34" charset="0"/>
                        </a:rPr>
                        <a:t>2</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ctr" fontAlgn="ctr"/>
                      <a:r>
                        <a:rPr lang="en-US" sz="1050" b="0" i="0" u="none" strike="noStrike">
                          <a:solidFill>
                            <a:srgbClr val="000000"/>
                          </a:solidFill>
                          <a:effectLst/>
                          <a:latin typeface="Verdana" panose="020B0604030504040204" pitchFamily="34" charset="0"/>
                        </a:rPr>
                        <a:t>32</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746D"/>
                    </a:solidFill>
                  </a:tcPr>
                </a:tc>
                <a:tc>
                  <a:txBody>
                    <a:bodyPr/>
                    <a:lstStyle/>
                    <a:p>
                      <a:pPr algn="ctr" fontAlgn="ctr"/>
                      <a:r>
                        <a:rPr lang="en-US" sz="1050" b="0" i="0" u="none" strike="noStrike">
                          <a:solidFill>
                            <a:srgbClr val="000000"/>
                          </a:solidFill>
                          <a:effectLst/>
                          <a:latin typeface="Verdana" panose="020B0604030504040204" pitchFamily="34" charset="0"/>
                        </a:rPr>
                        <a:t>292</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D07E"/>
                    </a:solidFill>
                  </a:tcPr>
                </a:tc>
                <a:tc>
                  <a:txBody>
                    <a:bodyPr/>
                    <a:lstStyle/>
                    <a:p>
                      <a:pPr algn="ctr" fontAlgn="ctr"/>
                      <a:r>
                        <a:rPr lang="en-US" sz="1050" b="0" i="0" u="none" strike="noStrike">
                          <a:solidFill>
                            <a:srgbClr val="000000"/>
                          </a:solidFill>
                          <a:effectLst/>
                          <a:latin typeface="Verdana" panose="020B0604030504040204" pitchFamily="34" charset="0"/>
                        </a:rPr>
                        <a:t>391</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EA84"/>
                    </a:solidFill>
                  </a:tcPr>
                </a:tc>
                <a:tc>
                  <a:txBody>
                    <a:bodyPr/>
                    <a:lstStyle/>
                    <a:p>
                      <a:pPr algn="ctr" fontAlgn="ctr"/>
                      <a:r>
                        <a:rPr lang="en-US" sz="1050" b="0" i="0" u="none" strike="noStrike">
                          <a:solidFill>
                            <a:srgbClr val="000000"/>
                          </a:solidFill>
                          <a:effectLst/>
                          <a:latin typeface="Verdana" panose="020B0604030504040204" pitchFamily="34" charset="0"/>
                        </a:rPr>
                        <a:t>161</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175"/>
                    </a:solidFill>
                  </a:tcPr>
                </a:tc>
                <a:tc>
                  <a:txBody>
                    <a:bodyPr/>
                    <a:lstStyle/>
                    <a:p>
                      <a:pPr algn="ctr" fontAlgn="ctr"/>
                      <a:r>
                        <a:rPr lang="en-US" sz="1050" b="0" i="0" u="none" strike="noStrike">
                          <a:solidFill>
                            <a:srgbClr val="000000"/>
                          </a:solidFill>
                          <a:effectLst/>
                          <a:latin typeface="Verdana" panose="020B0604030504040204" pitchFamily="34" charset="0"/>
                        </a:rPr>
                        <a:t>240</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D7B"/>
                    </a:solidFill>
                  </a:tcPr>
                </a:tc>
                <a:tc>
                  <a:txBody>
                    <a:bodyPr/>
                    <a:lstStyle/>
                    <a:p>
                      <a:pPr algn="ctr" fontAlgn="ctr"/>
                      <a:r>
                        <a:rPr lang="en-US" sz="1050" b="0" i="0" u="none" strike="noStrike">
                          <a:solidFill>
                            <a:srgbClr val="000000"/>
                          </a:solidFill>
                          <a:effectLst/>
                          <a:latin typeface="Verdana" panose="020B0604030504040204" pitchFamily="34" charset="0"/>
                        </a:rPr>
                        <a:t>142</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9B74"/>
                    </a:solidFill>
                  </a:tcPr>
                </a:tc>
                <a:tc>
                  <a:txBody>
                    <a:bodyPr/>
                    <a:lstStyle/>
                    <a:p>
                      <a:pPr algn="ctr" fontAlgn="ctr"/>
                      <a:r>
                        <a:rPr lang="en-US" sz="1050" b="0" i="0" u="none" strike="noStrike">
                          <a:solidFill>
                            <a:srgbClr val="000000"/>
                          </a:solidFill>
                          <a:effectLst/>
                          <a:latin typeface="Verdana" panose="020B0604030504040204" pitchFamily="34" charset="0"/>
                        </a:rPr>
                        <a:t>223</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77A"/>
                    </a:solidFill>
                  </a:tcPr>
                </a:tc>
                <a:tc>
                  <a:txBody>
                    <a:bodyPr/>
                    <a:lstStyle/>
                    <a:p>
                      <a:pPr algn="ctr" fontAlgn="ctr"/>
                      <a:r>
                        <a:rPr lang="en-US" sz="1050" b="0" i="0" u="none" strike="noStrike">
                          <a:solidFill>
                            <a:srgbClr val="000000"/>
                          </a:solidFill>
                          <a:effectLst/>
                          <a:latin typeface="Verdana" panose="020B0604030504040204" pitchFamily="34" charset="0"/>
                        </a:rPr>
                        <a:t>292</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D07E"/>
                    </a:solidFill>
                  </a:tcPr>
                </a:tc>
                <a:tc>
                  <a:txBody>
                    <a:bodyPr/>
                    <a:lstStyle/>
                    <a:p>
                      <a:pPr algn="ctr" fontAlgn="ctr"/>
                      <a:r>
                        <a:rPr lang="en-US" sz="1050" b="0" i="0" u="none" strike="noStrike">
                          <a:solidFill>
                            <a:srgbClr val="000000"/>
                          </a:solidFill>
                          <a:effectLst/>
                          <a:latin typeface="Verdana" panose="020B0604030504040204" pitchFamily="34" charset="0"/>
                        </a:rPr>
                        <a:t>366</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A83"/>
                    </a:solidFill>
                  </a:tcPr>
                </a:tc>
                <a:extLst>
                  <a:ext uri="{0D108BD9-81ED-4DB2-BD59-A6C34878D82A}">
                    <a16:rowId xmlns:a16="http://schemas.microsoft.com/office/drawing/2014/main" val="394842279"/>
                  </a:ext>
                </a:extLst>
              </a:tr>
              <a:tr h="78313">
                <a:tc>
                  <a:txBody>
                    <a:bodyPr/>
                    <a:lstStyle/>
                    <a:p>
                      <a:pPr algn="ctr" fontAlgn="b"/>
                      <a:r>
                        <a:rPr lang="en-US" sz="1050" b="1" i="0" u="none" strike="noStrike">
                          <a:solidFill>
                            <a:srgbClr val="000000"/>
                          </a:solidFill>
                          <a:effectLst/>
                          <a:latin typeface="Verdana" panose="020B0604030504040204" pitchFamily="34" charset="0"/>
                        </a:rPr>
                        <a:t>12:00</a:t>
                      </a:r>
                    </a:p>
                  </a:txBody>
                  <a:tcPr marL="3877" marR="3877" marT="38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Verdana" panose="020B0604030504040204" pitchFamily="34" charset="0"/>
                        </a:rPr>
                        <a:t>533</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BE182"/>
                    </a:solidFill>
                  </a:tcPr>
                </a:tc>
                <a:tc>
                  <a:txBody>
                    <a:bodyPr/>
                    <a:lstStyle/>
                    <a:p>
                      <a:pPr algn="ctr" fontAlgn="ctr"/>
                      <a:r>
                        <a:rPr lang="en-US" sz="1050" b="0" i="0" u="none" strike="noStrike">
                          <a:solidFill>
                            <a:srgbClr val="000000"/>
                          </a:solidFill>
                          <a:effectLst/>
                          <a:latin typeface="Verdana" panose="020B0604030504040204" pitchFamily="34" charset="0"/>
                        </a:rPr>
                        <a:t>477</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583"/>
                    </a:solidFill>
                  </a:tcPr>
                </a:tc>
                <a:tc>
                  <a:txBody>
                    <a:bodyPr/>
                    <a:lstStyle/>
                    <a:p>
                      <a:pPr algn="ctr" fontAlgn="ctr"/>
                      <a:r>
                        <a:rPr lang="en-US" sz="1050" b="0" i="0" u="none" strike="noStrike">
                          <a:solidFill>
                            <a:srgbClr val="000000"/>
                          </a:solidFill>
                          <a:effectLst/>
                          <a:latin typeface="Verdana" panose="020B0604030504040204" pitchFamily="34" charset="0"/>
                        </a:rPr>
                        <a:t>547</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E082"/>
                    </a:solidFill>
                  </a:tcPr>
                </a:tc>
                <a:tc>
                  <a:txBody>
                    <a:bodyPr/>
                    <a:lstStyle/>
                    <a:p>
                      <a:pPr algn="ctr" fontAlgn="ctr"/>
                      <a:r>
                        <a:rPr lang="en-US" sz="1050" b="0" i="0" u="none" strike="noStrike">
                          <a:solidFill>
                            <a:srgbClr val="000000"/>
                          </a:solidFill>
                          <a:effectLst/>
                          <a:latin typeface="Verdana" panose="020B0604030504040204" pitchFamily="34" charset="0"/>
                        </a:rPr>
                        <a:t>373</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B84"/>
                    </a:solidFill>
                  </a:tcPr>
                </a:tc>
                <a:tc>
                  <a:txBody>
                    <a:bodyPr/>
                    <a:lstStyle/>
                    <a:p>
                      <a:pPr algn="ctr" fontAlgn="ctr"/>
                      <a:r>
                        <a:rPr lang="en-US" sz="1050" b="0" i="0" u="none" strike="noStrike">
                          <a:solidFill>
                            <a:srgbClr val="000000"/>
                          </a:solidFill>
                          <a:effectLst/>
                          <a:latin typeface="Verdana" panose="020B0604030504040204" pitchFamily="34" charset="0"/>
                        </a:rPr>
                        <a:t>522</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EE283"/>
                    </a:solidFill>
                  </a:tcPr>
                </a:tc>
                <a:tc>
                  <a:txBody>
                    <a:bodyPr/>
                    <a:lstStyle/>
                    <a:p>
                      <a:pPr algn="ctr" fontAlgn="ctr"/>
                      <a:r>
                        <a:rPr lang="en-US" sz="1050" b="0" i="0" u="none" strike="noStrike">
                          <a:solidFill>
                            <a:srgbClr val="000000"/>
                          </a:solidFill>
                          <a:effectLst/>
                          <a:latin typeface="Verdana" panose="020B0604030504040204" pitchFamily="34" charset="0"/>
                        </a:rPr>
                        <a:t>704</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6D680"/>
                    </a:solidFill>
                  </a:tcPr>
                </a:tc>
                <a:tc>
                  <a:txBody>
                    <a:bodyPr/>
                    <a:lstStyle/>
                    <a:p>
                      <a:pPr algn="ctr" fontAlgn="ctr"/>
                      <a:r>
                        <a:rPr lang="en-US" sz="1050" b="0" i="0" u="none" strike="noStrike">
                          <a:solidFill>
                            <a:srgbClr val="000000"/>
                          </a:solidFill>
                          <a:effectLst/>
                          <a:latin typeface="Verdana" panose="020B0604030504040204" pitchFamily="34" charset="0"/>
                        </a:rPr>
                        <a:t>730</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0D580"/>
                    </a:solidFill>
                  </a:tcPr>
                </a:tc>
                <a:tc>
                  <a:txBody>
                    <a:bodyPr/>
                    <a:lstStyle/>
                    <a:p>
                      <a:pPr algn="ctr" fontAlgn="ctr"/>
                      <a:r>
                        <a:rPr lang="en-US" sz="1050" b="0" i="0" u="none" strike="noStrike">
                          <a:solidFill>
                            <a:srgbClr val="000000"/>
                          </a:solidFill>
                          <a:effectLst/>
                          <a:latin typeface="Verdana" panose="020B0604030504040204" pitchFamily="34" charset="0"/>
                        </a:rPr>
                        <a:t>739</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ED480"/>
                    </a:solidFill>
                  </a:tcPr>
                </a:tc>
                <a:tc>
                  <a:txBody>
                    <a:bodyPr/>
                    <a:lstStyle/>
                    <a:p>
                      <a:pPr algn="ctr" fontAlgn="ctr"/>
                      <a:r>
                        <a:rPr lang="en-US" sz="1050" b="0" i="0" u="none" strike="noStrike">
                          <a:solidFill>
                            <a:srgbClr val="000000"/>
                          </a:solidFill>
                          <a:effectLst/>
                          <a:latin typeface="Verdana" panose="020B0604030504040204" pitchFamily="34" charset="0"/>
                        </a:rPr>
                        <a:t>686</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AD780"/>
                    </a:solidFill>
                  </a:tcPr>
                </a:tc>
                <a:tc>
                  <a:txBody>
                    <a:bodyPr/>
                    <a:lstStyle/>
                    <a:p>
                      <a:pPr algn="ctr" fontAlgn="ctr"/>
                      <a:r>
                        <a:rPr lang="en-US" sz="1050" b="0" i="0" u="none" strike="noStrike">
                          <a:solidFill>
                            <a:srgbClr val="000000"/>
                          </a:solidFill>
                          <a:effectLst/>
                          <a:latin typeface="Verdana" panose="020B0604030504040204" pitchFamily="34" charset="0"/>
                        </a:rPr>
                        <a:t>430</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E884"/>
                    </a:solidFill>
                  </a:tcPr>
                </a:tc>
                <a:tc>
                  <a:txBody>
                    <a:bodyPr/>
                    <a:lstStyle/>
                    <a:p>
                      <a:pPr algn="ctr" fontAlgn="ctr"/>
                      <a:r>
                        <a:rPr lang="en-US" sz="1050" b="0" i="0" u="none" strike="noStrike">
                          <a:solidFill>
                            <a:srgbClr val="000000"/>
                          </a:solidFill>
                          <a:effectLst/>
                          <a:latin typeface="Verdana" panose="020B0604030504040204" pitchFamily="34" charset="0"/>
                        </a:rPr>
                        <a:t>249</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C07B"/>
                    </a:solidFill>
                  </a:tcPr>
                </a:tc>
                <a:tc>
                  <a:txBody>
                    <a:bodyPr/>
                    <a:lstStyle/>
                    <a:p>
                      <a:pPr algn="ctr" fontAlgn="ctr"/>
                      <a:r>
                        <a:rPr lang="en-US" sz="1050" b="0" i="0" u="none" strike="noStrike">
                          <a:solidFill>
                            <a:srgbClr val="000000"/>
                          </a:solidFill>
                          <a:effectLst/>
                          <a:latin typeface="Verdana" panose="020B0604030504040204" pitchFamily="34" charset="0"/>
                        </a:rPr>
                        <a:t>176</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776"/>
                    </a:solidFill>
                  </a:tcPr>
                </a:tc>
                <a:tc>
                  <a:txBody>
                    <a:bodyPr/>
                    <a:lstStyle/>
                    <a:p>
                      <a:pPr algn="ctr" fontAlgn="ctr"/>
                      <a:r>
                        <a:rPr lang="en-US" sz="1050" b="0" i="0" u="none" strike="noStrike">
                          <a:solidFill>
                            <a:srgbClr val="000000"/>
                          </a:solidFill>
                          <a:effectLst/>
                          <a:latin typeface="Verdana" panose="020B0604030504040204" pitchFamily="34" charset="0"/>
                        </a:rPr>
                        <a:t>132</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9773"/>
                    </a:solidFill>
                  </a:tcPr>
                </a:tc>
                <a:tc>
                  <a:txBody>
                    <a:bodyPr/>
                    <a:lstStyle/>
                    <a:p>
                      <a:pPr algn="ctr" fontAlgn="ctr"/>
                      <a:r>
                        <a:rPr lang="en-US" sz="1050" b="0" i="0" u="none" strike="noStrike">
                          <a:solidFill>
                            <a:srgbClr val="000000"/>
                          </a:solidFill>
                          <a:effectLst/>
                          <a:latin typeface="Verdana" panose="020B0604030504040204" pitchFamily="34" charset="0"/>
                        </a:rPr>
                        <a:t>194</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D78"/>
                    </a:solidFill>
                  </a:tcPr>
                </a:tc>
                <a:tc>
                  <a:txBody>
                    <a:bodyPr/>
                    <a:lstStyle/>
                    <a:p>
                      <a:pPr algn="ctr" fontAlgn="ctr"/>
                      <a:r>
                        <a:rPr lang="en-US" sz="1050" b="0" i="0" u="none" strike="noStrike">
                          <a:solidFill>
                            <a:srgbClr val="000000"/>
                          </a:solidFill>
                          <a:effectLst/>
                          <a:latin typeface="Verdana" panose="020B0604030504040204" pitchFamily="34" charset="0"/>
                        </a:rPr>
                        <a:t>94</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8A71"/>
                    </a:solidFill>
                  </a:tcPr>
                </a:tc>
                <a:tc>
                  <a:txBody>
                    <a:bodyPr/>
                    <a:lstStyle/>
                    <a:p>
                      <a:pPr algn="ctr" fontAlgn="ctr"/>
                      <a:r>
                        <a:rPr lang="en-US" sz="1050" b="0" i="0" u="none" strike="noStrike">
                          <a:solidFill>
                            <a:srgbClr val="000000"/>
                          </a:solidFill>
                          <a:effectLst/>
                          <a:latin typeface="Verdana" panose="020B0604030504040204" pitchFamily="34" charset="0"/>
                        </a:rPr>
                        <a:t>17</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E6C"/>
                    </a:solidFill>
                  </a:tcPr>
                </a:tc>
                <a:tc>
                  <a:txBody>
                    <a:bodyPr/>
                    <a:lstStyle/>
                    <a:p>
                      <a:pPr algn="ctr" fontAlgn="ctr"/>
                      <a:r>
                        <a:rPr lang="en-US" sz="1050" b="0" i="0" u="none" strike="noStrike">
                          <a:solidFill>
                            <a:srgbClr val="000000"/>
                          </a:solidFill>
                          <a:effectLst/>
                          <a:latin typeface="Verdana" panose="020B0604030504040204" pitchFamily="34" charset="0"/>
                        </a:rPr>
                        <a:t>2</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ctr" fontAlgn="ctr"/>
                      <a:r>
                        <a:rPr lang="en-US" sz="1050" b="0" i="0" u="none" strike="noStrike">
                          <a:solidFill>
                            <a:srgbClr val="000000"/>
                          </a:solidFill>
                          <a:effectLst/>
                          <a:latin typeface="Verdana" panose="020B0604030504040204" pitchFamily="34" charset="0"/>
                        </a:rPr>
                        <a:t>13</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D6B"/>
                    </a:solidFill>
                  </a:tcPr>
                </a:tc>
                <a:tc>
                  <a:txBody>
                    <a:bodyPr/>
                    <a:lstStyle/>
                    <a:p>
                      <a:pPr algn="ctr" fontAlgn="ctr"/>
                      <a:r>
                        <a:rPr lang="en-US" sz="1050" b="0" i="0" u="none" strike="noStrike">
                          <a:solidFill>
                            <a:srgbClr val="000000"/>
                          </a:solidFill>
                          <a:effectLst/>
                          <a:latin typeface="Verdana" panose="020B0604030504040204" pitchFamily="34" charset="0"/>
                        </a:rPr>
                        <a:t>7</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B6B"/>
                    </a:solidFill>
                  </a:tcPr>
                </a:tc>
                <a:tc>
                  <a:txBody>
                    <a:bodyPr/>
                    <a:lstStyle/>
                    <a:p>
                      <a:pPr algn="ctr" fontAlgn="ctr"/>
                      <a:r>
                        <a:rPr lang="en-US" sz="1050" b="0" i="0" u="none" strike="noStrike">
                          <a:solidFill>
                            <a:srgbClr val="000000"/>
                          </a:solidFill>
                          <a:effectLst/>
                          <a:latin typeface="Verdana" panose="020B0604030504040204" pitchFamily="34" charset="0"/>
                        </a:rPr>
                        <a:t>138</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9974"/>
                    </a:solidFill>
                  </a:tcPr>
                </a:tc>
                <a:tc>
                  <a:txBody>
                    <a:bodyPr/>
                    <a:lstStyle/>
                    <a:p>
                      <a:pPr algn="ctr" fontAlgn="ctr"/>
                      <a:r>
                        <a:rPr lang="en-US" sz="1050" b="0" i="0" u="none" strike="noStrike">
                          <a:solidFill>
                            <a:srgbClr val="000000"/>
                          </a:solidFill>
                          <a:effectLst/>
                          <a:latin typeface="Verdana" panose="020B0604030504040204" pitchFamily="34" charset="0"/>
                        </a:rPr>
                        <a:t>2</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ctr" fontAlgn="ctr"/>
                      <a:r>
                        <a:rPr lang="en-US" sz="1050" b="0" i="0" u="none" strike="noStrike">
                          <a:solidFill>
                            <a:srgbClr val="000000"/>
                          </a:solidFill>
                          <a:effectLst/>
                          <a:latin typeface="Verdana" panose="020B0604030504040204" pitchFamily="34" charset="0"/>
                        </a:rPr>
                        <a:t>18</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F6C"/>
                    </a:solidFill>
                  </a:tcPr>
                </a:tc>
                <a:tc>
                  <a:txBody>
                    <a:bodyPr/>
                    <a:lstStyle/>
                    <a:p>
                      <a:pPr algn="ctr" fontAlgn="ctr"/>
                      <a:r>
                        <a:rPr lang="en-US" sz="1050" b="0" i="0" u="none" strike="noStrike">
                          <a:solidFill>
                            <a:srgbClr val="000000"/>
                          </a:solidFill>
                          <a:effectLst/>
                          <a:latin typeface="Verdana" panose="020B0604030504040204" pitchFamily="34" charset="0"/>
                        </a:rPr>
                        <a:t>292</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D07E"/>
                    </a:solidFill>
                  </a:tcPr>
                </a:tc>
                <a:tc>
                  <a:txBody>
                    <a:bodyPr/>
                    <a:lstStyle/>
                    <a:p>
                      <a:pPr algn="ctr" fontAlgn="ctr"/>
                      <a:r>
                        <a:rPr lang="en-US" sz="1050" b="0" i="0" u="none" strike="noStrike">
                          <a:solidFill>
                            <a:srgbClr val="000000"/>
                          </a:solidFill>
                          <a:effectLst/>
                          <a:latin typeface="Verdana" panose="020B0604030504040204" pitchFamily="34" charset="0"/>
                        </a:rPr>
                        <a:t>333</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DE81"/>
                    </a:solidFill>
                  </a:tcPr>
                </a:tc>
                <a:tc>
                  <a:txBody>
                    <a:bodyPr/>
                    <a:lstStyle/>
                    <a:p>
                      <a:pPr algn="ctr" fontAlgn="ctr"/>
                      <a:r>
                        <a:rPr lang="en-US" sz="1050" b="0" i="0" u="none" strike="noStrike">
                          <a:solidFill>
                            <a:srgbClr val="000000"/>
                          </a:solidFill>
                          <a:effectLst/>
                          <a:latin typeface="Verdana" panose="020B0604030504040204" pitchFamily="34" charset="0"/>
                        </a:rPr>
                        <a:t>178</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777"/>
                    </a:solidFill>
                  </a:tcPr>
                </a:tc>
                <a:tc>
                  <a:txBody>
                    <a:bodyPr/>
                    <a:lstStyle/>
                    <a:p>
                      <a:pPr algn="ctr" fontAlgn="ctr"/>
                      <a:r>
                        <a:rPr lang="en-US" sz="1050" b="0" i="0" u="none" strike="noStrike">
                          <a:solidFill>
                            <a:srgbClr val="000000"/>
                          </a:solidFill>
                          <a:effectLst/>
                          <a:latin typeface="Verdana" panose="020B0604030504040204" pitchFamily="34" charset="0"/>
                        </a:rPr>
                        <a:t>264</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C67C"/>
                    </a:solidFill>
                  </a:tcPr>
                </a:tc>
                <a:tc>
                  <a:txBody>
                    <a:bodyPr/>
                    <a:lstStyle/>
                    <a:p>
                      <a:pPr algn="ctr" fontAlgn="ctr"/>
                      <a:r>
                        <a:rPr lang="en-US" sz="1050" b="0" i="0" u="none" strike="noStrike">
                          <a:solidFill>
                            <a:srgbClr val="000000"/>
                          </a:solidFill>
                          <a:effectLst/>
                          <a:latin typeface="Verdana" panose="020B0604030504040204" pitchFamily="34" charset="0"/>
                        </a:rPr>
                        <a:t>216</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579"/>
                    </a:solidFill>
                  </a:tcPr>
                </a:tc>
                <a:tc>
                  <a:txBody>
                    <a:bodyPr/>
                    <a:lstStyle/>
                    <a:p>
                      <a:pPr algn="ctr" fontAlgn="ctr"/>
                      <a:r>
                        <a:rPr lang="en-US" sz="1050" b="0" i="0" u="none" strike="noStrike">
                          <a:solidFill>
                            <a:srgbClr val="000000"/>
                          </a:solidFill>
                          <a:effectLst/>
                          <a:latin typeface="Verdana" panose="020B0604030504040204" pitchFamily="34" charset="0"/>
                        </a:rPr>
                        <a:t>460</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E683"/>
                    </a:solidFill>
                  </a:tcPr>
                </a:tc>
                <a:tc>
                  <a:txBody>
                    <a:bodyPr/>
                    <a:lstStyle/>
                    <a:p>
                      <a:pPr algn="ctr" fontAlgn="ctr"/>
                      <a:r>
                        <a:rPr lang="en-US" sz="1050" b="0" i="0" u="none" strike="noStrike">
                          <a:solidFill>
                            <a:srgbClr val="000000"/>
                          </a:solidFill>
                          <a:effectLst/>
                          <a:latin typeface="Verdana" panose="020B0604030504040204" pitchFamily="34" charset="0"/>
                        </a:rPr>
                        <a:t>309</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D67F"/>
                    </a:solidFill>
                  </a:tcPr>
                </a:tc>
                <a:tc>
                  <a:txBody>
                    <a:bodyPr/>
                    <a:lstStyle/>
                    <a:p>
                      <a:pPr algn="ctr" fontAlgn="ctr"/>
                      <a:r>
                        <a:rPr lang="en-US" sz="1050" b="0" i="0" u="none" strike="noStrike">
                          <a:solidFill>
                            <a:srgbClr val="000000"/>
                          </a:solidFill>
                          <a:effectLst/>
                          <a:latin typeface="Verdana" panose="020B0604030504040204" pitchFamily="34" charset="0"/>
                        </a:rPr>
                        <a:t>387</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A84"/>
                    </a:solidFill>
                  </a:tcPr>
                </a:tc>
                <a:extLst>
                  <a:ext uri="{0D108BD9-81ED-4DB2-BD59-A6C34878D82A}">
                    <a16:rowId xmlns:a16="http://schemas.microsoft.com/office/drawing/2014/main" val="1486829336"/>
                  </a:ext>
                </a:extLst>
              </a:tr>
              <a:tr h="78313">
                <a:tc>
                  <a:txBody>
                    <a:bodyPr/>
                    <a:lstStyle/>
                    <a:p>
                      <a:pPr algn="ctr" fontAlgn="b"/>
                      <a:r>
                        <a:rPr lang="en-US" sz="1050" b="1" i="0" u="none" strike="noStrike">
                          <a:solidFill>
                            <a:srgbClr val="000000"/>
                          </a:solidFill>
                          <a:effectLst/>
                          <a:latin typeface="Verdana" panose="020B0604030504040204" pitchFamily="34" charset="0"/>
                        </a:rPr>
                        <a:t>13:00</a:t>
                      </a:r>
                    </a:p>
                  </a:txBody>
                  <a:tcPr marL="3877" marR="3877" marT="38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Verdana" panose="020B0604030504040204" pitchFamily="34" charset="0"/>
                        </a:rPr>
                        <a:t>533</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BE182"/>
                    </a:solidFill>
                  </a:tcPr>
                </a:tc>
                <a:tc>
                  <a:txBody>
                    <a:bodyPr/>
                    <a:lstStyle/>
                    <a:p>
                      <a:pPr algn="ctr" fontAlgn="ctr"/>
                      <a:r>
                        <a:rPr lang="en-US" sz="1050" b="0" i="0" u="none" strike="noStrike">
                          <a:solidFill>
                            <a:srgbClr val="000000"/>
                          </a:solidFill>
                          <a:effectLst/>
                          <a:latin typeface="Verdana" panose="020B0604030504040204" pitchFamily="34" charset="0"/>
                        </a:rPr>
                        <a:t>498</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3E383"/>
                    </a:solidFill>
                  </a:tcPr>
                </a:tc>
                <a:tc>
                  <a:txBody>
                    <a:bodyPr/>
                    <a:lstStyle/>
                    <a:p>
                      <a:pPr algn="ctr" fontAlgn="ctr"/>
                      <a:r>
                        <a:rPr lang="en-US" sz="1050" b="0" i="0" u="none" strike="noStrike">
                          <a:solidFill>
                            <a:srgbClr val="000000"/>
                          </a:solidFill>
                          <a:effectLst/>
                          <a:latin typeface="Verdana" panose="020B0604030504040204" pitchFamily="34" charset="0"/>
                        </a:rPr>
                        <a:t>571</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3DF82"/>
                    </a:solidFill>
                  </a:tcPr>
                </a:tc>
                <a:tc>
                  <a:txBody>
                    <a:bodyPr/>
                    <a:lstStyle/>
                    <a:p>
                      <a:pPr algn="ctr" fontAlgn="ctr"/>
                      <a:r>
                        <a:rPr lang="en-US" sz="1050" b="0" i="0" u="none" strike="noStrike">
                          <a:solidFill>
                            <a:srgbClr val="000000"/>
                          </a:solidFill>
                          <a:effectLst/>
                          <a:latin typeface="Verdana" panose="020B0604030504040204" pitchFamily="34" charset="0"/>
                        </a:rPr>
                        <a:t>492</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4E483"/>
                    </a:solidFill>
                  </a:tcPr>
                </a:tc>
                <a:tc>
                  <a:txBody>
                    <a:bodyPr/>
                    <a:lstStyle/>
                    <a:p>
                      <a:pPr algn="ctr" fontAlgn="ctr"/>
                      <a:r>
                        <a:rPr lang="en-US" sz="1050" b="0" i="0" u="none" strike="noStrike">
                          <a:solidFill>
                            <a:srgbClr val="000000"/>
                          </a:solidFill>
                          <a:effectLst/>
                          <a:latin typeface="Verdana" panose="020B0604030504040204" pitchFamily="34" charset="0"/>
                        </a:rPr>
                        <a:t>593</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EDD82"/>
                    </a:solidFill>
                  </a:tcPr>
                </a:tc>
                <a:tc>
                  <a:txBody>
                    <a:bodyPr/>
                    <a:lstStyle/>
                    <a:p>
                      <a:pPr algn="ctr" fontAlgn="ctr"/>
                      <a:r>
                        <a:rPr lang="en-US" sz="1050" b="0" i="0" u="none" strike="noStrike">
                          <a:solidFill>
                            <a:srgbClr val="000000"/>
                          </a:solidFill>
                          <a:effectLst/>
                          <a:latin typeface="Verdana" panose="020B0604030504040204" pitchFamily="34" charset="0"/>
                        </a:rPr>
                        <a:t>753</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BD380"/>
                    </a:solidFill>
                  </a:tcPr>
                </a:tc>
                <a:tc>
                  <a:txBody>
                    <a:bodyPr/>
                    <a:lstStyle/>
                    <a:p>
                      <a:pPr algn="ctr" fontAlgn="ctr"/>
                      <a:r>
                        <a:rPr lang="en-US" sz="1050" b="0" i="0" u="none" strike="noStrike">
                          <a:solidFill>
                            <a:srgbClr val="000000"/>
                          </a:solidFill>
                          <a:effectLst/>
                          <a:latin typeface="Verdana" panose="020B0604030504040204" pitchFamily="34" charset="0"/>
                        </a:rPr>
                        <a:t>696</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D780"/>
                    </a:solidFill>
                  </a:tcPr>
                </a:tc>
                <a:tc>
                  <a:txBody>
                    <a:bodyPr/>
                    <a:lstStyle/>
                    <a:p>
                      <a:pPr algn="ctr" fontAlgn="ctr"/>
                      <a:r>
                        <a:rPr lang="en-US" sz="1050" b="0" i="0" u="none" strike="noStrike">
                          <a:solidFill>
                            <a:srgbClr val="000000"/>
                          </a:solidFill>
                          <a:effectLst/>
                          <a:latin typeface="Verdana" panose="020B0604030504040204" pitchFamily="34" charset="0"/>
                        </a:rPr>
                        <a:t>829</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BCE7F"/>
                    </a:solidFill>
                  </a:tcPr>
                </a:tc>
                <a:tc>
                  <a:txBody>
                    <a:bodyPr/>
                    <a:lstStyle/>
                    <a:p>
                      <a:pPr algn="ctr" fontAlgn="ctr"/>
                      <a:r>
                        <a:rPr lang="en-US" sz="1050" b="0" i="0" u="none" strike="noStrike">
                          <a:solidFill>
                            <a:srgbClr val="000000"/>
                          </a:solidFill>
                          <a:effectLst/>
                          <a:latin typeface="Verdana" panose="020B0604030504040204" pitchFamily="34" charset="0"/>
                        </a:rPr>
                        <a:t>698</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D780"/>
                    </a:solidFill>
                  </a:tcPr>
                </a:tc>
                <a:tc>
                  <a:txBody>
                    <a:bodyPr/>
                    <a:lstStyle/>
                    <a:p>
                      <a:pPr algn="ctr" fontAlgn="ctr"/>
                      <a:r>
                        <a:rPr lang="en-US" sz="1050" b="0" i="0" u="none" strike="noStrike">
                          <a:solidFill>
                            <a:srgbClr val="000000"/>
                          </a:solidFill>
                          <a:effectLst/>
                          <a:latin typeface="Verdana" panose="020B0604030504040204" pitchFamily="34" charset="0"/>
                        </a:rPr>
                        <a:t>464</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E583"/>
                    </a:solidFill>
                  </a:tcPr>
                </a:tc>
                <a:tc>
                  <a:txBody>
                    <a:bodyPr/>
                    <a:lstStyle/>
                    <a:p>
                      <a:pPr algn="ctr" fontAlgn="ctr"/>
                      <a:r>
                        <a:rPr lang="en-US" sz="1050" b="0" i="0" u="none" strike="noStrike">
                          <a:solidFill>
                            <a:srgbClr val="000000"/>
                          </a:solidFill>
                          <a:effectLst/>
                          <a:latin typeface="Verdana" panose="020B0604030504040204" pitchFamily="34" charset="0"/>
                        </a:rPr>
                        <a:t>329</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DD81"/>
                    </a:solidFill>
                  </a:tcPr>
                </a:tc>
                <a:tc>
                  <a:txBody>
                    <a:bodyPr/>
                    <a:lstStyle/>
                    <a:p>
                      <a:pPr algn="ctr" fontAlgn="ctr"/>
                      <a:r>
                        <a:rPr lang="en-US" sz="1050" b="0" i="0" u="none" strike="noStrike">
                          <a:solidFill>
                            <a:srgbClr val="000000"/>
                          </a:solidFill>
                          <a:effectLst/>
                          <a:latin typeface="Verdana" panose="020B0604030504040204" pitchFamily="34" charset="0"/>
                        </a:rPr>
                        <a:t>256</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C37C"/>
                    </a:solidFill>
                  </a:tcPr>
                </a:tc>
                <a:tc>
                  <a:txBody>
                    <a:bodyPr/>
                    <a:lstStyle/>
                    <a:p>
                      <a:pPr algn="ctr" fontAlgn="ctr"/>
                      <a:r>
                        <a:rPr lang="en-US" sz="1050" b="0" i="0" u="none" strike="noStrike">
                          <a:solidFill>
                            <a:srgbClr val="000000"/>
                          </a:solidFill>
                          <a:effectLst/>
                          <a:latin typeface="Verdana" panose="020B0604030504040204" pitchFamily="34" charset="0"/>
                        </a:rPr>
                        <a:t>261</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C57C"/>
                    </a:solidFill>
                  </a:tcPr>
                </a:tc>
                <a:tc>
                  <a:txBody>
                    <a:bodyPr/>
                    <a:lstStyle/>
                    <a:p>
                      <a:pPr algn="ctr" fontAlgn="ctr"/>
                      <a:r>
                        <a:rPr lang="en-US" sz="1050" b="0" i="0" u="none" strike="noStrike">
                          <a:solidFill>
                            <a:srgbClr val="000000"/>
                          </a:solidFill>
                          <a:effectLst/>
                          <a:latin typeface="Verdana" panose="020B0604030504040204" pitchFamily="34" charset="0"/>
                        </a:rPr>
                        <a:t>214</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479"/>
                    </a:solidFill>
                  </a:tcPr>
                </a:tc>
                <a:tc>
                  <a:txBody>
                    <a:bodyPr/>
                    <a:lstStyle/>
                    <a:p>
                      <a:pPr algn="ctr" fontAlgn="ctr"/>
                      <a:r>
                        <a:rPr lang="en-US" sz="1050" b="0" i="0" u="none" strike="noStrike">
                          <a:solidFill>
                            <a:srgbClr val="000000"/>
                          </a:solidFill>
                          <a:effectLst/>
                          <a:latin typeface="Verdana" panose="020B0604030504040204" pitchFamily="34" charset="0"/>
                        </a:rPr>
                        <a:t>133</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9774"/>
                    </a:solidFill>
                  </a:tcPr>
                </a:tc>
                <a:tc>
                  <a:txBody>
                    <a:bodyPr/>
                    <a:lstStyle/>
                    <a:p>
                      <a:pPr algn="ctr" fontAlgn="ctr"/>
                      <a:r>
                        <a:rPr lang="en-US" sz="1050" b="0" i="0" u="none" strike="noStrike">
                          <a:solidFill>
                            <a:srgbClr val="000000"/>
                          </a:solidFill>
                          <a:effectLst/>
                          <a:latin typeface="Verdana" panose="020B0604030504040204" pitchFamily="34" charset="0"/>
                        </a:rPr>
                        <a:t>17</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E6C"/>
                    </a:solidFill>
                  </a:tcPr>
                </a:tc>
                <a:tc>
                  <a:txBody>
                    <a:bodyPr/>
                    <a:lstStyle/>
                    <a:p>
                      <a:pPr algn="ctr" fontAlgn="ctr"/>
                      <a:r>
                        <a:rPr lang="en-US" sz="1050" b="0" i="0" u="none" strike="noStrike">
                          <a:solidFill>
                            <a:srgbClr val="000000"/>
                          </a:solidFill>
                          <a:effectLst/>
                          <a:latin typeface="Verdana" panose="020B0604030504040204" pitchFamily="34" charset="0"/>
                        </a:rPr>
                        <a:t>2</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ctr" fontAlgn="ctr"/>
                      <a:r>
                        <a:rPr lang="en-US" sz="1050" b="0" i="0" u="none" strike="noStrike">
                          <a:solidFill>
                            <a:srgbClr val="000000"/>
                          </a:solidFill>
                          <a:effectLst/>
                          <a:latin typeface="Verdana" panose="020B0604030504040204" pitchFamily="34" charset="0"/>
                        </a:rPr>
                        <a:t>3</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A6B"/>
                    </a:solidFill>
                  </a:tcPr>
                </a:tc>
                <a:tc>
                  <a:txBody>
                    <a:bodyPr/>
                    <a:lstStyle/>
                    <a:p>
                      <a:pPr algn="ctr" fontAlgn="ctr"/>
                      <a:r>
                        <a:rPr lang="en-US" sz="1050" b="0" i="0" u="none" strike="noStrike">
                          <a:solidFill>
                            <a:srgbClr val="000000"/>
                          </a:solidFill>
                          <a:effectLst/>
                          <a:latin typeface="Verdana" panose="020B0604030504040204" pitchFamily="34" charset="0"/>
                        </a:rPr>
                        <a:t>29</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736C"/>
                    </a:solidFill>
                  </a:tcPr>
                </a:tc>
                <a:tc>
                  <a:txBody>
                    <a:bodyPr/>
                    <a:lstStyle/>
                    <a:p>
                      <a:pPr algn="ctr" fontAlgn="ctr"/>
                      <a:r>
                        <a:rPr lang="en-US" sz="1050" b="0" i="0" u="none" strike="noStrike">
                          <a:solidFill>
                            <a:srgbClr val="000000"/>
                          </a:solidFill>
                          <a:effectLst/>
                          <a:latin typeface="Verdana" panose="020B0604030504040204" pitchFamily="34" charset="0"/>
                        </a:rPr>
                        <a:t>80</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8570"/>
                    </a:solidFill>
                  </a:tcPr>
                </a:tc>
                <a:tc>
                  <a:txBody>
                    <a:bodyPr/>
                    <a:lstStyle/>
                    <a:p>
                      <a:pPr algn="ctr" fontAlgn="ctr"/>
                      <a:r>
                        <a:rPr lang="en-US" sz="1050" b="0" i="0" u="none" strike="noStrike">
                          <a:solidFill>
                            <a:srgbClr val="000000"/>
                          </a:solidFill>
                          <a:effectLst/>
                          <a:latin typeface="Verdana" panose="020B0604030504040204" pitchFamily="34" charset="0"/>
                        </a:rPr>
                        <a:t>61</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7E6F"/>
                    </a:solidFill>
                  </a:tcPr>
                </a:tc>
                <a:tc>
                  <a:txBody>
                    <a:bodyPr/>
                    <a:lstStyle/>
                    <a:p>
                      <a:pPr algn="ctr" fontAlgn="ctr"/>
                      <a:r>
                        <a:rPr lang="en-US" sz="1050" b="0" i="0" u="none" strike="noStrike">
                          <a:solidFill>
                            <a:srgbClr val="000000"/>
                          </a:solidFill>
                          <a:effectLst/>
                          <a:latin typeface="Verdana" panose="020B0604030504040204" pitchFamily="34" charset="0"/>
                        </a:rPr>
                        <a:t>61</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7E6F"/>
                    </a:solidFill>
                  </a:tcPr>
                </a:tc>
                <a:tc>
                  <a:txBody>
                    <a:bodyPr/>
                    <a:lstStyle/>
                    <a:p>
                      <a:pPr algn="ctr" fontAlgn="ctr"/>
                      <a:r>
                        <a:rPr lang="en-US" sz="1050" b="0" i="0" u="none" strike="noStrike">
                          <a:solidFill>
                            <a:srgbClr val="000000"/>
                          </a:solidFill>
                          <a:effectLst/>
                          <a:latin typeface="Verdana" panose="020B0604030504040204" pitchFamily="34" charset="0"/>
                        </a:rPr>
                        <a:t>306</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D57F"/>
                    </a:solidFill>
                  </a:tcPr>
                </a:tc>
                <a:tc>
                  <a:txBody>
                    <a:bodyPr/>
                    <a:lstStyle/>
                    <a:p>
                      <a:pPr algn="ctr" fontAlgn="ctr"/>
                      <a:r>
                        <a:rPr lang="en-US" sz="1050" b="0" i="0" u="none" strike="noStrike">
                          <a:solidFill>
                            <a:srgbClr val="000000"/>
                          </a:solidFill>
                          <a:effectLst/>
                          <a:latin typeface="Verdana" panose="020B0604030504040204" pitchFamily="34" charset="0"/>
                        </a:rPr>
                        <a:t>304</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D47F"/>
                    </a:solidFill>
                  </a:tcPr>
                </a:tc>
                <a:tc>
                  <a:txBody>
                    <a:bodyPr/>
                    <a:lstStyle/>
                    <a:p>
                      <a:pPr algn="ctr" fontAlgn="ctr"/>
                      <a:r>
                        <a:rPr lang="en-US" sz="1050" b="0" i="0" u="none" strike="noStrike">
                          <a:solidFill>
                            <a:srgbClr val="000000"/>
                          </a:solidFill>
                          <a:effectLst/>
                          <a:latin typeface="Verdana" panose="020B0604030504040204" pitchFamily="34" charset="0"/>
                        </a:rPr>
                        <a:t>274</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C97D"/>
                    </a:solidFill>
                  </a:tcPr>
                </a:tc>
                <a:tc>
                  <a:txBody>
                    <a:bodyPr/>
                    <a:lstStyle/>
                    <a:p>
                      <a:pPr algn="ctr" fontAlgn="ctr"/>
                      <a:r>
                        <a:rPr lang="en-US" sz="1050" b="0" i="0" u="none" strike="noStrike">
                          <a:solidFill>
                            <a:srgbClr val="000000"/>
                          </a:solidFill>
                          <a:effectLst/>
                          <a:latin typeface="Verdana" panose="020B0604030504040204" pitchFamily="34" charset="0"/>
                        </a:rPr>
                        <a:t>251</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C17C"/>
                    </a:solidFill>
                  </a:tcPr>
                </a:tc>
                <a:tc>
                  <a:txBody>
                    <a:bodyPr/>
                    <a:lstStyle/>
                    <a:p>
                      <a:pPr algn="ctr" fontAlgn="ctr"/>
                      <a:r>
                        <a:rPr lang="en-US" sz="1050" b="0" i="0" u="none" strike="noStrike">
                          <a:solidFill>
                            <a:srgbClr val="000000"/>
                          </a:solidFill>
                          <a:effectLst/>
                          <a:latin typeface="Verdana" panose="020B0604030504040204" pitchFamily="34" charset="0"/>
                        </a:rPr>
                        <a:t>266</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C77D"/>
                    </a:solidFill>
                  </a:tcPr>
                </a:tc>
                <a:tc>
                  <a:txBody>
                    <a:bodyPr/>
                    <a:lstStyle/>
                    <a:p>
                      <a:pPr algn="ctr" fontAlgn="ctr"/>
                      <a:r>
                        <a:rPr lang="en-US" sz="1050" b="0" i="0" u="none" strike="noStrike">
                          <a:solidFill>
                            <a:srgbClr val="000000"/>
                          </a:solidFill>
                          <a:effectLst/>
                          <a:latin typeface="Verdana" panose="020B0604030504040204" pitchFamily="34" charset="0"/>
                        </a:rPr>
                        <a:t>433</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E784"/>
                    </a:solidFill>
                  </a:tcPr>
                </a:tc>
                <a:tc>
                  <a:txBody>
                    <a:bodyPr/>
                    <a:lstStyle/>
                    <a:p>
                      <a:pPr algn="ctr" fontAlgn="ctr"/>
                      <a:r>
                        <a:rPr lang="en-US" sz="1050" b="0" i="0" u="none" strike="noStrike">
                          <a:solidFill>
                            <a:srgbClr val="000000"/>
                          </a:solidFill>
                          <a:effectLst/>
                          <a:latin typeface="Verdana" panose="020B0604030504040204" pitchFamily="34" charset="0"/>
                        </a:rPr>
                        <a:t>354</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683"/>
                    </a:solidFill>
                  </a:tcPr>
                </a:tc>
                <a:tc>
                  <a:txBody>
                    <a:bodyPr/>
                    <a:lstStyle/>
                    <a:p>
                      <a:pPr algn="ctr" fontAlgn="ctr"/>
                      <a:r>
                        <a:rPr lang="en-US" sz="1050" b="0" i="0" u="none" strike="noStrike">
                          <a:solidFill>
                            <a:srgbClr val="000000"/>
                          </a:solidFill>
                          <a:effectLst/>
                          <a:latin typeface="Verdana" panose="020B0604030504040204" pitchFamily="34" charset="0"/>
                        </a:rPr>
                        <a:t>403</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E984"/>
                    </a:solidFill>
                  </a:tcPr>
                </a:tc>
                <a:extLst>
                  <a:ext uri="{0D108BD9-81ED-4DB2-BD59-A6C34878D82A}">
                    <a16:rowId xmlns:a16="http://schemas.microsoft.com/office/drawing/2014/main" val="1423866480"/>
                  </a:ext>
                </a:extLst>
              </a:tr>
              <a:tr h="78313">
                <a:tc>
                  <a:txBody>
                    <a:bodyPr/>
                    <a:lstStyle/>
                    <a:p>
                      <a:pPr algn="ctr" fontAlgn="b"/>
                      <a:r>
                        <a:rPr lang="en-US" sz="1050" b="1" i="0" u="none" strike="noStrike">
                          <a:solidFill>
                            <a:srgbClr val="000000"/>
                          </a:solidFill>
                          <a:effectLst/>
                          <a:latin typeface="Verdana" panose="020B0604030504040204" pitchFamily="34" charset="0"/>
                        </a:rPr>
                        <a:t>14:00</a:t>
                      </a:r>
                    </a:p>
                  </a:txBody>
                  <a:tcPr marL="3877" marR="3877" marT="38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Verdana" panose="020B0604030504040204" pitchFamily="34" charset="0"/>
                        </a:rPr>
                        <a:t>566</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4DF82"/>
                    </a:solidFill>
                  </a:tcPr>
                </a:tc>
                <a:tc>
                  <a:txBody>
                    <a:bodyPr/>
                    <a:lstStyle/>
                    <a:p>
                      <a:pPr algn="ctr" fontAlgn="ctr"/>
                      <a:r>
                        <a:rPr lang="en-US" sz="1050" b="0" i="0" u="none" strike="noStrike">
                          <a:solidFill>
                            <a:srgbClr val="000000"/>
                          </a:solidFill>
                          <a:effectLst/>
                          <a:latin typeface="Verdana" panose="020B0604030504040204" pitchFamily="34" charset="0"/>
                        </a:rPr>
                        <a:t>502</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383"/>
                    </a:solidFill>
                  </a:tcPr>
                </a:tc>
                <a:tc>
                  <a:txBody>
                    <a:bodyPr/>
                    <a:lstStyle/>
                    <a:p>
                      <a:pPr algn="ctr" fontAlgn="ctr"/>
                      <a:r>
                        <a:rPr lang="en-US" sz="1050" b="0" i="0" u="none" strike="noStrike">
                          <a:solidFill>
                            <a:srgbClr val="000000"/>
                          </a:solidFill>
                          <a:effectLst/>
                          <a:latin typeface="Verdana" panose="020B0604030504040204" pitchFamily="34" charset="0"/>
                        </a:rPr>
                        <a:t>618</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9DC81"/>
                    </a:solidFill>
                  </a:tcPr>
                </a:tc>
                <a:tc>
                  <a:txBody>
                    <a:bodyPr/>
                    <a:lstStyle/>
                    <a:p>
                      <a:pPr algn="ctr" fontAlgn="ctr"/>
                      <a:r>
                        <a:rPr lang="en-US" sz="1050" b="0" i="0" u="none" strike="noStrike">
                          <a:solidFill>
                            <a:srgbClr val="000000"/>
                          </a:solidFill>
                          <a:effectLst/>
                          <a:latin typeface="Verdana" panose="020B0604030504040204" pitchFamily="34" charset="0"/>
                        </a:rPr>
                        <a:t>476</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583"/>
                    </a:solidFill>
                  </a:tcPr>
                </a:tc>
                <a:tc>
                  <a:txBody>
                    <a:bodyPr/>
                    <a:lstStyle/>
                    <a:p>
                      <a:pPr algn="ctr" fontAlgn="ctr"/>
                      <a:r>
                        <a:rPr lang="en-US" sz="1050" b="0" i="0" u="none" strike="noStrike">
                          <a:solidFill>
                            <a:srgbClr val="000000"/>
                          </a:solidFill>
                          <a:effectLst/>
                          <a:latin typeface="Verdana" panose="020B0604030504040204" pitchFamily="34" charset="0"/>
                        </a:rPr>
                        <a:t>611</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ADC81"/>
                    </a:solidFill>
                  </a:tcPr>
                </a:tc>
                <a:tc>
                  <a:txBody>
                    <a:bodyPr/>
                    <a:lstStyle/>
                    <a:p>
                      <a:pPr algn="ctr" fontAlgn="ctr"/>
                      <a:r>
                        <a:rPr lang="en-US" sz="1050" b="0" i="0" u="none" strike="noStrike">
                          <a:solidFill>
                            <a:srgbClr val="000000"/>
                          </a:solidFill>
                          <a:effectLst/>
                          <a:latin typeface="Verdana" panose="020B0604030504040204" pitchFamily="34" charset="0"/>
                        </a:rPr>
                        <a:t>789</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3D17F"/>
                    </a:solidFill>
                  </a:tcPr>
                </a:tc>
                <a:tc>
                  <a:txBody>
                    <a:bodyPr/>
                    <a:lstStyle/>
                    <a:p>
                      <a:pPr algn="ctr" fontAlgn="ctr"/>
                      <a:r>
                        <a:rPr lang="en-US" sz="1050" b="0" i="0" u="none" strike="noStrike">
                          <a:solidFill>
                            <a:srgbClr val="000000"/>
                          </a:solidFill>
                          <a:effectLst/>
                          <a:latin typeface="Verdana" panose="020B0604030504040204" pitchFamily="34" charset="0"/>
                        </a:rPr>
                        <a:t>740</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ED480"/>
                    </a:solidFill>
                  </a:tcPr>
                </a:tc>
                <a:tc>
                  <a:txBody>
                    <a:bodyPr/>
                    <a:lstStyle/>
                    <a:p>
                      <a:pPr algn="ctr" fontAlgn="ctr"/>
                      <a:r>
                        <a:rPr lang="en-US" sz="1050" b="0" i="0" u="none" strike="noStrike">
                          <a:solidFill>
                            <a:srgbClr val="000000"/>
                          </a:solidFill>
                          <a:effectLst/>
                          <a:latin typeface="Verdana" panose="020B0604030504040204" pitchFamily="34" charset="0"/>
                        </a:rPr>
                        <a:t>865</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3CC7E"/>
                    </a:solidFill>
                  </a:tcPr>
                </a:tc>
                <a:tc>
                  <a:txBody>
                    <a:bodyPr/>
                    <a:lstStyle/>
                    <a:p>
                      <a:pPr algn="ctr" fontAlgn="ctr"/>
                      <a:r>
                        <a:rPr lang="en-US" sz="1050" b="0" i="0" u="none" strike="noStrike">
                          <a:solidFill>
                            <a:srgbClr val="000000"/>
                          </a:solidFill>
                          <a:effectLst/>
                          <a:latin typeface="Verdana" panose="020B0604030504040204" pitchFamily="34" charset="0"/>
                        </a:rPr>
                        <a:t>719</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3D580"/>
                    </a:solidFill>
                  </a:tcPr>
                </a:tc>
                <a:tc>
                  <a:txBody>
                    <a:bodyPr/>
                    <a:lstStyle/>
                    <a:p>
                      <a:pPr algn="ctr" fontAlgn="ctr"/>
                      <a:r>
                        <a:rPr lang="en-US" sz="1050" b="0" i="0" u="none" strike="noStrike">
                          <a:solidFill>
                            <a:srgbClr val="000000"/>
                          </a:solidFill>
                          <a:effectLst/>
                          <a:latin typeface="Verdana" panose="020B0604030504040204" pitchFamily="34" charset="0"/>
                        </a:rPr>
                        <a:t>499</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3E383"/>
                    </a:solidFill>
                  </a:tcPr>
                </a:tc>
                <a:tc>
                  <a:txBody>
                    <a:bodyPr/>
                    <a:lstStyle/>
                    <a:p>
                      <a:pPr algn="ctr" fontAlgn="ctr"/>
                      <a:r>
                        <a:rPr lang="en-US" sz="1050" b="0" i="0" u="none" strike="noStrike">
                          <a:solidFill>
                            <a:srgbClr val="000000"/>
                          </a:solidFill>
                          <a:effectLst/>
                          <a:latin typeface="Verdana" panose="020B0604030504040204" pitchFamily="34" charset="0"/>
                        </a:rPr>
                        <a:t>371</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B84"/>
                    </a:solidFill>
                  </a:tcPr>
                </a:tc>
                <a:tc>
                  <a:txBody>
                    <a:bodyPr/>
                    <a:lstStyle/>
                    <a:p>
                      <a:pPr algn="ctr" fontAlgn="ctr"/>
                      <a:r>
                        <a:rPr lang="en-US" sz="1050" b="0" i="0" u="none" strike="noStrike">
                          <a:solidFill>
                            <a:srgbClr val="000000"/>
                          </a:solidFill>
                          <a:effectLst/>
                          <a:latin typeface="Verdana" panose="020B0604030504040204" pitchFamily="34" charset="0"/>
                        </a:rPr>
                        <a:t>298</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D27F"/>
                    </a:solidFill>
                  </a:tcPr>
                </a:tc>
                <a:tc>
                  <a:txBody>
                    <a:bodyPr/>
                    <a:lstStyle/>
                    <a:p>
                      <a:pPr algn="ctr" fontAlgn="ctr"/>
                      <a:r>
                        <a:rPr lang="en-US" sz="1050" b="0" i="0" u="none" strike="noStrike">
                          <a:solidFill>
                            <a:srgbClr val="000000"/>
                          </a:solidFill>
                          <a:effectLst/>
                          <a:latin typeface="Verdana" panose="020B0604030504040204" pitchFamily="34" charset="0"/>
                        </a:rPr>
                        <a:t>336</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DF81"/>
                    </a:solidFill>
                  </a:tcPr>
                </a:tc>
                <a:tc>
                  <a:txBody>
                    <a:bodyPr/>
                    <a:lstStyle/>
                    <a:p>
                      <a:pPr algn="ctr" fontAlgn="ctr"/>
                      <a:r>
                        <a:rPr lang="en-US" sz="1050" b="0" i="0" u="none" strike="noStrike">
                          <a:solidFill>
                            <a:srgbClr val="000000"/>
                          </a:solidFill>
                          <a:effectLst/>
                          <a:latin typeface="Verdana" panose="020B0604030504040204" pitchFamily="34" charset="0"/>
                        </a:rPr>
                        <a:t>235</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B7A"/>
                    </a:solidFill>
                  </a:tcPr>
                </a:tc>
                <a:tc>
                  <a:txBody>
                    <a:bodyPr/>
                    <a:lstStyle/>
                    <a:p>
                      <a:pPr algn="ctr" fontAlgn="ctr"/>
                      <a:r>
                        <a:rPr lang="en-US" sz="1050" b="0" i="0" u="none" strike="noStrike">
                          <a:solidFill>
                            <a:srgbClr val="000000"/>
                          </a:solidFill>
                          <a:effectLst/>
                          <a:latin typeface="Verdana" panose="020B0604030504040204" pitchFamily="34" charset="0"/>
                        </a:rPr>
                        <a:t>179</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877"/>
                    </a:solidFill>
                  </a:tcPr>
                </a:tc>
                <a:tc>
                  <a:txBody>
                    <a:bodyPr/>
                    <a:lstStyle/>
                    <a:p>
                      <a:pPr algn="ctr" fontAlgn="ctr"/>
                      <a:r>
                        <a:rPr lang="en-US" sz="1050" b="0" i="0" u="none" strike="noStrike">
                          <a:solidFill>
                            <a:srgbClr val="000000"/>
                          </a:solidFill>
                          <a:effectLst/>
                          <a:latin typeface="Verdana" panose="020B0604030504040204" pitchFamily="34" charset="0"/>
                        </a:rPr>
                        <a:t>17</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E6C"/>
                    </a:solidFill>
                  </a:tcPr>
                </a:tc>
                <a:tc>
                  <a:txBody>
                    <a:bodyPr/>
                    <a:lstStyle/>
                    <a:p>
                      <a:pPr algn="ctr" fontAlgn="ctr"/>
                      <a:r>
                        <a:rPr lang="en-US" sz="1050" b="0" i="0" u="none" strike="noStrike">
                          <a:solidFill>
                            <a:srgbClr val="000000"/>
                          </a:solidFill>
                          <a:effectLst/>
                          <a:latin typeface="Verdana" panose="020B0604030504040204" pitchFamily="34" charset="0"/>
                        </a:rPr>
                        <a:t>2</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ctr" fontAlgn="ctr"/>
                      <a:r>
                        <a:rPr lang="en-US" sz="1050" b="0" i="0" u="none" strike="noStrike">
                          <a:solidFill>
                            <a:srgbClr val="000000"/>
                          </a:solidFill>
                          <a:effectLst/>
                          <a:latin typeface="Verdana" panose="020B0604030504040204" pitchFamily="34" charset="0"/>
                        </a:rPr>
                        <a:t>18</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F6C"/>
                    </a:solidFill>
                  </a:tcPr>
                </a:tc>
                <a:tc>
                  <a:txBody>
                    <a:bodyPr/>
                    <a:lstStyle/>
                    <a:p>
                      <a:pPr algn="ctr" fontAlgn="ctr"/>
                      <a:r>
                        <a:rPr lang="en-US" sz="1050" b="0" i="0" u="none" strike="noStrike">
                          <a:solidFill>
                            <a:srgbClr val="000000"/>
                          </a:solidFill>
                          <a:effectLst/>
                          <a:latin typeface="Verdana" panose="020B0604030504040204" pitchFamily="34" charset="0"/>
                        </a:rPr>
                        <a:t>17</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E6C"/>
                    </a:solidFill>
                  </a:tcPr>
                </a:tc>
                <a:tc>
                  <a:txBody>
                    <a:bodyPr/>
                    <a:lstStyle/>
                    <a:p>
                      <a:pPr algn="ctr" fontAlgn="ctr"/>
                      <a:r>
                        <a:rPr lang="en-US" sz="1050" b="0" i="0" u="none" strike="noStrike">
                          <a:solidFill>
                            <a:srgbClr val="000000"/>
                          </a:solidFill>
                          <a:effectLst/>
                          <a:latin typeface="Verdana" panose="020B0604030504040204" pitchFamily="34" charset="0"/>
                        </a:rPr>
                        <a:t>61</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7E6F"/>
                    </a:solidFill>
                  </a:tcPr>
                </a:tc>
                <a:tc>
                  <a:txBody>
                    <a:bodyPr/>
                    <a:lstStyle/>
                    <a:p>
                      <a:pPr algn="ctr" fontAlgn="ctr"/>
                      <a:r>
                        <a:rPr lang="en-US" sz="1050" b="0" i="0" u="none" strike="noStrike">
                          <a:solidFill>
                            <a:srgbClr val="000000"/>
                          </a:solidFill>
                          <a:effectLst/>
                          <a:latin typeface="Verdana" panose="020B0604030504040204" pitchFamily="34" charset="0"/>
                        </a:rPr>
                        <a:t>41</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776D"/>
                    </a:solidFill>
                  </a:tcPr>
                </a:tc>
                <a:tc>
                  <a:txBody>
                    <a:bodyPr/>
                    <a:lstStyle/>
                    <a:p>
                      <a:pPr algn="ctr" fontAlgn="ctr"/>
                      <a:r>
                        <a:rPr lang="en-US" sz="1050" b="0" i="0" u="none" strike="noStrike">
                          <a:solidFill>
                            <a:srgbClr val="000000"/>
                          </a:solidFill>
                          <a:effectLst/>
                          <a:latin typeface="Verdana" panose="020B0604030504040204" pitchFamily="34" charset="0"/>
                        </a:rPr>
                        <a:t>81</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8570"/>
                    </a:solidFill>
                  </a:tcPr>
                </a:tc>
                <a:tc>
                  <a:txBody>
                    <a:bodyPr/>
                    <a:lstStyle/>
                    <a:p>
                      <a:pPr algn="ctr" fontAlgn="ctr"/>
                      <a:r>
                        <a:rPr lang="en-US" sz="1050" b="0" i="0" u="none" strike="noStrike">
                          <a:solidFill>
                            <a:srgbClr val="000000"/>
                          </a:solidFill>
                          <a:effectLst/>
                          <a:latin typeface="Verdana" panose="020B0604030504040204" pitchFamily="34" charset="0"/>
                        </a:rPr>
                        <a:t>258</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C47C"/>
                    </a:solidFill>
                  </a:tcPr>
                </a:tc>
                <a:tc>
                  <a:txBody>
                    <a:bodyPr/>
                    <a:lstStyle/>
                    <a:p>
                      <a:pPr algn="ctr" fontAlgn="ctr"/>
                      <a:r>
                        <a:rPr lang="en-US" sz="1050" b="0" i="0" u="none" strike="noStrike">
                          <a:solidFill>
                            <a:srgbClr val="000000"/>
                          </a:solidFill>
                          <a:effectLst/>
                          <a:latin typeface="Verdana" panose="020B0604030504040204" pitchFamily="34" charset="0"/>
                        </a:rPr>
                        <a:t>328</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DC81"/>
                    </a:solidFill>
                  </a:tcPr>
                </a:tc>
                <a:tc>
                  <a:txBody>
                    <a:bodyPr/>
                    <a:lstStyle/>
                    <a:p>
                      <a:pPr algn="ctr" fontAlgn="ctr"/>
                      <a:r>
                        <a:rPr lang="en-US" sz="1050" b="0" i="0" u="none" strike="noStrike">
                          <a:solidFill>
                            <a:srgbClr val="000000"/>
                          </a:solidFill>
                          <a:effectLst/>
                          <a:latin typeface="Verdana" panose="020B0604030504040204" pitchFamily="34" charset="0"/>
                        </a:rPr>
                        <a:t>297</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D27F"/>
                    </a:solidFill>
                  </a:tcPr>
                </a:tc>
                <a:tc>
                  <a:txBody>
                    <a:bodyPr/>
                    <a:lstStyle/>
                    <a:p>
                      <a:pPr algn="ctr" fontAlgn="ctr"/>
                      <a:r>
                        <a:rPr lang="en-US" sz="1050" b="0" i="0" u="none" strike="noStrike">
                          <a:solidFill>
                            <a:srgbClr val="000000"/>
                          </a:solidFill>
                          <a:effectLst/>
                          <a:latin typeface="Verdana" panose="020B0604030504040204" pitchFamily="34" charset="0"/>
                        </a:rPr>
                        <a:t>297</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D17F"/>
                    </a:solidFill>
                  </a:tcPr>
                </a:tc>
                <a:tc>
                  <a:txBody>
                    <a:bodyPr/>
                    <a:lstStyle/>
                    <a:p>
                      <a:pPr algn="ctr" fontAlgn="ctr"/>
                      <a:r>
                        <a:rPr lang="en-US" sz="1050" b="0" i="0" u="none" strike="noStrike">
                          <a:solidFill>
                            <a:srgbClr val="000000"/>
                          </a:solidFill>
                          <a:effectLst/>
                          <a:latin typeface="Verdana" panose="020B0604030504040204" pitchFamily="34" charset="0"/>
                        </a:rPr>
                        <a:t>351</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582"/>
                    </a:solidFill>
                  </a:tcPr>
                </a:tc>
                <a:tc>
                  <a:txBody>
                    <a:bodyPr/>
                    <a:lstStyle/>
                    <a:p>
                      <a:pPr algn="ctr" fontAlgn="ctr"/>
                      <a:r>
                        <a:rPr lang="en-US" sz="1050" b="0" i="0" u="none" strike="noStrike">
                          <a:solidFill>
                            <a:srgbClr val="000000"/>
                          </a:solidFill>
                          <a:effectLst/>
                          <a:latin typeface="Verdana" panose="020B0604030504040204" pitchFamily="34" charset="0"/>
                        </a:rPr>
                        <a:t>339</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081"/>
                    </a:solidFill>
                  </a:tcPr>
                </a:tc>
                <a:tc>
                  <a:txBody>
                    <a:bodyPr/>
                    <a:lstStyle/>
                    <a:p>
                      <a:pPr algn="ctr" fontAlgn="ctr"/>
                      <a:r>
                        <a:rPr lang="en-US" sz="1050" b="0" i="0" u="none" strike="noStrike">
                          <a:solidFill>
                            <a:srgbClr val="000000"/>
                          </a:solidFill>
                          <a:effectLst/>
                          <a:latin typeface="Verdana" panose="020B0604030504040204" pitchFamily="34" charset="0"/>
                        </a:rPr>
                        <a:t>385</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A84"/>
                    </a:solidFill>
                  </a:tcPr>
                </a:tc>
                <a:tc>
                  <a:txBody>
                    <a:bodyPr/>
                    <a:lstStyle/>
                    <a:p>
                      <a:pPr algn="ctr" fontAlgn="ctr"/>
                      <a:r>
                        <a:rPr lang="en-US" sz="1050" b="0" i="0" u="none" strike="noStrike">
                          <a:solidFill>
                            <a:srgbClr val="000000"/>
                          </a:solidFill>
                          <a:effectLst/>
                          <a:latin typeface="Verdana" panose="020B0604030504040204" pitchFamily="34" charset="0"/>
                        </a:rPr>
                        <a:t>399</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EA84"/>
                    </a:solidFill>
                  </a:tcPr>
                </a:tc>
                <a:extLst>
                  <a:ext uri="{0D108BD9-81ED-4DB2-BD59-A6C34878D82A}">
                    <a16:rowId xmlns:a16="http://schemas.microsoft.com/office/drawing/2014/main" val="3433279541"/>
                  </a:ext>
                </a:extLst>
              </a:tr>
              <a:tr h="78313">
                <a:tc>
                  <a:txBody>
                    <a:bodyPr/>
                    <a:lstStyle/>
                    <a:p>
                      <a:pPr algn="ctr" fontAlgn="b"/>
                      <a:r>
                        <a:rPr lang="en-US" sz="1050" b="1" i="0" u="none" strike="noStrike">
                          <a:solidFill>
                            <a:srgbClr val="000000"/>
                          </a:solidFill>
                          <a:effectLst/>
                          <a:latin typeface="Verdana" panose="020B0604030504040204" pitchFamily="34" charset="0"/>
                        </a:rPr>
                        <a:t>15:00</a:t>
                      </a:r>
                    </a:p>
                  </a:txBody>
                  <a:tcPr marL="3877" marR="3877" marT="38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Verdana" panose="020B0604030504040204" pitchFamily="34" charset="0"/>
                        </a:rPr>
                        <a:t>671</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881"/>
                    </a:solidFill>
                  </a:tcPr>
                </a:tc>
                <a:tc>
                  <a:txBody>
                    <a:bodyPr/>
                    <a:lstStyle/>
                    <a:p>
                      <a:pPr algn="ctr" fontAlgn="ctr"/>
                      <a:r>
                        <a:rPr lang="en-US" sz="1050" b="0" i="0" u="none" strike="noStrike">
                          <a:solidFill>
                            <a:srgbClr val="000000"/>
                          </a:solidFill>
                          <a:effectLst/>
                          <a:latin typeface="Verdana" panose="020B0604030504040204" pitchFamily="34" charset="0"/>
                        </a:rPr>
                        <a:t>588</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FDE82"/>
                    </a:solidFill>
                  </a:tcPr>
                </a:tc>
                <a:tc>
                  <a:txBody>
                    <a:bodyPr/>
                    <a:lstStyle/>
                    <a:p>
                      <a:pPr algn="ctr" fontAlgn="ctr"/>
                      <a:r>
                        <a:rPr lang="en-US" sz="1050" b="0" i="0" u="none" strike="noStrike">
                          <a:solidFill>
                            <a:srgbClr val="000000"/>
                          </a:solidFill>
                          <a:effectLst/>
                          <a:latin typeface="Verdana" panose="020B0604030504040204" pitchFamily="34" charset="0"/>
                        </a:rPr>
                        <a:t>677</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CD881"/>
                    </a:solidFill>
                  </a:tcPr>
                </a:tc>
                <a:tc>
                  <a:txBody>
                    <a:bodyPr/>
                    <a:lstStyle/>
                    <a:p>
                      <a:pPr algn="ctr" fontAlgn="ctr"/>
                      <a:r>
                        <a:rPr lang="en-US" sz="1050" b="0" i="0" u="none" strike="noStrike">
                          <a:solidFill>
                            <a:srgbClr val="000000"/>
                          </a:solidFill>
                          <a:effectLst/>
                          <a:latin typeface="Verdana" panose="020B0604030504040204" pitchFamily="34" charset="0"/>
                        </a:rPr>
                        <a:t>530</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182"/>
                    </a:solidFill>
                  </a:tcPr>
                </a:tc>
                <a:tc>
                  <a:txBody>
                    <a:bodyPr/>
                    <a:lstStyle/>
                    <a:p>
                      <a:pPr algn="ctr" fontAlgn="ctr"/>
                      <a:r>
                        <a:rPr lang="en-US" sz="1050" b="0" i="0" u="none" strike="noStrike">
                          <a:solidFill>
                            <a:srgbClr val="000000"/>
                          </a:solidFill>
                          <a:effectLst/>
                          <a:latin typeface="Verdana" panose="020B0604030504040204" pitchFamily="34" charset="0"/>
                        </a:rPr>
                        <a:t>658</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D981"/>
                    </a:solidFill>
                  </a:tcPr>
                </a:tc>
                <a:tc>
                  <a:txBody>
                    <a:bodyPr/>
                    <a:lstStyle/>
                    <a:p>
                      <a:pPr algn="ctr" fontAlgn="ctr"/>
                      <a:r>
                        <a:rPr lang="en-US" sz="1050" b="0" i="0" u="none" strike="noStrike">
                          <a:solidFill>
                            <a:srgbClr val="000000"/>
                          </a:solidFill>
                          <a:effectLst/>
                          <a:latin typeface="Verdana" panose="020B0604030504040204" pitchFamily="34" charset="0"/>
                        </a:rPr>
                        <a:t>883</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FCB7E"/>
                    </a:solidFill>
                  </a:tcPr>
                </a:tc>
                <a:tc>
                  <a:txBody>
                    <a:bodyPr/>
                    <a:lstStyle/>
                    <a:p>
                      <a:pPr algn="ctr" fontAlgn="ctr"/>
                      <a:r>
                        <a:rPr lang="en-US" sz="1050" b="0" i="0" u="none" strike="noStrike">
                          <a:solidFill>
                            <a:srgbClr val="000000"/>
                          </a:solidFill>
                          <a:effectLst/>
                          <a:latin typeface="Verdana" panose="020B0604030504040204" pitchFamily="34" charset="0"/>
                        </a:rPr>
                        <a:t>825</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BCF7F"/>
                    </a:solidFill>
                  </a:tcPr>
                </a:tc>
                <a:tc>
                  <a:txBody>
                    <a:bodyPr/>
                    <a:lstStyle/>
                    <a:p>
                      <a:pPr algn="ctr" fontAlgn="ctr"/>
                      <a:r>
                        <a:rPr lang="en-US" sz="1050" b="0" i="0" u="none" strike="noStrike">
                          <a:solidFill>
                            <a:srgbClr val="000000"/>
                          </a:solidFill>
                          <a:effectLst/>
                          <a:latin typeface="Verdana" panose="020B0604030504040204" pitchFamily="34" charset="0"/>
                        </a:rPr>
                        <a:t>750</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CD380"/>
                    </a:solidFill>
                  </a:tcPr>
                </a:tc>
                <a:tc>
                  <a:txBody>
                    <a:bodyPr/>
                    <a:lstStyle/>
                    <a:p>
                      <a:pPr algn="ctr" fontAlgn="ctr"/>
                      <a:r>
                        <a:rPr lang="en-US" sz="1050" b="0" i="0" u="none" strike="noStrike">
                          <a:solidFill>
                            <a:srgbClr val="000000"/>
                          </a:solidFill>
                          <a:effectLst/>
                          <a:latin typeface="Verdana" panose="020B0604030504040204" pitchFamily="34" charset="0"/>
                        </a:rPr>
                        <a:t>767</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8D27F"/>
                    </a:solidFill>
                  </a:tcPr>
                </a:tc>
                <a:tc>
                  <a:txBody>
                    <a:bodyPr/>
                    <a:lstStyle/>
                    <a:p>
                      <a:pPr algn="ctr" fontAlgn="ctr"/>
                      <a:r>
                        <a:rPr lang="en-US" sz="1050" b="0" i="0" u="none" strike="noStrike">
                          <a:solidFill>
                            <a:srgbClr val="000000"/>
                          </a:solidFill>
                          <a:effectLst/>
                          <a:latin typeface="Verdana" panose="020B0604030504040204" pitchFamily="34" charset="0"/>
                        </a:rPr>
                        <a:t>543</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082"/>
                    </a:solidFill>
                  </a:tcPr>
                </a:tc>
                <a:tc>
                  <a:txBody>
                    <a:bodyPr/>
                    <a:lstStyle/>
                    <a:p>
                      <a:pPr algn="ctr" fontAlgn="ctr"/>
                      <a:r>
                        <a:rPr lang="en-US" sz="1050" b="0" i="0" u="none" strike="noStrike">
                          <a:solidFill>
                            <a:srgbClr val="000000"/>
                          </a:solidFill>
                          <a:effectLst/>
                          <a:latin typeface="Verdana" panose="020B0604030504040204" pitchFamily="34" charset="0"/>
                        </a:rPr>
                        <a:t>426</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3E884"/>
                    </a:solidFill>
                  </a:tcPr>
                </a:tc>
                <a:tc>
                  <a:txBody>
                    <a:bodyPr/>
                    <a:lstStyle/>
                    <a:p>
                      <a:pPr algn="ctr" fontAlgn="ctr"/>
                      <a:r>
                        <a:rPr lang="en-US" sz="1050" b="0" i="0" u="none" strike="noStrike">
                          <a:solidFill>
                            <a:srgbClr val="000000"/>
                          </a:solidFill>
                          <a:effectLst/>
                          <a:latin typeface="Verdana" panose="020B0604030504040204" pitchFamily="34" charset="0"/>
                        </a:rPr>
                        <a:t>348</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482"/>
                    </a:solidFill>
                  </a:tcPr>
                </a:tc>
                <a:tc>
                  <a:txBody>
                    <a:bodyPr/>
                    <a:lstStyle/>
                    <a:p>
                      <a:pPr algn="ctr" fontAlgn="ctr"/>
                      <a:r>
                        <a:rPr lang="en-US" sz="1050" b="0" i="0" u="none" strike="noStrike">
                          <a:solidFill>
                            <a:srgbClr val="000000"/>
                          </a:solidFill>
                          <a:effectLst/>
                          <a:latin typeface="Verdana" panose="020B0604030504040204" pitchFamily="34" charset="0"/>
                        </a:rPr>
                        <a:t>358</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783"/>
                    </a:solidFill>
                  </a:tcPr>
                </a:tc>
                <a:tc>
                  <a:txBody>
                    <a:bodyPr/>
                    <a:lstStyle/>
                    <a:p>
                      <a:pPr algn="ctr" fontAlgn="ctr"/>
                      <a:r>
                        <a:rPr lang="en-US" sz="1050" b="0" i="0" u="none" strike="noStrike">
                          <a:solidFill>
                            <a:srgbClr val="000000"/>
                          </a:solidFill>
                          <a:effectLst/>
                          <a:latin typeface="Verdana" panose="020B0604030504040204" pitchFamily="34" charset="0"/>
                        </a:rPr>
                        <a:t>319</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D980"/>
                    </a:solidFill>
                  </a:tcPr>
                </a:tc>
                <a:tc>
                  <a:txBody>
                    <a:bodyPr/>
                    <a:lstStyle/>
                    <a:p>
                      <a:pPr algn="ctr" fontAlgn="ctr"/>
                      <a:r>
                        <a:rPr lang="en-US" sz="1050" b="0" i="0" u="none" strike="noStrike">
                          <a:solidFill>
                            <a:srgbClr val="000000"/>
                          </a:solidFill>
                          <a:effectLst/>
                          <a:latin typeface="Verdana" panose="020B0604030504040204" pitchFamily="34" charset="0"/>
                        </a:rPr>
                        <a:t>174</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676"/>
                    </a:solidFill>
                  </a:tcPr>
                </a:tc>
                <a:tc>
                  <a:txBody>
                    <a:bodyPr/>
                    <a:lstStyle/>
                    <a:p>
                      <a:pPr algn="ctr" fontAlgn="ctr"/>
                      <a:r>
                        <a:rPr lang="en-US" sz="1050" b="0" i="0" u="none" strike="noStrike">
                          <a:solidFill>
                            <a:srgbClr val="000000"/>
                          </a:solidFill>
                          <a:effectLst/>
                          <a:latin typeface="Verdana" panose="020B0604030504040204" pitchFamily="34" charset="0"/>
                        </a:rPr>
                        <a:t>17</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E6C"/>
                    </a:solidFill>
                  </a:tcPr>
                </a:tc>
                <a:tc>
                  <a:txBody>
                    <a:bodyPr/>
                    <a:lstStyle/>
                    <a:p>
                      <a:pPr algn="ctr" fontAlgn="ctr"/>
                      <a:r>
                        <a:rPr lang="en-US" sz="1050" b="0" i="0" u="none" strike="noStrike">
                          <a:solidFill>
                            <a:srgbClr val="000000"/>
                          </a:solidFill>
                          <a:effectLst/>
                          <a:latin typeface="Verdana" panose="020B0604030504040204" pitchFamily="34" charset="0"/>
                        </a:rPr>
                        <a:t>2</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ctr" fontAlgn="ctr"/>
                      <a:r>
                        <a:rPr lang="en-US" sz="1050" b="0" i="0" u="none" strike="noStrike">
                          <a:solidFill>
                            <a:srgbClr val="000000"/>
                          </a:solidFill>
                          <a:effectLst/>
                          <a:latin typeface="Verdana" panose="020B0604030504040204" pitchFamily="34" charset="0"/>
                        </a:rPr>
                        <a:t>3</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A6B"/>
                    </a:solidFill>
                  </a:tcPr>
                </a:tc>
                <a:tc>
                  <a:txBody>
                    <a:bodyPr/>
                    <a:lstStyle/>
                    <a:p>
                      <a:pPr algn="ctr" fontAlgn="ctr"/>
                      <a:r>
                        <a:rPr lang="en-US" sz="1050" b="0" i="0" u="none" strike="noStrike">
                          <a:solidFill>
                            <a:srgbClr val="000000"/>
                          </a:solidFill>
                          <a:effectLst/>
                          <a:latin typeface="Verdana" panose="020B0604030504040204" pitchFamily="34" charset="0"/>
                        </a:rPr>
                        <a:t>2</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ctr" fontAlgn="ctr"/>
                      <a:r>
                        <a:rPr lang="en-US" sz="1050" b="0" i="0" u="none" strike="noStrike">
                          <a:solidFill>
                            <a:srgbClr val="000000"/>
                          </a:solidFill>
                          <a:effectLst/>
                          <a:latin typeface="Verdana" panose="020B0604030504040204" pitchFamily="34" charset="0"/>
                        </a:rPr>
                        <a:t>34</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756D"/>
                    </a:solidFill>
                  </a:tcPr>
                </a:tc>
                <a:tc>
                  <a:txBody>
                    <a:bodyPr/>
                    <a:lstStyle/>
                    <a:p>
                      <a:pPr algn="ctr" fontAlgn="ctr"/>
                      <a:r>
                        <a:rPr lang="en-US" sz="1050" b="0" i="0" u="none" strike="noStrike">
                          <a:solidFill>
                            <a:srgbClr val="000000"/>
                          </a:solidFill>
                          <a:effectLst/>
                          <a:latin typeface="Verdana" panose="020B0604030504040204" pitchFamily="34" charset="0"/>
                        </a:rPr>
                        <a:t>2</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ctr" fontAlgn="ctr"/>
                      <a:r>
                        <a:rPr lang="en-US" sz="1050" b="0" i="0" u="none" strike="noStrike">
                          <a:solidFill>
                            <a:srgbClr val="000000"/>
                          </a:solidFill>
                          <a:effectLst/>
                          <a:latin typeface="Verdana" panose="020B0604030504040204" pitchFamily="34" charset="0"/>
                        </a:rPr>
                        <a:t>57</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7D6E"/>
                    </a:solidFill>
                  </a:tcPr>
                </a:tc>
                <a:tc>
                  <a:txBody>
                    <a:bodyPr/>
                    <a:lstStyle/>
                    <a:p>
                      <a:pPr algn="ctr" fontAlgn="ctr"/>
                      <a:r>
                        <a:rPr lang="en-US" sz="1050" b="0" i="0" u="none" strike="noStrike">
                          <a:solidFill>
                            <a:srgbClr val="000000"/>
                          </a:solidFill>
                          <a:effectLst/>
                          <a:latin typeface="Verdana" panose="020B0604030504040204" pitchFamily="34" charset="0"/>
                        </a:rPr>
                        <a:t>217</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579"/>
                    </a:solidFill>
                  </a:tcPr>
                </a:tc>
                <a:tc>
                  <a:txBody>
                    <a:bodyPr/>
                    <a:lstStyle/>
                    <a:p>
                      <a:pPr algn="ctr" fontAlgn="ctr"/>
                      <a:r>
                        <a:rPr lang="en-US" sz="1050" b="0" i="0" u="none" strike="noStrike">
                          <a:solidFill>
                            <a:srgbClr val="000000"/>
                          </a:solidFill>
                          <a:effectLst/>
                          <a:latin typeface="Verdana" panose="020B0604030504040204" pitchFamily="34" charset="0"/>
                        </a:rPr>
                        <a:t>352</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582"/>
                    </a:solidFill>
                  </a:tcPr>
                </a:tc>
                <a:tc>
                  <a:txBody>
                    <a:bodyPr/>
                    <a:lstStyle/>
                    <a:p>
                      <a:pPr algn="ctr" fontAlgn="ctr"/>
                      <a:r>
                        <a:rPr lang="en-US" sz="1050" b="0" i="0" u="none" strike="noStrike">
                          <a:solidFill>
                            <a:srgbClr val="000000"/>
                          </a:solidFill>
                          <a:effectLst/>
                          <a:latin typeface="Verdana" panose="020B0604030504040204" pitchFamily="34" charset="0"/>
                        </a:rPr>
                        <a:t>308</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D57F"/>
                    </a:solidFill>
                  </a:tcPr>
                </a:tc>
                <a:tc>
                  <a:txBody>
                    <a:bodyPr/>
                    <a:lstStyle/>
                    <a:p>
                      <a:pPr algn="ctr" fontAlgn="ctr"/>
                      <a:r>
                        <a:rPr lang="en-US" sz="1050" b="0" i="0" u="none" strike="noStrike">
                          <a:solidFill>
                            <a:srgbClr val="000000"/>
                          </a:solidFill>
                          <a:effectLst/>
                          <a:latin typeface="Verdana" panose="020B0604030504040204" pitchFamily="34" charset="0"/>
                        </a:rPr>
                        <a:t>495</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4E483"/>
                    </a:solidFill>
                  </a:tcPr>
                </a:tc>
                <a:tc>
                  <a:txBody>
                    <a:bodyPr/>
                    <a:lstStyle/>
                    <a:p>
                      <a:pPr algn="ctr" fontAlgn="ctr"/>
                      <a:r>
                        <a:rPr lang="en-US" sz="1050" b="0" i="0" u="none" strike="noStrike">
                          <a:solidFill>
                            <a:srgbClr val="000000"/>
                          </a:solidFill>
                          <a:effectLst/>
                          <a:latin typeface="Verdana" panose="020B0604030504040204" pitchFamily="34" charset="0"/>
                        </a:rPr>
                        <a:t>387</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A84"/>
                    </a:solidFill>
                  </a:tcPr>
                </a:tc>
                <a:tc>
                  <a:txBody>
                    <a:bodyPr/>
                    <a:lstStyle/>
                    <a:p>
                      <a:pPr algn="ctr" fontAlgn="ctr"/>
                      <a:r>
                        <a:rPr lang="en-US" sz="1050" b="0" i="0" u="none" strike="noStrike">
                          <a:solidFill>
                            <a:srgbClr val="000000"/>
                          </a:solidFill>
                          <a:effectLst/>
                          <a:latin typeface="Verdana" panose="020B0604030504040204" pitchFamily="34" charset="0"/>
                        </a:rPr>
                        <a:t>423</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3E884"/>
                    </a:solidFill>
                  </a:tcPr>
                </a:tc>
                <a:tc>
                  <a:txBody>
                    <a:bodyPr/>
                    <a:lstStyle/>
                    <a:p>
                      <a:pPr algn="ctr" fontAlgn="ctr"/>
                      <a:r>
                        <a:rPr lang="en-US" sz="1050" b="0" i="0" u="none" strike="noStrike">
                          <a:solidFill>
                            <a:srgbClr val="000000"/>
                          </a:solidFill>
                          <a:effectLst/>
                          <a:latin typeface="Verdana" panose="020B0604030504040204" pitchFamily="34" charset="0"/>
                        </a:rPr>
                        <a:t>366</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A83"/>
                    </a:solidFill>
                  </a:tcPr>
                </a:tc>
                <a:tc>
                  <a:txBody>
                    <a:bodyPr/>
                    <a:lstStyle/>
                    <a:p>
                      <a:pPr algn="ctr" fontAlgn="ctr"/>
                      <a:r>
                        <a:rPr lang="en-US" sz="1050" b="0" i="0" u="none" strike="noStrike">
                          <a:solidFill>
                            <a:srgbClr val="000000"/>
                          </a:solidFill>
                          <a:effectLst/>
                          <a:latin typeface="Verdana" panose="020B0604030504040204" pitchFamily="34" charset="0"/>
                        </a:rPr>
                        <a:t>400</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E984"/>
                    </a:solidFill>
                  </a:tcPr>
                </a:tc>
                <a:extLst>
                  <a:ext uri="{0D108BD9-81ED-4DB2-BD59-A6C34878D82A}">
                    <a16:rowId xmlns:a16="http://schemas.microsoft.com/office/drawing/2014/main" val="4206035177"/>
                  </a:ext>
                </a:extLst>
              </a:tr>
              <a:tr h="78313">
                <a:tc>
                  <a:txBody>
                    <a:bodyPr/>
                    <a:lstStyle/>
                    <a:p>
                      <a:pPr algn="ctr" fontAlgn="b"/>
                      <a:r>
                        <a:rPr lang="en-US" sz="1050" b="1" i="0" u="none" strike="noStrike">
                          <a:solidFill>
                            <a:srgbClr val="000000"/>
                          </a:solidFill>
                          <a:effectLst/>
                          <a:latin typeface="Verdana" panose="020B0604030504040204" pitchFamily="34" charset="0"/>
                        </a:rPr>
                        <a:t>16:00</a:t>
                      </a:r>
                    </a:p>
                  </a:txBody>
                  <a:tcPr marL="3877" marR="3877" marT="38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Verdana" panose="020B0604030504040204" pitchFamily="34" charset="0"/>
                        </a:rPr>
                        <a:t>646</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3DA81"/>
                    </a:solidFill>
                  </a:tcPr>
                </a:tc>
                <a:tc>
                  <a:txBody>
                    <a:bodyPr/>
                    <a:lstStyle/>
                    <a:p>
                      <a:pPr algn="ctr" fontAlgn="ctr"/>
                      <a:r>
                        <a:rPr lang="en-US" sz="1050" b="0" i="0" u="none" strike="noStrike">
                          <a:solidFill>
                            <a:srgbClr val="000000"/>
                          </a:solidFill>
                          <a:effectLst/>
                          <a:latin typeface="Verdana" panose="020B0604030504040204" pitchFamily="34" charset="0"/>
                        </a:rPr>
                        <a:t>644</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3DA81"/>
                    </a:solidFill>
                  </a:tcPr>
                </a:tc>
                <a:tc>
                  <a:txBody>
                    <a:bodyPr/>
                    <a:lstStyle/>
                    <a:p>
                      <a:pPr algn="ctr" fontAlgn="ctr"/>
                      <a:r>
                        <a:rPr lang="en-US" sz="1050" b="0" i="0" u="none" strike="noStrike">
                          <a:solidFill>
                            <a:srgbClr val="000000"/>
                          </a:solidFill>
                          <a:effectLst/>
                          <a:latin typeface="Verdana" panose="020B0604030504040204" pitchFamily="34" charset="0"/>
                        </a:rPr>
                        <a:t>723</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2D580"/>
                    </a:solidFill>
                  </a:tcPr>
                </a:tc>
                <a:tc>
                  <a:txBody>
                    <a:bodyPr/>
                    <a:lstStyle/>
                    <a:p>
                      <a:pPr algn="ctr" fontAlgn="ctr"/>
                      <a:r>
                        <a:rPr lang="en-US" sz="1050" b="0" i="0" u="none" strike="noStrike">
                          <a:solidFill>
                            <a:srgbClr val="000000"/>
                          </a:solidFill>
                          <a:effectLst/>
                          <a:latin typeface="Verdana" panose="020B0604030504040204" pitchFamily="34" charset="0"/>
                        </a:rPr>
                        <a:t>570</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3DF82"/>
                    </a:solidFill>
                  </a:tcPr>
                </a:tc>
                <a:tc>
                  <a:txBody>
                    <a:bodyPr/>
                    <a:lstStyle/>
                    <a:p>
                      <a:pPr algn="ctr" fontAlgn="ctr"/>
                      <a:r>
                        <a:rPr lang="en-US" sz="1050" b="0" i="0" u="none" strike="noStrike">
                          <a:solidFill>
                            <a:srgbClr val="000000"/>
                          </a:solidFill>
                          <a:effectLst/>
                          <a:latin typeface="Verdana" panose="020B0604030504040204" pitchFamily="34" charset="0"/>
                        </a:rPr>
                        <a:t>717</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3D580"/>
                    </a:solidFill>
                  </a:tcPr>
                </a:tc>
                <a:tc>
                  <a:txBody>
                    <a:bodyPr/>
                    <a:lstStyle/>
                    <a:p>
                      <a:pPr algn="ctr" fontAlgn="ctr"/>
                      <a:r>
                        <a:rPr lang="en-US" sz="1050" b="0" i="0" u="none" strike="noStrike">
                          <a:solidFill>
                            <a:srgbClr val="000000"/>
                          </a:solidFill>
                          <a:effectLst/>
                          <a:latin typeface="Verdana" panose="020B0604030504040204" pitchFamily="34" charset="0"/>
                        </a:rPr>
                        <a:t>948</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C77D"/>
                    </a:solidFill>
                  </a:tcPr>
                </a:tc>
                <a:tc>
                  <a:txBody>
                    <a:bodyPr/>
                    <a:lstStyle/>
                    <a:p>
                      <a:pPr algn="ctr" fontAlgn="ctr"/>
                      <a:r>
                        <a:rPr lang="en-US" sz="1050" b="0" i="0" u="none" strike="noStrike">
                          <a:solidFill>
                            <a:srgbClr val="000000"/>
                          </a:solidFill>
                          <a:effectLst/>
                          <a:latin typeface="Verdana" panose="020B0604030504040204" pitchFamily="34" charset="0"/>
                        </a:rPr>
                        <a:t>824</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CCF7F"/>
                    </a:solidFill>
                  </a:tcPr>
                </a:tc>
                <a:tc>
                  <a:txBody>
                    <a:bodyPr/>
                    <a:lstStyle/>
                    <a:p>
                      <a:pPr algn="ctr" fontAlgn="ctr"/>
                      <a:r>
                        <a:rPr lang="en-US" sz="1050" b="0" i="0" u="none" strike="noStrike">
                          <a:solidFill>
                            <a:srgbClr val="000000"/>
                          </a:solidFill>
                          <a:effectLst/>
                          <a:latin typeface="Verdana" panose="020B0604030504040204" pitchFamily="34" charset="0"/>
                        </a:rPr>
                        <a:t>804</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0D07F"/>
                    </a:solidFill>
                  </a:tcPr>
                </a:tc>
                <a:tc>
                  <a:txBody>
                    <a:bodyPr/>
                    <a:lstStyle/>
                    <a:p>
                      <a:pPr algn="ctr" fontAlgn="ctr"/>
                      <a:r>
                        <a:rPr lang="en-US" sz="1050" b="0" i="0" u="none" strike="noStrike">
                          <a:solidFill>
                            <a:srgbClr val="000000"/>
                          </a:solidFill>
                          <a:effectLst/>
                          <a:latin typeface="Verdana" panose="020B0604030504040204" pitchFamily="34" charset="0"/>
                        </a:rPr>
                        <a:t>768</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8D27F"/>
                    </a:solidFill>
                  </a:tcPr>
                </a:tc>
                <a:tc>
                  <a:txBody>
                    <a:bodyPr/>
                    <a:lstStyle/>
                    <a:p>
                      <a:pPr algn="ctr" fontAlgn="ctr"/>
                      <a:r>
                        <a:rPr lang="en-US" sz="1050" b="0" i="0" u="none" strike="noStrike">
                          <a:solidFill>
                            <a:srgbClr val="000000"/>
                          </a:solidFill>
                          <a:effectLst/>
                          <a:latin typeface="Verdana" panose="020B0604030504040204" pitchFamily="34" charset="0"/>
                        </a:rPr>
                        <a:t>541</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182"/>
                    </a:solidFill>
                  </a:tcPr>
                </a:tc>
                <a:tc>
                  <a:txBody>
                    <a:bodyPr/>
                    <a:lstStyle/>
                    <a:p>
                      <a:pPr algn="ctr" fontAlgn="ctr"/>
                      <a:r>
                        <a:rPr lang="en-US" sz="1050" b="0" i="0" u="none" strike="noStrike">
                          <a:solidFill>
                            <a:srgbClr val="000000"/>
                          </a:solidFill>
                          <a:effectLst/>
                          <a:latin typeface="Verdana" panose="020B0604030504040204" pitchFamily="34" charset="0"/>
                        </a:rPr>
                        <a:t>463</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E583"/>
                    </a:solidFill>
                  </a:tcPr>
                </a:tc>
                <a:tc>
                  <a:txBody>
                    <a:bodyPr/>
                    <a:lstStyle/>
                    <a:p>
                      <a:pPr algn="ctr" fontAlgn="ctr"/>
                      <a:r>
                        <a:rPr lang="en-US" sz="1050" b="0" i="0" u="none" strike="noStrike">
                          <a:solidFill>
                            <a:srgbClr val="000000"/>
                          </a:solidFill>
                          <a:effectLst/>
                          <a:latin typeface="Verdana" panose="020B0604030504040204" pitchFamily="34" charset="0"/>
                        </a:rPr>
                        <a:t>382</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B84"/>
                    </a:solidFill>
                  </a:tcPr>
                </a:tc>
                <a:tc>
                  <a:txBody>
                    <a:bodyPr/>
                    <a:lstStyle/>
                    <a:p>
                      <a:pPr algn="ctr" fontAlgn="ctr"/>
                      <a:r>
                        <a:rPr lang="en-US" sz="1050" b="0" i="0" u="none" strike="noStrike">
                          <a:solidFill>
                            <a:srgbClr val="000000"/>
                          </a:solidFill>
                          <a:effectLst/>
                          <a:latin typeface="Verdana" panose="020B0604030504040204" pitchFamily="34" charset="0"/>
                        </a:rPr>
                        <a:t>333</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DE81"/>
                    </a:solidFill>
                  </a:tcPr>
                </a:tc>
                <a:tc>
                  <a:txBody>
                    <a:bodyPr/>
                    <a:lstStyle/>
                    <a:p>
                      <a:pPr algn="ctr" fontAlgn="ctr"/>
                      <a:r>
                        <a:rPr lang="en-US" sz="1050" b="0" i="0" u="none" strike="noStrike">
                          <a:solidFill>
                            <a:srgbClr val="000000"/>
                          </a:solidFill>
                          <a:effectLst/>
                          <a:latin typeface="Verdana" panose="020B0604030504040204" pitchFamily="34" charset="0"/>
                        </a:rPr>
                        <a:t>259</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C47C"/>
                    </a:solidFill>
                  </a:tcPr>
                </a:tc>
                <a:tc>
                  <a:txBody>
                    <a:bodyPr/>
                    <a:lstStyle/>
                    <a:p>
                      <a:pPr algn="ctr" fontAlgn="ctr"/>
                      <a:r>
                        <a:rPr lang="en-US" sz="1050" b="0" i="0" u="none" strike="noStrike">
                          <a:solidFill>
                            <a:srgbClr val="000000"/>
                          </a:solidFill>
                          <a:effectLst/>
                          <a:latin typeface="Verdana" panose="020B0604030504040204" pitchFamily="34" charset="0"/>
                        </a:rPr>
                        <a:t>159</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075"/>
                    </a:solidFill>
                  </a:tcPr>
                </a:tc>
                <a:tc>
                  <a:txBody>
                    <a:bodyPr/>
                    <a:lstStyle/>
                    <a:p>
                      <a:pPr algn="ctr" fontAlgn="ctr"/>
                      <a:r>
                        <a:rPr lang="en-US" sz="1050" b="0" i="0" u="none" strike="noStrike">
                          <a:solidFill>
                            <a:srgbClr val="000000"/>
                          </a:solidFill>
                          <a:effectLst/>
                          <a:latin typeface="Verdana" panose="020B0604030504040204" pitchFamily="34" charset="0"/>
                        </a:rPr>
                        <a:t>17</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E6C"/>
                    </a:solidFill>
                  </a:tcPr>
                </a:tc>
                <a:tc>
                  <a:txBody>
                    <a:bodyPr/>
                    <a:lstStyle/>
                    <a:p>
                      <a:pPr algn="ctr" fontAlgn="ctr"/>
                      <a:r>
                        <a:rPr lang="en-US" sz="1050" b="0" i="0" u="none" strike="noStrike">
                          <a:solidFill>
                            <a:srgbClr val="000000"/>
                          </a:solidFill>
                          <a:effectLst/>
                          <a:latin typeface="Verdana" panose="020B0604030504040204" pitchFamily="34" charset="0"/>
                        </a:rPr>
                        <a:t>2</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ctr" fontAlgn="ctr"/>
                      <a:r>
                        <a:rPr lang="en-US" sz="1050" b="0" i="0" u="none" strike="noStrike">
                          <a:solidFill>
                            <a:srgbClr val="000000"/>
                          </a:solidFill>
                          <a:effectLst/>
                          <a:latin typeface="Verdana" panose="020B0604030504040204" pitchFamily="34" charset="0"/>
                        </a:rPr>
                        <a:t>3</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A6B"/>
                    </a:solidFill>
                  </a:tcPr>
                </a:tc>
                <a:tc>
                  <a:txBody>
                    <a:bodyPr/>
                    <a:lstStyle/>
                    <a:p>
                      <a:pPr algn="ctr" fontAlgn="ctr"/>
                      <a:r>
                        <a:rPr lang="en-US" sz="1050" b="0" i="0" u="none" strike="noStrike">
                          <a:solidFill>
                            <a:srgbClr val="000000"/>
                          </a:solidFill>
                          <a:effectLst/>
                          <a:latin typeface="Verdana" panose="020B0604030504040204" pitchFamily="34" charset="0"/>
                        </a:rPr>
                        <a:t>2</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ctr" fontAlgn="ctr"/>
                      <a:r>
                        <a:rPr lang="en-US" sz="1050" b="0" i="0" u="none" strike="noStrike">
                          <a:solidFill>
                            <a:srgbClr val="000000"/>
                          </a:solidFill>
                          <a:effectLst/>
                          <a:latin typeface="Verdana" panose="020B0604030504040204" pitchFamily="34" charset="0"/>
                        </a:rPr>
                        <a:t>3</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A6B"/>
                    </a:solidFill>
                  </a:tcPr>
                </a:tc>
                <a:tc>
                  <a:txBody>
                    <a:bodyPr/>
                    <a:lstStyle/>
                    <a:p>
                      <a:pPr algn="ctr" fontAlgn="ctr"/>
                      <a:r>
                        <a:rPr lang="en-US" sz="1050" b="0" i="0" u="none" strike="noStrike">
                          <a:solidFill>
                            <a:srgbClr val="000000"/>
                          </a:solidFill>
                          <a:effectLst/>
                          <a:latin typeface="Verdana" panose="020B0604030504040204" pitchFamily="34" charset="0"/>
                        </a:rPr>
                        <a:t>2</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ctr" fontAlgn="ctr"/>
                      <a:r>
                        <a:rPr lang="en-US" sz="1050" b="0" i="0" u="none" strike="noStrike">
                          <a:solidFill>
                            <a:srgbClr val="000000"/>
                          </a:solidFill>
                          <a:effectLst/>
                          <a:latin typeface="Verdana" panose="020B0604030504040204" pitchFamily="34" charset="0"/>
                        </a:rPr>
                        <a:t>28</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726C"/>
                    </a:solidFill>
                  </a:tcPr>
                </a:tc>
                <a:tc>
                  <a:txBody>
                    <a:bodyPr/>
                    <a:lstStyle/>
                    <a:p>
                      <a:pPr algn="ctr" fontAlgn="ctr"/>
                      <a:r>
                        <a:rPr lang="en-US" sz="1050" b="0" i="0" u="none" strike="noStrike">
                          <a:solidFill>
                            <a:srgbClr val="000000"/>
                          </a:solidFill>
                          <a:effectLst/>
                          <a:latin typeface="Verdana" panose="020B0604030504040204" pitchFamily="34" charset="0"/>
                        </a:rPr>
                        <a:t>253</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C27C"/>
                    </a:solidFill>
                  </a:tcPr>
                </a:tc>
                <a:tc>
                  <a:txBody>
                    <a:bodyPr/>
                    <a:lstStyle/>
                    <a:p>
                      <a:pPr algn="ctr" fontAlgn="ctr"/>
                      <a:r>
                        <a:rPr lang="en-US" sz="1050" b="0" i="0" u="none" strike="noStrike">
                          <a:solidFill>
                            <a:srgbClr val="000000"/>
                          </a:solidFill>
                          <a:effectLst/>
                          <a:latin typeface="Verdana" panose="020B0604030504040204" pitchFamily="34" charset="0"/>
                        </a:rPr>
                        <a:t>442</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FE784"/>
                    </a:solidFill>
                  </a:tcPr>
                </a:tc>
                <a:tc>
                  <a:txBody>
                    <a:bodyPr/>
                    <a:lstStyle/>
                    <a:p>
                      <a:pPr algn="ctr" fontAlgn="ctr"/>
                      <a:r>
                        <a:rPr lang="en-US" sz="1050" b="0" i="0" u="none" strike="noStrike">
                          <a:solidFill>
                            <a:srgbClr val="000000"/>
                          </a:solidFill>
                          <a:effectLst/>
                          <a:latin typeface="Verdana" panose="020B0604030504040204" pitchFamily="34" charset="0"/>
                        </a:rPr>
                        <a:t>322</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DA80"/>
                    </a:solidFill>
                  </a:tcPr>
                </a:tc>
                <a:tc>
                  <a:txBody>
                    <a:bodyPr/>
                    <a:lstStyle/>
                    <a:p>
                      <a:pPr algn="ctr" fontAlgn="ctr"/>
                      <a:r>
                        <a:rPr lang="en-US" sz="1050" b="0" i="0" u="none" strike="noStrike">
                          <a:solidFill>
                            <a:srgbClr val="000000"/>
                          </a:solidFill>
                          <a:effectLst/>
                          <a:latin typeface="Verdana" panose="020B0604030504040204" pitchFamily="34" charset="0"/>
                        </a:rPr>
                        <a:t>496</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4E383"/>
                    </a:solidFill>
                  </a:tcPr>
                </a:tc>
                <a:tc>
                  <a:txBody>
                    <a:bodyPr/>
                    <a:lstStyle/>
                    <a:p>
                      <a:pPr algn="ctr" fontAlgn="ctr"/>
                      <a:r>
                        <a:rPr lang="en-US" sz="1050" b="0" i="0" u="none" strike="noStrike">
                          <a:solidFill>
                            <a:srgbClr val="000000"/>
                          </a:solidFill>
                          <a:effectLst/>
                          <a:latin typeface="Verdana" panose="020B0604030504040204" pitchFamily="34" charset="0"/>
                        </a:rPr>
                        <a:t>346</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382"/>
                    </a:solidFill>
                  </a:tcPr>
                </a:tc>
                <a:tc>
                  <a:txBody>
                    <a:bodyPr/>
                    <a:lstStyle/>
                    <a:p>
                      <a:pPr algn="ctr" fontAlgn="ctr"/>
                      <a:r>
                        <a:rPr lang="en-US" sz="1050" b="0" i="0" u="none" strike="noStrike">
                          <a:solidFill>
                            <a:srgbClr val="000000"/>
                          </a:solidFill>
                          <a:effectLst/>
                          <a:latin typeface="Verdana" panose="020B0604030504040204" pitchFamily="34" charset="0"/>
                        </a:rPr>
                        <a:t>411</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E984"/>
                    </a:solidFill>
                  </a:tcPr>
                </a:tc>
                <a:tc>
                  <a:txBody>
                    <a:bodyPr/>
                    <a:lstStyle/>
                    <a:p>
                      <a:pPr algn="ctr" fontAlgn="ctr"/>
                      <a:r>
                        <a:rPr lang="en-US" sz="1050" b="0" i="0" u="none" strike="noStrike">
                          <a:solidFill>
                            <a:srgbClr val="000000"/>
                          </a:solidFill>
                          <a:effectLst/>
                          <a:latin typeface="Verdana" panose="020B0604030504040204" pitchFamily="34" charset="0"/>
                        </a:rPr>
                        <a:t>328</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DC81"/>
                    </a:solidFill>
                  </a:tcPr>
                </a:tc>
                <a:tc>
                  <a:txBody>
                    <a:bodyPr/>
                    <a:lstStyle/>
                    <a:p>
                      <a:pPr algn="ctr" fontAlgn="ctr"/>
                      <a:r>
                        <a:rPr lang="en-US" sz="1050" b="0" i="0" u="none" strike="noStrike">
                          <a:solidFill>
                            <a:srgbClr val="000000"/>
                          </a:solidFill>
                          <a:effectLst/>
                          <a:latin typeface="Verdana" panose="020B0604030504040204" pitchFamily="34" charset="0"/>
                        </a:rPr>
                        <a:t>348</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382"/>
                    </a:solidFill>
                  </a:tcPr>
                </a:tc>
                <a:extLst>
                  <a:ext uri="{0D108BD9-81ED-4DB2-BD59-A6C34878D82A}">
                    <a16:rowId xmlns:a16="http://schemas.microsoft.com/office/drawing/2014/main" val="341966290"/>
                  </a:ext>
                </a:extLst>
              </a:tr>
              <a:tr h="78313">
                <a:tc>
                  <a:txBody>
                    <a:bodyPr/>
                    <a:lstStyle/>
                    <a:p>
                      <a:pPr algn="ctr" fontAlgn="b"/>
                      <a:r>
                        <a:rPr lang="en-US" sz="1050" b="1" i="0" u="none" strike="noStrike">
                          <a:solidFill>
                            <a:srgbClr val="000000"/>
                          </a:solidFill>
                          <a:effectLst/>
                          <a:latin typeface="Verdana" panose="020B0604030504040204" pitchFamily="34" charset="0"/>
                        </a:rPr>
                        <a:t>17:00</a:t>
                      </a:r>
                    </a:p>
                  </a:txBody>
                  <a:tcPr marL="3877" marR="3877" marT="38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Verdana" panose="020B0604030504040204" pitchFamily="34" charset="0"/>
                        </a:rPr>
                        <a:t>633</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B81"/>
                    </a:solidFill>
                  </a:tcPr>
                </a:tc>
                <a:tc>
                  <a:txBody>
                    <a:bodyPr/>
                    <a:lstStyle/>
                    <a:p>
                      <a:pPr algn="ctr" fontAlgn="ctr"/>
                      <a:r>
                        <a:rPr lang="en-US" sz="1050" b="0" i="0" u="none" strike="noStrike">
                          <a:solidFill>
                            <a:srgbClr val="000000"/>
                          </a:solidFill>
                          <a:effectLst/>
                          <a:latin typeface="Verdana" panose="020B0604030504040204" pitchFamily="34" charset="0"/>
                        </a:rPr>
                        <a:t>598</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DDD82"/>
                    </a:solidFill>
                  </a:tcPr>
                </a:tc>
                <a:tc>
                  <a:txBody>
                    <a:bodyPr/>
                    <a:lstStyle/>
                    <a:p>
                      <a:pPr algn="ctr" fontAlgn="ctr"/>
                      <a:r>
                        <a:rPr lang="en-US" sz="1050" b="0" i="0" u="none" strike="noStrike">
                          <a:solidFill>
                            <a:srgbClr val="000000"/>
                          </a:solidFill>
                          <a:effectLst/>
                          <a:latin typeface="Verdana" panose="020B0604030504040204" pitchFamily="34" charset="0"/>
                        </a:rPr>
                        <a:t>673</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881"/>
                    </a:solidFill>
                  </a:tcPr>
                </a:tc>
                <a:tc>
                  <a:txBody>
                    <a:bodyPr/>
                    <a:lstStyle/>
                    <a:p>
                      <a:pPr algn="ctr" fontAlgn="ctr"/>
                      <a:r>
                        <a:rPr lang="en-US" sz="1050" b="0" i="0" u="none" strike="noStrike">
                          <a:solidFill>
                            <a:srgbClr val="000000"/>
                          </a:solidFill>
                          <a:effectLst/>
                          <a:latin typeface="Verdana" panose="020B0604030504040204" pitchFamily="34" charset="0"/>
                        </a:rPr>
                        <a:t>578</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1DE82"/>
                    </a:solidFill>
                  </a:tcPr>
                </a:tc>
                <a:tc>
                  <a:txBody>
                    <a:bodyPr/>
                    <a:lstStyle/>
                    <a:p>
                      <a:pPr algn="ctr" fontAlgn="ctr"/>
                      <a:r>
                        <a:rPr lang="en-US" sz="1050" b="0" i="0" u="none" strike="noStrike">
                          <a:solidFill>
                            <a:srgbClr val="000000"/>
                          </a:solidFill>
                          <a:effectLst/>
                          <a:latin typeface="Verdana" panose="020B0604030504040204" pitchFamily="34" charset="0"/>
                        </a:rPr>
                        <a:t>762</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380"/>
                    </a:solidFill>
                  </a:tcPr>
                </a:tc>
                <a:tc>
                  <a:txBody>
                    <a:bodyPr/>
                    <a:lstStyle/>
                    <a:p>
                      <a:pPr algn="ctr" fontAlgn="ctr"/>
                      <a:r>
                        <a:rPr lang="en-US" sz="1050" b="0" i="0" u="none" strike="noStrike">
                          <a:solidFill>
                            <a:srgbClr val="000000"/>
                          </a:solidFill>
                          <a:effectLst/>
                          <a:latin typeface="Verdana" panose="020B0604030504040204" pitchFamily="34" charset="0"/>
                        </a:rPr>
                        <a:t>869</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CC7E"/>
                    </a:solidFill>
                  </a:tcPr>
                </a:tc>
                <a:tc>
                  <a:txBody>
                    <a:bodyPr/>
                    <a:lstStyle/>
                    <a:p>
                      <a:pPr algn="ctr" fontAlgn="ctr"/>
                      <a:r>
                        <a:rPr lang="en-US" sz="1050" b="0" i="0" u="none" strike="noStrike">
                          <a:solidFill>
                            <a:srgbClr val="000000"/>
                          </a:solidFill>
                          <a:effectLst/>
                          <a:latin typeface="Verdana" panose="020B0604030504040204" pitchFamily="34" charset="0"/>
                        </a:rPr>
                        <a:t>775</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D27F"/>
                    </a:solidFill>
                  </a:tcPr>
                </a:tc>
                <a:tc>
                  <a:txBody>
                    <a:bodyPr/>
                    <a:lstStyle/>
                    <a:p>
                      <a:pPr algn="ctr" fontAlgn="ctr"/>
                      <a:r>
                        <a:rPr lang="en-US" sz="1050" b="0" i="0" u="none" strike="noStrike">
                          <a:solidFill>
                            <a:srgbClr val="000000"/>
                          </a:solidFill>
                          <a:effectLst/>
                          <a:latin typeface="Verdana" panose="020B0604030504040204" pitchFamily="34" charset="0"/>
                        </a:rPr>
                        <a:t>776</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D27F"/>
                    </a:solidFill>
                  </a:tcPr>
                </a:tc>
                <a:tc>
                  <a:txBody>
                    <a:bodyPr/>
                    <a:lstStyle/>
                    <a:p>
                      <a:pPr algn="ctr" fontAlgn="ctr"/>
                      <a:r>
                        <a:rPr lang="en-US" sz="1050" b="0" i="0" u="none" strike="noStrike">
                          <a:solidFill>
                            <a:srgbClr val="000000"/>
                          </a:solidFill>
                          <a:effectLst/>
                          <a:latin typeface="Verdana" panose="020B0604030504040204" pitchFamily="34" charset="0"/>
                        </a:rPr>
                        <a:t>752</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BD380"/>
                    </a:solidFill>
                  </a:tcPr>
                </a:tc>
                <a:tc>
                  <a:txBody>
                    <a:bodyPr/>
                    <a:lstStyle/>
                    <a:p>
                      <a:pPr algn="ctr" fontAlgn="ctr"/>
                      <a:r>
                        <a:rPr lang="en-US" sz="1050" b="0" i="0" u="none" strike="noStrike">
                          <a:solidFill>
                            <a:srgbClr val="000000"/>
                          </a:solidFill>
                          <a:effectLst/>
                          <a:latin typeface="Verdana" panose="020B0604030504040204" pitchFamily="34" charset="0"/>
                        </a:rPr>
                        <a:t>525</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283"/>
                    </a:solidFill>
                  </a:tcPr>
                </a:tc>
                <a:tc>
                  <a:txBody>
                    <a:bodyPr/>
                    <a:lstStyle/>
                    <a:p>
                      <a:pPr algn="ctr" fontAlgn="ctr"/>
                      <a:r>
                        <a:rPr lang="en-US" sz="1050" b="0" i="0" u="none" strike="noStrike">
                          <a:solidFill>
                            <a:srgbClr val="000000"/>
                          </a:solidFill>
                          <a:effectLst/>
                          <a:latin typeface="Verdana" panose="020B0604030504040204" pitchFamily="34" charset="0"/>
                        </a:rPr>
                        <a:t>503</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383"/>
                    </a:solidFill>
                  </a:tcPr>
                </a:tc>
                <a:tc>
                  <a:txBody>
                    <a:bodyPr/>
                    <a:lstStyle/>
                    <a:p>
                      <a:pPr algn="ctr" fontAlgn="ctr"/>
                      <a:r>
                        <a:rPr lang="en-US" sz="1050" b="0" i="0" u="none" strike="noStrike">
                          <a:solidFill>
                            <a:srgbClr val="000000"/>
                          </a:solidFill>
                          <a:effectLst/>
                          <a:latin typeface="Verdana" panose="020B0604030504040204" pitchFamily="34" charset="0"/>
                        </a:rPr>
                        <a:t>405</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E984"/>
                    </a:solidFill>
                  </a:tcPr>
                </a:tc>
                <a:tc>
                  <a:txBody>
                    <a:bodyPr/>
                    <a:lstStyle/>
                    <a:p>
                      <a:pPr algn="ctr" fontAlgn="ctr"/>
                      <a:r>
                        <a:rPr lang="en-US" sz="1050" b="0" i="0" u="none" strike="noStrike">
                          <a:solidFill>
                            <a:srgbClr val="000000"/>
                          </a:solidFill>
                          <a:effectLst/>
                          <a:latin typeface="Verdana" panose="020B0604030504040204" pitchFamily="34" charset="0"/>
                        </a:rPr>
                        <a:t>266</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C67D"/>
                    </a:solidFill>
                  </a:tcPr>
                </a:tc>
                <a:tc>
                  <a:txBody>
                    <a:bodyPr/>
                    <a:lstStyle/>
                    <a:p>
                      <a:pPr algn="ctr" fontAlgn="ctr"/>
                      <a:r>
                        <a:rPr lang="en-US" sz="1050" b="0" i="0" u="none" strike="noStrike">
                          <a:solidFill>
                            <a:srgbClr val="000000"/>
                          </a:solidFill>
                          <a:effectLst/>
                          <a:latin typeface="Verdana" panose="020B0604030504040204" pitchFamily="34" charset="0"/>
                        </a:rPr>
                        <a:t>226</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87A"/>
                    </a:solidFill>
                  </a:tcPr>
                </a:tc>
                <a:tc>
                  <a:txBody>
                    <a:bodyPr/>
                    <a:lstStyle/>
                    <a:p>
                      <a:pPr algn="ctr" fontAlgn="ctr"/>
                      <a:r>
                        <a:rPr lang="en-US" sz="1050" b="0" i="0" u="none" strike="noStrike">
                          <a:solidFill>
                            <a:srgbClr val="000000"/>
                          </a:solidFill>
                          <a:effectLst/>
                          <a:latin typeface="Verdana" panose="020B0604030504040204" pitchFamily="34" charset="0"/>
                        </a:rPr>
                        <a:t>147</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9D75"/>
                    </a:solidFill>
                  </a:tcPr>
                </a:tc>
                <a:tc>
                  <a:txBody>
                    <a:bodyPr/>
                    <a:lstStyle/>
                    <a:p>
                      <a:pPr algn="ctr" fontAlgn="ctr"/>
                      <a:r>
                        <a:rPr lang="en-US" sz="1050" b="0" i="0" u="none" strike="noStrike">
                          <a:solidFill>
                            <a:srgbClr val="000000"/>
                          </a:solidFill>
                          <a:effectLst/>
                          <a:latin typeface="Verdana" panose="020B0604030504040204" pitchFamily="34" charset="0"/>
                        </a:rPr>
                        <a:t>17</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E6C"/>
                    </a:solidFill>
                  </a:tcPr>
                </a:tc>
                <a:tc>
                  <a:txBody>
                    <a:bodyPr/>
                    <a:lstStyle/>
                    <a:p>
                      <a:pPr algn="ctr" fontAlgn="ctr"/>
                      <a:r>
                        <a:rPr lang="en-US" sz="1050" b="0" i="0" u="none" strike="noStrike">
                          <a:solidFill>
                            <a:srgbClr val="000000"/>
                          </a:solidFill>
                          <a:effectLst/>
                          <a:latin typeface="Verdana" panose="020B0604030504040204" pitchFamily="34" charset="0"/>
                        </a:rPr>
                        <a:t>2</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ctr" fontAlgn="ctr"/>
                      <a:r>
                        <a:rPr lang="en-US" sz="1050" b="0" i="0" u="none" strike="noStrike">
                          <a:solidFill>
                            <a:srgbClr val="000000"/>
                          </a:solidFill>
                          <a:effectLst/>
                          <a:latin typeface="Verdana" panose="020B0604030504040204" pitchFamily="34" charset="0"/>
                        </a:rPr>
                        <a:t>3</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A6B"/>
                    </a:solidFill>
                  </a:tcPr>
                </a:tc>
                <a:tc>
                  <a:txBody>
                    <a:bodyPr/>
                    <a:lstStyle/>
                    <a:p>
                      <a:pPr algn="ctr" fontAlgn="ctr"/>
                      <a:r>
                        <a:rPr lang="en-US" sz="1050" b="0" i="0" u="none" strike="noStrike">
                          <a:solidFill>
                            <a:srgbClr val="000000"/>
                          </a:solidFill>
                          <a:effectLst/>
                          <a:latin typeface="Verdana" panose="020B0604030504040204" pitchFamily="34" charset="0"/>
                        </a:rPr>
                        <a:t>12</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D6B"/>
                    </a:solidFill>
                  </a:tcPr>
                </a:tc>
                <a:tc>
                  <a:txBody>
                    <a:bodyPr/>
                    <a:lstStyle/>
                    <a:p>
                      <a:pPr algn="ctr" fontAlgn="ctr"/>
                      <a:r>
                        <a:rPr lang="en-US" sz="1050" b="0" i="0" u="none" strike="noStrike">
                          <a:solidFill>
                            <a:srgbClr val="000000"/>
                          </a:solidFill>
                          <a:effectLst/>
                          <a:latin typeface="Verdana" panose="020B0604030504040204" pitchFamily="34" charset="0"/>
                        </a:rPr>
                        <a:t>3</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A6B"/>
                    </a:solidFill>
                  </a:tcPr>
                </a:tc>
                <a:tc>
                  <a:txBody>
                    <a:bodyPr/>
                    <a:lstStyle/>
                    <a:p>
                      <a:pPr algn="ctr" fontAlgn="ctr"/>
                      <a:r>
                        <a:rPr lang="en-US" sz="1050" b="0" i="0" u="none" strike="noStrike">
                          <a:solidFill>
                            <a:srgbClr val="000000"/>
                          </a:solidFill>
                          <a:effectLst/>
                          <a:latin typeface="Verdana" panose="020B0604030504040204" pitchFamily="34" charset="0"/>
                        </a:rPr>
                        <a:t>2</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ctr" fontAlgn="ctr"/>
                      <a:r>
                        <a:rPr lang="en-US" sz="1050" b="0" i="0" u="none" strike="noStrike">
                          <a:solidFill>
                            <a:srgbClr val="000000"/>
                          </a:solidFill>
                          <a:effectLst/>
                          <a:latin typeface="Verdana" panose="020B0604030504040204" pitchFamily="34" charset="0"/>
                        </a:rPr>
                        <a:t>3</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A6B"/>
                    </a:solidFill>
                  </a:tcPr>
                </a:tc>
                <a:tc>
                  <a:txBody>
                    <a:bodyPr/>
                    <a:lstStyle/>
                    <a:p>
                      <a:pPr algn="ctr" fontAlgn="ctr"/>
                      <a:r>
                        <a:rPr lang="en-US" sz="1050" b="0" i="0" u="none" strike="noStrike">
                          <a:solidFill>
                            <a:srgbClr val="000000"/>
                          </a:solidFill>
                          <a:effectLst/>
                          <a:latin typeface="Verdana" panose="020B0604030504040204" pitchFamily="34" charset="0"/>
                        </a:rPr>
                        <a:t>231</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A7A"/>
                    </a:solidFill>
                  </a:tcPr>
                </a:tc>
                <a:tc>
                  <a:txBody>
                    <a:bodyPr/>
                    <a:lstStyle/>
                    <a:p>
                      <a:pPr algn="ctr" fontAlgn="ctr"/>
                      <a:r>
                        <a:rPr lang="en-US" sz="1050" b="0" i="0" u="none" strike="noStrike">
                          <a:solidFill>
                            <a:srgbClr val="000000"/>
                          </a:solidFill>
                          <a:effectLst/>
                          <a:latin typeface="Verdana" panose="020B0604030504040204" pitchFamily="34" charset="0"/>
                        </a:rPr>
                        <a:t>478</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583"/>
                    </a:solidFill>
                  </a:tcPr>
                </a:tc>
                <a:tc>
                  <a:txBody>
                    <a:bodyPr/>
                    <a:lstStyle/>
                    <a:p>
                      <a:pPr algn="ctr" fontAlgn="ctr"/>
                      <a:r>
                        <a:rPr lang="en-US" sz="1050" b="0" i="0" u="none" strike="noStrike">
                          <a:solidFill>
                            <a:srgbClr val="000000"/>
                          </a:solidFill>
                          <a:effectLst/>
                          <a:latin typeface="Verdana" panose="020B0604030504040204" pitchFamily="34" charset="0"/>
                        </a:rPr>
                        <a:t>266</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C67D"/>
                    </a:solidFill>
                  </a:tcPr>
                </a:tc>
                <a:tc>
                  <a:txBody>
                    <a:bodyPr/>
                    <a:lstStyle/>
                    <a:p>
                      <a:pPr algn="ctr" fontAlgn="ctr"/>
                      <a:r>
                        <a:rPr lang="en-US" sz="1050" b="0" i="0" u="none" strike="noStrike">
                          <a:solidFill>
                            <a:srgbClr val="000000"/>
                          </a:solidFill>
                          <a:effectLst/>
                          <a:latin typeface="Verdana" panose="020B0604030504040204" pitchFamily="34" charset="0"/>
                        </a:rPr>
                        <a:t>474</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583"/>
                    </a:solidFill>
                  </a:tcPr>
                </a:tc>
                <a:tc>
                  <a:txBody>
                    <a:bodyPr/>
                    <a:lstStyle/>
                    <a:p>
                      <a:pPr algn="ctr" fontAlgn="ctr"/>
                      <a:r>
                        <a:rPr lang="en-US" sz="1050" b="0" i="0" u="none" strike="noStrike">
                          <a:solidFill>
                            <a:srgbClr val="000000"/>
                          </a:solidFill>
                          <a:effectLst/>
                          <a:latin typeface="Verdana" panose="020B0604030504040204" pitchFamily="34" charset="0"/>
                        </a:rPr>
                        <a:t>310</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D680"/>
                    </a:solidFill>
                  </a:tcPr>
                </a:tc>
                <a:tc>
                  <a:txBody>
                    <a:bodyPr/>
                    <a:lstStyle/>
                    <a:p>
                      <a:pPr algn="ctr" fontAlgn="ctr"/>
                      <a:r>
                        <a:rPr lang="en-US" sz="1050" b="0" i="0" u="none" strike="noStrike">
                          <a:solidFill>
                            <a:srgbClr val="000000"/>
                          </a:solidFill>
                          <a:effectLst/>
                          <a:latin typeface="Verdana" panose="020B0604030504040204" pitchFamily="34" charset="0"/>
                        </a:rPr>
                        <a:t>404</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E984"/>
                    </a:solidFill>
                  </a:tcPr>
                </a:tc>
                <a:tc>
                  <a:txBody>
                    <a:bodyPr/>
                    <a:lstStyle/>
                    <a:p>
                      <a:pPr algn="ctr" fontAlgn="ctr"/>
                      <a:r>
                        <a:rPr lang="en-US" sz="1050" b="0" i="0" u="none" strike="noStrike">
                          <a:solidFill>
                            <a:srgbClr val="000000"/>
                          </a:solidFill>
                          <a:effectLst/>
                          <a:latin typeface="Verdana" panose="020B0604030504040204" pitchFamily="34" charset="0"/>
                        </a:rPr>
                        <a:t>289</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CF7E"/>
                    </a:solidFill>
                  </a:tcPr>
                </a:tc>
                <a:tc>
                  <a:txBody>
                    <a:bodyPr/>
                    <a:lstStyle/>
                    <a:p>
                      <a:pPr algn="ctr" fontAlgn="ctr"/>
                      <a:r>
                        <a:rPr lang="en-US" sz="1050" b="0" i="0" u="none" strike="noStrike" dirty="0">
                          <a:solidFill>
                            <a:srgbClr val="000000"/>
                          </a:solidFill>
                          <a:effectLst/>
                          <a:latin typeface="Verdana" panose="020B0604030504040204" pitchFamily="34" charset="0"/>
                        </a:rPr>
                        <a:t>360</a:t>
                      </a:r>
                    </a:p>
                  </a:txBody>
                  <a:tcPr marL="3877" marR="3877" marT="38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883"/>
                    </a:solidFill>
                  </a:tcPr>
                </a:tc>
                <a:extLst>
                  <a:ext uri="{0D108BD9-81ED-4DB2-BD59-A6C34878D82A}">
                    <a16:rowId xmlns:a16="http://schemas.microsoft.com/office/drawing/2014/main" val="3141858320"/>
                  </a:ext>
                </a:extLst>
              </a:tr>
            </a:tbl>
          </a:graphicData>
        </a:graphic>
      </p:graphicFrame>
      <p:graphicFrame>
        <p:nvGraphicFramePr>
          <p:cNvPr id="10" name="Table 9">
            <a:extLst>
              <a:ext uri="{FF2B5EF4-FFF2-40B4-BE49-F238E27FC236}">
                <a16:creationId xmlns:a16="http://schemas.microsoft.com/office/drawing/2014/main" id="{79B8500F-6A01-2005-FC23-AE23D6A6DBAB}"/>
              </a:ext>
            </a:extLst>
          </p:cNvPr>
          <p:cNvGraphicFramePr>
            <a:graphicFrameLocks noGrp="1"/>
          </p:cNvGraphicFramePr>
          <p:nvPr>
            <p:extLst>
              <p:ext uri="{D42A27DB-BD31-4B8C-83A1-F6EECF244321}">
                <p14:modId xmlns:p14="http://schemas.microsoft.com/office/powerpoint/2010/main" val="3859791911"/>
              </p:ext>
            </p:extLst>
          </p:nvPr>
        </p:nvGraphicFramePr>
        <p:xfrm>
          <a:off x="325195" y="3942529"/>
          <a:ext cx="11519137" cy="2288991"/>
        </p:xfrm>
        <a:graphic>
          <a:graphicData uri="http://schemas.openxmlformats.org/drawingml/2006/table">
            <a:tbl>
              <a:tblPr/>
              <a:tblGrid>
                <a:gridCol w="507318">
                  <a:extLst>
                    <a:ext uri="{9D8B030D-6E8A-4147-A177-3AD203B41FA5}">
                      <a16:colId xmlns:a16="http://schemas.microsoft.com/office/drawing/2014/main" val="1396386060"/>
                    </a:ext>
                  </a:extLst>
                </a:gridCol>
                <a:gridCol w="272956">
                  <a:extLst>
                    <a:ext uri="{9D8B030D-6E8A-4147-A177-3AD203B41FA5}">
                      <a16:colId xmlns:a16="http://schemas.microsoft.com/office/drawing/2014/main" val="274106620"/>
                    </a:ext>
                  </a:extLst>
                </a:gridCol>
                <a:gridCol w="313898">
                  <a:extLst>
                    <a:ext uri="{9D8B030D-6E8A-4147-A177-3AD203B41FA5}">
                      <a16:colId xmlns:a16="http://schemas.microsoft.com/office/drawing/2014/main" val="4048853321"/>
                    </a:ext>
                  </a:extLst>
                </a:gridCol>
                <a:gridCol w="325467">
                  <a:extLst>
                    <a:ext uri="{9D8B030D-6E8A-4147-A177-3AD203B41FA5}">
                      <a16:colId xmlns:a16="http://schemas.microsoft.com/office/drawing/2014/main" val="679625625"/>
                    </a:ext>
                  </a:extLst>
                </a:gridCol>
                <a:gridCol w="354910">
                  <a:extLst>
                    <a:ext uri="{9D8B030D-6E8A-4147-A177-3AD203B41FA5}">
                      <a16:colId xmlns:a16="http://schemas.microsoft.com/office/drawing/2014/main" val="3868977131"/>
                    </a:ext>
                  </a:extLst>
                </a:gridCol>
                <a:gridCol w="385771">
                  <a:extLst>
                    <a:ext uri="{9D8B030D-6E8A-4147-A177-3AD203B41FA5}">
                      <a16:colId xmlns:a16="http://schemas.microsoft.com/office/drawing/2014/main" val="4041015544"/>
                    </a:ext>
                  </a:extLst>
                </a:gridCol>
                <a:gridCol w="354910">
                  <a:extLst>
                    <a:ext uri="{9D8B030D-6E8A-4147-A177-3AD203B41FA5}">
                      <a16:colId xmlns:a16="http://schemas.microsoft.com/office/drawing/2014/main" val="3070784323"/>
                    </a:ext>
                  </a:extLst>
                </a:gridCol>
                <a:gridCol w="385771">
                  <a:extLst>
                    <a:ext uri="{9D8B030D-6E8A-4147-A177-3AD203B41FA5}">
                      <a16:colId xmlns:a16="http://schemas.microsoft.com/office/drawing/2014/main" val="2668450971"/>
                    </a:ext>
                  </a:extLst>
                </a:gridCol>
                <a:gridCol w="354910">
                  <a:extLst>
                    <a:ext uri="{9D8B030D-6E8A-4147-A177-3AD203B41FA5}">
                      <a16:colId xmlns:a16="http://schemas.microsoft.com/office/drawing/2014/main" val="624812487"/>
                    </a:ext>
                  </a:extLst>
                </a:gridCol>
                <a:gridCol w="354910">
                  <a:extLst>
                    <a:ext uri="{9D8B030D-6E8A-4147-A177-3AD203B41FA5}">
                      <a16:colId xmlns:a16="http://schemas.microsoft.com/office/drawing/2014/main" val="1972068739"/>
                    </a:ext>
                  </a:extLst>
                </a:gridCol>
                <a:gridCol w="385771">
                  <a:extLst>
                    <a:ext uri="{9D8B030D-6E8A-4147-A177-3AD203B41FA5}">
                      <a16:colId xmlns:a16="http://schemas.microsoft.com/office/drawing/2014/main" val="846329908"/>
                    </a:ext>
                  </a:extLst>
                </a:gridCol>
                <a:gridCol w="354910">
                  <a:extLst>
                    <a:ext uri="{9D8B030D-6E8A-4147-A177-3AD203B41FA5}">
                      <a16:colId xmlns:a16="http://schemas.microsoft.com/office/drawing/2014/main" val="1670928118"/>
                    </a:ext>
                  </a:extLst>
                </a:gridCol>
                <a:gridCol w="385771">
                  <a:extLst>
                    <a:ext uri="{9D8B030D-6E8A-4147-A177-3AD203B41FA5}">
                      <a16:colId xmlns:a16="http://schemas.microsoft.com/office/drawing/2014/main" val="3283565664"/>
                    </a:ext>
                  </a:extLst>
                </a:gridCol>
                <a:gridCol w="331764">
                  <a:extLst>
                    <a:ext uri="{9D8B030D-6E8A-4147-A177-3AD203B41FA5}">
                      <a16:colId xmlns:a16="http://schemas.microsoft.com/office/drawing/2014/main" val="445334226"/>
                    </a:ext>
                  </a:extLst>
                </a:gridCol>
                <a:gridCol w="385771">
                  <a:extLst>
                    <a:ext uri="{9D8B030D-6E8A-4147-A177-3AD203B41FA5}">
                      <a16:colId xmlns:a16="http://schemas.microsoft.com/office/drawing/2014/main" val="4089383724"/>
                    </a:ext>
                  </a:extLst>
                </a:gridCol>
                <a:gridCol w="331764">
                  <a:extLst>
                    <a:ext uri="{9D8B030D-6E8A-4147-A177-3AD203B41FA5}">
                      <a16:colId xmlns:a16="http://schemas.microsoft.com/office/drawing/2014/main" val="3281374990"/>
                    </a:ext>
                  </a:extLst>
                </a:gridCol>
                <a:gridCol w="331764">
                  <a:extLst>
                    <a:ext uri="{9D8B030D-6E8A-4147-A177-3AD203B41FA5}">
                      <a16:colId xmlns:a16="http://schemas.microsoft.com/office/drawing/2014/main" val="1022565025"/>
                    </a:ext>
                  </a:extLst>
                </a:gridCol>
                <a:gridCol w="385771">
                  <a:extLst>
                    <a:ext uri="{9D8B030D-6E8A-4147-A177-3AD203B41FA5}">
                      <a16:colId xmlns:a16="http://schemas.microsoft.com/office/drawing/2014/main" val="1737183348"/>
                    </a:ext>
                  </a:extLst>
                </a:gridCol>
                <a:gridCol w="331764">
                  <a:extLst>
                    <a:ext uri="{9D8B030D-6E8A-4147-A177-3AD203B41FA5}">
                      <a16:colId xmlns:a16="http://schemas.microsoft.com/office/drawing/2014/main" val="110796040"/>
                    </a:ext>
                  </a:extLst>
                </a:gridCol>
                <a:gridCol w="385771">
                  <a:extLst>
                    <a:ext uri="{9D8B030D-6E8A-4147-A177-3AD203B41FA5}">
                      <a16:colId xmlns:a16="http://schemas.microsoft.com/office/drawing/2014/main" val="2704417957"/>
                    </a:ext>
                  </a:extLst>
                </a:gridCol>
                <a:gridCol w="354910">
                  <a:extLst>
                    <a:ext uri="{9D8B030D-6E8A-4147-A177-3AD203B41FA5}">
                      <a16:colId xmlns:a16="http://schemas.microsoft.com/office/drawing/2014/main" val="309222501"/>
                    </a:ext>
                  </a:extLst>
                </a:gridCol>
                <a:gridCol w="385771">
                  <a:extLst>
                    <a:ext uri="{9D8B030D-6E8A-4147-A177-3AD203B41FA5}">
                      <a16:colId xmlns:a16="http://schemas.microsoft.com/office/drawing/2014/main" val="524997161"/>
                    </a:ext>
                  </a:extLst>
                </a:gridCol>
                <a:gridCol w="331764">
                  <a:extLst>
                    <a:ext uri="{9D8B030D-6E8A-4147-A177-3AD203B41FA5}">
                      <a16:colId xmlns:a16="http://schemas.microsoft.com/office/drawing/2014/main" val="68271856"/>
                    </a:ext>
                  </a:extLst>
                </a:gridCol>
                <a:gridCol w="331764">
                  <a:extLst>
                    <a:ext uri="{9D8B030D-6E8A-4147-A177-3AD203B41FA5}">
                      <a16:colId xmlns:a16="http://schemas.microsoft.com/office/drawing/2014/main" val="1951666494"/>
                    </a:ext>
                  </a:extLst>
                </a:gridCol>
                <a:gridCol w="385771">
                  <a:extLst>
                    <a:ext uri="{9D8B030D-6E8A-4147-A177-3AD203B41FA5}">
                      <a16:colId xmlns:a16="http://schemas.microsoft.com/office/drawing/2014/main" val="4254025592"/>
                    </a:ext>
                  </a:extLst>
                </a:gridCol>
                <a:gridCol w="331764">
                  <a:extLst>
                    <a:ext uri="{9D8B030D-6E8A-4147-A177-3AD203B41FA5}">
                      <a16:colId xmlns:a16="http://schemas.microsoft.com/office/drawing/2014/main" val="3138859680"/>
                    </a:ext>
                  </a:extLst>
                </a:gridCol>
                <a:gridCol w="385771">
                  <a:extLst>
                    <a:ext uri="{9D8B030D-6E8A-4147-A177-3AD203B41FA5}">
                      <a16:colId xmlns:a16="http://schemas.microsoft.com/office/drawing/2014/main" val="4279173382"/>
                    </a:ext>
                  </a:extLst>
                </a:gridCol>
                <a:gridCol w="331764">
                  <a:extLst>
                    <a:ext uri="{9D8B030D-6E8A-4147-A177-3AD203B41FA5}">
                      <a16:colId xmlns:a16="http://schemas.microsoft.com/office/drawing/2014/main" val="1906257545"/>
                    </a:ext>
                  </a:extLst>
                </a:gridCol>
                <a:gridCol w="385771">
                  <a:extLst>
                    <a:ext uri="{9D8B030D-6E8A-4147-A177-3AD203B41FA5}">
                      <a16:colId xmlns:a16="http://schemas.microsoft.com/office/drawing/2014/main" val="424842994"/>
                    </a:ext>
                  </a:extLst>
                </a:gridCol>
                <a:gridCol w="331764">
                  <a:extLst>
                    <a:ext uri="{9D8B030D-6E8A-4147-A177-3AD203B41FA5}">
                      <a16:colId xmlns:a16="http://schemas.microsoft.com/office/drawing/2014/main" val="3997280801"/>
                    </a:ext>
                  </a:extLst>
                </a:gridCol>
                <a:gridCol w="354910">
                  <a:extLst>
                    <a:ext uri="{9D8B030D-6E8A-4147-A177-3AD203B41FA5}">
                      <a16:colId xmlns:a16="http://schemas.microsoft.com/office/drawing/2014/main" val="3440691534"/>
                    </a:ext>
                  </a:extLst>
                </a:gridCol>
                <a:gridCol w="385771">
                  <a:extLst>
                    <a:ext uri="{9D8B030D-6E8A-4147-A177-3AD203B41FA5}">
                      <a16:colId xmlns:a16="http://schemas.microsoft.com/office/drawing/2014/main" val="3377741793"/>
                    </a:ext>
                  </a:extLst>
                </a:gridCol>
              </a:tblGrid>
              <a:tr h="75690">
                <a:tc>
                  <a:txBody>
                    <a:bodyPr/>
                    <a:lstStyle/>
                    <a:p>
                      <a:pPr algn="ctr" fontAlgn="ctr"/>
                      <a:r>
                        <a:rPr lang="en-US" sz="1050" b="1" i="0" u="none" strike="noStrike" dirty="0">
                          <a:solidFill>
                            <a:srgbClr val="FFFFFF"/>
                          </a:solidFill>
                          <a:effectLst/>
                          <a:latin typeface="Verdana" panose="020B0604030504040204" pitchFamily="34" charset="0"/>
                        </a:rPr>
                        <a:t>Time/Date</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ctr"/>
                      <a:r>
                        <a:rPr lang="en-US" sz="1050" b="0" i="0" u="none" strike="noStrike">
                          <a:solidFill>
                            <a:srgbClr val="FFFFFF"/>
                          </a:solidFill>
                          <a:effectLst/>
                          <a:latin typeface="Verdana" panose="020B0604030504040204" pitchFamily="34" charset="0"/>
                        </a:rPr>
                        <a:t>1</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2</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4</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6</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7</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8</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10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11</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12</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13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14</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15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16</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17</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18</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19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20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21</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22</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23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24</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25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26</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27</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28</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29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30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31</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extLst>
                  <a:ext uri="{0D108BD9-81ED-4DB2-BD59-A6C34878D82A}">
                    <a16:rowId xmlns:a16="http://schemas.microsoft.com/office/drawing/2014/main" val="941467834"/>
                  </a:ext>
                </a:extLst>
              </a:tr>
              <a:tr h="75690">
                <a:tc>
                  <a:txBody>
                    <a:bodyPr/>
                    <a:lstStyle/>
                    <a:p>
                      <a:pPr algn="ctr" fontAlgn="b"/>
                      <a:r>
                        <a:rPr lang="en-US" sz="1050" b="1" i="0" u="none" strike="noStrike">
                          <a:solidFill>
                            <a:srgbClr val="000000"/>
                          </a:solidFill>
                          <a:effectLst/>
                          <a:latin typeface="Verdana" panose="020B0604030504040204" pitchFamily="34" charset="0"/>
                        </a:rPr>
                        <a:t>06:00</a:t>
                      </a:r>
                    </a:p>
                  </a:txBody>
                  <a:tcPr marL="3747" marR="3747" marT="37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Verdana" panose="020B0604030504040204" pitchFamily="34" charset="0"/>
                        </a:rPr>
                        <a:t>255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D880"/>
                    </a:solidFill>
                  </a:tcPr>
                </a:tc>
                <a:tc>
                  <a:txBody>
                    <a:bodyPr/>
                    <a:lstStyle/>
                    <a:p>
                      <a:pPr algn="ctr" fontAlgn="ctr"/>
                      <a:r>
                        <a:rPr lang="en-US" sz="1050" b="0" i="0" u="none" strike="noStrike">
                          <a:solidFill>
                            <a:srgbClr val="000000"/>
                          </a:solidFill>
                          <a:effectLst/>
                          <a:latin typeface="Verdana" panose="020B0604030504040204" pitchFamily="34" charset="0"/>
                        </a:rPr>
                        <a:t>112</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9974"/>
                    </a:solidFill>
                  </a:tcPr>
                </a:tc>
                <a:tc>
                  <a:txBody>
                    <a:bodyPr/>
                    <a:lstStyle/>
                    <a:p>
                      <a:pPr algn="ctr" fontAlgn="ctr"/>
                      <a:r>
                        <a:rPr lang="en-US" sz="1050" b="0" i="0" u="none" strike="noStrike">
                          <a:solidFill>
                            <a:srgbClr val="000000"/>
                          </a:solidFill>
                          <a:effectLst/>
                          <a:latin typeface="Verdana" panose="020B0604030504040204" pitchFamily="34" charset="0"/>
                        </a:rPr>
                        <a:t>141</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676"/>
                    </a:solidFill>
                  </a:tcPr>
                </a:tc>
                <a:tc>
                  <a:txBody>
                    <a:bodyPr/>
                    <a:lstStyle/>
                    <a:p>
                      <a:pPr algn="ctr" fontAlgn="ctr"/>
                      <a:r>
                        <a:rPr lang="en-US" sz="1050" b="0" i="0" u="none" strike="noStrike">
                          <a:solidFill>
                            <a:srgbClr val="000000"/>
                          </a:solidFill>
                          <a:effectLst/>
                          <a:latin typeface="Verdana" panose="020B0604030504040204" pitchFamily="34" charset="0"/>
                        </a:rPr>
                        <a:t>83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8C71"/>
                    </a:solidFill>
                  </a:tcPr>
                </a:tc>
                <a:tc>
                  <a:txBody>
                    <a:bodyPr/>
                    <a:lstStyle/>
                    <a:p>
                      <a:pPr algn="ctr" fontAlgn="ctr"/>
                      <a:r>
                        <a:rPr lang="en-US" sz="1050" b="0" i="0" u="none" strike="noStrike">
                          <a:solidFill>
                            <a:srgbClr val="000000"/>
                          </a:solidFill>
                          <a:effectLst/>
                          <a:latin typeface="Verdana" panose="020B0604030504040204" pitchFamily="34" charset="0"/>
                        </a:rPr>
                        <a:t>139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576"/>
                    </a:solidFill>
                  </a:tcPr>
                </a:tc>
                <a:tc>
                  <a:txBody>
                    <a:bodyPr/>
                    <a:lstStyle/>
                    <a:p>
                      <a:pPr algn="ctr" fontAlgn="ctr"/>
                      <a:r>
                        <a:rPr lang="en-US" sz="1050" b="0" i="0" u="none" strike="noStrike">
                          <a:solidFill>
                            <a:srgbClr val="000000"/>
                          </a:solidFill>
                          <a:effectLst/>
                          <a:latin typeface="Verdana" panose="020B0604030504040204" pitchFamily="34" charset="0"/>
                        </a:rPr>
                        <a:t>115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9A74"/>
                    </a:solidFill>
                  </a:tcPr>
                </a:tc>
                <a:tc>
                  <a:txBody>
                    <a:bodyPr/>
                    <a:lstStyle/>
                    <a:p>
                      <a:pPr algn="ctr" fontAlgn="ctr"/>
                      <a:r>
                        <a:rPr lang="en-US" sz="1050" b="0" i="0" u="none" strike="noStrike">
                          <a:solidFill>
                            <a:srgbClr val="000000"/>
                          </a:solidFill>
                          <a:effectLst/>
                          <a:latin typeface="Verdana" panose="020B0604030504040204" pitchFamily="34" charset="0"/>
                        </a:rPr>
                        <a:t>108</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9773"/>
                    </a:solidFill>
                  </a:tcPr>
                </a:tc>
                <a:tc>
                  <a:txBody>
                    <a:bodyPr/>
                    <a:lstStyle/>
                    <a:p>
                      <a:pPr algn="ctr" fontAlgn="ctr"/>
                      <a:r>
                        <a:rPr lang="en-US" sz="1050" b="0" i="0" u="none" strike="noStrike">
                          <a:solidFill>
                            <a:srgbClr val="000000"/>
                          </a:solidFill>
                          <a:effectLst/>
                          <a:latin typeface="Verdana" panose="020B0604030504040204" pitchFamily="34" charset="0"/>
                        </a:rPr>
                        <a:t>135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376"/>
                    </a:solidFill>
                  </a:tcPr>
                </a:tc>
                <a:tc>
                  <a:txBody>
                    <a:bodyPr/>
                    <a:lstStyle/>
                    <a:p>
                      <a:pPr algn="ctr" fontAlgn="ctr"/>
                      <a:r>
                        <a:rPr lang="en-US" sz="1050" b="0" i="0" u="none" strike="noStrike">
                          <a:solidFill>
                            <a:srgbClr val="000000"/>
                          </a:solidFill>
                          <a:effectLst/>
                          <a:latin typeface="Verdana" panose="020B0604030504040204" pitchFamily="34" charset="0"/>
                        </a:rPr>
                        <a:t>140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576"/>
                    </a:solidFill>
                  </a:tcPr>
                </a:tc>
                <a:tc>
                  <a:txBody>
                    <a:bodyPr/>
                    <a:lstStyle/>
                    <a:p>
                      <a:pPr algn="ctr" fontAlgn="ctr"/>
                      <a:r>
                        <a:rPr lang="en-US" sz="1050" b="0" i="0" u="none" strike="noStrike">
                          <a:solidFill>
                            <a:srgbClr val="000000"/>
                          </a:solidFill>
                          <a:effectLst/>
                          <a:latin typeface="Verdana" panose="020B0604030504040204" pitchFamily="34" charset="0"/>
                        </a:rPr>
                        <a:t>103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9573"/>
                    </a:solidFill>
                  </a:tcPr>
                </a:tc>
                <a:tc>
                  <a:txBody>
                    <a:bodyPr/>
                    <a:lstStyle/>
                    <a:p>
                      <a:pPr algn="ctr" fontAlgn="ctr"/>
                      <a:r>
                        <a:rPr lang="en-US" sz="1050" b="0" i="0" u="none" strike="noStrike">
                          <a:solidFill>
                            <a:srgbClr val="000000"/>
                          </a:solidFill>
                          <a:effectLst/>
                          <a:latin typeface="Verdana" panose="020B0604030504040204" pitchFamily="34" charset="0"/>
                        </a:rPr>
                        <a:t>98</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9373"/>
                    </a:solidFill>
                  </a:tcPr>
                </a:tc>
                <a:tc>
                  <a:txBody>
                    <a:bodyPr/>
                    <a:lstStyle/>
                    <a:p>
                      <a:pPr algn="ctr" fontAlgn="ctr"/>
                      <a:r>
                        <a:rPr lang="en-US" sz="1050" b="0" i="0" u="none" strike="noStrike">
                          <a:solidFill>
                            <a:srgbClr val="000000"/>
                          </a:solidFill>
                          <a:effectLst/>
                          <a:latin typeface="Verdana" panose="020B0604030504040204" pitchFamily="34" charset="0"/>
                        </a:rPr>
                        <a:t>118</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9C74"/>
                    </a:solidFill>
                  </a:tcPr>
                </a:tc>
                <a:tc>
                  <a:txBody>
                    <a:bodyPr/>
                    <a:lstStyle/>
                    <a:p>
                      <a:pPr algn="ctr" fontAlgn="ctr"/>
                      <a:r>
                        <a:rPr lang="en-US" sz="1050" b="0" i="0" u="none" strike="noStrike">
                          <a:solidFill>
                            <a:srgbClr val="000000"/>
                          </a:solidFill>
                          <a:effectLst/>
                          <a:latin typeface="Verdana" panose="020B0604030504040204" pitchFamily="34" charset="0"/>
                        </a:rPr>
                        <a:t>65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8470"/>
                    </a:solidFill>
                  </a:tcPr>
                </a:tc>
                <a:tc>
                  <a:txBody>
                    <a:bodyPr/>
                    <a:lstStyle/>
                    <a:p>
                      <a:pPr algn="ctr" fontAlgn="ctr"/>
                      <a:r>
                        <a:rPr lang="en-US" sz="1050" b="0" i="0" u="none" strike="noStrike">
                          <a:solidFill>
                            <a:srgbClr val="000000"/>
                          </a:solidFill>
                          <a:effectLst/>
                          <a:latin typeface="Verdana" panose="020B0604030504040204" pitchFamily="34" charset="0"/>
                        </a:rPr>
                        <a:t>70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8670"/>
                    </a:solidFill>
                  </a:tcPr>
                </a:tc>
                <a:tc>
                  <a:txBody>
                    <a:bodyPr/>
                    <a:lstStyle/>
                    <a:p>
                      <a:pPr algn="ctr" fontAlgn="ctr"/>
                      <a:r>
                        <a:rPr lang="en-US" sz="1050" b="0" i="0" u="none" strike="noStrike">
                          <a:solidFill>
                            <a:srgbClr val="000000"/>
                          </a:solidFill>
                          <a:effectLst/>
                          <a:latin typeface="Verdana" panose="020B0604030504040204" pitchFamily="34" charset="0"/>
                        </a:rPr>
                        <a:t>166</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B178"/>
                    </a:solidFill>
                  </a:tcPr>
                </a:tc>
                <a:tc>
                  <a:txBody>
                    <a:bodyPr/>
                    <a:lstStyle/>
                    <a:p>
                      <a:pPr algn="ctr" fontAlgn="ctr"/>
                      <a:r>
                        <a:rPr lang="en-US" sz="1050" b="0" i="0" u="none" strike="noStrike">
                          <a:solidFill>
                            <a:srgbClr val="000000"/>
                          </a:solidFill>
                          <a:effectLst/>
                          <a:latin typeface="Verdana" panose="020B0604030504040204" pitchFamily="34" charset="0"/>
                        </a:rPr>
                        <a:t>130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175"/>
                    </a:solidFill>
                  </a:tcPr>
                </a:tc>
                <a:tc>
                  <a:txBody>
                    <a:bodyPr/>
                    <a:lstStyle/>
                    <a:p>
                      <a:pPr algn="ctr" fontAlgn="ctr"/>
                      <a:r>
                        <a:rPr lang="en-US" sz="1050" b="0" i="0" u="none" strike="noStrike">
                          <a:solidFill>
                            <a:srgbClr val="000000"/>
                          </a:solidFill>
                          <a:effectLst/>
                          <a:latin typeface="Verdana" panose="020B0604030504040204" pitchFamily="34" charset="0"/>
                        </a:rPr>
                        <a:t>89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8E72"/>
                    </a:solidFill>
                  </a:tcPr>
                </a:tc>
                <a:tc>
                  <a:txBody>
                    <a:bodyPr/>
                    <a:lstStyle/>
                    <a:p>
                      <a:pPr algn="ctr" fontAlgn="ctr"/>
                      <a:r>
                        <a:rPr lang="en-US" sz="1050" b="0" i="0" u="none" strike="noStrike">
                          <a:solidFill>
                            <a:srgbClr val="000000"/>
                          </a:solidFill>
                          <a:effectLst/>
                          <a:latin typeface="Verdana" panose="020B0604030504040204" pitchFamily="34" charset="0"/>
                        </a:rPr>
                        <a:t>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ctr" fontAlgn="ctr"/>
                      <a:r>
                        <a:rPr lang="en-US" sz="1050" b="0" i="0" u="none" strike="noStrike">
                          <a:solidFill>
                            <a:srgbClr val="000000"/>
                          </a:solidFill>
                          <a:effectLst/>
                          <a:latin typeface="Verdana" panose="020B0604030504040204" pitchFamily="34" charset="0"/>
                        </a:rPr>
                        <a:t>155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C77"/>
                    </a:solidFill>
                  </a:tcPr>
                </a:tc>
                <a:tc>
                  <a:txBody>
                    <a:bodyPr/>
                    <a:lstStyle/>
                    <a:p>
                      <a:pPr algn="ctr" fontAlgn="ctr"/>
                      <a:r>
                        <a:rPr lang="en-US" sz="1050" b="0" i="0" u="none" strike="noStrike">
                          <a:solidFill>
                            <a:srgbClr val="000000"/>
                          </a:solidFill>
                          <a:effectLst/>
                          <a:latin typeface="Verdana" panose="020B0604030504040204" pitchFamily="34" charset="0"/>
                        </a:rPr>
                        <a:t>305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B84"/>
                    </a:solidFill>
                  </a:tcPr>
                </a:tc>
                <a:tc>
                  <a:txBody>
                    <a:bodyPr/>
                    <a:lstStyle/>
                    <a:p>
                      <a:pPr algn="ctr" fontAlgn="ctr"/>
                      <a:r>
                        <a:rPr lang="en-US" sz="1050" b="0" i="0" u="none" strike="noStrike">
                          <a:solidFill>
                            <a:srgbClr val="000000"/>
                          </a:solidFill>
                          <a:effectLst/>
                          <a:latin typeface="Verdana" panose="020B0604030504040204" pitchFamily="34" charset="0"/>
                        </a:rPr>
                        <a:t>268</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DE81"/>
                    </a:solidFill>
                  </a:tcPr>
                </a:tc>
                <a:tc>
                  <a:txBody>
                    <a:bodyPr/>
                    <a:lstStyle/>
                    <a:p>
                      <a:pPr algn="ctr" fontAlgn="ctr"/>
                      <a:r>
                        <a:rPr lang="en-US" sz="1050" b="0" i="0" u="none" strike="noStrike">
                          <a:solidFill>
                            <a:srgbClr val="000000"/>
                          </a:solidFill>
                          <a:effectLst/>
                          <a:latin typeface="Verdana" panose="020B0604030504040204" pitchFamily="34" charset="0"/>
                        </a:rPr>
                        <a:t>271</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DF81"/>
                    </a:solidFill>
                  </a:tcPr>
                </a:tc>
                <a:tc>
                  <a:txBody>
                    <a:bodyPr/>
                    <a:lstStyle/>
                    <a:p>
                      <a:pPr algn="ctr" fontAlgn="ctr"/>
                      <a:r>
                        <a:rPr lang="en-US" sz="1050" b="0" i="0" u="none" strike="noStrike">
                          <a:solidFill>
                            <a:srgbClr val="000000"/>
                          </a:solidFill>
                          <a:effectLst/>
                          <a:latin typeface="Verdana" panose="020B0604030504040204" pitchFamily="34" charset="0"/>
                        </a:rPr>
                        <a:t>193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D7B"/>
                    </a:solidFill>
                  </a:tcPr>
                </a:tc>
                <a:tc>
                  <a:txBody>
                    <a:bodyPr/>
                    <a:lstStyle/>
                    <a:p>
                      <a:pPr algn="ctr" fontAlgn="ctr"/>
                      <a:r>
                        <a:rPr lang="en-US" sz="1050" b="0" i="0" u="none" strike="noStrike">
                          <a:solidFill>
                            <a:srgbClr val="000000"/>
                          </a:solidFill>
                          <a:effectLst/>
                          <a:latin typeface="Verdana" panose="020B0604030504040204" pitchFamily="34" charset="0"/>
                        </a:rPr>
                        <a:t>131</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175"/>
                    </a:solidFill>
                  </a:tcPr>
                </a:tc>
                <a:tc>
                  <a:txBody>
                    <a:bodyPr/>
                    <a:lstStyle/>
                    <a:p>
                      <a:pPr algn="ctr" fontAlgn="ctr"/>
                      <a:r>
                        <a:rPr lang="en-US" sz="1050" b="0" i="0" u="none" strike="noStrike">
                          <a:solidFill>
                            <a:srgbClr val="000000"/>
                          </a:solidFill>
                          <a:effectLst/>
                          <a:latin typeface="Verdana" panose="020B0604030504040204" pitchFamily="34" charset="0"/>
                        </a:rPr>
                        <a:t>117</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9B74"/>
                    </a:solidFill>
                  </a:tcPr>
                </a:tc>
                <a:tc>
                  <a:txBody>
                    <a:bodyPr/>
                    <a:lstStyle/>
                    <a:p>
                      <a:pPr algn="ctr" fontAlgn="ctr"/>
                      <a:r>
                        <a:rPr lang="en-US" sz="1050" b="0" i="0" u="none" strike="noStrike">
                          <a:solidFill>
                            <a:srgbClr val="000000"/>
                          </a:solidFill>
                          <a:effectLst/>
                          <a:latin typeface="Verdana" panose="020B0604030504040204" pitchFamily="34" charset="0"/>
                        </a:rPr>
                        <a:t>201</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C07B"/>
                    </a:solidFill>
                  </a:tcPr>
                </a:tc>
                <a:tc>
                  <a:txBody>
                    <a:bodyPr/>
                    <a:lstStyle/>
                    <a:p>
                      <a:pPr algn="ctr" fontAlgn="ctr"/>
                      <a:r>
                        <a:rPr lang="en-US" sz="1050" b="0" i="0" u="none" strike="noStrike">
                          <a:solidFill>
                            <a:srgbClr val="000000"/>
                          </a:solidFill>
                          <a:effectLst/>
                          <a:latin typeface="Verdana" panose="020B0604030504040204" pitchFamily="34" charset="0"/>
                        </a:rPr>
                        <a:t>312</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A84"/>
                    </a:solidFill>
                  </a:tcPr>
                </a:tc>
                <a:tc>
                  <a:txBody>
                    <a:bodyPr/>
                    <a:lstStyle/>
                    <a:p>
                      <a:pPr algn="ctr" fontAlgn="ctr"/>
                      <a:r>
                        <a:rPr lang="en-US" sz="1050" b="0" i="0" u="none" strike="noStrike">
                          <a:solidFill>
                            <a:srgbClr val="000000"/>
                          </a:solidFill>
                          <a:effectLst/>
                          <a:latin typeface="Verdana" panose="020B0604030504040204" pitchFamily="34" charset="0"/>
                        </a:rPr>
                        <a:t>141</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676"/>
                    </a:solidFill>
                  </a:tcPr>
                </a:tc>
                <a:tc>
                  <a:txBody>
                    <a:bodyPr/>
                    <a:lstStyle/>
                    <a:p>
                      <a:pPr algn="ctr" fontAlgn="ctr"/>
                      <a:r>
                        <a:rPr lang="en-US" sz="1050" b="0" i="0" u="none" strike="noStrike">
                          <a:solidFill>
                            <a:srgbClr val="000000"/>
                          </a:solidFill>
                          <a:effectLst/>
                          <a:latin typeface="Verdana" panose="020B0604030504040204" pitchFamily="34" charset="0"/>
                        </a:rPr>
                        <a:t>8</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B6B"/>
                    </a:solidFill>
                  </a:tcPr>
                </a:tc>
                <a:tc>
                  <a:txBody>
                    <a:bodyPr/>
                    <a:lstStyle/>
                    <a:p>
                      <a:pPr algn="ctr" fontAlgn="ctr"/>
                      <a:r>
                        <a:rPr lang="en-US" sz="1050" b="0" i="0" u="none" strike="noStrike">
                          <a:solidFill>
                            <a:srgbClr val="000000"/>
                          </a:solidFill>
                          <a:effectLst/>
                          <a:latin typeface="Verdana" panose="020B0604030504040204" pitchFamily="34" charset="0"/>
                        </a:rPr>
                        <a:t>4</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ctr" fontAlgn="ctr"/>
                      <a:r>
                        <a:rPr lang="en-US" sz="1050" b="0" i="0" u="none" strike="noStrike">
                          <a:solidFill>
                            <a:srgbClr val="000000"/>
                          </a:solidFill>
                          <a:effectLst/>
                          <a:latin typeface="Verdana" panose="020B0604030504040204" pitchFamily="34" charset="0"/>
                        </a:rPr>
                        <a:t>87</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8E72"/>
                    </a:solidFill>
                  </a:tcPr>
                </a:tc>
                <a:extLst>
                  <a:ext uri="{0D108BD9-81ED-4DB2-BD59-A6C34878D82A}">
                    <a16:rowId xmlns:a16="http://schemas.microsoft.com/office/drawing/2014/main" val="1176385303"/>
                  </a:ext>
                </a:extLst>
              </a:tr>
              <a:tr h="75690">
                <a:tc>
                  <a:txBody>
                    <a:bodyPr/>
                    <a:lstStyle/>
                    <a:p>
                      <a:pPr algn="ctr" fontAlgn="b"/>
                      <a:r>
                        <a:rPr lang="en-US" sz="1050" b="1" i="0" u="none" strike="noStrike">
                          <a:solidFill>
                            <a:srgbClr val="000000"/>
                          </a:solidFill>
                          <a:effectLst/>
                          <a:latin typeface="Verdana" panose="020B0604030504040204" pitchFamily="34" charset="0"/>
                        </a:rPr>
                        <a:t>07:00</a:t>
                      </a:r>
                    </a:p>
                  </a:txBody>
                  <a:tcPr marL="3747" marR="3747" marT="37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Verdana" panose="020B0604030504040204" pitchFamily="34" charset="0"/>
                        </a:rPr>
                        <a:t>230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CD7E"/>
                    </a:solidFill>
                  </a:tcPr>
                </a:tc>
                <a:tc>
                  <a:txBody>
                    <a:bodyPr/>
                    <a:lstStyle/>
                    <a:p>
                      <a:pPr algn="ctr" fontAlgn="ctr"/>
                      <a:r>
                        <a:rPr lang="en-US" sz="1050" b="0" i="0" u="none" strike="noStrike">
                          <a:solidFill>
                            <a:srgbClr val="000000"/>
                          </a:solidFill>
                          <a:effectLst/>
                          <a:latin typeface="Verdana" panose="020B0604030504040204" pitchFamily="34" charset="0"/>
                        </a:rPr>
                        <a:t>156</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C78"/>
                    </a:solidFill>
                  </a:tcPr>
                </a:tc>
                <a:tc>
                  <a:txBody>
                    <a:bodyPr/>
                    <a:lstStyle/>
                    <a:p>
                      <a:pPr algn="ctr" fontAlgn="ctr"/>
                      <a:r>
                        <a:rPr lang="en-US" sz="1050" b="0" i="0" u="none" strike="noStrike">
                          <a:solidFill>
                            <a:srgbClr val="000000"/>
                          </a:solidFill>
                          <a:effectLst/>
                          <a:latin typeface="Verdana" panose="020B0604030504040204" pitchFamily="34" charset="0"/>
                        </a:rPr>
                        <a:t>59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816F"/>
                    </a:solidFill>
                  </a:tcPr>
                </a:tc>
                <a:tc>
                  <a:txBody>
                    <a:bodyPr/>
                    <a:lstStyle/>
                    <a:p>
                      <a:pPr algn="ctr" fontAlgn="ctr"/>
                      <a:r>
                        <a:rPr lang="en-US" sz="1050" b="0" i="0" u="none" strike="noStrike">
                          <a:solidFill>
                            <a:srgbClr val="000000"/>
                          </a:solidFill>
                          <a:effectLst/>
                          <a:latin typeface="Verdana" panose="020B0604030504040204" pitchFamily="34" charset="0"/>
                        </a:rPr>
                        <a:t>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ctr" fontAlgn="ctr"/>
                      <a:r>
                        <a:rPr lang="en-US" sz="1050" b="0" i="0" u="none" strike="noStrike">
                          <a:solidFill>
                            <a:srgbClr val="000000"/>
                          </a:solidFill>
                          <a:effectLst/>
                          <a:latin typeface="Verdana" panose="020B0604030504040204" pitchFamily="34" charset="0"/>
                        </a:rPr>
                        <a:t>148</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977"/>
                    </a:solidFill>
                  </a:tcPr>
                </a:tc>
                <a:tc>
                  <a:txBody>
                    <a:bodyPr/>
                    <a:lstStyle/>
                    <a:p>
                      <a:pPr algn="ctr" fontAlgn="ctr"/>
                      <a:r>
                        <a:rPr lang="en-US" sz="1050" b="0" i="0" u="none" strike="noStrike">
                          <a:solidFill>
                            <a:srgbClr val="000000"/>
                          </a:solidFill>
                          <a:effectLst/>
                          <a:latin typeface="Verdana" panose="020B0604030504040204" pitchFamily="34" charset="0"/>
                        </a:rPr>
                        <a:t>72</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8770"/>
                    </a:solidFill>
                  </a:tcPr>
                </a:tc>
                <a:tc>
                  <a:txBody>
                    <a:bodyPr/>
                    <a:lstStyle/>
                    <a:p>
                      <a:pPr algn="ctr" fontAlgn="ctr"/>
                      <a:r>
                        <a:rPr lang="en-US" sz="1050" b="0" i="0" u="none" strike="noStrike">
                          <a:solidFill>
                            <a:srgbClr val="000000"/>
                          </a:solidFill>
                          <a:effectLst/>
                          <a:latin typeface="Verdana" panose="020B0604030504040204" pitchFamily="34" charset="0"/>
                        </a:rPr>
                        <a:t>116</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9B74"/>
                    </a:solidFill>
                  </a:tcPr>
                </a:tc>
                <a:tc>
                  <a:txBody>
                    <a:bodyPr/>
                    <a:lstStyle/>
                    <a:p>
                      <a:pPr algn="ctr" fontAlgn="ctr"/>
                      <a:r>
                        <a:rPr lang="en-US" sz="1050" b="0" i="0" u="none" strike="noStrike">
                          <a:solidFill>
                            <a:srgbClr val="000000"/>
                          </a:solidFill>
                          <a:effectLst/>
                          <a:latin typeface="Verdana" panose="020B0604030504040204" pitchFamily="34" charset="0"/>
                        </a:rPr>
                        <a:t>107</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9773"/>
                    </a:solidFill>
                  </a:tcPr>
                </a:tc>
                <a:tc>
                  <a:txBody>
                    <a:bodyPr/>
                    <a:lstStyle/>
                    <a:p>
                      <a:pPr algn="ctr" fontAlgn="ctr"/>
                      <a:r>
                        <a:rPr lang="en-US" sz="1050" b="0" i="0" u="none" strike="noStrike">
                          <a:solidFill>
                            <a:srgbClr val="000000"/>
                          </a:solidFill>
                          <a:effectLst/>
                          <a:latin typeface="Verdana" panose="020B0604030504040204" pitchFamily="34" charset="0"/>
                        </a:rPr>
                        <a:t>27</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736D"/>
                    </a:solidFill>
                  </a:tcPr>
                </a:tc>
                <a:tc>
                  <a:txBody>
                    <a:bodyPr/>
                    <a:lstStyle/>
                    <a:p>
                      <a:pPr algn="ctr" fontAlgn="ctr"/>
                      <a:r>
                        <a:rPr lang="en-US" sz="1050" b="0" i="0" u="none" strike="noStrike">
                          <a:solidFill>
                            <a:srgbClr val="000000"/>
                          </a:solidFill>
                          <a:effectLst/>
                          <a:latin typeface="Verdana" panose="020B0604030504040204" pitchFamily="34" charset="0"/>
                        </a:rPr>
                        <a:t>15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E6C"/>
                    </a:solidFill>
                  </a:tcPr>
                </a:tc>
                <a:tc>
                  <a:txBody>
                    <a:bodyPr/>
                    <a:lstStyle/>
                    <a:p>
                      <a:pPr algn="ctr" fontAlgn="ctr"/>
                      <a:r>
                        <a:rPr lang="en-US" sz="1050" b="0" i="0" u="none" strike="noStrike">
                          <a:solidFill>
                            <a:srgbClr val="000000"/>
                          </a:solidFill>
                          <a:effectLst/>
                          <a:latin typeface="Verdana" panose="020B0604030504040204" pitchFamily="34" charset="0"/>
                        </a:rPr>
                        <a:t>112</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9974"/>
                    </a:solidFill>
                  </a:tcPr>
                </a:tc>
                <a:tc>
                  <a:txBody>
                    <a:bodyPr/>
                    <a:lstStyle/>
                    <a:p>
                      <a:pPr algn="ctr" fontAlgn="ctr"/>
                      <a:r>
                        <a:rPr lang="en-US" sz="1050" b="0" i="0" u="none" strike="noStrike">
                          <a:solidFill>
                            <a:srgbClr val="000000"/>
                          </a:solidFill>
                          <a:effectLst/>
                          <a:latin typeface="Verdana" panose="020B0604030504040204" pitchFamily="34" charset="0"/>
                        </a:rPr>
                        <a:t>23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716C"/>
                    </a:solidFill>
                  </a:tcPr>
                </a:tc>
                <a:tc>
                  <a:txBody>
                    <a:bodyPr/>
                    <a:lstStyle/>
                    <a:p>
                      <a:pPr algn="ctr" fontAlgn="ctr"/>
                      <a:r>
                        <a:rPr lang="en-US" sz="1050" b="0" i="0" u="none" strike="noStrike">
                          <a:solidFill>
                            <a:srgbClr val="000000"/>
                          </a:solidFill>
                          <a:effectLst/>
                          <a:latin typeface="Verdana" panose="020B0604030504040204" pitchFamily="34" charset="0"/>
                        </a:rPr>
                        <a:t>10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C6B"/>
                    </a:solidFill>
                  </a:tcPr>
                </a:tc>
                <a:tc>
                  <a:txBody>
                    <a:bodyPr/>
                    <a:lstStyle/>
                    <a:p>
                      <a:pPr algn="ctr" fontAlgn="ctr"/>
                      <a:r>
                        <a:rPr lang="en-US" sz="1050" b="0" i="0" u="none" strike="noStrike">
                          <a:solidFill>
                            <a:srgbClr val="000000"/>
                          </a:solidFill>
                          <a:effectLst/>
                          <a:latin typeface="Verdana" panose="020B0604030504040204" pitchFamily="34" charset="0"/>
                        </a:rPr>
                        <a:t>70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8670"/>
                    </a:solidFill>
                  </a:tcPr>
                </a:tc>
                <a:tc>
                  <a:txBody>
                    <a:bodyPr/>
                    <a:lstStyle/>
                    <a:p>
                      <a:pPr algn="ctr" fontAlgn="ctr"/>
                      <a:r>
                        <a:rPr lang="en-US" sz="1050" b="0" i="0" u="none" strike="noStrike">
                          <a:solidFill>
                            <a:srgbClr val="000000"/>
                          </a:solidFill>
                          <a:effectLst/>
                          <a:latin typeface="Verdana" panose="020B0604030504040204" pitchFamily="34" charset="0"/>
                        </a:rPr>
                        <a:t>250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D67F"/>
                    </a:solidFill>
                  </a:tcPr>
                </a:tc>
                <a:tc>
                  <a:txBody>
                    <a:bodyPr/>
                    <a:lstStyle/>
                    <a:p>
                      <a:pPr algn="ctr" fontAlgn="ctr"/>
                      <a:r>
                        <a:rPr lang="en-US" sz="1050" b="0" i="0" u="none" strike="noStrike">
                          <a:solidFill>
                            <a:srgbClr val="000000"/>
                          </a:solidFill>
                          <a:effectLst/>
                          <a:latin typeface="Verdana" panose="020B0604030504040204" pitchFamily="34" charset="0"/>
                        </a:rPr>
                        <a:t>125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9F75"/>
                    </a:solidFill>
                  </a:tcPr>
                </a:tc>
                <a:tc>
                  <a:txBody>
                    <a:bodyPr/>
                    <a:lstStyle/>
                    <a:p>
                      <a:pPr algn="ctr" fontAlgn="ctr"/>
                      <a:r>
                        <a:rPr lang="en-US" sz="1050" b="0" i="0" u="none" strike="noStrike">
                          <a:solidFill>
                            <a:srgbClr val="000000"/>
                          </a:solidFill>
                          <a:effectLst/>
                          <a:latin typeface="Verdana" panose="020B0604030504040204" pitchFamily="34" charset="0"/>
                        </a:rPr>
                        <a:t>11</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C6B"/>
                    </a:solidFill>
                  </a:tcPr>
                </a:tc>
                <a:tc>
                  <a:txBody>
                    <a:bodyPr/>
                    <a:lstStyle/>
                    <a:p>
                      <a:pPr algn="ctr" fontAlgn="ctr"/>
                      <a:r>
                        <a:rPr lang="en-US" sz="1050" b="0" i="0" u="none" strike="noStrike">
                          <a:solidFill>
                            <a:srgbClr val="000000"/>
                          </a:solidFill>
                          <a:effectLst/>
                          <a:latin typeface="Verdana" panose="020B0604030504040204" pitchFamily="34" charset="0"/>
                        </a:rPr>
                        <a:t>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ctr" fontAlgn="ctr"/>
                      <a:r>
                        <a:rPr lang="en-US" sz="1050" b="0" i="0" u="none" strike="noStrike">
                          <a:solidFill>
                            <a:srgbClr val="000000"/>
                          </a:solidFill>
                          <a:effectLst/>
                          <a:latin typeface="Verdana" panose="020B0604030504040204" pitchFamily="34" charset="0"/>
                        </a:rPr>
                        <a:t>203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C17C"/>
                    </a:solidFill>
                  </a:tcPr>
                </a:tc>
                <a:tc>
                  <a:txBody>
                    <a:bodyPr/>
                    <a:lstStyle/>
                    <a:p>
                      <a:pPr algn="ctr" fontAlgn="ctr"/>
                      <a:r>
                        <a:rPr lang="en-US" sz="1050" b="0" i="0" u="none" strike="noStrike">
                          <a:solidFill>
                            <a:srgbClr val="000000"/>
                          </a:solidFill>
                          <a:effectLst/>
                          <a:latin typeface="Verdana" panose="020B0604030504040204" pitchFamily="34" charset="0"/>
                        </a:rPr>
                        <a:t>242</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D27F"/>
                    </a:solidFill>
                  </a:tcPr>
                </a:tc>
                <a:tc>
                  <a:txBody>
                    <a:bodyPr/>
                    <a:lstStyle/>
                    <a:p>
                      <a:pPr algn="ctr" fontAlgn="ctr"/>
                      <a:r>
                        <a:rPr lang="en-US" sz="1050" b="0" i="0" u="none" strike="noStrike">
                          <a:solidFill>
                            <a:srgbClr val="000000"/>
                          </a:solidFill>
                          <a:effectLst/>
                          <a:latin typeface="Verdana" panose="020B0604030504040204" pitchFamily="34" charset="0"/>
                        </a:rPr>
                        <a:t>164</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B078"/>
                    </a:solidFill>
                  </a:tcPr>
                </a:tc>
                <a:tc>
                  <a:txBody>
                    <a:bodyPr/>
                    <a:lstStyle/>
                    <a:p>
                      <a:pPr algn="ctr" fontAlgn="ctr"/>
                      <a:r>
                        <a:rPr lang="en-US" sz="1050" b="0" i="0" u="none" strike="noStrike">
                          <a:solidFill>
                            <a:srgbClr val="000000"/>
                          </a:solidFill>
                          <a:effectLst/>
                          <a:latin typeface="Verdana" panose="020B0604030504040204" pitchFamily="34" charset="0"/>
                        </a:rPr>
                        <a:t>234</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CF7E"/>
                    </a:solidFill>
                  </a:tcPr>
                </a:tc>
                <a:tc>
                  <a:txBody>
                    <a:bodyPr/>
                    <a:lstStyle/>
                    <a:p>
                      <a:pPr algn="ctr" fontAlgn="ctr"/>
                      <a:r>
                        <a:rPr lang="en-US" sz="1050" b="0" i="0" u="none" strike="noStrike">
                          <a:solidFill>
                            <a:srgbClr val="000000"/>
                          </a:solidFill>
                          <a:effectLst/>
                          <a:latin typeface="Verdana" panose="020B0604030504040204" pitchFamily="34" charset="0"/>
                        </a:rPr>
                        <a:t>70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8670"/>
                    </a:solidFill>
                  </a:tcPr>
                </a:tc>
                <a:tc>
                  <a:txBody>
                    <a:bodyPr/>
                    <a:lstStyle/>
                    <a:p>
                      <a:pPr algn="ctr" fontAlgn="ctr"/>
                      <a:r>
                        <a:rPr lang="en-US" sz="1050" b="0" i="0" u="none" strike="noStrike">
                          <a:solidFill>
                            <a:srgbClr val="000000"/>
                          </a:solidFill>
                          <a:effectLst/>
                          <a:latin typeface="Verdana" panose="020B0604030504040204" pitchFamily="34" charset="0"/>
                        </a:rPr>
                        <a:t>10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C6B"/>
                    </a:solidFill>
                  </a:tcPr>
                </a:tc>
                <a:tc>
                  <a:txBody>
                    <a:bodyPr/>
                    <a:lstStyle/>
                    <a:p>
                      <a:pPr algn="ctr" fontAlgn="ctr"/>
                      <a:r>
                        <a:rPr lang="en-US" sz="1050" b="0" i="0" u="none" strike="noStrike">
                          <a:solidFill>
                            <a:srgbClr val="000000"/>
                          </a:solidFill>
                          <a:effectLst/>
                          <a:latin typeface="Verdana" panose="020B0604030504040204" pitchFamily="34" charset="0"/>
                        </a:rPr>
                        <a:t>11</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C6B"/>
                    </a:solidFill>
                  </a:tcPr>
                </a:tc>
                <a:tc>
                  <a:txBody>
                    <a:bodyPr/>
                    <a:lstStyle/>
                    <a:p>
                      <a:pPr algn="ctr" fontAlgn="ctr"/>
                      <a:r>
                        <a:rPr lang="en-US" sz="1050" b="0" i="0" u="none" strike="noStrike">
                          <a:solidFill>
                            <a:srgbClr val="000000"/>
                          </a:solidFill>
                          <a:effectLst/>
                          <a:latin typeface="Verdana" panose="020B0604030504040204" pitchFamily="34" charset="0"/>
                        </a:rPr>
                        <a:t>167</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B178"/>
                    </a:solidFill>
                  </a:tcPr>
                </a:tc>
                <a:tc>
                  <a:txBody>
                    <a:bodyPr/>
                    <a:lstStyle/>
                    <a:p>
                      <a:pPr algn="ctr" fontAlgn="ctr"/>
                      <a:r>
                        <a:rPr lang="en-US" sz="1050" b="0" i="0" u="none" strike="noStrike">
                          <a:solidFill>
                            <a:srgbClr val="000000"/>
                          </a:solidFill>
                          <a:effectLst/>
                          <a:latin typeface="Verdana" panose="020B0604030504040204" pitchFamily="34" charset="0"/>
                        </a:rPr>
                        <a:t>129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175"/>
                    </a:solidFill>
                  </a:tcPr>
                </a:tc>
                <a:tc>
                  <a:txBody>
                    <a:bodyPr/>
                    <a:lstStyle/>
                    <a:p>
                      <a:pPr algn="ctr" fontAlgn="ctr"/>
                      <a:r>
                        <a:rPr lang="en-US" sz="1050" b="0" i="0" u="none" strike="noStrike">
                          <a:solidFill>
                            <a:srgbClr val="000000"/>
                          </a:solidFill>
                          <a:effectLst/>
                          <a:latin typeface="Verdana" panose="020B0604030504040204" pitchFamily="34" charset="0"/>
                        </a:rPr>
                        <a:t>31</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756D"/>
                    </a:solidFill>
                  </a:tcPr>
                </a:tc>
                <a:tc>
                  <a:txBody>
                    <a:bodyPr/>
                    <a:lstStyle/>
                    <a:p>
                      <a:pPr algn="ctr" fontAlgn="ctr"/>
                      <a:r>
                        <a:rPr lang="en-US" sz="1050" b="0" i="0" u="none" strike="noStrike">
                          <a:solidFill>
                            <a:srgbClr val="000000"/>
                          </a:solidFill>
                          <a:effectLst/>
                          <a:latin typeface="Verdana" panose="020B0604030504040204" pitchFamily="34" charset="0"/>
                        </a:rPr>
                        <a:t>11</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C6B"/>
                    </a:solidFill>
                  </a:tcPr>
                </a:tc>
                <a:tc>
                  <a:txBody>
                    <a:bodyPr/>
                    <a:lstStyle/>
                    <a:p>
                      <a:pPr algn="ctr" fontAlgn="ctr"/>
                      <a:r>
                        <a:rPr lang="en-US" sz="1050" b="0" i="0" u="none" strike="noStrike">
                          <a:solidFill>
                            <a:srgbClr val="000000"/>
                          </a:solidFill>
                          <a:effectLst/>
                          <a:latin typeface="Verdana" panose="020B0604030504040204" pitchFamily="34" charset="0"/>
                        </a:rPr>
                        <a:t>89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8F72"/>
                    </a:solidFill>
                  </a:tcPr>
                </a:tc>
                <a:tc>
                  <a:txBody>
                    <a:bodyPr/>
                    <a:lstStyle/>
                    <a:p>
                      <a:pPr algn="ctr" fontAlgn="ctr"/>
                      <a:r>
                        <a:rPr lang="en-US" sz="1050" b="0" i="0" u="none" strike="noStrike">
                          <a:solidFill>
                            <a:srgbClr val="000000"/>
                          </a:solidFill>
                          <a:effectLst/>
                          <a:latin typeface="Verdana" panose="020B0604030504040204" pitchFamily="34" charset="0"/>
                        </a:rPr>
                        <a:t>156</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C78"/>
                    </a:solidFill>
                  </a:tcPr>
                </a:tc>
                <a:extLst>
                  <a:ext uri="{0D108BD9-81ED-4DB2-BD59-A6C34878D82A}">
                    <a16:rowId xmlns:a16="http://schemas.microsoft.com/office/drawing/2014/main" val="2411974129"/>
                  </a:ext>
                </a:extLst>
              </a:tr>
              <a:tr h="75690">
                <a:tc>
                  <a:txBody>
                    <a:bodyPr/>
                    <a:lstStyle/>
                    <a:p>
                      <a:pPr algn="ctr" fontAlgn="b"/>
                      <a:r>
                        <a:rPr lang="en-US" sz="1050" b="1" i="0" u="none" strike="noStrike">
                          <a:solidFill>
                            <a:srgbClr val="000000"/>
                          </a:solidFill>
                          <a:effectLst/>
                          <a:latin typeface="Verdana" panose="020B0604030504040204" pitchFamily="34" charset="0"/>
                        </a:rPr>
                        <a:t>08:00</a:t>
                      </a:r>
                    </a:p>
                  </a:txBody>
                  <a:tcPr marL="3747" marR="3747" marT="37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Verdana" panose="020B0604030504040204" pitchFamily="34" charset="0"/>
                        </a:rPr>
                        <a:t>222</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CA7D"/>
                    </a:solidFill>
                  </a:tcPr>
                </a:tc>
                <a:tc>
                  <a:txBody>
                    <a:bodyPr/>
                    <a:lstStyle/>
                    <a:p>
                      <a:pPr algn="ctr" fontAlgn="ctr"/>
                      <a:r>
                        <a:rPr lang="en-US" sz="1050" b="0" i="0" u="none" strike="noStrike">
                          <a:solidFill>
                            <a:srgbClr val="000000"/>
                          </a:solidFill>
                          <a:effectLst/>
                          <a:latin typeface="Verdana" panose="020B0604030504040204" pitchFamily="34" charset="0"/>
                        </a:rPr>
                        <a:t>66</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8570"/>
                    </a:solidFill>
                  </a:tcPr>
                </a:tc>
                <a:tc>
                  <a:txBody>
                    <a:bodyPr/>
                    <a:lstStyle/>
                    <a:p>
                      <a:pPr algn="ctr" fontAlgn="ctr"/>
                      <a:r>
                        <a:rPr lang="en-US" sz="1050" b="0" i="0" u="none" strike="noStrike">
                          <a:solidFill>
                            <a:srgbClr val="000000"/>
                          </a:solidFill>
                          <a:effectLst/>
                          <a:latin typeface="Verdana" panose="020B0604030504040204" pitchFamily="34" charset="0"/>
                        </a:rPr>
                        <a:t>58</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816F"/>
                    </a:solidFill>
                  </a:tcPr>
                </a:tc>
                <a:tc>
                  <a:txBody>
                    <a:bodyPr/>
                    <a:lstStyle/>
                    <a:p>
                      <a:pPr algn="ctr" fontAlgn="ctr"/>
                      <a:r>
                        <a:rPr lang="en-US" sz="1050" b="0" i="0" u="none" strike="noStrike">
                          <a:solidFill>
                            <a:srgbClr val="000000"/>
                          </a:solidFill>
                          <a:effectLst/>
                          <a:latin typeface="Verdana" panose="020B0604030504040204" pitchFamily="34" charset="0"/>
                        </a:rPr>
                        <a:t>54</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7F6F"/>
                    </a:solidFill>
                  </a:tcPr>
                </a:tc>
                <a:tc>
                  <a:txBody>
                    <a:bodyPr/>
                    <a:lstStyle/>
                    <a:p>
                      <a:pPr algn="ctr" fontAlgn="ctr"/>
                      <a:r>
                        <a:rPr lang="en-US" sz="1050" b="0" i="0" u="none" strike="noStrike">
                          <a:solidFill>
                            <a:srgbClr val="000000"/>
                          </a:solidFill>
                          <a:effectLst/>
                          <a:latin typeface="Verdana" panose="020B0604030504040204" pitchFamily="34" charset="0"/>
                        </a:rPr>
                        <a:t>86</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8D72"/>
                    </a:solidFill>
                  </a:tcPr>
                </a:tc>
                <a:tc>
                  <a:txBody>
                    <a:bodyPr/>
                    <a:lstStyle/>
                    <a:p>
                      <a:pPr algn="ctr" fontAlgn="ctr"/>
                      <a:r>
                        <a:rPr lang="en-US" sz="1050" b="0" i="0" u="none" strike="noStrike">
                          <a:solidFill>
                            <a:srgbClr val="000000"/>
                          </a:solidFill>
                          <a:effectLst/>
                          <a:latin typeface="Verdana" panose="020B0604030504040204" pitchFamily="34" charset="0"/>
                        </a:rPr>
                        <a:t>120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9C74"/>
                    </a:solidFill>
                  </a:tcPr>
                </a:tc>
                <a:tc>
                  <a:txBody>
                    <a:bodyPr/>
                    <a:lstStyle/>
                    <a:p>
                      <a:pPr algn="ctr" fontAlgn="ctr"/>
                      <a:r>
                        <a:rPr lang="en-US" sz="1050" b="0" i="0" u="none" strike="noStrike">
                          <a:solidFill>
                            <a:srgbClr val="000000"/>
                          </a:solidFill>
                          <a:effectLst/>
                          <a:latin typeface="Verdana" panose="020B0604030504040204" pitchFamily="34" charset="0"/>
                        </a:rPr>
                        <a:t>125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9F75"/>
                    </a:solidFill>
                  </a:tcPr>
                </a:tc>
                <a:tc>
                  <a:txBody>
                    <a:bodyPr/>
                    <a:lstStyle/>
                    <a:p>
                      <a:pPr algn="ctr" fontAlgn="ctr"/>
                      <a:r>
                        <a:rPr lang="en-US" sz="1050" b="0" i="0" u="none" strike="noStrike">
                          <a:solidFill>
                            <a:srgbClr val="000000"/>
                          </a:solidFill>
                          <a:effectLst/>
                          <a:latin typeface="Verdana" panose="020B0604030504040204" pitchFamily="34" charset="0"/>
                        </a:rPr>
                        <a:t>65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8470"/>
                    </a:solidFill>
                  </a:tcPr>
                </a:tc>
                <a:tc>
                  <a:txBody>
                    <a:bodyPr/>
                    <a:lstStyle/>
                    <a:p>
                      <a:pPr algn="ctr" fontAlgn="ctr"/>
                      <a:r>
                        <a:rPr lang="en-US" sz="1050" b="0" i="0" u="none" strike="noStrike">
                          <a:solidFill>
                            <a:srgbClr val="000000"/>
                          </a:solidFill>
                          <a:effectLst/>
                          <a:latin typeface="Verdana" panose="020B0604030504040204" pitchFamily="34" charset="0"/>
                        </a:rPr>
                        <a:t>25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726C"/>
                    </a:solidFill>
                  </a:tcPr>
                </a:tc>
                <a:tc>
                  <a:txBody>
                    <a:bodyPr/>
                    <a:lstStyle/>
                    <a:p>
                      <a:pPr algn="ctr" fontAlgn="ctr"/>
                      <a:r>
                        <a:rPr lang="en-US" sz="1050" b="0" i="0" u="none" strike="noStrike">
                          <a:solidFill>
                            <a:srgbClr val="000000"/>
                          </a:solidFill>
                          <a:effectLst/>
                          <a:latin typeface="Verdana" panose="020B0604030504040204" pitchFamily="34" charset="0"/>
                        </a:rPr>
                        <a:t>25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726C"/>
                    </a:solidFill>
                  </a:tcPr>
                </a:tc>
                <a:tc>
                  <a:txBody>
                    <a:bodyPr/>
                    <a:lstStyle/>
                    <a:p>
                      <a:pPr algn="ctr" fontAlgn="ctr"/>
                      <a:r>
                        <a:rPr lang="en-US" sz="1050" b="0" i="0" u="none" strike="noStrike">
                          <a:solidFill>
                            <a:srgbClr val="000000"/>
                          </a:solidFill>
                          <a:effectLst/>
                          <a:latin typeface="Verdana" panose="020B0604030504040204" pitchFamily="34" charset="0"/>
                        </a:rPr>
                        <a:t>94</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9172"/>
                    </a:solidFill>
                  </a:tcPr>
                </a:tc>
                <a:tc>
                  <a:txBody>
                    <a:bodyPr/>
                    <a:lstStyle/>
                    <a:p>
                      <a:pPr algn="ctr" fontAlgn="ctr"/>
                      <a:r>
                        <a:rPr lang="en-US" sz="1050" b="0" i="0" u="none" strike="noStrike">
                          <a:solidFill>
                            <a:srgbClr val="000000"/>
                          </a:solidFill>
                          <a:effectLst/>
                          <a:latin typeface="Verdana" panose="020B0604030504040204" pitchFamily="34" charset="0"/>
                        </a:rPr>
                        <a:t>49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7D6E"/>
                    </a:solidFill>
                  </a:tcPr>
                </a:tc>
                <a:tc>
                  <a:txBody>
                    <a:bodyPr/>
                    <a:lstStyle/>
                    <a:p>
                      <a:pPr algn="ctr" fontAlgn="ctr"/>
                      <a:r>
                        <a:rPr lang="en-US" sz="1050" b="0" i="0" u="none" strike="noStrike">
                          <a:solidFill>
                            <a:srgbClr val="000000"/>
                          </a:solidFill>
                          <a:effectLst/>
                          <a:latin typeface="Verdana" panose="020B0604030504040204" pitchFamily="34" charset="0"/>
                        </a:rPr>
                        <a:t>10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C6B"/>
                    </a:solidFill>
                  </a:tcPr>
                </a:tc>
                <a:tc>
                  <a:txBody>
                    <a:bodyPr/>
                    <a:lstStyle/>
                    <a:p>
                      <a:pPr algn="ctr" fontAlgn="ctr"/>
                      <a:r>
                        <a:rPr lang="en-US" sz="1050" b="0" i="0" u="none" strike="noStrike">
                          <a:solidFill>
                            <a:srgbClr val="000000"/>
                          </a:solidFill>
                          <a:effectLst/>
                          <a:latin typeface="Verdana" panose="020B0604030504040204" pitchFamily="34" charset="0"/>
                        </a:rPr>
                        <a:t>78</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8A71"/>
                    </a:solidFill>
                  </a:tcPr>
                </a:tc>
                <a:tc>
                  <a:txBody>
                    <a:bodyPr/>
                    <a:lstStyle/>
                    <a:p>
                      <a:pPr algn="ctr" fontAlgn="ctr"/>
                      <a:r>
                        <a:rPr lang="en-US" sz="1050" b="0" i="0" u="none" strike="noStrike">
                          <a:solidFill>
                            <a:srgbClr val="000000"/>
                          </a:solidFill>
                          <a:effectLst/>
                          <a:latin typeface="Verdana" panose="020B0604030504040204" pitchFamily="34" charset="0"/>
                        </a:rPr>
                        <a:t>329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E984"/>
                    </a:solidFill>
                  </a:tcPr>
                </a:tc>
                <a:tc>
                  <a:txBody>
                    <a:bodyPr/>
                    <a:lstStyle/>
                    <a:p>
                      <a:pPr algn="ctr" fontAlgn="ctr"/>
                      <a:r>
                        <a:rPr lang="en-US" sz="1050" b="0" i="0" u="none" strike="noStrike">
                          <a:solidFill>
                            <a:srgbClr val="000000"/>
                          </a:solidFill>
                          <a:effectLst/>
                          <a:latin typeface="Verdana" panose="020B0604030504040204" pitchFamily="34" charset="0"/>
                        </a:rPr>
                        <a:t>20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706C"/>
                    </a:solidFill>
                  </a:tcPr>
                </a:tc>
                <a:tc>
                  <a:txBody>
                    <a:bodyPr/>
                    <a:lstStyle/>
                    <a:p>
                      <a:pPr algn="ctr" fontAlgn="ctr"/>
                      <a:r>
                        <a:rPr lang="en-US" sz="1050" b="0" i="0" u="none" strike="noStrike">
                          <a:solidFill>
                            <a:srgbClr val="000000"/>
                          </a:solidFill>
                          <a:effectLst/>
                          <a:latin typeface="Verdana" panose="020B0604030504040204" pitchFamily="34" charset="0"/>
                        </a:rPr>
                        <a:t>11</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C6B"/>
                    </a:solidFill>
                  </a:tcPr>
                </a:tc>
                <a:tc>
                  <a:txBody>
                    <a:bodyPr/>
                    <a:lstStyle/>
                    <a:p>
                      <a:pPr algn="ctr" fontAlgn="ctr"/>
                      <a:r>
                        <a:rPr lang="en-US" sz="1050" b="0" i="0" u="none" strike="noStrike">
                          <a:solidFill>
                            <a:srgbClr val="000000"/>
                          </a:solidFill>
                          <a:effectLst/>
                          <a:latin typeface="Verdana" panose="020B0604030504040204" pitchFamily="34" charset="0"/>
                        </a:rPr>
                        <a:t>31</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756D"/>
                    </a:solidFill>
                  </a:tcPr>
                </a:tc>
                <a:tc>
                  <a:txBody>
                    <a:bodyPr/>
                    <a:lstStyle/>
                    <a:p>
                      <a:pPr algn="ctr" fontAlgn="ctr"/>
                      <a:r>
                        <a:rPr lang="en-US" sz="1050" b="0" i="0" u="none" strike="noStrike">
                          <a:solidFill>
                            <a:srgbClr val="000000"/>
                          </a:solidFill>
                          <a:effectLst/>
                          <a:latin typeface="Verdana" panose="020B0604030504040204" pitchFamily="34" charset="0"/>
                        </a:rPr>
                        <a:t>198</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F7B"/>
                    </a:solidFill>
                  </a:tcPr>
                </a:tc>
                <a:tc>
                  <a:txBody>
                    <a:bodyPr/>
                    <a:lstStyle/>
                    <a:p>
                      <a:pPr algn="ctr" fontAlgn="ctr"/>
                      <a:r>
                        <a:rPr lang="en-US" sz="1050" b="0" i="0" u="none" strike="noStrike">
                          <a:solidFill>
                            <a:srgbClr val="000000"/>
                          </a:solidFill>
                          <a:effectLst/>
                          <a:latin typeface="Verdana" panose="020B0604030504040204" pitchFamily="34" charset="0"/>
                        </a:rPr>
                        <a:t>213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C57C"/>
                    </a:solidFill>
                  </a:tcPr>
                </a:tc>
                <a:tc>
                  <a:txBody>
                    <a:bodyPr/>
                    <a:lstStyle/>
                    <a:p>
                      <a:pPr algn="ctr" fontAlgn="ctr"/>
                      <a:r>
                        <a:rPr lang="en-US" sz="1050" b="0" i="0" u="none" strike="noStrike">
                          <a:solidFill>
                            <a:srgbClr val="000000"/>
                          </a:solidFill>
                          <a:effectLst/>
                          <a:latin typeface="Verdana" panose="020B0604030504040204" pitchFamily="34" charset="0"/>
                        </a:rPr>
                        <a:t>155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C77"/>
                    </a:solidFill>
                  </a:tcPr>
                </a:tc>
                <a:tc>
                  <a:txBody>
                    <a:bodyPr/>
                    <a:lstStyle/>
                    <a:p>
                      <a:pPr algn="ctr" fontAlgn="ctr"/>
                      <a:r>
                        <a:rPr lang="en-US" sz="1050" b="0" i="0" u="none" strike="noStrike">
                          <a:solidFill>
                            <a:srgbClr val="000000"/>
                          </a:solidFill>
                          <a:effectLst/>
                          <a:latin typeface="Verdana" panose="020B0604030504040204" pitchFamily="34" charset="0"/>
                        </a:rPr>
                        <a:t>227</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CC7E"/>
                    </a:solidFill>
                  </a:tcPr>
                </a:tc>
                <a:tc>
                  <a:txBody>
                    <a:bodyPr/>
                    <a:lstStyle/>
                    <a:p>
                      <a:pPr algn="ctr" fontAlgn="ctr"/>
                      <a:r>
                        <a:rPr lang="en-US" sz="1050" b="0" i="0" u="none" strike="noStrike">
                          <a:solidFill>
                            <a:srgbClr val="000000"/>
                          </a:solidFill>
                          <a:effectLst/>
                          <a:latin typeface="Verdana" panose="020B0604030504040204" pitchFamily="34" charset="0"/>
                        </a:rPr>
                        <a:t>66</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8570"/>
                    </a:solidFill>
                  </a:tcPr>
                </a:tc>
                <a:tc>
                  <a:txBody>
                    <a:bodyPr/>
                    <a:lstStyle/>
                    <a:p>
                      <a:pPr algn="ctr" fontAlgn="ctr"/>
                      <a:r>
                        <a:rPr lang="en-US" sz="1050" b="0" i="0" u="none" strike="noStrike">
                          <a:solidFill>
                            <a:srgbClr val="000000"/>
                          </a:solidFill>
                          <a:effectLst/>
                          <a:latin typeface="Verdana" panose="020B0604030504040204" pitchFamily="34" charset="0"/>
                        </a:rPr>
                        <a:t>10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C6B"/>
                    </a:solidFill>
                  </a:tcPr>
                </a:tc>
                <a:tc>
                  <a:txBody>
                    <a:bodyPr/>
                    <a:lstStyle/>
                    <a:p>
                      <a:pPr algn="ctr" fontAlgn="ctr"/>
                      <a:r>
                        <a:rPr lang="en-US" sz="1050" b="0" i="0" u="none" strike="noStrike">
                          <a:solidFill>
                            <a:srgbClr val="000000"/>
                          </a:solidFill>
                          <a:effectLst/>
                          <a:latin typeface="Verdana" panose="020B0604030504040204" pitchFamily="34" charset="0"/>
                        </a:rPr>
                        <a:t>93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9072"/>
                    </a:solidFill>
                  </a:tcPr>
                </a:tc>
                <a:tc>
                  <a:txBody>
                    <a:bodyPr/>
                    <a:lstStyle/>
                    <a:p>
                      <a:pPr algn="ctr" fontAlgn="ctr"/>
                      <a:r>
                        <a:rPr lang="en-US" sz="1050" b="0" i="0" u="none" strike="noStrike">
                          <a:solidFill>
                            <a:srgbClr val="000000"/>
                          </a:solidFill>
                          <a:effectLst/>
                          <a:latin typeface="Verdana" panose="020B0604030504040204" pitchFamily="34" charset="0"/>
                        </a:rPr>
                        <a:t>133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276"/>
                    </a:solidFill>
                  </a:tcPr>
                </a:tc>
                <a:tc>
                  <a:txBody>
                    <a:bodyPr/>
                    <a:lstStyle/>
                    <a:p>
                      <a:pPr algn="ctr" fontAlgn="ctr"/>
                      <a:r>
                        <a:rPr lang="en-US" sz="1050" b="0" i="0" u="none" strike="noStrike">
                          <a:solidFill>
                            <a:srgbClr val="000000"/>
                          </a:solidFill>
                          <a:effectLst/>
                          <a:latin typeface="Verdana" panose="020B0604030504040204" pitchFamily="34" charset="0"/>
                        </a:rPr>
                        <a:t>126</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9F75"/>
                    </a:solidFill>
                  </a:tcPr>
                </a:tc>
                <a:tc>
                  <a:txBody>
                    <a:bodyPr/>
                    <a:lstStyle/>
                    <a:p>
                      <a:pPr algn="ctr" fontAlgn="ctr"/>
                      <a:r>
                        <a:rPr lang="en-US" sz="1050" b="0" i="0" u="none" strike="noStrike">
                          <a:solidFill>
                            <a:srgbClr val="000000"/>
                          </a:solidFill>
                          <a:effectLst/>
                          <a:latin typeface="Verdana" panose="020B0604030504040204" pitchFamily="34" charset="0"/>
                        </a:rPr>
                        <a:t>21</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716C"/>
                    </a:solidFill>
                  </a:tcPr>
                </a:tc>
                <a:tc>
                  <a:txBody>
                    <a:bodyPr/>
                    <a:lstStyle/>
                    <a:p>
                      <a:pPr algn="ctr" fontAlgn="ctr"/>
                      <a:r>
                        <a:rPr lang="en-US" sz="1050" b="0" i="0" u="none" strike="noStrike">
                          <a:solidFill>
                            <a:srgbClr val="000000"/>
                          </a:solidFill>
                          <a:effectLst/>
                          <a:latin typeface="Verdana" panose="020B0604030504040204" pitchFamily="34" charset="0"/>
                        </a:rPr>
                        <a:t>11</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C6B"/>
                    </a:solidFill>
                  </a:tcPr>
                </a:tc>
                <a:tc>
                  <a:txBody>
                    <a:bodyPr/>
                    <a:lstStyle/>
                    <a:p>
                      <a:pPr algn="ctr" fontAlgn="ctr"/>
                      <a:r>
                        <a:rPr lang="en-US" sz="1050" b="0" i="0" u="none" strike="noStrike">
                          <a:solidFill>
                            <a:srgbClr val="000000"/>
                          </a:solidFill>
                          <a:effectLst/>
                          <a:latin typeface="Verdana" panose="020B0604030504040204" pitchFamily="34" charset="0"/>
                        </a:rPr>
                        <a:t>113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9974"/>
                    </a:solidFill>
                  </a:tcPr>
                </a:tc>
                <a:tc>
                  <a:txBody>
                    <a:bodyPr/>
                    <a:lstStyle/>
                    <a:p>
                      <a:pPr algn="ctr" fontAlgn="ctr"/>
                      <a:r>
                        <a:rPr lang="en-US" sz="1050" b="0" i="0" u="none" strike="noStrike">
                          <a:solidFill>
                            <a:srgbClr val="000000"/>
                          </a:solidFill>
                          <a:effectLst/>
                          <a:latin typeface="Verdana" panose="020B0604030504040204" pitchFamily="34" charset="0"/>
                        </a:rPr>
                        <a:t>166</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B178"/>
                    </a:solidFill>
                  </a:tcPr>
                </a:tc>
                <a:extLst>
                  <a:ext uri="{0D108BD9-81ED-4DB2-BD59-A6C34878D82A}">
                    <a16:rowId xmlns:a16="http://schemas.microsoft.com/office/drawing/2014/main" val="3565603566"/>
                  </a:ext>
                </a:extLst>
              </a:tr>
              <a:tr h="75690">
                <a:tc>
                  <a:txBody>
                    <a:bodyPr/>
                    <a:lstStyle/>
                    <a:p>
                      <a:pPr algn="ctr" fontAlgn="b"/>
                      <a:r>
                        <a:rPr lang="en-US" sz="1050" b="1" i="0" u="none" strike="noStrike">
                          <a:solidFill>
                            <a:srgbClr val="000000"/>
                          </a:solidFill>
                          <a:effectLst/>
                          <a:latin typeface="Verdana" panose="020B0604030504040204" pitchFamily="34" charset="0"/>
                        </a:rPr>
                        <a:t>09:00</a:t>
                      </a:r>
                    </a:p>
                  </a:txBody>
                  <a:tcPr marL="3747" marR="3747" marT="37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Verdana" panose="020B0604030504040204" pitchFamily="34" charset="0"/>
                        </a:rPr>
                        <a:t>129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075"/>
                    </a:solidFill>
                  </a:tcPr>
                </a:tc>
                <a:tc>
                  <a:txBody>
                    <a:bodyPr/>
                    <a:lstStyle/>
                    <a:p>
                      <a:pPr algn="ctr" fontAlgn="ctr"/>
                      <a:r>
                        <a:rPr lang="en-US" sz="1050" b="0" i="0" u="none" strike="noStrike">
                          <a:solidFill>
                            <a:srgbClr val="000000"/>
                          </a:solidFill>
                          <a:effectLst/>
                          <a:latin typeface="Verdana" panose="020B0604030504040204" pitchFamily="34" charset="0"/>
                        </a:rPr>
                        <a:t>34</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766D"/>
                    </a:solidFill>
                  </a:tcPr>
                </a:tc>
                <a:tc>
                  <a:txBody>
                    <a:bodyPr/>
                    <a:lstStyle/>
                    <a:p>
                      <a:pPr algn="ctr" fontAlgn="ctr"/>
                      <a:r>
                        <a:rPr lang="en-US" sz="1050" b="0" i="0" u="none" strike="noStrike">
                          <a:solidFill>
                            <a:srgbClr val="000000"/>
                          </a:solidFill>
                          <a:effectLst/>
                          <a:latin typeface="Verdana" panose="020B0604030504040204" pitchFamily="34" charset="0"/>
                        </a:rPr>
                        <a:t>54</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7F6F"/>
                    </a:solidFill>
                  </a:tcPr>
                </a:tc>
                <a:tc>
                  <a:txBody>
                    <a:bodyPr/>
                    <a:lstStyle/>
                    <a:p>
                      <a:pPr algn="ctr" fontAlgn="ctr"/>
                      <a:r>
                        <a:rPr lang="en-US" sz="1050" b="0" i="0" u="none" strike="noStrike">
                          <a:solidFill>
                            <a:srgbClr val="000000"/>
                          </a:solidFill>
                          <a:effectLst/>
                          <a:latin typeface="Verdana" panose="020B0604030504040204" pitchFamily="34" charset="0"/>
                        </a:rPr>
                        <a:t>38</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786E"/>
                    </a:solidFill>
                  </a:tcPr>
                </a:tc>
                <a:tc>
                  <a:txBody>
                    <a:bodyPr/>
                    <a:lstStyle/>
                    <a:p>
                      <a:pPr algn="ctr" fontAlgn="ctr"/>
                      <a:r>
                        <a:rPr lang="en-US" sz="1050" b="0" i="0" u="none" strike="noStrike">
                          <a:solidFill>
                            <a:srgbClr val="000000"/>
                          </a:solidFill>
                          <a:effectLst/>
                          <a:latin typeface="Verdana" panose="020B0604030504040204" pitchFamily="34" charset="0"/>
                        </a:rPr>
                        <a:t>124</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9E75"/>
                    </a:solidFill>
                  </a:tcPr>
                </a:tc>
                <a:tc>
                  <a:txBody>
                    <a:bodyPr/>
                    <a:lstStyle/>
                    <a:p>
                      <a:pPr algn="ctr" fontAlgn="ctr"/>
                      <a:r>
                        <a:rPr lang="en-US" sz="1050" b="0" i="0" u="none" strike="noStrike">
                          <a:solidFill>
                            <a:srgbClr val="000000"/>
                          </a:solidFill>
                          <a:effectLst/>
                          <a:latin typeface="Verdana" panose="020B0604030504040204" pitchFamily="34" charset="0"/>
                        </a:rPr>
                        <a:t>128</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A075"/>
                    </a:solidFill>
                  </a:tcPr>
                </a:tc>
                <a:tc>
                  <a:txBody>
                    <a:bodyPr/>
                    <a:lstStyle/>
                    <a:p>
                      <a:pPr algn="ctr" fontAlgn="ctr"/>
                      <a:r>
                        <a:rPr lang="en-US" sz="1050" b="0" i="0" u="none" strike="noStrike">
                          <a:solidFill>
                            <a:srgbClr val="000000"/>
                          </a:solidFill>
                          <a:effectLst/>
                          <a:latin typeface="Verdana" panose="020B0604030504040204" pitchFamily="34" charset="0"/>
                        </a:rPr>
                        <a:t>148</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977"/>
                    </a:solidFill>
                  </a:tcPr>
                </a:tc>
                <a:tc>
                  <a:txBody>
                    <a:bodyPr/>
                    <a:lstStyle/>
                    <a:p>
                      <a:pPr algn="ctr" fontAlgn="ctr"/>
                      <a:r>
                        <a:rPr lang="en-US" sz="1050" b="0" i="0" u="none" strike="noStrike">
                          <a:solidFill>
                            <a:srgbClr val="000000"/>
                          </a:solidFill>
                          <a:effectLst/>
                          <a:latin typeface="Verdana" panose="020B0604030504040204" pitchFamily="34" charset="0"/>
                        </a:rPr>
                        <a:t>66</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8570"/>
                    </a:solidFill>
                  </a:tcPr>
                </a:tc>
                <a:tc>
                  <a:txBody>
                    <a:bodyPr/>
                    <a:lstStyle/>
                    <a:p>
                      <a:pPr algn="ctr" fontAlgn="ctr"/>
                      <a:r>
                        <a:rPr lang="en-US" sz="1050" b="0" i="0" u="none" strike="noStrike">
                          <a:solidFill>
                            <a:srgbClr val="000000"/>
                          </a:solidFill>
                          <a:effectLst/>
                          <a:latin typeface="Verdana" panose="020B0604030504040204" pitchFamily="34" charset="0"/>
                        </a:rPr>
                        <a:t>30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746D"/>
                    </a:solidFill>
                  </a:tcPr>
                </a:tc>
                <a:tc>
                  <a:txBody>
                    <a:bodyPr/>
                    <a:lstStyle/>
                    <a:p>
                      <a:pPr algn="ctr" fontAlgn="ctr"/>
                      <a:r>
                        <a:rPr lang="en-US" sz="1050" b="0" i="0" u="none" strike="noStrike">
                          <a:solidFill>
                            <a:srgbClr val="000000"/>
                          </a:solidFill>
                          <a:effectLst/>
                          <a:latin typeface="Verdana" panose="020B0604030504040204" pitchFamily="34" charset="0"/>
                        </a:rPr>
                        <a:t>71</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8770"/>
                    </a:solidFill>
                  </a:tcPr>
                </a:tc>
                <a:tc>
                  <a:txBody>
                    <a:bodyPr/>
                    <a:lstStyle/>
                    <a:p>
                      <a:pPr algn="ctr" fontAlgn="ctr"/>
                      <a:r>
                        <a:rPr lang="en-US" sz="1050" b="0" i="0" u="none" strike="noStrike">
                          <a:solidFill>
                            <a:srgbClr val="000000"/>
                          </a:solidFill>
                          <a:effectLst/>
                          <a:latin typeface="Verdana" panose="020B0604030504040204" pitchFamily="34" charset="0"/>
                        </a:rPr>
                        <a:t>121</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9D75"/>
                    </a:solidFill>
                  </a:tcPr>
                </a:tc>
                <a:tc>
                  <a:txBody>
                    <a:bodyPr/>
                    <a:lstStyle/>
                    <a:p>
                      <a:pPr algn="ctr" fontAlgn="ctr"/>
                      <a:r>
                        <a:rPr lang="en-US" sz="1050" b="0" i="0" u="none" strike="noStrike">
                          <a:solidFill>
                            <a:srgbClr val="000000"/>
                          </a:solidFill>
                          <a:effectLst/>
                          <a:latin typeface="Verdana" panose="020B0604030504040204" pitchFamily="34" charset="0"/>
                        </a:rPr>
                        <a:t>47</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7C6E"/>
                    </a:solidFill>
                  </a:tcPr>
                </a:tc>
                <a:tc>
                  <a:txBody>
                    <a:bodyPr/>
                    <a:lstStyle/>
                    <a:p>
                      <a:pPr algn="ctr" fontAlgn="ctr"/>
                      <a:r>
                        <a:rPr lang="en-US" sz="1050" b="0" i="0" u="none" strike="noStrike">
                          <a:solidFill>
                            <a:srgbClr val="000000"/>
                          </a:solidFill>
                          <a:effectLst/>
                          <a:latin typeface="Verdana" panose="020B0604030504040204" pitchFamily="34" charset="0"/>
                        </a:rPr>
                        <a:t>20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706C"/>
                    </a:solidFill>
                  </a:tcPr>
                </a:tc>
                <a:tc>
                  <a:txBody>
                    <a:bodyPr/>
                    <a:lstStyle/>
                    <a:p>
                      <a:pPr algn="ctr" fontAlgn="ctr"/>
                      <a:r>
                        <a:rPr lang="en-US" sz="1050" b="0" i="0" u="none" strike="noStrike">
                          <a:solidFill>
                            <a:srgbClr val="000000"/>
                          </a:solidFill>
                          <a:effectLst/>
                          <a:latin typeface="Verdana" panose="020B0604030504040204" pitchFamily="34" charset="0"/>
                        </a:rPr>
                        <a:t>78</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8A71"/>
                    </a:solidFill>
                  </a:tcPr>
                </a:tc>
                <a:tc>
                  <a:txBody>
                    <a:bodyPr/>
                    <a:lstStyle/>
                    <a:p>
                      <a:pPr algn="ctr" fontAlgn="ctr"/>
                      <a:r>
                        <a:rPr lang="en-US" sz="1050" b="0" i="0" u="none" strike="noStrike">
                          <a:solidFill>
                            <a:srgbClr val="000000"/>
                          </a:solidFill>
                          <a:effectLst/>
                          <a:latin typeface="Verdana" panose="020B0604030504040204" pitchFamily="34" charset="0"/>
                        </a:rPr>
                        <a:t>295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A83"/>
                    </a:solidFill>
                  </a:tcPr>
                </a:tc>
                <a:tc>
                  <a:txBody>
                    <a:bodyPr/>
                    <a:lstStyle/>
                    <a:p>
                      <a:pPr algn="ctr" fontAlgn="ctr"/>
                      <a:r>
                        <a:rPr lang="en-US" sz="1050" b="0" i="0" u="none" strike="noStrike">
                          <a:solidFill>
                            <a:srgbClr val="000000"/>
                          </a:solidFill>
                          <a:effectLst/>
                          <a:latin typeface="Verdana" panose="020B0604030504040204" pitchFamily="34" charset="0"/>
                        </a:rPr>
                        <a:t>11</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C6B"/>
                    </a:solidFill>
                  </a:tcPr>
                </a:tc>
                <a:tc>
                  <a:txBody>
                    <a:bodyPr/>
                    <a:lstStyle/>
                    <a:p>
                      <a:pPr algn="ctr" fontAlgn="ctr"/>
                      <a:r>
                        <a:rPr lang="en-US" sz="1050" b="0" i="0" u="none" strike="noStrike">
                          <a:solidFill>
                            <a:srgbClr val="000000"/>
                          </a:solidFill>
                          <a:effectLst/>
                          <a:latin typeface="Verdana" panose="020B0604030504040204" pitchFamily="34" charset="0"/>
                        </a:rPr>
                        <a:t>16</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E6C"/>
                    </a:solidFill>
                  </a:tcPr>
                </a:tc>
                <a:tc>
                  <a:txBody>
                    <a:bodyPr/>
                    <a:lstStyle/>
                    <a:p>
                      <a:pPr algn="ctr" fontAlgn="ctr"/>
                      <a:r>
                        <a:rPr lang="en-US" sz="1050" b="0" i="0" u="none" strike="noStrike">
                          <a:solidFill>
                            <a:srgbClr val="000000"/>
                          </a:solidFill>
                          <a:effectLst/>
                          <a:latin typeface="Verdana" panose="020B0604030504040204" pitchFamily="34" charset="0"/>
                        </a:rPr>
                        <a:t>70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8670"/>
                    </a:solidFill>
                  </a:tcPr>
                </a:tc>
                <a:tc>
                  <a:txBody>
                    <a:bodyPr/>
                    <a:lstStyle/>
                    <a:p>
                      <a:pPr algn="ctr" fontAlgn="ctr"/>
                      <a:r>
                        <a:rPr lang="en-US" sz="1050" b="0" i="0" u="none" strike="noStrike">
                          <a:solidFill>
                            <a:srgbClr val="000000"/>
                          </a:solidFill>
                          <a:effectLst/>
                          <a:latin typeface="Verdana" panose="020B0604030504040204" pitchFamily="34" charset="0"/>
                        </a:rPr>
                        <a:t>189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B7A"/>
                    </a:solidFill>
                  </a:tcPr>
                </a:tc>
                <a:tc>
                  <a:txBody>
                    <a:bodyPr/>
                    <a:lstStyle/>
                    <a:p>
                      <a:pPr algn="ctr" fontAlgn="ctr"/>
                      <a:r>
                        <a:rPr lang="en-US" sz="1050" b="0" i="0" u="none" strike="noStrike">
                          <a:solidFill>
                            <a:srgbClr val="000000"/>
                          </a:solidFill>
                          <a:effectLst/>
                          <a:latin typeface="Verdana" panose="020B0604030504040204" pitchFamily="34" charset="0"/>
                        </a:rPr>
                        <a:t>213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C57C"/>
                    </a:solidFill>
                  </a:tcPr>
                </a:tc>
                <a:tc>
                  <a:txBody>
                    <a:bodyPr/>
                    <a:lstStyle/>
                    <a:p>
                      <a:pPr algn="ctr" fontAlgn="ctr"/>
                      <a:r>
                        <a:rPr lang="en-US" sz="1050" b="0" i="0" u="none" strike="noStrike">
                          <a:solidFill>
                            <a:srgbClr val="000000"/>
                          </a:solidFill>
                          <a:effectLst/>
                          <a:latin typeface="Verdana" panose="020B0604030504040204" pitchFamily="34" charset="0"/>
                        </a:rPr>
                        <a:t>152</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B77"/>
                    </a:solidFill>
                  </a:tcPr>
                </a:tc>
                <a:tc>
                  <a:txBody>
                    <a:bodyPr/>
                    <a:lstStyle/>
                    <a:p>
                      <a:pPr algn="ctr" fontAlgn="ctr"/>
                      <a:r>
                        <a:rPr lang="en-US" sz="1050" b="0" i="0" u="none" strike="noStrike">
                          <a:solidFill>
                            <a:srgbClr val="000000"/>
                          </a:solidFill>
                          <a:effectLst/>
                          <a:latin typeface="Verdana" panose="020B0604030504040204" pitchFamily="34" charset="0"/>
                        </a:rPr>
                        <a:t>135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376"/>
                    </a:solidFill>
                  </a:tcPr>
                </a:tc>
                <a:tc>
                  <a:txBody>
                    <a:bodyPr/>
                    <a:lstStyle/>
                    <a:p>
                      <a:pPr algn="ctr" fontAlgn="ctr"/>
                      <a:r>
                        <a:rPr lang="en-US" sz="1050" b="0" i="0" u="none" strike="noStrike">
                          <a:solidFill>
                            <a:srgbClr val="000000"/>
                          </a:solidFill>
                          <a:effectLst/>
                          <a:latin typeface="Verdana" panose="020B0604030504040204" pitchFamily="34" charset="0"/>
                        </a:rPr>
                        <a:t>68</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8570"/>
                    </a:solidFill>
                  </a:tcPr>
                </a:tc>
                <a:tc>
                  <a:txBody>
                    <a:bodyPr/>
                    <a:lstStyle/>
                    <a:p>
                      <a:pPr algn="ctr" fontAlgn="ctr"/>
                      <a:r>
                        <a:rPr lang="en-US" sz="1050" b="0" i="0" u="none" strike="noStrike">
                          <a:solidFill>
                            <a:srgbClr val="000000"/>
                          </a:solidFill>
                          <a:effectLst/>
                          <a:latin typeface="Verdana" panose="020B0604030504040204" pitchFamily="34" charset="0"/>
                        </a:rPr>
                        <a:t>15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E6C"/>
                    </a:solidFill>
                  </a:tcPr>
                </a:tc>
                <a:tc>
                  <a:txBody>
                    <a:bodyPr/>
                    <a:lstStyle/>
                    <a:p>
                      <a:pPr algn="ctr" fontAlgn="ctr"/>
                      <a:r>
                        <a:rPr lang="en-US" sz="1050" b="0" i="0" u="none" strike="noStrike">
                          <a:solidFill>
                            <a:srgbClr val="000000"/>
                          </a:solidFill>
                          <a:effectLst/>
                          <a:latin typeface="Verdana" panose="020B0604030504040204" pitchFamily="34" charset="0"/>
                        </a:rPr>
                        <a:t>59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816F"/>
                    </a:solidFill>
                  </a:tcPr>
                </a:tc>
                <a:tc>
                  <a:txBody>
                    <a:bodyPr/>
                    <a:lstStyle/>
                    <a:p>
                      <a:pPr algn="ctr" fontAlgn="ctr"/>
                      <a:r>
                        <a:rPr lang="en-US" sz="1050" b="0" i="0" u="none" strike="noStrike">
                          <a:solidFill>
                            <a:srgbClr val="000000"/>
                          </a:solidFill>
                          <a:effectLst/>
                          <a:latin typeface="Verdana" panose="020B0604030504040204" pitchFamily="34" charset="0"/>
                        </a:rPr>
                        <a:t>140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576"/>
                    </a:solidFill>
                  </a:tcPr>
                </a:tc>
                <a:tc>
                  <a:txBody>
                    <a:bodyPr/>
                    <a:lstStyle/>
                    <a:p>
                      <a:pPr algn="ctr" fontAlgn="ctr"/>
                      <a:r>
                        <a:rPr lang="en-US" sz="1050" b="0" i="0" u="none" strike="noStrike">
                          <a:solidFill>
                            <a:srgbClr val="000000"/>
                          </a:solidFill>
                          <a:effectLst/>
                          <a:latin typeface="Verdana" panose="020B0604030504040204" pitchFamily="34" charset="0"/>
                        </a:rPr>
                        <a:t>128</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A075"/>
                    </a:solidFill>
                  </a:tcPr>
                </a:tc>
                <a:tc>
                  <a:txBody>
                    <a:bodyPr/>
                    <a:lstStyle/>
                    <a:p>
                      <a:pPr algn="ctr" fontAlgn="ctr"/>
                      <a:r>
                        <a:rPr lang="en-US" sz="1050" b="0" i="0" u="none" strike="noStrike">
                          <a:solidFill>
                            <a:srgbClr val="000000"/>
                          </a:solidFill>
                          <a:effectLst/>
                          <a:latin typeface="Verdana" panose="020B0604030504040204" pitchFamily="34" charset="0"/>
                        </a:rPr>
                        <a:t>14</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D6B"/>
                    </a:solidFill>
                  </a:tcPr>
                </a:tc>
                <a:tc>
                  <a:txBody>
                    <a:bodyPr/>
                    <a:lstStyle/>
                    <a:p>
                      <a:pPr algn="ctr" fontAlgn="ctr"/>
                      <a:r>
                        <a:rPr lang="en-US" sz="1050" b="0" i="0" u="none" strike="noStrike">
                          <a:solidFill>
                            <a:srgbClr val="000000"/>
                          </a:solidFill>
                          <a:effectLst/>
                          <a:latin typeface="Verdana" panose="020B0604030504040204" pitchFamily="34" charset="0"/>
                        </a:rPr>
                        <a:t>11</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C6B"/>
                    </a:solidFill>
                  </a:tcPr>
                </a:tc>
                <a:tc>
                  <a:txBody>
                    <a:bodyPr/>
                    <a:lstStyle/>
                    <a:p>
                      <a:pPr algn="ctr" fontAlgn="ctr"/>
                      <a:r>
                        <a:rPr lang="en-US" sz="1050" b="0" i="0" u="none" strike="noStrike">
                          <a:solidFill>
                            <a:srgbClr val="000000"/>
                          </a:solidFill>
                          <a:effectLst/>
                          <a:latin typeface="Verdana" panose="020B0604030504040204" pitchFamily="34" charset="0"/>
                        </a:rPr>
                        <a:t>106</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9673"/>
                    </a:solidFill>
                  </a:tcPr>
                </a:tc>
                <a:tc>
                  <a:txBody>
                    <a:bodyPr/>
                    <a:lstStyle/>
                    <a:p>
                      <a:pPr algn="ctr" fontAlgn="ctr"/>
                      <a:r>
                        <a:rPr lang="en-US" sz="1050" b="0" i="0" u="none" strike="noStrike">
                          <a:solidFill>
                            <a:srgbClr val="000000"/>
                          </a:solidFill>
                          <a:effectLst/>
                          <a:latin typeface="Verdana" panose="020B0604030504040204" pitchFamily="34" charset="0"/>
                        </a:rPr>
                        <a:t>265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DD81"/>
                    </a:solidFill>
                  </a:tcPr>
                </a:tc>
                <a:extLst>
                  <a:ext uri="{0D108BD9-81ED-4DB2-BD59-A6C34878D82A}">
                    <a16:rowId xmlns:a16="http://schemas.microsoft.com/office/drawing/2014/main" val="1186766072"/>
                  </a:ext>
                </a:extLst>
              </a:tr>
              <a:tr h="75690">
                <a:tc>
                  <a:txBody>
                    <a:bodyPr/>
                    <a:lstStyle/>
                    <a:p>
                      <a:pPr algn="ctr" fontAlgn="b"/>
                      <a:r>
                        <a:rPr lang="en-US" sz="1050" b="1" i="0" u="none" strike="noStrike">
                          <a:solidFill>
                            <a:srgbClr val="000000"/>
                          </a:solidFill>
                          <a:effectLst/>
                          <a:latin typeface="Verdana" panose="020B0604030504040204" pitchFamily="34" charset="0"/>
                        </a:rPr>
                        <a:t>10:00</a:t>
                      </a:r>
                    </a:p>
                  </a:txBody>
                  <a:tcPr marL="3747" marR="3747" marT="37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Verdana" panose="020B0604030504040204" pitchFamily="34" charset="0"/>
                        </a:rPr>
                        <a:t>80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8B71"/>
                    </a:solidFill>
                  </a:tcPr>
                </a:tc>
                <a:tc>
                  <a:txBody>
                    <a:bodyPr/>
                    <a:lstStyle/>
                    <a:p>
                      <a:pPr algn="ctr" fontAlgn="ctr"/>
                      <a:r>
                        <a:rPr lang="en-US" sz="1050" b="0" i="0" u="none" strike="noStrike">
                          <a:solidFill>
                            <a:srgbClr val="000000"/>
                          </a:solidFill>
                          <a:effectLst/>
                          <a:latin typeface="Verdana" panose="020B0604030504040204" pitchFamily="34" charset="0"/>
                        </a:rPr>
                        <a:t>154</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B77"/>
                    </a:solidFill>
                  </a:tcPr>
                </a:tc>
                <a:tc>
                  <a:txBody>
                    <a:bodyPr/>
                    <a:lstStyle/>
                    <a:p>
                      <a:pPr algn="ctr" fontAlgn="ctr"/>
                      <a:r>
                        <a:rPr lang="en-US" sz="1050" b="0" i="0" u="none" strike="noStrike">
                          <a:solidFill>
                            <a:srgbClr val="000000"/>
                          </a:solidFill>
                          <a:effectLst/>
                          <a:latin typeface="Verdana" panose="020B0604030504040204" pitchFamily="34" charset="0"/>
                        </a:rPr>
                        <a:t>119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9C74"/>
                    </a:solidFill>
                  </a:tcPr>
                </a:tc>
                <a:tc>
                  <a:txBody>
                    <a:bodyPr/>
                    <a:lstStyle/>
                    <a:p>
                      <a:pPr algn="ctr" fontAlgn="ctr"/>
                      <a:r>
                        <a:rPr lang="en-US" sz="1050" b="0" i="0" u="none" strike="noStrike">
                          <a:solidFill>
                            <a:srgbClr val="000000"/>
                          </a:solidFill>
                          <a:effectLst/>
                          <a:latin typeface="Verdana" panose="020B0604030504040204" pitchFamily="34" charset="0"/>
                        </a:rPr>
                        <a:t>68</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8570"/>
                    </a:solidFill>
                  </a:tcPr>
                </a:tc>
                <a:tc>
                  <a:txBody>
                    <a:bodyPr/>
                    <a:lstStyle/>
                    <a:p>
                      <a:pPr algn="ctr" fontAlgn="ctr"/>
                      <a:r>
                        <a:rPr lang="en-US" sz="1050" b="0" i="0" u="none" strike="noStrike">
                          <a:solidFill>
                            <a:srgbClr val="000000"/>
                          </a:solidFill>
                          <a:effectLst/>
                          <a:latin typeface="Verdana" panose="020B0604030504040204" pitchFamily="34" charset="0"/>
                        </a:rPr>
                        <a:t>218</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C87D"/>
                    </a:solidFill>
                  </a:tcPr>
                </a:tc>
                <a:tc>
                  <a:txBody>
                    <a:bodyPr/>
                    <a:lstStyle/>
                    <a:p>
                      <a:pPr algn="ctr" fontAlgn="ctr"/>
                      <a:r>
                        <a:rPr lang="en-US" sz="1050" b="0" i="0" u="none" strike="noStrike">
                          <a:solidFill>
                            <a:srgbClr val="000000"/>
                          </a:solidFill>
                          <a:effectLst/>
                          <a:latin typeface="Verdana" panose="020B0604030504040204" pitchFamily="34" charset="0"/>
                        </a:rPr>
                        <a:t>171</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379"/>
                    </a:solidFill>
                  </a:tcPr>
                </a:tc>
                <a:tc>
                  <a:txBody>
                    <a:bodyPr/>
                    <a:lstStyle/>
                    <a:p>
                      <a:pPr algn="ctr" fontAlgn="ctr"/>
                      <a:r>
                        <a:rPr lang="en-US" sz="1050" b="0" i="0" u="none" strike="noStrike">
                          <a:solidFill>
                            <a:srgbClr val="000000"/>
                          </a:solidFill>
                          <a:effectLst/>
                          <a:latin typeface="Verdana" panose="020B0604030504040204" pitchFamily="34" charset="0"/>
                        </a:rPr>
                        <a:t>174</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479"/>
                    </a:solidFill>
                  </a:tcPr>
                </a:tc>
                <a:tc>
                  <a:txBody>
                    <a:bodyPr/>
                    <a:lstStyle/>
                    <a:p>
                      <a:pPr algn="ctr" fontAlgn="ctr"/>
                      <a:r>
                        <a:rPr lang="en-US" sz="1050" b="0" i="0" u="none" strike="noStrike">
                          <a:solidFill>
                            <a:srgbClr val="000000"/>
                          </a:solidFill>
                          <a:effectLst/>
                          <a:latin typeface="Verdana" panose="020B0604030504040204" pitchFamily="34" charset="0"/>
                        </a:rPr>
                        <a:t>95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9172"/>
                    </a:solidFill>
                  </a:tcPr>
                </a:tc>
                <a:tc>
                  <a:txBody>
                    <a:bodyPr/>
                    <a:lstStyle/>
                    <a:p>
                      <a:pPr algn="ctr" fontAlgn="ctr"/>
                      <a:r>
                        <a:rPr lang="en-US" sz="1050" b="0" i="0" u="none" strike="noStrike">
                          <a:solidFill>
                            <a:srgbClr val="000000"/>
                          </a:solidFill>
                          <a:effectLst/>
                          <a:latin typeface="Verdana" panose="020B0604030504040204" pitchFamily="34" charset="0"/>
                        </a:rPr>
                        <a:t>35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776D"/>
                    </a:solidFill>
                  </a:tcPr>
                </a:tc>
                <a:tc>
                  <a:txBody>
                    <a:bodyPr/>
                    <a:lstStyle/>
                    <a:p>
                      <a:pPr algn="ctr" fontAlgn="ctr"/>
                      <a:r>
                        <a:rPr lang="en-US" sz="1050" b="0" i="0" u="none" strike="noStrike">
                          <a:solidFill>
                            <a:srgbClr val="000000"/>
                          </a:solidFill>
                          <a:effectLst/>
                          <a:latin typeface="Verdana" panose="020B0604030504040204" pitchFamily="34" charset="0"/>
                        </a:rPr>
                        <a:t>82</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8B71"/>
                    </a:solidFill>
                  </a:tcPr>
                </a:tc>
                <a:tc>
                  <a:txBody>
                    <a:bodyPr/>
                    <a:lstStyle/>
                    <a:p>
                      <a:pPr algn="ctr" fontAlgn="ctr"/>
                      <a:r>
                        <a:rPr lang="en-US" sz="1050" b="0" i="0" u="none" strike="noStrike">
                          <a:solidFill>
                            <a:srgbClr val="000000"/>
                          </a:solidFill>
                          <a:effectLst/>
                          <a:latin typeface="Verdana" panose="020B0604030504040204" pitchFamily="34" charset="0"/>
                        </a:rPr>
                        <a:t>192</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C7B"/>
                    </a:solidFill>
                  </a:tcPr>
                </a:tc>
                <a:tc>
                  <a:txBody>
                    <a:bodyPr/>
                    <a:lstStyle/>
                    <a:p>
                      <a:pPr algn="ctr" fontAlgn="ctr"/>
                      <a:r>
                        <a:rPr lang="en-US" sz="1050" b="0" i="0" u="none" strike="noStrike">
                          <a:solidFill>
                            <a:srgbClr val="000000"/>
                          </a:solidFill>
                          <a:effectLst/>
                          <a:latin typeface="Verdana" panose="020B0604030504040204" pitchFamily="34" charset="0"/>
                        </a:rPr>
                        <a:t>41</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796E"/>
                    </a:solidFill>
                  </a:tcPr>
                </a:tc>
                <a:tc>
                  <a:txBody>
                    <a:bodyPr/>
                    <a:lstStyle/>
                    <a:p>
                      <a:pPr algn="ctr" fontAlgn="ctr"/>
                      <a:r>
                        <a:rPr lang="en-US" sz="1050" b="0" i="0" u="none" strike="noStrike">
                          <a:solidFill>
                            <a:srgbClr val="000000"/>
                          </a:solidFill>
                          <a:effectLst/>
                          <a:latin typeface="Verdana" panose="020B0604030504040204" pitchFamily="34" charset="0"/>
                        </a:rPr>
                        <a:t>18</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F6C"/>
                    </a:solidFill>
                  </a:tcPr>
                </a:tc>
                <a:tc>
                  <a:txBody>
                    <a:bodyPr/>
                    <a:lstStyle/>
                    <a:p>
                      <a:pPr algn="ctr" fontAlgn="ctr"/>
                      <a:r>
                        <a:rPr lang="en-US" sz="1050" b="0" i="0" u="none" strike="noStrike">
                          <a:solidFill>
                            <a:srgbClr val="000000"/>
                          </a:solidFill>
                          <a:effectLst/>
                          <a:latin typeface="Verdana" panose="020B0604030504040204" pitchFamily="34" charset="0"/>
                        </a:rPr>
                        <a:t>111</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9874"/>
                    </a:solidFill>
                  </a:tcPr>
                </a:tc>
                <a:tc>
                  <a:txBody>
                    <a:bodyPr/>
                    <a:lstStyle/>
                    <a:p>
                      <a:pPr algn="ctr" fontAlgn="ctr"/>
                      <a:r>
                        <a:rPr lang="en-US" sz="1050" b="0" i="0" u="none" strike="noStrike">
                          <a:solidFill>
                            <a:srgbClr val="000000"/>
                          </a:solidFill>
                          <a:effectLst/>
                          <a:latin typeface="Verdana" panose="020B0604030504040204" pitchFamily="34" charset="0"/>
                        </a:rPr>
                        <a:t>305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B84"/>
                    </a:solidFill>
                  </a:tcPr>
                </a:tc>
                <a:tc>
                  <a:txBody>
                    <a:bodyPr/>
                    <a:lstStyle/>
                    <a:p>
                      <a:pPr algn="ctr" fontAlgn="ctr"/>
                      <a:r>
                        <a:rPr lang="en-US" sz="1050" b="0" i="0" u="none" strike="noStrike">
                          <a:solidFill>
                            <a:srgbClr val="000000"/>
                          </a:solidFill>
                          <a:effectLst/>
                          <a:latin typeface="Verdana" panose="020B0604030504040204" pitchFamily="34" charset="0"/>
                        </a:rPr>
                        <a:t>38</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786E"/>
                    </a:solidFill>
                  </a:tcPr>
                </a:tc>
                <a:tc>
                  <a:txBody>
                    <a:bodyPr/>
                    <a:lstStyle/>
                    <a:p>
                      <a:pPr algn="ctr" fontAlgn="ctr"/>
                      <a:r>
                        <a:rPr lang="en-US" sz="1050" b="0" i="0" u="none" strike="noStrike">
                          <a:solidFill>
                            <a:srgbClr val="000000"/>
                          </a:solidFill>
                          <a:effectLst/>
                          <a:latin typeface="Verdana" panose="020B0604030504040204" pitchFamily="34" charset="0"/>
                        </a:rPr>
                        <a:t>86</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8D72"/>
                    </a:solidFill>
                  </a:tcPr>
                </a:tc>
                <a:tc>
                  <a:txBody>
                    <a:bodyPr/>
                    <a:lstStyle/>
                    <a:p>
                      <a:pPr algn="ctr" fontAlgn="ctr"/>
                      <a:r>
                        <a:rPr lang="en-US" sz="1050" b="0" i="0" u="none" strike="noStrike">
                          <a:solidFill>
                            <a:srgbClr val="000000"/>
                          </a:solidFill>
                          <a:effectLst/>
                          <a:latin typeface="Verdana" panose="020B0604030504040204" pitchFamily="34" charset="0"/>
                        </a:rPr>
                        <a:t>87</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8E72"/>
                    </a:solidFill>
                  </a:tcPr>
                </a:tc>
                <a:tc>
                  <a:txBody>
                    <a:bodyPr/>
                    <a:lstStyle/>
                    <a:p>
                      <a:pPr algn="ctr" fontAlgn="ctr"/>
                      <a:r>
                        <a:rPr lang="en-US" sz="1050" b="0" i="0" u="none" strike="noStrike">
                          <a:solidFill>
                            <a:srgbClr val="000000"/>
                          </a:solidFill>
                          <a:effectLst/>
                          <a:latin typeface="Verdana" panose="020B0604030504040204" pitchFamily="34" charset="0"/>
                        </a:rPr>
                        <a:t>189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B7A"/>
                    </a:solidFill>
                  </a:tcPr>
                </a:tc>
                <a:tc>
                  <a:txBody>
                    <a:bodyPr/>
                    <a:lstStyle/>
                    <a:p>
                      <a:pPr algn="ctr" fontAlgn="ctr"/>
                      <a:r>
                        <a:rPr lang="en-US" sz="1050" b="0" i="0" u="none" strike="noStrike">
                          <a:solidFill>
                            <a:srgbClr val="000000"/>
                          </a:solidFill>
                          <a:effectLst/>
                          <a:latin typeface="Verdana" panose="020B0604030504040204" pitchFamily="34" charset="0"/>
                        </a:rPr>
                        <a:t>309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A84"/>
                    </a:solidFill>
                  </a:tcPr>
                </a:tc>
                <a:tc>
                  <a:txBody>
                    <a:bodyPr/>
                    <a:lstStyle/>
                    <a:p>
                      <a:pPr algn="ctr" fontAlgn="ctr"/>
                      <a:r>
                        <a:rPr lang="en-US" sz="1050" b="0" i="0" u="none" strike="noStrike">
                          <a:solidFill>
                            <a:srgbClr val="000000"/>
                          </a:solidFill>
                          <a:effectLst/>
                          <a:latin typeface="Verdana" panose="020B0604030504040204" pitchFamily="34" charset="0"/>
                        </a:rPr>
                        <a:t>179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679"/>
                    </a:solidFill>
                  </a:tcPr>
                </a:tc>
                <a:tc>
                  <a:txBody>
                    <a:bodyPr/>
                    <a:lstStyle/>
                    <a:p>
                      <a:pPr algn="ctr" fontAlgn="ctr"/>
                      <a:r>
                        <a:rPr lang="en-US" sz="1050" b="0" i="0" u="none" strike="noStrike">
                          <a:solidFill>
                            <a:srgbClr val="000000"/>
                          </a:solidFill>
                          <a:effectLst/>
                          <a:latin typeface="Verdana" panose="020B0604030504040204" pitchFamily="34" charset="0"/>
                        </a:rPr>
                        <a:t>73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8770"/>
                    </a:solidFill>
                  </a:tcPr>
                </a:tc>
                <a:tc>
                  <a:txBody>
                    <a:bodyPr/>
                    <a:lstStyle/>
                    <a:p>
                      <a:pPr algn="ctr" fontAlgn="ctr"/>
                      <a:r>
                        <a:rPr lang="en-US" sz="1050" b="0" i="0" u="none" strike="noStrike">
                          <a:solidFill>
                            <a:srgbClr val="000000"/>
                          </a:solidFill>
                          <a:effectLst/>
                          <a:latin typeface="Verdana" panose="020B0604030504040204" pitchFamily="34" charset="0"/>
                        </a:rPr>
                        <a:t>97</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9272"/>
                    </a:solidFill>
                  </a:tcPr>
                </a:tc>
                <a:tc>
                  <a:txBody>
                    <a:bodyPr/>
                    <a:lstStyle/>
                    <a:p>
                      <a:pPr algn="ctr" fontAlgn="ctr"/>
                      <a:r>
                        <a:rPr lang="en-US" sz="1050" b="0" i="0" u="none" strike="noStrike">
                          <a:solidFill>
                            <a:srgbClr val="000000"/>
                          </a:solidFill>
                          <a:effectLst/>
                          <a:latin typeface="Verdana" panose="020B0604030504040204" pitchFamily="34" charset="0"/>
                        </a:rPr>
                        <a:t>71</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8770"/>
                    </a:solidFill>
                  </a:tcPr>
                </a:tc>
                <a:tc>
                  <a:txBody>
                    <a:bodyPr/>
                    <a:lstStyle/>
                    <a:p>
                      <a:pPr algn="ctr" fontAlgn="ctr"/>
                      <a:r>
                        <a:rPr lang="en-US" sz="1050" b="0" i="0" u="none" strike="noStrike">
                          <a:solidFill>
                            <a:srgbClr val="000000"/>
                          </a:solidFill>
                          <a:effectLst/>
                          <a:latin typeface="Verdana" panose="020B0604030504040204" pitchFamily="34" charset="0"/>
                        </a:rPr>
                        <a:t>45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7B6E"/>
                    </a:solidFill>
                  </a:tcPr>
                </a:tc>
                <a:tc>
                  <a:txBody>
                    <a:bodyPr/>
                    <a:lstStyle/>
                    <a:p>
                      <a:pPr algn="ctr" fontAlgn="ctr"/>
                      <a:r>
                        <a:rPr lang="en-US" sz="1050" b="0" i="0" u="none" strike="noStrike">
                          <a:solidFill>
                            <a:srgbClr val="000000"/>
                          </a:solidFill>
                          <a:effectLst/>
                          <a:latin typeface="Verdana" panose="020B0604030504040204" pitchFamily="34" charset="0"/>
                        </a:rPr>
                        <a:t>109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9774"/>
                    </a:solidFill>
                  </a:tcPr>
                </a:tc>
                <a:tc>
                  <a:txBody>
                    <a:bodyPr/>
                    <a:lstStyle/>
                    <a:p>
                      <a:pPr algn="ctr" fontAlgn="ctr"/>
                      <a:r>
                        <a:rPr lang="en-US" sz="1050" b="0" i="0" u="none" strike="noStrike">
                          <a:solidFill>
                            <a:srgbClr val="000000"/>
                          </a:solidFill>
                          <a:effectLst/>
                          <a:latin typeface="Verdana" panose="020B0604030504040204" pitchFamily="34" charset="0"/>
                        </a:rPr>
                        <a:t>169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B279"/>
                    </a:solidFill>
                  </a:tcPr>
                </a:tc>
                <a:tc>
                  <a:txBody>
                    <a:bodyPr/>
                    <a:lstStyle/>
                    <a:p>
                      <a:pPr algn="ctr" fontAlgn="ctr"/>
                      <a:r>
                        <a:rPr lang="en-US" sz="1050" b="0" i="0" u="none" strike="noStrike">
                          <a:solidFill>
                            <a:srgbClr val="000000"/>
                          </a:solidFill>
                          <a:effectLst/>
                          <a:latin typeface="Verdana" panose="020B0604030504040204" pitchFamily="34" charset="0"/>
                        </a:rPr>
                        <a:t>63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8370"/>
                    </a:solidFill>
                  </a:tcPr>
                </a:tc>
                <a:tc>
                  <a:txBody>
                    <a:bodyPr/>
                    <a:lstStyle/>
                    <a:p>
                      <a:pPr algn="ctr" fontAlgn="ctr"/>
                      <a:r>
                        <a:rPr lang="en-US" sz="1050" b="0" i="0" u="none" strike="noStrike">
                          <a:solidFill>
                            <a:srgbClr val="000000"/>
                          </a:solidFill>
                          <a:effectLst/>
                          <a:latin typeface="Verdana" panose="020B0604030504040204" pitchFamily="34" charset="0"/>
                        </a:rPr>
                        <a:t>21</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716C"/>
                    </a:solidFill>
                  </a:tcPr>
                </a:tc>
                <a:tc>
                  <a:txBody>
                    <a:bodyPr/>
                    <a:lstStyle/>
                    <a:p>
                      <a:pPr algn="ctr" fontAlgn="ctr"/>
                      <a:r>
                        <a:rPr lang="en-US" sz="1050" b="0" i="0" u="none" strike="noStrike">
                          <a:solidFill>
                            <a:srgbClr val="000000"/>
                          </a:solidFill>
                          <a:effectLst/>
                          <a:latin typeface="Verdana" panose="020B0604030504040204" pitchFamily="34" charset="0"/>
                        </a:rPr>
                        <a:t>120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9C74"/>
                    </a:solidFill>
                  </a:tcPr>
                </a:tc>
                <a:tc>
                  <a:txBody>
                    <a:bodyPr/>
                    <a:lstStyle/>
                    <a:p>
                      <a:pPr algn="ctr" fontAlgn="ctr"/>
                      <a:r>
                        <a:rPr lang="en-US" sz="1050" b="0" i="0" u="none" strike="noStrike">
                          <a:solidFill>
                            <a:srgbClr val="000000"/>
                          </a:solidFill>
                          <a:effectLst/>
                          <a:latin typeface="Verdana" panose="020B0604030504040204" pitchFamily="34" charset="0"/>
                        </a:rPr>
                        <a:t>212</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C57C"/>
                    </a:solidFill>
                  </a:tcPr>
                </a:tc>
                <a:extLst>
                  <a:ext uri="{0D108BD9-81ED-4DB2-BD59-A6C34878D82A}">
                    <a16:rowId xmlns:a16="http://schemas.microsoft.com/office/drawing/2014/main" val="1008970865"/>
                  </a:ext>
                </a:extLst>
              </a:tr>
              <a:tr h="75690">
                <a:tc>
                  <a:txBody>
                    <a:bodyPr/>
                    <a:lstStyle/>
                    <a:p>
                      <a:pPr algn="ctr" fontAlgn="b"/>
                      <a:r>
                        <a:rPr lang="en-US" sz="1050" b="1" i="0" u="none" strike="noStrike">
                          <a:solidFill>
                            <a:srgbClr val="000000"/>
                          </a:solidFill>
                          <a:effectLst/>
                          <a:latin typeface="Verdana" panose="020B0604030504040204" pitchFamily="34" charset="0"/>
                        </a:rPr>
                        <a:t>11:00</a:t>
                      </a:r>
                    </a:p>
                  </a:txBody>
                  <a:tcPr marL="3747" marR="3747" marT="37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Verdana" panose="020B0604030504040204" pitchFamily="34" charset="0"/>
                        </a:rPr>
                        <a:t>125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9F75"/>
                    </a:solidFill>
                  </a:tcPr>
                </a:tc>
                <a:tc>
                  <a:txBody>
                    <a:bodyPr/>
                    <a:lstStyle/>
                    <a:p>
                      <a:pPr algn="ctr" fontAlgn="ctr"/>
                      <a:r>
                        <a:rPr lang="en-US" sz="1050" b="0" i="0" u="none" strike="noStrike">
                          <a:solidFill>
                            <a:srgbClr val="000000"/>
                          </a:solidFill>
                          <a:effectLst/>
                          <a:latin typeface="Verdana" panose="020B0604030504040204" pitchFamily="34" charset="0"/>
                        </a:rPr>
                        <a:t>124</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9E75"/>
                    </a:solidFill>
                  </a:tcPr>
                </a:tc>
                <a:tc>
                  <a:txBody>
                    <a:bodyPr/>
                    <a:lstStyle/>
                    <a:p>
                      <a:pPr algn="ctr" fontAlgn="ctr"/>
                      <a:r>
                        <a:rPr lang="en-US" sz="1050" b="0" i="0" u="none" strike="noStrike">
                          <a:solidFill>
                            <a:srgbClr val="000000"/>
                          </a:solidFill>
                          <a:effectLst/>
                          <a:latin typeface="Verdana" panose="020B0604030504040204" pitchFamily="34" charset="0"/>
                        </a:rPr>
                        <a:t>166</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B178"/>
                    </a:solidFill>
                  </a:tcPr>
                </a:tc>
                <a:tc>
                  <a:txBody>
                    <a:bodyPr/>
                    <a:lstStyle/>
                    <a:p>
                      <a:pPr algn="ctr" fontAlgn="ctr"/>
                      <a:r>
                        <a:rPr lang="en-US" sz="1050" b="0" i="0" u="none" strike="noStrike">
                          <a:solidFill>
                            <a:srgbClr val="000000"/>
                          </a:solidFill>
                          <a:effectLst/>
                          <a:latin typeface="Verdana" panose="020B0604030504040204" pitchFamily="34" charset="0"/>
                        </a:rPr>
                        <a:t>195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D7B"/>
                    </a:solidFill>
                  </a:tcPr>
                </a:tc>
                <a:tc>
                  <a:txBody>
                    <a:bodyPr/>
                    <a:lstStyle/>
                    <a:p>
                      <a:pPr algn="ctr" fontAlgn="ctr"/>
                      <a:r>
                        <a:rPr lang="en-US" sz="1050" b="0" i="0" u="none" strike="noStrike">
                          <a:solidFill>
                            <a:srgbClr val="000000"/>
                          </a:solidFill>
                          <a:effectLst/>
                          <a:latin typeface="Verdana" panose="020B0604030504040204" pitchFamily="34" charset="0"/>
                        </a:rPr>
                        <a:t>285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583"/>
                    </a:solidFill>
                  </a:tcPr>
                </a:tc>
                <a:tc>
                  <a:txBody>
                    <a:bodyPr/>
                    <a:lstStyle/>
                    <a:p>
                      <a:pPr algn="ctr" fontAlgn="ctr"/>
                      <a:r>
                        <a:rPr lang="en-US" sz="1050" b="0" i="0" u="none" strike="noStrike">
                          <a:solidFill>
                            <a:srgbClr val="000000"/>
                          </a:solidFill>
                          <a:effectLst/>
                          <a:latin typeface="Verdana" panose="020B0604030504040204" pitchFamily="34" charset="0"/>
                        </a:rPr>
                        <a:t>235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CF7E"/>
                    </a:solidFill>
                  </a:tcPr>
                </a:tc>
                <a:tc>
                  <a:txBody>
                    <a:bodyPr/>
                    <a:lstStyle/>
                    <a:p>
                      <a:pPr algn="ctr" fontAlgn="ctr"/>
                      <a:r>
                        <a:rPr lang="en-US" sz="1050" b="0" i="0" u="none" strike="noStrike">
                          <a:solidFill>
                            <a:srgbClr val="000000"/>
                          </a:solidFill>
                          <a:effectLst/>
                          <a:latin typeface="Verdana" panose="020B0604030504040204" pitchFamily="34" charset="0"/>
                        </a:rPr>
                        <a:t>208</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C37C"/>
                    </a:solidFill>
                  </a:tcPr>
                </a:tc>
                <a:tc>
                  <a:txBody>
                    <a:bodyPr/>
                    <a:lstStyle/>
                    <a:p>
                      <a:pPr algn="ctr" fontAlgn="ctr"/>
                      <a:r>
                        <a:rPr lang="en-US" sz="1050" b="0" i="0" u="none" strike="noStrike">
                          <a:solidFill>
                            <a:srgbClr val="000000"/>
                          </a:solidFill>
                          <a:effectLst/>
                          <a:latin typeface="Verdana" panose="020B0604030504040204" pitchFamily="34" charset="0"/>
                        </a:rPr>
                        <a:t>135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376"/>
                    </a:solidFill>
                  </a:tcPr>
                </a:tc>
                <a:tc>
                  <a:txBody>
                    <a:bodyPr/>
                    <a:lstStyle/>
                    <a:p>
                      <a:pPr algn="ctr" fontAlgn="ctr"/>
                      <a:r>
                        <a:rPr lang="en-US" sz="1050" b="0" i="0" u="none" strike="noStrike">
                          <a:solidFill>
                            <a:srgbClr val="000000"/>
                          </a:solidFill>
                          <a:effectLst/>
                          <a:latin typeface="Verdana" panose="020B0604030504040204" pitchFamily="34" charset="0"/>
                        </a:rPr>
                        <a:t>97</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9273"/>
                    </a:solidFill>
                  </a:tcPr>
                </a:tc>
                <a:tc>
                  <a:txBody>
                    <a:bodyPr/>
                    <a:lstStyle/>
                    <a:p>
                      <a:pPr algn="ctr" fontAlgn="ctr"/>
                      <a:r>
                        <a:rPr lang="en-US" sz="1050" b="0" i="0" u="none" strike="noStrike">
                          <a:solidFill>
                            <a:srgbClr val="000000"/>
                          </a:solidFill>
                          <a:effectLst/>
                          <a:latin typeface="Verdana" panose="020B0604030504040204" pitchFamily="34" charset="0"/>
                        </a:rPr>
                        <a:t>195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E7B"/>
                    </a:solidFill>
                  </a:tcPr>
                </a:tc>
                <a:tc>
                  <a:txBody>
                    <a:bodyPr/>
                    <a:lstStyle/>
                    <a:p>
                      <a:pPr algn="ctr" fontAlgn="ctr"/>
                      <a:r>
                        <a:rPr lang="en-US" sz="1050" b="0" i="0" u="none" strike="noStrike">
                          <a:solidFill>
                            <a:srgbClr val="000000"/>
                          </a:solidFill>
                          <a:effectLst/>
                          <a:latin typeface="Verdana" panose="020B0604030504040204" pitchFamily="34" charset="0"/>
                        </a:rPr>
                        <a:t>227</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CC7E"/>
                    </a:solidFill>
                  </a:tcPr>
                </a:tc>
                <a:tc>
                  <a:txBody>
                    <a:bodyPr/>
                    <a:lstStyle/>
                    <a:p>
                      <a:pPr algn="ctr" fontAlgn="ctr"/>
                      <a:r>
                        <a:rPr lang="en-US" sz="1050" b="0" i="0" u="none" strike="noStrike">
                          <a:solidFill>
                            <a:srgbClr val="000000"/>
                          </a:solidFill>
                          <a:effectLst/>
                          <a:latin typeface="Verdana" panose="020B0604030504040204" pitchFamily="34" charset="0"/>
                        </a:rPr>
                        <a:t>122</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9D75"/>
                    </a:solidFill>
                  </a:tcPr>
                </a:tc>
                <a:tc>
                  <a:txBody>
                    <a:bodyPr/>
                    <a:lstStyle/>
                    <a:p>
                      <a:pPr algn="ctr" fontAlgn="ctr"/>
                      <a:r>
                        <a:rPr lang="en-US" sz="1050" b="0" i="0" u="none" strike="noStrike">
                          <a:solidFill>
                            <a:srgbClr val="000000"/>
                          </a:solidFill>
                          <a:effectLst/>
                          <a:latin typeface="Verdana" panose="020B0604030504040204" pitchFamily="34" charset="0"/>
                        </a:rPr>
                        <a:t>20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706C"/>
                    </a:solidFill>
                  </a:tcPr>
                </a:tc>
                <a:tc>
                  <a:txBody>
                    <a:bodyPr/>
                    <a:lstStyle/>
                    <a:p>
                      <a:pPr algn="ctr" fontAlgn="ctr"/>
                      <a:r>
                        <a:rPr lang="en-US" sz="1050" b="0" i="0" u="none" strike="noStrike">
                          <a:solidFill>
                            <a:srgbClr val="000000"/>
                          </a:solidFill>
                          <a:effectLst/>
                          <a:latin typeface="Verdana" panose="020B0604030504040204" pitchFamily="34" charset="0"/>
                        </a:rPr>
                        <a:t>95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9172"/>
                    </a:solidFill>
                  </a:tcPr>
                </a:tc>
                <a:tc>
                  <a:txBody>
                    <a:bodyPr/>
                    <a:lstStyle/>
                    <a:p>
                      <a:pPr algn="ctr" fontAlgn="ctr"/>
                      <a:r>
                        <a:rPr lang="en-US" sz="1050" b="0" i="0" u="none" strike="noStrike">
                          <a:solidFill>
                            <a:srgbClr val="000000"/>
                          </a:solidFill>
                          <a:effectLst/>
                          <a:latin typeface="Verdana" panose="020B0604030504040204" pitchFamily="34" charset="0"/>
                        </a:rPr>
                        <a:t>271</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DF81"/>
                    </a:solidFill>
                  </a:tcPr>
                </a:tc>
                <a:tc>
                  <a:txBody>
                    <a:bodyPr/>
                    <a:lstStyle/>
                    <a:p>
                      <a:pPr algn="ctr" fontAlgn="ctr"/>
                      <a:r>
                        <a:rPr lang="en-US" sz="1050" b="0" i="0" u="none" strike="noStrike">
                          <a:solidFill>
                            <a:srgbClr val="000000"/>
                          </a:solidFill>
                          <a:effectLst/>
                          <a:latin typeface="Verdana" panose="020B0604030504040204" pitchFamily="34" charset="0"/>
                        </a:rPr>
                        <a:t>104</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9573"/>
                    </a:solidFill>
                  </a:tcPr>
                </a:tc>
                <a:tc>
                  <a:txBody>
                    <a:bodyPr/>
                    <a:lstStyle/>
                    <a:p>
                      <a:pPr algn="ctr" fontAlgn="ctr"/>
                      <a:r>
                        <a:rPr lang="en-US" sz="1050" b="0" i="0" u="none" strike="noStrike">
                          <a:solidFill>
                            <a:srgbClr val="000000"/>
                          </a:solidFill>
                          <a:effectLst/>
                          <a:latin typeface="Verdana" panose="020B0604030504040204" pitchFamily="34" charset="0"/>
                        </a:rPr>
                        <a:t>165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B078"/>
                    </a:solidFill>
                  </a:tcPr>
                </a:tc>
                <a:tc>
                  <a:txBody>
                    <a:bodyPr/>
                    <a:lstStyle/>
                    <a:p>
                      <a:pPr algn="ctr" fontAlgn="ctr"/>
                      <a:r>
                        <a:rPr lang="en-US" sz="1050" b="0" i="0" u="none" strike="noStrike">
                          <a:solidFill>
                            <a:srgbClr val="000000"/>
                          </a:solidFill>
                          <a:effectLst/>
                          <a:latin typeface="Verdana" panose="020B0604030504040204" pitchFamily="34" charset="0"/>
                        </a:rPr>
                        <a:t>87</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8E72"/>
                    </a:solidFill>
                  </a:tcPr>
                </a:tc>
                <a:tc>
                  <a:txBody>
                    <a:bodyPr/>
                    <a:lstStyle/>
                    <a:p>
                      <a:pPr algn="ctr" fontAlgn="ctr"/>
                      <a:r>
                        <a:rPr lang="en-US" sz="1050" b="0" i="0" u="none" strike="noStrike">
                          <a:solidFill>
                            <a:srgbClr val="000000"/>
                          </a:solidFill>
                          <a:effectLst/>
                          <a:latin typeface="Verdana" panose="020B0604030504040204" pitchFamily="34" charset="0"/>
                        </a:rPr>
                        <a:t>169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B279"/>
                    </a:solidFill>
                  </a:tcPr>
                </a:tc>
                <a:tc>
                  <a:txBody>
                    <a:bodyPr/>
                    <a:lstStyle/>
                    <a:p>
                      <a:pPr algn="ctr" fontAlgn="ctr"/>
                      <a:r>
                        <a:rPr lang="en-US" sz="1050" b="0" i="0" u="none" strike="noStrike">
                          <a:solidFill>
                            <a:srgbClr val="000000"/>
                          </a:solidFill>
                          <a:effectLst/>
                          <a:latin typeface="Verdana" panose="020B0604030504040204" pitchFamily="34" charset="0"/>
                        </a:rPr>
                        <a:t>294</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983"/>
                    </a:solidFill>
                  </a:tcPr>
                </a:tc>
                <a:tc>
                  <a:txBody>
                    <a:bodyPr/>
                    <a:lstStyle/>
                    <a:p>
                      <a:pPr algn="ctr" fontAlgn="ctr"/>
                      <a:r>
                        <a:rPr lang="en-US" sz="1050" b="0" i="0" u="none" strike="noStrike">
                          <a:solidFill>
                            <a:srgbClr val="000000"/>
                          </a:solidFill>
                          <a:effectLst/>
                          <a:latin typeface="Verdana" panose="020B0604030504040204" pitchFamily="34" charset="0"/>
                        </a:rPr>
                        <a:t>204</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C27C"/>
                    </a:solidFill>
                  </a:tcPr>
                </a:tc>
                <a:tc>
                  <a:txBody>
                    <a:bodyPr/>
                    <a:lstStyle/>
                    <a:p>
                      <a:pPr algn="ctr" fontAlgn="ctr"/>
                      <a:r>
                        <a:rPr lang="en-US" sz="1050" b="0" i="0" u="none" strike="noStrike">
                          <a:solidFill>
                            <a:srgbClr val="000000"/>
                          </a:solidFill>
                          <a:effectLst/>
                          <a:latin typeface="Verdana" panose="020B0604030504040204" pitchFamily="34" charset="0"/>
                        </a:rPr>
                        <a:t>155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C77"/>
                    </a:solidFill>
                  </a:tcPr>
                </a:tc>
                <a:tc>
                  <a:txBody>
                    <a:bodyPr/>
                    <a:lstStyle/>
                    <a:p>
                      <a:pPr algn="ctr" fontAlgn="ctr"/>
                      <a:r>
                        <a:rPr lang="en-US" sz="1050" b="0" i="0" u="none" strike="noStrike">
                          <a:solidFill>
                            <a:srgbClr val="000000"/>
                          </a:solidFill>
                          <a:effectLst/>
                          <a:latin typeface="Verdana" panose="020B0604030504040204" pitchFamily="34" charset="0"/>
                        </a:rPr>
                        <a:t>115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9A74"/>
                    </a:solidFill>
                  </a:tcPr>
                </a:tc>
                <a:tc>
                  <a:txBody>
                    <a:bodyPr/>
                    <a:lstStyle/>
                    <a:p>
                      <a:pPr algn="ctr" fontAlgn="ctr"/>
                      <a:r>
                        <a:rPr lang="en-US" sz="1050" b="0" i="0" u="none" strike="noStrike">
                          <a:solidFill>
                            <a:srgbClr val="000000"/>
                          </a:solidFill>
                          <a:effectLst/>
                          <a:latin typeface="Verdana" panose="020B0604030504040204" pitchFamily="34" charset="0"/>
                        </a:rPr>
                        <a:t>134</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276"/>
                    </a:solidFill>
                  </a:tcPr>
                </a:tc>
                <a:tc>
                  <a:txBody>
                    <a:bodyPr/>
                    <a:lstStyle/>
                    <a:p>
                      <a:pPr algn="ctr" fontAlgn="ctr"/>
                      <a:r>
                        <a:rPr lang="en-US" sz="1050" b="0" i="0" u="none" strike="noStrike">
                          <a:solidFill>
                            <a:srgbClr val="000000"/>
                          </a:solidFill>
                          <a:effectLst/>
                          <a:latin typeface="Verdana" panose="020B0604030504040204" pitchFamily="34" charset="0"/>
                        </a:rPr>
                        <a:t>139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576"/>
                    </a:solidFill>
                  </a:tcPr>
                </a:tc>
                <a:tc>
                  <a:txBody>
                    <a:bodyPr/>
                    <a:lstStyle/>
                    <a:p>
                      <a:pPr algn="ctr" fontAlgn="ctr"/>
                      <a:r>
                        <a:rPr lang="en-US" sz="1050" b="0" i="0" u="none" strike="noStrike">
                          <a:solidFill>
                            <a:srgbClr val="000000"/>
                          </a:solidFill>
                          <a:effectLst/>
                          <a:latin typeface="Verdana" panose="020B0604030504040204" pitchFamily="34" charset="0"/>
                        </a:rPr>
                        <a:t>174</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479"/>
                    </a:solidFill>
                  </a:tcPr>
                </a:tc>
                <a:tc>
                  <a:txBody>
                    <a:bodyPr/>
                    <a:lstStyle/>
                    <a:p>
                      <a:pPr algn="ctr" fontAlgn="ctr"/>
                      <a:r>
                        <a:rPr lang="en-US" sz="1050" b="0" i="0" u="none" strike="noStrike">
                          <a:solidFill>
                            <a:srgbClr val="000000"/>
                          </a:solidFill>
                          <a:effectLst/>
                          <a:latin typeface="Verdana" panose="020B0604030504040204" pitchFamily="34" charset="0"/>
                        </a:rPr>
                        <a:t>182</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87A"/>
                    </a:solidFill>
                  </a:tcPr>
                </a:tc>
                <a:tc>
                  <a:txBody>
                    <a:bodyPr/>
                    <a:lstStyle/>
                    <a:p>
                      <a:pPr algn="ctr" fontAlgn="ctr"/>
                      <a:r>
                        <a:rPr lang="en-US" sz="1050" b="0" i="0" u="none" strike="noStrike">
                          <a:solidFill>
                            <a:srgbClr val="000000"/>
                          </a:solidFill>
                          <a:effectLst/>
                          <a:latin typeface="Verdana" panose="020B0604030504040204" pitchFamily="34" charset="0"/>
                        </a:rPr>
                        <a:t>172</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379"/>
                    </a:solidFill>
                  </a:tcPr>
                </a:tc>
                <a:tc>
                  <a:txBody>
                    <a:bodyPr/>
                    <a:lstStyle/>
                    <a:p>
                      <a:pPr algn="ctr" fontAlgn="ctr"/>
                      <a:r>
                        <a:rPr lang="en-US" sz="1050" b="0" i="0" u="none" strike="noStrike">
                          <a:solidFill>
                            <a:srgbClr val="000000"/>
                          </a:solidFill>
                          <a:effectLst/>
                          <a:latin typeface="Verdana" panose="020B0604030504040204" pitchFamily="34" charset="0"/>
                        </a:rPr>
                        <a:t>58</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816F"/>
                    </a:solidFill>
                  </a:tcPr>
                </a:tc>
                <a:tc>
                  <a:txBody>
                    <a:bodyPr/>
                    <a:lstStyle/>
                    <a:p>
                      <a:pPr algn="ctr" fontAlgn="ctr"/>
                      <a:r>
                        <a:rPr lang="en-US" sz="1050" b="0" i="0" u="none" strike="noStrike">
                          <a:solidFill>
                            <a:srgbClr val="000000"/>
                          </a:solidFill>
                          <a:effectLst/>
                          <a:latin typeface="Verdana" panose="020B0604030504040204" pitchFamily="34" charset="0"/>
                        </a:rPr>
                        <a:t>145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877"/>
                    </a:solidFill>
                  </a:tcPr>
                </a:tc>
                <a:tc>
                  <a:txBody>
                    <a:bodyPr/>
                    <a:lstStyle/>
                    <a:p>
                      <a:pPr algn="ctr" fontAlgn="ctr"/>
                      <a:r>
                        <a:rPr lang="en-US" sz="1050" b="0" i="0" u="none" strike="noStrike">
                          <a:solidFill>
                            <a:srgbClr val="000000"/>
                          </a:solidFill>
                          <a:effectLst/>
                          <a:latin typeface="Verdana" panose="020B0604030504040204" pitchFamily="34" charset="0"/>
                        </a:rPr>
                        <a:t>210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C47C"/>
                    </a:solidFill>
                  </a:tcPr>
                </a:tc>
                <a:extLst>
                  <a:ext uri="{0D108BD9-81ED-4DB2-BD59-A6C34878D82A}">
                    <a16:rowId xmlns:a16="http://schemas.microsoft.com/office/drawing/2014/main" val="3705811678"/>
                  </a:ext>
                </a:extLst>
              </a:tr>
              <a:tr h="75690">
                <a:tc>
                  <a:txBody>
                    <a:bodyPr/>
                    <a:lstStyle/>
                    <a:p>
                      <a:pPr algn="ctr" fontAlgn="b"/>
                      <a:r>
                        <a:rPr lang="en-US" sz="1050" b="1" i="0" u="none" strike="noStrike">
                          <a:solidFill>
                            <a:srgbClr val="000000"/>
                          </a:solidFill>
                          <a:effectLst/>
                          <a:latin typeface="Verdana" panose="020B0604030504040204" pitchFamily="34" charset="0"/>
                        </a:rPr>
                        <a:t>12:00</a:t>
                      </a:r>
                    </a:p>
                  </a:txBody>
                  <a:tcPr marL="3747" marR="3747" marT="37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Verdana" panose="020B0604030504040204" pitchFamily="34" charset="0"/>
                        </a:rPr>
                        <a:t>183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87A"/>
                    </a:solidFill>
                  </a:tcPr>
                </a:tc>
                <a:tc>
                  <a:txBody>
                    <a:bodyPr/>
                    <a:lstStyle/>
                    <a:p>
                      <a:pPr algn="ctr" fontAlgn="ctr"/>
                      <a:r>
                        <a:rPr lang="en-US" sz="1050" b="0" i="0" u="none" strike="noStrike">
                          <a:solidFill>
                            <a:srgbClr val="000000"/>
                          </a:solidFill>
                          <a:effectLst/>
                          <a:latin typeface="Verdana" panose="020B0604030504040204" pitchFamily="34" charset="0"/>
                        </a:rPr>
                        <a:t>190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B7A"/>
                    </a:solidFill>
                  </a:tcPr>
                </a:tc>
                <a:tc>
                  <a:txBody>
                    <a:bodyPr/>
                    <a:lstStyle/>
                    <a:p>
                      <a:pPr algn="ctr" fontAlgn="ctr"/>
                      <a:r>
                        <a:rPr lang="en-US" sz="1050" b="0" i="0" u="none" strike="noStrike">
                          <a:solidFill>
                            <a:srgbClr val="000000"/>
                          </a:solidFill>
                          <a:effectLst/>
                          <a:latin typeface="Verdana" panose="020B0604030504040204" pitchFamily="34" charset="0"/>
                        </a:rPr>
                        <a:t>179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679"/>
                    </a:solidFill>
                  </a:tcPr>
                </a:tc>
                <a:tc>
                  <a:txBody>
                    <a:bodyPr/>
                    <a:lstStyle/>
                    <a:p>
                      <a:pPr algn="ctr" fontAlgn="ctr"/>
                      <a:r>
                        <a:rPr lang="en-US" sz="1050" b="0" i="0" u="none" strike="noStrike">
                          <a:solidFill>
                            <a:srgbClr val="000000"/>
                          </a:solidFill>
                          <a:effectLst/>
                          <a:latin typeface="Verdana" panose="020B0604030504040204" pitchFamily="34" charset="0"/>
                        </a:rPr>
                        <a:t>276</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282"/>
                    </a:solidFill>
                  </a:tcPr>
                </a:tc>
                <a:tc>
                  <a:txBody>
                    <a:bodyPr/>
                    <a:lstStyle/>
                    <a:p>
                      <a:pPr algn="ctr" fontAlgn="ctr"/>
                      <a:r>
                        <a:rPr lang="en-US" sz="1050" b="0" i="0" u="none" strike="noStrike">
                          <a:solidFill>
                            <a:srgbClr val="000000"/>
                          </a:solidFill>
                          <a:effectLst/>
                          <a:latin typeface="Verdana" panose="020B0604030504040204" pitchFamily="34" charset="0"/>
                        </a:rPr>
                        <a:t>338</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3E884"/>
                    </a:solidFill>
                  </a:tcPr>
                </a:tc>
                <a:tc>
                  <a:txBody>
                    <a:bodyPr/>
                    <a:lstStyle/>
                    <a:p>
                      <a:pPr algn="ctr" fontAlgn="ctr"/>
                      <a:r>
                        <a:rPr lang="en-US" sz="1050" b="0" i="0" u="none" strike="noStrike">
                          <a:solidFill>
                            <a:srgbClr val="000000"/>
                          </a:solidFill>
                          <a:effectLst/>
                          <a:latin typeface="Verdana" panose="020B0604030504040204" pitchFamily="34" charset="0"/>
                        </a:rPr>
                        <a:t>327</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E984"/>
                    </a:solidFill>
                  </a:tcPr>
                </a:tc>
                <a:tc>
                  <a:txBody>
                    <a:bodyPr/>
                    <a:lstStyle/>
                    <a:p>
                      <a:pPr algn="ctr" fontAlgn="ctr"/>
                      <a:r>
                        <a:rPr lang="en-US" sz="1050" b="0" i="0" u="none" strike="noStrike">
                          <a:solidFill>
                            <a:srgbClr val="000000"/>
                          </a:solidFill>
                          <a:effectLst/>
                          <a:latin typeface="Verdana" panose="020B0604030504040204" pitchFamily="34" charset="0"/>
                        </a:rPr>
                        <a:t>319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EA84"/>
                    </a:solidFill>
                  </a:tcPr>
                </a:tc>
                <a:tc>
                  <a:txBody>
                    <a:bodyPr/>
                    <a:lstStyle/>
                    <a:p>
                      <a:pPr algn="ctr" fontAlgn="ctr"/>
                      <a:r>
                        <a:rPr lang="en-US" sz="1050" b="0" i="0" u="none" strike="noStrike">
                          <a:solidFill>
                            <a:srgbClr val="000000"/>
                          </a:solidFill>
                          <a:effectLst/>
                          <a:latin typeface="Verdana" panose="020B0604030504040204" pitchFamily="34" charset="0"/>
                        </a:rPr>
                        <a:t>185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97A"/>
                    </a:solidFill>
                  </a:tcPr>
                </a:tc>
                <a:tc>
                  <a:txBody>
                    <a:bodyPr/>
                    <a:lstStyle/>
                    <a:p>
                      <a:pPr algn="ctr" fontAlgn="ctr"/>
                      <a:r>
                        <a:rPr lang="en-US" sz="1050" b="0" i="0" u="none" strike="noStrike">
                          <a:solidFill>
                            <a:srgbClr val="000000"/>
                          </a:solidFill>
                          <a:effectLst/>
                          <a:latin typeface="Verdana" panose="020B0604030504040204" pitchFamily="34" charset="0"/>
                        </a:rPr>
                        <a:t>142</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676"/>
                    </a:solidFill>
                  </a:tcPr>
                </a:tc>
                <a:tc>
                  <a:txBody>
                    <a:bodyPr/>
                    <a:lstStyle/>
                    <a:p>
                      <a:pPr algn="ctr" fontAlgn="ctr"/>
                      <a:r>
                        <a:rPr lang="en-US" sz="1050" b="0" i="0" u="none" strike="noStrike">
                          <a:solidFill>
                            <a:srgbClr val="000000"/>
                          </a:solidFill>
                          <a:effectLst/>
                          <a:latin typeface="Verdana" panose="020B0604030504040204" pitchFamily="34" charset="0"/>
                        </a:rPr>
                        <a:t>237</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D07E"/>
                    </a:solidFill>
                  </a:tcPr>
                </a:tc>
                <a:tc>
                  <a:txBody>
                    <a:bodyPr/>
                    <a:lstStyle/>
                    <a:p>
                      <a:pPr algn="ctr" fontAlgn="ctr"/>
                      <a:r>
                        <a:rPr lang="en-US" sz="1050" b="0" i="0" u="none" strike="noStrike">
                          <a:solidFill>
                            <a:srgbClr val="000000"/>
                          </a:solidFill>
                          <a:effectLst/>
                          <a:latin typeface="Verdana" panose="020B0604030504040204" pitchFamily="34" charset="0"/>
                        </a:rPr>
                        <a:t>237</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D07E"/>
                    </a:solidFill>
                  </a:tcPr>
                </a:tc>
                <a:tc>
                  <a:txBody>
                    <a:bodyPr/>
                    <a:lstStyle/>
                    <a:p>
                      <a:pPr algn="ctr" fontAlgn="ctr"/>
                      <a:r>
                        <a:rPr lang="en-US" sz="1050" b="0" i="0" u="none" strike="noStrike">
                          <a:solidFill>
                            <a:srgbClr val="000000"/>
                          </a:solidFill>
                          <a:effectLst/>
                          <a:latin typeface="Verdana" panose="020B0604030504040204" pitchFamily="34" charset="0"/>
                        </a:rPr>
                        <a:t>163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F78"/>
                    </a:solidFill>
                  </a:tcPr>
                </a:tc>
                <a:tc>
                  <a:txBody>
                    <a:bodyPr/>
                    <a:lstStyle/>
                    <a:p>
                      <a:pPr algn="ctr" fontAlgn="ctr"/>
                      <a:r>
                        <a:rPr lang="en-US" sz="1050" b="0" i="0" u="none" strike="noStrike">
                          <a:solidFill>
                            <a:srgbClr val="000000"/>
                          </a:solidFill>
                          <a:effectLst/>
                          <a:latin typeface="Verdana" panose="020B0604030504040204" pitchFamily="34" charset="0"/>
                        </a:rPr>
                        <a:t>43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7A6E"/>
                    </a:solidFill>
                  </a:tcPr>
                </a:tc>
                <a:tc>
                  <a:txBody>
                    <a:bodyPr/>
                    <a:lstStyle/>
                    <a:p>
                      <a:pPr algn="ctr" fontAlgn="ctr"/>
                      <a:r>
                        <a:rPr lang="en-US" sz="1050" b="0" i="0" u="none" strike="noStrike">
                          <a:solidFill>
                            <a:srgbClr val="000000"/>
                          </a:solidFill>
                          <a:effectLst/>
                          <a:latin typeface="Verdana" panose="020B0604030504040204" pitchFamily="34" charset="0"/>
                        </a:rPr>
                        <a:t>192</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C7B"/>
                    </a:solidFill>
                  </a:tcPr>
                </a:tc>
                <a:tc>
                  <a:txBody>
                    <a:bodyPr/>
                    <a:lstStyle/>
                    <a:p>
                      <a:pPr algn="ctr" fontAlgn="ctr"/>
                      <a:r>
                        <a:rPr lang="en-US" sz="1050" b="0" i="0" u="none" strike="noStrike">
                          <a:solidFill>
                            <a:srgbClr val="000000"/>
                          </a:solidFill>
                          <a:effectLst/>
                          <a:latin typeface="Verdana" panose="020B0604030504040204" pitchFamily="34" charset="0"/>
                        </a:rPr>
                        <a:t>276</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182"/>
                    </a:solidFill>
                  </a:tcPr>
                </a:tc>
                <a:tc>
                  <a:txBody>
                    <a:bodyPr/>
                    <a:lstStyle/>
                    <a:p>
                      <a:pPr algn="ctr" fontAlgn="ctr"/>
                      <a:r>
                        <a:rPr lang="en-US" sz="1050" b="0" i="0" u="none" strike="noStrike">
                          <a:solidFill>
                            <a:srgbClr val="000000"/>
                          </a:solidFill>
                          <a:effectLst/>
                          <a:latin typeface="Verdana" panose="020B0604030504040204" pitchFamily="34" charset="0"/>
                        </a:rPr>
                        <a:t>119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9C74"/>
                    </a:solidFill>
                  </a:tcPr>
                </a:tc>
                <a:tc>
                  <a:txBody>
                    <a:bodyPr/>
                    <a:lstStyle/>
                    <a:p>
                      <a:pPr algn="ctr" fontAlgn="ctr"/>
                      <a:r>
                        <a:rPr lang="en-US" sz="1050" b="0" i="0" u="none" strike="noStrike">
                          <a:solidFill>
                            <a:srgbClr val="000000"/>
                          </a:solidFill>
                          <a:effectLst/>
                          <a:latin typeface="Verdana" panose="020B0604030504040204" pitchFamily="34" charset="0"/>
                        </a:rPr>
                        <a:t>177</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579"/>
                    </a:solidFill>
                  </a:tcPr>
                </a:tc>
                <a:tc>
                  <a:txBody>
                    <a:bodyPr/>
                    <a:lstStyle/>
                    <a:p>
                      <a:pPr algn="ctr" fontAlgn="ctr"/>
                      <a:r>
                        <a:rPr lang="en-US" sz="1050" b="0" i="0" u="none" strike="noStrike">
                          <a:solidFill>
                            <a:srgbClr val="000000"/>
                          </a:solidFill>
                          <a:effectLst/>
                          <a:latin typeface="Verdana" panose="020B0604030504040204" pitchFamily="34" charset="0"/>
                        </a:rPr>
                        <a:t>111</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9974"/>
                    </a:solidFill>
                  </a:tcPr>
                </a:tc>
                <a:tc>
                  <a:txBody>
                    <a:bodyPr/>
                    <a:lstStyle/>
                    <a:p>
                      <a:pPr algn="ctr" fontAlgn="ctr"/>
                      <a:r>
                        <a:rPr lang="en-US" sz="1050" b="0" i="0" u="none" strike="noStrike">
                          <a:solidFill>
                            <a:srgbClr val="000000"/>
                          </a:solidFill>
                          <a:effectLst/>
                          <a:latin typeface="Verdana" panose="020B0604030504040204" pitchFamily="34" charset="0"/>
                        </a:rPr>
                        <a:t>239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D17F"/>
                    </a:solidFill>
                  </a:tcPr>
                </a:tc>
                <a:tc>
                  <a:txBody>
                    <a:bodyPr/>
                    <a:lstStyle/>
                    <a:p>
                      <a:pPr algn="ctr" fontAlgn="ctr"/>
                      <a:r>
                        <a:rPr lang="en-US" sz="1050" b="0" i="0" u="none" strike="noStrike">
                          <a:solidFill>
                            <a:srgbClr val="000000"/>
                          </a:solidFill>
                          <a:effectLst/>
                          <a:latin typeface="Verdana" panose="020B0604030504040204" pitchFamily="34" charset="0"/>
                        </a:rPr>
                        <a:t>370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AE583"/>
                    </a:solidFill>
                  </a:tcPr>
                </a:tc>
                <a:tc>
                  <a:txBody>
                    <a:bodyPr/>
                    <a:lstStyle/>
                    <a:p>
                      <a:pPr algn="ctr" fontAlgn="ctr"/>
                      <a:r>
                        <a:rPr lang="en-US" sz="1050" b="0" i="0" u="none" strike="noStrike">
                          <a:solidFill>
                            <a:srgbClr val="000000"/>
                          </a:solidFill>
                          <a:effectLst/>
                          <a:latin typeface="Verdana" panose="020B0604030504040204" pitchFamily="34" charset="0"/>
                        </a:rPr>
                        <a:t>225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CB7D"/>
                    </a:solidFill>
                  </a:tcPr>
                </a:tc>
                <a:tc>
                  <a:txBody>
                    <a:bodyPr/>
                    <a:lstStyle/>
                    <a:p>
                      <a:pPr algn="ctr" fontAlgn="ctr"/>
                      <a:r>
                        <a:rPr lang="en-US" sz="1050" b="0" i="0" u="none" strike="noStrike">
                          <a:solidFill>
                            <a:srgbClr val="000000"/>
                          </a:solidFill>
                          <a:effectLst/>
                          <a:latin typeface="Verdana" panose="020B0604030504040204" pitchFamily="34" charset="0"/>
                        </a:rPr>
                        <a:t>275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182"/>
                    </a:solidFill>
                  </a:tcPr>
                </a:tc>
                <a:tc>
                  <a:txBody>
                    <a:bodyPr/>
                    <a:lstStyle/>
                    <a:p>
                      <a:pPr algn="ctr" fontAlgn="ctr"/>
                      <a:r>
                        <a:rPr lang="en-US" sz="1050" b="0" i="0" u="none" strike="noStrike">
                          <a:solidFill>
                            <a:srgbClr val="000000"/>
                          </a:solidFill>
                          <a:effectLst/>
                          <a:latin typeface="Verdana" panose="020B0604030504040204" pitchFamily="34" charset="0"/>
                        </a:rPr>
                        <a:t>131</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175"/>
                    </a:solidFill>
                  </a:tcPr>
                </a:tc>
                <a:tc>
                  <a:txBody>
                    <a:bodyPr/>
                    <a:lstStyle/>
                    <a:p>
                      <a:pPr algn="ctr" fontAlgn="ctr"/>
                      <a:r>
                        <a:rPr lang="en-US" sz="1050" b="0" i="0" u="none" strike="noStrike">
                          <a:solidFill>
                            <a:srgbClr val="000000"/>
                          </a:solidFill>
                          <a:effectLst/>
                          <a:latin typeface="Verdana" panose="020B0604030504040204" pitchFamily="34" charset="0"/>
                        </a:rPr>
                        <a:t>153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B77"/>
                    </a:solidFill>
                  </a:tcPr>
                </a:tc>
                <a:tc>
                  <a:txBody>
                    <a:bodyPr/>
                    <a:lstStyle/>
                    <a:p>
                      <a:pPr algn="ctr" fontAlgn="ctr"/>
                      <a:r>
                        <a:rPr lang="en-US" sz="1050" b="0" i="0" u="none" strike="noStrike">
                          <a:solidFill>
                            <a:srgbClr val="000000"/>
                          </a:solidFill>
                          <a:effectLst/>
                          <a:latin typeface="Verdana" panose="020B0604030504040204" pitchFamily="34" charset="0"/>
                        </a:rPr>
                        <a:t>162</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F78"/>
                    </a:solidFill>
                  </a:tcPr>
                </a:tc>
                <a:tc>
                  <a:txBody>
                    <a:bodyPr/>
                    <a:lstStyle/>
                    <a:p>
                      <a:pPr algn="ctr" fontAlgn="ctr"/>
                      <a:r>
                        <a:rPr lang="en-US" sz="1050" b="0" i="0" u="none" strike="noStrike">
                          <a:solidFill>
                            <a:srgbClr val="000000"/>
                          </a:solidFill>
                          <a:effectLst/>
                          <a:latin typeface="Verdana" panose="020B0604030504040204" pitchFamily="34" charset="0"/>
                        </a:rPr>
                        <a:t>234</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CF7E"/>
                    </a:solidFill>
                  </a:tcPr>
                </a:tc>
                <a:tc>
                  <a:txBody>
                    <a:bodyPr/>
                    <a:lstStyle/>
                    <a:p>
                      <a:pPr algn="ctr" fontAlgn="ctr"/>
                      <a:r>
                        <a:rPr lang="en-US" sz="1050" b="0" i="0" u="none" strike="noStrike">
                          <a:solidFill>
                            <a:srgbClr val="000000"/>
                          </a:solidFill>
                          <a:effectLst/>
                          <a:latin typeface="Verdana" panose="020B0604030504040204" pitchFamily="34" charset="0"/>
                        </a:rPr>
                        <a:t>213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C57C"/>
                    </a:solidFill>
                  </a:tcPr>
                </a:tc>
                <a:tc>
                  <a:txBody>
                    <a:bodyPr/>
                    <a:lstStyle/>
                    <a:p>
                      <a:pPr algn="ctr" fontAlgn="ctr"/>
                      <a:r>
                        <a:rPr lang="en-US" sz="1050" b="0" i="0" u="none" strike="noStrike">
                          <a:solidFill>
                            <a:srgbClr val="000000"/>
                          </a:solidFill>
                          <a:effectLst/>
                          <a:latin typeface="Verdana" panose="020B0604030504040204" pitchFamily="34" charset="0"/>
                        </a:rPr>
                        <a:t>202</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C17B"/>
                    </a:solidFill>
                  </a:tcPr>
                </a:tc>
                <a:tc>
                  <a:txBody>
                    <a:bodyPr/>
                    <a:lstStyle/>
                    <a:p>
                      <a:pPr algn="ctr" fontAlgn="ctr"/>
                      <a:r>
                        <a:rPr lang="en-US" sz="1050" b="0" i="0" u="none" strike="noStrike">
                          <a:solidFill>
                            <a:srgbClr val="000000"/>
                          </a:solidFill>
                          <a:effectLst/>
                          <a:latin typeface="Verdana" panose="020B0604030504040204" pitchFamily="34" charset="0"/>
                        </a:rPr>
                        <a:t>126</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9F75"/>
                    </a:solidFill>
                  </a:tcPr>
                </a:tc>
                <a:tc>
                  <a:txBody>
                    <a:bodyPr/>
                    <a:lstStyle/>
                    <a:p>
                      <a:pPr algn="ctr" fontAlgn="ctr"/>
                      <a:r>
                        <a:rPr lang="en-US" sz="1050" b="0" i="0" u="none" strike="noStrike">
                          <a:solidFill>
                            <a:srgbClr val="000000"/>
                          </a:solidFill>
                          <a:effectLst/>
                          <a:latin typeface="Verdana" panose="020B0604030504040204" pitchFamily="34" charset="0"/>
                        </a:rPr>
                        <a:t>230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CD7E"/>
                    </a:solidFill>
                  </a:tcPr>
                </a:tc>
                <a:tc>
                  <a:txBody>
                    <a:bodyPr/>
                    <a:lstStyle/>
                    <a:p>
                      <a:pPr algn="ctr" fontAlgn="ctr"/>
                      <a:r>
                        <a:rPr lang="en-US" sz="1050" b="0" i="0" u="none" strike="noStrike">
                          <a:solidFill>
                            <a:srgbClr val="000000"/>
                          </a:solidFill>
                          <a:effectLst/>
                          <a:latin typeface="Verdana" panose="020B0604030504040204" pitchFamily="34" charset="0"/>
                        </a:rPr>
                        <a:t>299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B84"/>
                    </a:solidFill>
                  </a:tcPr>
                </a:tc>
                <a:extLst>
                  <a:ext uri="{0D108BD9-81ED-4DB2-BD59-A6C34878D82A}">
                    <a16:rowId xmlns:a16="http://schemas.microsoft.com/office/drawing/2014/main" val="2540020958"/>
                  </a:ext>
                </a:extLst>
              </a:tr>
              <a:tr h="75690">
                <a:tc>
                  <a:txBody>
                    <a:bodyPr/>
                    <a:lstStyle/>
                    <a:p>
                      <a:pPr algn="ctr" fontAlgn="b"/>
                      <a:r>
                        <a:rPr lang="en-US" sz="1050" b="1" i="0" u="none" strike="noStrike">
                          <a:solidFill>
                            <a:srgbClr val="000000"/>
                          </a:solidFill>
                          <a:effectLst/>
                          <a:latin typeface="Verdana" panose="020B0604030504040204" pitchFamily="34" charset="0"/>
                        </a:rPr>
                        <a:t>13:00</a:t>
                      </a:r>
                    </a:p>
                  </a:txBody>
                  <a:tcPr marL="3747" marR="3747" marT="37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Verdana" panose="020B0604030504040204" pitchFamily="34" charset="0"/>
                        </a:rPr>
                        <a:t>268</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DE81"/>
                    </a:solidFill>
                  </a:tcPr>
                </a:tc>
                <a:tc>
                  <a:txBody>
                    <a:bodyPr/>
                    <a:lstStyle/>
                    <a:p>
                      <a:pPr algn="ctr" fontAlgn="ctr"/>
                      <a:r>
                        <a:rPr lang="en-US" sz="1050" b="0" i="0" u="none" strike="noStrike">
                          <a:solidFill>
                            <a:srgbClr val="000000"/>
                          </a:solidFill>
                          <a:effectLst/>
                          <a:latin typeface="Verdana" panose="020B0604030504040204" pitchFamily="34" charset="0"/>
                        </a:rPr>
                        <a:t>193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D7B"/>
                    </a:solidFill>
                  </a:tcPr>
                </a:tc>
                <a:tc>
                  <a:txBody>
                    <a:bodyPr/>
                    <a:lstStyle/>
                    <a:p>
                      <a:pPr algn="ctr" fontAlgn="ctr"/>
                      <a:r>
                        <a:rPr lang="en-US" sz="1050" b="0" i="0" u="none" strike="noStrike">
                          <a:solidFill>
                            <a:srgbClr val="000000"/>
                          </a:solidFill>
                          <a:effectLst/>
                          <a:latin typeface="Verdana" panose="020B0604030504040204" pitchFamily="34" charset="0"/>
                        </a:rPr>
                        <a:t>192</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C7B"/>
                    </a:solidFill>
                  </a:tcPr>
                </a:tc>
                <a:tc>
                  <a:txBody>
                    <a:bodyPr/>
                    <a:lstStyle/>
                    <a:p>
                      <a:pPr algn="ctr" fontAlgn="ctr"/>
                      <a:r>
                        <a:rPr lang="en-US" sz="1050" b="0" i="0" u="none" strike="noStrike">
                          <a:solidFill>
                            <a:srgbClr val="000000"/>
                          </a:solidFill>
                          <a:effectLst/>
                          <a:latin typeface="Verdana" panose="020B0604030504040204" pitchFamily="34" charset="0"/>
                        </a:rPr>
                        <a:t>269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DE81"/>
                    </a:solidFill>
                  </a:tcPr>
                </a:tc>
                <a:tc>
                  <a:txBody>
                    <a:bodyPr/>
                    <a:lstStyle/>
                    <a:p>
                      <a:pPr algn="ctr" fontAlgn="ctr"/>
                      <a:r>
                        <a:rPr lang="en-US" sz="1050" b="0" i="0" u="none" strike="noStrike">
                          <a:solidFill>
                            <a:srgbClr val="000000"/>
                          </a:solidFill>
                          <a:effectLst/>
                          <a:latin typeface="Verdana" panose="020B0604030504040204" pitchFamily="34" charset="0"/>
                        </a:rPr>
                        <a:t>331</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5E984"/>
                    </a:solidFill>
                  </a:tcPr>
                </a:tc>
                <a:tc>
                  <a:txBody>
                    <a:bodyPr/>
                    <a:lstStyle/>
                    <a:p>
                      <a:pPr algn="ctr" fontAlgn="ctr"/>
                      <a:r>
                        <a:rPr lang="en-US" sz="1050" b="0" i="0" u="none" strike="noStrike">
                          <a:solidFill>
                            <a:srgbClr val="000000"/>
                          </a:solidFill>
                          <a:effectLst/>
                          <a:latin typeface="Verdana" panose="020B0604030504040204" pitchFamily="34" charset="0"/>
                        </a:rPr>
                        <a:t>437</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7E082"/>
                    </a:solidFill>
                  </a:tcPr>
                </a:tc>
                <a:tc>
                  <a:txBody>
                    <a:bodyPr/>
                    <a:lstStyle/>
                    <a:p>
                      <a:pPr algn="ctr" fontAlgn="ctr"/>
                      <a:r>
                        <a:rPr lang="en-US" sz="1050" b="0" i="0" u="none" strike="noStrike">
                          <a:solidFill>
                            <a:srgbClr val="000000"/>
                          </a:solidFill>
                          <a:effectLst/>
                          <a:latin typeface="Verdana" panose="020B0604030504040204" pitchFamily="34" charset="0"/>
                        </a:rPr>
                        <a:t>358</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E683"/>
                    </a:solidFill>
                  </a:tcPr>
                </a:tc>
                <a:tc>
                  <a:txBody>
                    <a:bodyPr/>
                    <a:lstStyle/>
                    <a:p>
                      <a:pPr algn="ctr" fontAlgn="ctr"/>
                      <a:r>
                        <a:rPr lang="en-US" sz="1050" b="0" i="0" u="none" strike="noStrike">
                          <a:solidFill>
                            <a:srgbClr val="000000"/>
                          </a:solidFill>
                          <a:effectLst/>
                          <a:latin typeface="Verdana" panose="020B0604030504040204" pitchFamily="34" charset="0"/>
                        </a:rPr>
                        <a:t>246</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D47F"/>
                    </a:solidFill>
                  </a:tcPr>
                </a:tc>
                <a:tc>
                  <a:txBody>
                    <a:bodyPr/>
                    <a:lstStyle/>
                    <a:p>
                      <a:pPr algn="ctr" fontAlgn="ctr"/>
                      <a:r>
                        <a:rPr lang="en-US" sz="1050" b="0" i="0" u="none" strike="noStrike">
                          <a:solidFill>
                            <a:srgbClr val="000000"/>
                          </a:solidFill>
                          <a:effectLst/>
                          <a:latin typeface="Verdana" panose="020B0604030504040204" pitchFamily="34" charset="0"/>
                        </a:rPr>
                        <a:t>196</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E7B"/>
                    </a:solidFill>
                  </a:tcPr>
                </a:tc>
                <a:tc>
                  <a:txBody>
                    <a:bodyPr/>
                    <a:lstStyle/>
                    <a:p>
                      <a:pPr algn="ctr" fontAlgn="ctr"/>
                      <a:r>
                        <a:rPr lang="en-US" sz="1050" b="0" i="0" u="none" strike="noStrike">
                          <a:solidFill>
                            <a:srgbClr val="000000"/>
                          </a:solidFill>
                          <a:effectLst/>
                          <a:latin typeface="Verdana" panose="020B0604030504040204" pitchFamily="34" charset="0"/>
                        </a:rPr>
                        <a:t>238</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D17F"/>
                    </a:solidFill>
                  </a:tcPr>
                </a:tc>
                <a:tc>
                  <a:txBody>
                    <a:bodyPr/>
                    <a:lstStyle/>
                    <a:p>
                      <a:pPr algn="ctr" fontAlgn="ctr"/>
                      <a:r>
                        <a:rPr lang="en-US" sz="1050" b="0" i="0" u="none" strike="noStrike">
                          <a:solidFill>
                            <a:srgbClr val="000000"/>
                          </a:solidFill>
                          <a:effectLst/>
                          <a:latin typeface="Verdana" panose="020B0604030504040204" pitchFamily="34" charset="0"/>
                        </a:rPr>
                        <a:t>264</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DC81"/>
                    </a:solidFill>
                  </a:tcPr>
                </a:tc>
                <a:tc>
                  <a:txBody>
                    <a:bodyPr/>
                    <a:lstStyle/>
                    <a:p>
                      <a:pPr algn="ctr" fontAlgn="ctr"/>
                      <a:r>
                        <a:rPr lang="en-US" sz="1050" b="0" i="0" u="none" strike="noStrike">
                          <a:solidFill>
                            <a:srgbClr val="000000"/>
                          </a:solidFill>
                          <a:effectLst/>
                          <a:latin typeface="Verdana" panose="020B0604030504040204" pitchFamily="34" charset="0"/>
                        </a:rPr>
                        <a:t>191</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C7A"/>
                    </a:solidFill>
                  </a:tcPr>
                </a:tc>
                <a:tc>
                  <a:txBody>
                    <a:bodyPr/>
                    <a:lstStyle/>
                    <a:p>
                      <a:pPr algn="ctr" fontAlgn="ctr"/>
                      <a:r>
                        <a:rPr lang="en-US" sz="1050" b="0" i="0" u="none" strike="noStrike">
                          <a:solidFill>
                            <a:srgbClr val="000000"/>
                          </a:solidFill>
                          <a:effectLst/>
                          <a:latin typeface="Verdana" panose="020B0604030504040204" pitchFamily="34" charset="0"/>
                        </a:rPr>
                        <a:t>88</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8E72"/>
                    </a:solidFill>
                  </a:tcPr>
                </a:tc>
                <a:tc>
                  <a:txBody>
                    <a:bodyPr/>
                    <a:lstStyle/>
                    <a:p>
                      <a:pPr algn="ctr" fontAlgn="ctr"/>
                      <a:r>
                        <a:rPr lang="en-US" sz="1050" b="0" i="0" u="none" strike="noStrike">
                          <a:solidFill>
                            <a:srgbClr val="000000"/>
                          </a:solidFill>
                          <a:effectLst/>
                          <a:latin typeface="Verdana" panose="020B0604030504040204" pitchFamily="34" charset="0"/>
                        </a:rPr>
                        <a:t>260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DA80"/>
                    </a:solidFill>
                  </a:tcPr>
                </a:tc>
                <a:tc>
                  <a:txBody>
                    <a:bodyPr/>
                    <a:lstStyle/>
                    <a:p>
                      <a:pPr algn="ctr" fontAlgn="ctr"/>
                      <a:r>
                        <a:rPr lang="en-US" sz="1050" b="0" i="0" u="none" strike="noStrike">
                          <a:solidFill>
                            <a:srgbClr val="000000"/>
                          </a:solidFill>
                          <a:effectLst/>
                          <a:latin typeface="Verdana" panose="020B0604030504040204" pitchFamily="34" charset="0"/>
                        </a:rPr>
                        <a:t>274</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082"/>
                    </a:solidFill>
                  </a:tcPr>
                </a:tc>
                <a:tc>
                  <a:txBody>
                    <a:bodyPr/>
                    <a:lstStyle/>
                    <a:p>
                      <a:pPr algn="ctr" fontAlgn="ctr"/>
                      <a:r>
                        <a:rPr lang="en-US" sz="1050" b="0" i="0" u="none" strike="noStrike">
                          <a:solidFill>
                            <a:srgbClr val="000000"/>
                          </a:solidFill>
                          <a:effectLst/>
                          <a:latin typeface="Verdana" panose="020B0604030504040204" pitchFamily="34" charset="0"/>
                        </a:rPr>
                        <a:t>146</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877"/>
                    </a:solidFill>
                  </a:tcPr>
                </a:tc>
                <a:tc>
                  <a:txBody>
                    <a:bodyPr/>
                    <a:lstStyle/>
                    <a:p>
                      <a:pPr algn="ctr" fontAlgn="ctr"/>
                      <a:r>
                        <a:rPr lang="en-US" sz="1050" b="0" i="0" u="none" strike="noStrike">
                          <a:solidFill>
                            <a:srgbClr val="000000"/>
                          </a:solidFill>
                          <a:effectLst/>
                          <a:latin typeface="Verdana" panose="020B0604030504040204" pitchFamily="34" charset="0"/>
                        </a:rPr>
                        <a:t>155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C77"/>
                    </a:solidFill>
                  </a:tcPr>
                </a:tc>
                <a:tc>
                  <a:txBody>
                    <a:bodyPr/>
                    <a:lstStyle/>
                    <a:p>
                      <a:pPr algn="ctr" fontAlgn="ctr"/>
                      <a:r>
                        <a:rPr lang="en-US" sz="1050" b="0" i="0" u="none" strike="noStrike">
                          <a:solidFill>
                            <a:srgbClr val="000000"/>
                          </a:solidFill>
                          <a:effectLst/>
                          <a:latin typeface="Verdana" panose="020B0604030504040204" pitchFamily="34" charset="0"/>
                        </a:rPr>
                        <a:t>140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576"/>
                    </a:solidFill>
                  </a:tcPr>
                </a:tc>
                <a:tc>
                  <a:txBody>
                    <a:bodyPr/>
                    <a:lstStyle/>
                    <a:p>
                      <a:pPr algn="ctr" fontAlgn="ctr"/>
                      <a:r>
                        <a:rPr lang="en-US" sz="1050" b="0" i="0" u="none" strike="noStrike">
                          <a:solidFill>
                            <a:srgbClr val="000000"/>
                          </a:solidFill>
                          <a:effectLst/>
                          <a:latin typeface="Verdana" panose="020B0604030504040204" pitchFamily="34" charset="0"/>
                        </a:rPr>
                        <a:t>237</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D07E"/>
                    </a:solidFill>
                  </a:tcPr>
                </a:tc>
                <a:tc>
                  <a:txBody>
                    <a:bodyPr/>
                    <a:lstStyle/>
                    <a:p>
                      <a:pPr algn="ctr" fontAlgn="ctr"/>
                      <a:r>
                        <a:rPr lang="en-US" sz="1050" b="0" i="0" u="none" strike="noStrike">
                          <a:solidFill>
                            <a:srgbClr val="000000"/>
                          </a:solidFill>
                          <a:effectLst/>
                          <a:latin typeface="Verdana" panose="020B0604030504040204" pitchFamily="34" charset="0"/>
                        </a:rPr>
                        <a:t>376</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9E583"/>
                    </a:solidFill>
                  </a:tcPr>
                </a:tc>
                <a:tc>
                  <a:txBody>
                    <a:bodyPr/>
                    <a:lstStyle/>
                    <a:p>
                      <a:pPr algn="ctr" fontAlgn="ctr"/>
                      <a:r>
                        <a:rPr lang="en-US" sz="1050" b="0" i="0" u="none" strike="noStrike">
                          <a:solidFill>
                            <a:srgbClr val="000000"/>
                          </a:solidFill>
                          <a:effectLst/>
                          <a:latin typeface="Verdana" panose="020B0604030504040204" pitchFamily="34" charset="0"/>
                        </a:rPr>
                        <a:t>239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D17F"/>
                    </a:solidFill>
                  </a:tcPr>
                </a:tc>
                <a:tc>
                  <a:txBody>
                    <a:bodyPr/>
                    <a:lstStyle/>
                    <a:p>
                      <a:pPr algn="ctr" fontAlgn="ctr"/>
                      <a:r>
                        <a:rPr lang="en-US" sz="1050" b="0" i="0" u="none" strike="noStrike">
                          <a:solidFill>
                            <a:srgbClr val="000000"/>
                          </a:solidFill>
                          <a:effectLst/>
                          <a:latin typeface="Verdana" panose="020B0604030504040204" pitchFamily="34" charset="0"/>
                        </a:rPr>
                        <a:t>283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482"/>
                    </a:solidFill>
                  </a:tcPr>
                </a:tc>
                <a:tc>
                  <a:txBody>
                    <a:bodyPr/>
                    <a:lstStyle/>
                    <a:p>
                      <a:pPr algn="ctr" fontAlgn="ctr"/>
                      <a:r>
                        <a:rPr lang="en-US" sz="1050" b="0" i="0" u="none" strike="noStrike">
                          <a:solidFill>
                            <a:srgbClr val="000000"/>
                          </a:solidFill>
                          <a:effectLst/>
                          <a:latin typeface="Verdana" panose="020B0604030504040204" pitchFamily="34" charset="0"/>
                        </a:rPr>
                        <a:t>104</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9573"/>
                    </a:solidFill>
                  </a:tcPr>
                </a:tc>
                <a:tc>
                  <a:txBody>
                    <a:bodyPr/>
                    <a:lstStyle/>
                    <a:p>
                      <a:pPr algn="ctr" fontAlgn="ctr"/>
                      <a:r>
                        <a:rPr lang="en-US" sz="1050" b="0" i="0" u="none" strike="noStrike">
                          <a:solidFill>
                            <a:srgbClr val="000000"/>
                          </a:solidFill>
                          <a:effectLst/>
                          <a:latin typeface="Verdana" panose="020B0604030504040204" pitchFamily="34" charset="0"/>
                        </a:rPr>
                        <a:t>180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77A"/>
                    </a:solidFill>
                  </a:tcPr>
                </a:tc>
                <a:tc>
                  <a:txBody>
                    <a:bodyPr/>
                    <a:lstStyle/>
                    <a:p>
                      <a:pPr algn="ctr" fontAlgn="ctr"/>
                      <a:r>
                        <a:rPr lang="en-US" sz="1050" b="0" i="0" u="none" strike="noStrike">
                          <a:solidFill>
                            <a:srgbClr val="000000"/>
                          </a:solidFill>
                          <a:effectLst/>
                          <a:latin typeface="Verdana" panose="020B0604030504040204" pitchFamily="34" charset="0"/>
                        </a:rPr>
                        <a:t>203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C17C"/>
                    </a:solidFill>
                  </a:tcPr>
                </a:tc>
                <a:tc>
                  <a:txBody>
                    <a:bodyPr/>
                    <a:lstStyle/>
                    <a:p>
                      <a:pPr algn="ctr" fontAlgn="ctr"/>
                      <a:r>
                        <a:rPr lang="en-US" sz="1050" b="0" i="0" u="none" strike="noStrike">
                          <a:solidFill>
                            <a:srgbClr val="000000"/>
                          </a:solidFill>
                          <a:effectLst/>
                          <a:latin typeface="Verdana" panose="020B0604030504040204" pitchFamily="34" charset="0"/>
                        </a:rPr>
                        <a:t>252</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D780"/>
                    </a:solidFill>
                  </a:tcPr>
                </a:tc>
                <a:tc>
                  <a:txBody>
                    <a:bodyPr/>
                    <a:lstStyle/>
                    <a:p>
                      <a:pPr algn="ctr" fontAlgn="ctr"/>
                      <a:r>
                        <a:rPr lang="en-US" sz="1050" b="0" i="0" u="none" strike="noStrike">
                          <a:solidFill>
                            <a:srgbClr val="000000"/>
                          </a:solidFill>
                          <a:effectLst/>
                          <a:latin typeface="Verdana" panose="020B0604030504040204" pitchFamily="34" charset="0"/>
                        </a:rPr>
                        <a:t>220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C97D"/>
                    </a:solidFill>
                  </a:tcPr>
                </a:tc>
                <a:tc>
                  <a:txBody>
                    <a:bodyPr/>
                    <a:lstStyle/>
                    <a:p>
                      <a:pPr algn="ctr" fontAlgn="ctr"/>
                      <a:r>
                        <a:rPr lang="en-US" sz="1050" b="0" i="0" u="none" strike="noStrike">
                          <a:solidFill>
                            <a:srgbClr val="000000"/>
                          </a:solidFill>
                          <a:effectLst/>
                          <a:latin typeface="Verdana" panose="020B0604030504040204" pitchFamily="34" charset="0"/>
                        </a:rPr>
                        <a:t>225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CB7D"/>
                    </a:solidFill>
                  </a:tcPr>
                </a:tc>
                <a:tc>
                  <a:txBody>
                    <a:bodyPr/>
                    <a:lstStyle/>
                    <a:p>
                      <a:pPr algn="ctr" fontAlgn="ctr"/>
                      <a:r>
                        <a:rPr lang="en-US" sz="1050" b="0" i="0" u="none" strike="noStrike">
                          <a:solidFill>
                            <a:srgbClr val="000000"/>
                          </a:solidFill>
                          <a:effectLst/>
                          <a:latin typeface="Verdana" panose="020B0604030504040204" pitchFamily="34" charset="0"/>
                        </a:rPr>
                        <a:t>203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C17C"/>
                    </a:solidFill>
                  </a:tcPr>
                </a:tc>
                <a:tc>
                  <a:txBody>
                    <a:bodyPr/>
                    <a:lstStyle/>
                    <a:p>
                      <a:pPr algn="ctr" fontAlgn="ctr"/>
                      <a:r>
                        <a:rPr lang="en-US" sz="1050" b="0" i="0" u="none" strike="noStrike">
                          <a:solidFill>
                            <a:srgbClr val="000000"/>
                          </a:solidFill>
                          <a:effectLst/>
                          <a:latin typeface="Verdana" panose="020B0604030504040204" pitchFamily="34" charset="0"/>
                        </a:rPr>
                        <a:t>290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883"/>
                    </a:solidFill>
                  </a:tcPr>
                </a:tc>
                <a:tc>
                  <a:txBody>
                    <a:bodyPr/>
                    <a:lstStyle/>
                    <a:p>
                      <a:pPr algn="ctr" fontAlgn="ctr"/>
                      <a:r>
                        <a:rPr lang="en-US" sz="1050" b="0" i="0" u="none" strike="noStrike">
                          <a:solidFill>
                            <a:srgbClr val="000000"/>
                          </a:solidFill>
                          <a:effectLst/>
                          <a:latin typeface="Verdana" panose="020B0604030504040204" pitchFamily="34" charset="0"/>
                        </a:rPr>
                        <a:t>340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3E884"/>
                    </a:solidFill>
                  </a:tcPr>
                </a:tc>
                <a:extLst>
                  <a:ext uri="{0D108BD9-81ED-4DB2-BD59-A6C34878D82A}">
                    <a16:rowId xmlns:a16="http://schemas.microsoft.com/office/drawing/2014/main" val="2778816545"/>
                  </a:ext>
                </a:extLst>
              </a:tr>
              <a:tr h="75690">
                <a:tc>
                  <a:txBody>
                    <a:bodyPr/>
                    <a:lstStyle/>
                    <a:p>
                      <a:pPr algn="ctr" fontAlgn="b"/>
                      <a:r>
                        <a:rPr lang="en-US" sz="1050" b="1" i="0" u="none" strike="noStrike">
                          <a:solidFill>
                            <a:srgbClr val="000000"/>
                          </a:solidFill>
                          <a:effectLst/>
                          <a:latin typeface="Verdana" panose="020B0604030504040204" pitchFamily="34" charset="0"/>
                        </a:rPr>
                        <a:t>14:00</a:t>
                      </a:r>
                    </a:p>
                  </a:txBody>
                  <a:tcPr marL="3747" marR="3747" marT="37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Verdana" panose="020B0604030504040204" pitchFamily="34" charset="0"/>
                        </a:rPr>
                        <a:t>299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B84"/>
                    </a:solidFill>
                  </a:tcPr>
                </a:tc>
                <a:tc>
                  <a:txBody>
                    <a:bodyPr/>
                    <a:lstStyle/>
                    <a:p>
                      <a:pPr algn="ctr" fontAlgn="ctr"/>
                      <a:r>
                        <a:rPr lang="en-US" sz="1050" b="0" i="0" u="none" strike="noStrike">
                          <a:solidFill>
                            <a:srgbClr val="000000"/>
                          </a:solidFill>
                          <a:effectLst/>
                          <a:latin typeface="Verdana" panose="020B0604030504040204" pitchFamily="34" charset="0"/>
                        </a:rPr>
                        <a:t>249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D57F"/>
                    </a:solidFill>
                  </a:tcPr>
                </a:tc>
                <a:tc>
                  <a:txBody>
                    <a:bodyPr/>
                    <a:lstStyle/>
                    <a:p>
                      <a:pPr algn="ctr" fontAlgn="ctr"/>
                      <a:r>
                        <a:rPr lang="en-US" sz="1050" b="0" i="0" u="none" strike="noStrike">
                          <a:solidFill>
                            <a:srgbClr val="000000"/>
                          </a:solidFill>
                          <a:effectLst/>
                          <a:latin typeface="Verdana" panose="020B0604030504040204" pitchFamily="34" charset="0"/>
                        </a:rPr>
                        <a:t>255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D880"/>
                    </a:solidFill>
                  </a:tcPr>
                </a:tc>
                <a:tc>
                  <a:txBody>
                    <a:bodyPr/>
                    <a:lstStyle/>
                    <a:p>
                      <a:pPr algn="ctr" fontAlgn="ctr"/>
                      <a:r>
                        <a:rPr lang="en-US" sz="1050" b="0" i="0" u="none" strike="noStrike">
                          <a:solidFill>
                            <a:srgbClr val="000000"/>
                          </a:solidFill>
                          <a:effectLst/>
                          <a:latin typeface="Verdana" panose="020B0604030504040204" pitchFamily="34" charset="0"/>
                        </a:rPr>
                        <a:t>322</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E984"/>
                    </a:solidFill>
                  </a:tcPr>
                </a:tc>
                <a:tc>
                  <a:txBody>
                    <a:bodyPr/>
                    <a:lstStyle/>
                    <a:p>
                      <a:pPr algn="ctr" fontAlgn="ctr"/>
                      <a:r>
                        <a:rPr lang="en-US" sz="1050" b="0" i="0" u="none" strike="noStrike">
                          <a:solidFill>
                            <a:srgbClr val="000000"/>
                          </a:solidFill>
                          <a:effectLst/>
                          <a:latin typeface="Verdana" panose="020B0604030504040204" pitchFamily="34" charset="0"/>
                        </a:rPr>
                        <a:t>352</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FE784"/>
                    </a:solidFill>
                  </a:tcPr>
                </a:tc>
                <a:tc>
                  <a:txBody>
                    <a:bodyPr/>
                    <a:lstStyle/>
                    <a:p>
                      <a:pPr algn="ctr" fontAlgn="ctr"/>
                      <a:r>
                        <a:rPr lang="en-US" sz="1050" b="0" i="0" u="none" strike="noStrike">
                          <a:solidFill>
                            <a:srgbClr val="000000"/>
                          </a:solidFill>
                          <a:effectLst/>
                          <a:latin typeface="Verdana" panose="020B0604030504040204" pitchFamily="34" charset="0"/>
                        </a:rPr>
                        <a:t>368</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E683"/>
                    </a:solidFill>
                  </a:tcPr>
                </a:tc>
                <a:tc>
                  <a:txBody>
                    <a:bodyPr/>
                    <a:lstStyle/>
                    <a:p>
                      <a:pPr algn="ctr" fontAlgn="ctr"/>
                      <a:r>
                        <a:rPr lang="en-US" sz="1050" b="0" i="0" u="none" strike="noStrike">
                          <a:solidFill>
                            <a:srgbClr val="000000"/>
                          </a:solidFill>
                          <a:effectLst/>
                          <a:latin typeface="Verdana" panose="020B0604030504040204" pitchFamily="34" charset="0"/>
                        </a:rPr>
                        <a:t>306</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B84"/>
                    </a:solidFill>
                  </a:tcPr>
                </a:tc>
                <a:tc>
                  <a:txBody>
                    <a:bodyPr/>
                    <a:lstStyle/>
                    <a:p>
                      <a:pPr algn="ctr" fontAlgn="ctr"/>
                      <a:r>
                        <a:rPr lang="en-US" sz="1050" b="0" i="0" u="none" strike="noStrike">
                          <a:solidFill>
                            <a:srgbClr val="000000"/>
                          </a:solidFill>
                          <a:effectLst/>
                          <a:latin typeface="Verdana" panose="020B0604030504040204" pitchFamily="34" charset="0"/>
                        </a:rPr>
                        <a:t>290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883"/>
                    </a:solidFill>
                  </a:tcPr>
                </a:tc>
                <a:tc>
                  <a:txBody>
                    <a:bodyPr/>
                    <a:lstStyle/>
                    <a:p>
                      <a:pPr algn="ctr" fontAlgn="ctr"/>
                      <a:r>
                        <a:rPr lang="en-US" sz="1050" b="0" i="0" u="none" strike="noStrike">
                          <a:solidFill>
                            <a:srgbClr val="000000"/>
                          </a:solidFill>
                          <a:effectLst/>
                          <a:latin typeface="Verdana" panose="020B0604030504040204" pitchFamily="34" charset="0"/>
                        </a:rPr>
                        <a:t>216</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C77D"/>
                    </a:solidFill>
                  </a:tcPr>
                </a:tc>
                <a:tc>
                  <a:txBody>
                    <a:bodyPr/>
                    <a:lstStyle/>
                    <a:p>
                      <a:pPr algn="ctr" fontAlgn="ctr"/>
                      <a:r>
                        <a:rPr lang="en-US" sz="1050" b="0" i="0" u="none" strike="noStrike">
                          <a:solidFill>
                            <a:srgbClr val="000000"/>
                          </a:solidFill>
                          <a:effectLst/>
                          <a:latin typeface="Verdana" panose="020B0604030504040204" pitchFamily="34" charset="0"/>
                        </a:rPr>
                        <a:t>262</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DB81"/>
                    </a:solidFill>
                  </a:tcPr>
                </a:tc>
                <a:tc>
                  <a:txBody>
                    <a:bodyPr/>
                    <a:lstStyle/>
                    <a:p>
                      <a:pPr algn="ctr" fontAlgn="ctr"/>
                      <a:r>
                        <a:rPr lang="en-US" sz="1050" b="0" i="0" u="none" strike="noStrike">
                          <a:solidFill>
                            <a:srgbClr val="000000"/>
                          </a:solidFill>
                          <a:effectLst/>
                          <a:latin typeface="Verdana" panose="020B0604030504040204" pitchFamily="34" charset="0"/>
                        </a:rPr>
                        <a:t>249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D57F"/>
                    </a:solidFill>
                  </a:tcPr>
                </a:tc>
                <a:tc>
                  <a:txBody>
                    <a:bodyPr/>
                    <a:lstStyle/>
                    <a:p>
                      <a:pPr algn="ctr" fontAlgn="ctr"/>
                      <a:r>
                        <a:rPr lang="en-US" sz="1050" b="0" i="0" u="none" strike="noStrike">
                          <a:solidFill>
                            <a:srgbClr val="000000"/>
                          </a:solidFill>
                          <a:effectLst/>
                          <a:latin typeface="Verdana" panose="020B0604030504040204" pitchFamily="34" charset="0"/>
                        </a:rPr>
                        <a:t>244</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D37F"/>
                    </a:solidFill>
                  </a:tcPr>
                </a:tc>
                <a:tc>
                  <a:txBody>
                    <a:bodyPr/>
                    <a:lstStyle/>
                    <a:p>
                      <a:pPr algn="ctr" fontAlgn="ctr"/>
                      <a:r>
                        <a:rPr lang="en-US" sz="1050" b="0" i="0" u="none" strike="noStrike">
                          <a:solidFill>
                            <a:srgbClr val="000000"/>
                          </a:solidFill>
                          <a:effectLst/>
                          <a:latin typeface="Verdana" panose="020B0604030504040204" pitchFamily="34" charset="0"/>
                        </a:rPr>
                        <a:t>135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376"/>
                    </a:solidFill>
                  </a:tcPr>
                </a:tc>
                <a:tc>
                  <a:txBody>
                    <a:bodyPr/>
                    <a:lstStyle/>
                    <a:p>
                      <a:pPr algn="ctr" fontAlgn="ctr"/>
                      <a:r>
                        <a:rPr lang="en-US" sz="1050" b="0" i="0" u="none" strike="noStrike">
                          <a:solidFill>
                            <a:srgbClr val="000000"/>
                          </a:solidFill>
                          <a:effectLst/>
                          <a:latin typeface="Verdana" panose="020B0604030504040204" pitchFamily="34" charset="0"/>
                        </a:rPr>
                        <a:t>276</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182"/>
                    </a:solidFill>
                  </a:tcPr>
                </a:tc>
                <a:tc>
                  <a:txBody>
                    <a:bodyPr/>
                    <a:lstStyle/>
                    <a:p>
                      <a:pPr algn="ctr" fontAlgn="ctr"/>
                      <a:r>
                        <a:rPr lang="en-US" sz="1050" b="0" i="0" u="none" strike="noStrike">
                          <a:solidFill>
                            <a:srgbClr val="000000"/>
                          </a:solidFill>
                          <a:effectLst/>
                          <a:latin typeface="Verdana" panose="020B0604030504040204" pitchFamily="34" charset="0"/>
                        </a:rPr>
                        <a:t>228</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CC7E"/>
                    </a:solidFill>
                  </a:tcPr>
                </a:tc>
                <a:tc>
                  <a:txBody>
                    <a:bodyPr/>
                    <a:lstStyle/>
                    <a:p>
                      <a:pPr algn="ctr" fontAlgn="ctr"/>
                      <a:r>
                        <a:rPr lang="en-US" sz="1050" b="0" i="0" u="none" strike="noStrike">
                          <a:solidFill>
                            <a:srgbClr val="000000"/>
                          </a:solidFill>
                          <a:effectLst/>
                          <a:latin typeface="Verdana" panose="020B0604030504040204" pitchFamily="34" charset="0"/>
                        </a:rPr>
                        <a:t>163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F78"/>
                    </a:solidFill>
                  </a:tcPr>
                </a:tc>
                <a:tc>
                  <a:txBody>
                    <a:bodyPr/>
                    <a:lstStyle/>
                    <a:p>
                      <a:pPr algn="ctr" fontAlgn="ctr"/>
                      <a:r>
                        <a:rPr lang="en-US" sz="1050" b="0" i="0" u="none" strike="noStrike">
                          <a:solidFill>
                            <a:srgbClr val="000000"/>
                          </a:solidFill>
                          <a:effectLst/>
                          <a:latin typeface="Verdana" panose="020B0604030504040204" pitchFamily="34" charset="0"/>
                        </a:rPr>
                        <a:t>184</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97A"/>
                    </a:solidFill>
                  </a:tcPr>
                </a:tc>
                <a:tc>
                  <a:txBody>
                    <a:bodyPr/>
                    <a:lstStyle/>
                    <a:p>
                      <a:pPr algn="ctr" fontAlgn="ctr"/>
                      <a:r>
                        <a:rPr lang="en-US" sz="1050" b="0" i="0" u="none" strike="noStrike">
                          <a:solidFill>
                            <a:srgbClr val="000000"/>
                          </a:solidFill>
                          <a:effectLst/>
                          <a:latin typeface="Verdana" panose="020B0604030504040204" pitchFamily="34" charset="0"/>
                        </a:rPr>
                        <a:t>126</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9F75"/>
                    </a:solidFill>
                  </a:tcPr>
                </a:tc>
                <a:tc>
                  <a:txBody>
                    <a:bodyPr/>
                    <a:lstStyle/>
                    <a:p>
                      <a:pPr algn="ctr" fontAlgn="ctr"/>
                      <a:r>
                        <a:rPr lang="en-US" sz="1050" b="0" i="0" u="none" strike="noStrike">
                          <a:solidFill>
                            <a:srgbClr val="000000"/>
                          </a:solidFill>
                          <a:effectLst/>
                          <a:latin typeface="Verdana" panose="020B0604030504040204" pitchFamily="34" charset="0"/>
                        </a:rPr>
                        <a:t>273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081"/>
                    </a:solidFill>
                  </a:tcPr>
                </a:tc>
                <a:tc>
                  <a:txBody>
                    <a:bodyPr/>
                    <a:lstStyle/>
                    <a:p>
                      <a:pPr algn="ctr" fontAlgn="ctr"/>
                      <a:r>
                        <a:rPr lang="en-US" sz="1050" b="0" i="0" u="none" strike="noStrike">
                          <a:solidFill>
                            <a:srgbClr val="000000"/>
                          </a:solidFill>
                          <a:effectLst/>
                          <a:latin typeface="Verdana" panose="020B0604030504040204" pitchFamily="34" charset="0"/>
                        </a:rPr>
                        <a:t>397</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383"/>
                    </a:solidFill>
                  </a:tcPr>
                </a:tc>
                <a:tc>
                  <a:txBody>
                    <a:bodyPr/>
                    <a:lstStyle/>
                    <a:p>
                      <a:pPr algn="ctr" fontAlgn="ctr"/>
                      <a:r>
                        <a:rPr lang="en-US" sz="1050" b="0" i="0" u="none" strike="noStrike">
                          <a:solidFill>
                            <a:srgbClr val="000000"/>
                          </a:solidFill>
                          <a:effectLst/>
                          <a:latin typeface="Verdana" panose="020B0604030504040204" pitchFamily="34" charset="0"/>
                        </a:rPr>
                        <a:t>302</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B84"/>
                    </a:solidFill>
                  </a:tcPr>
                </a:tc>
                <a:tc>
                  <a:txBody>
                    <a:bodyPr/>
                    <a:lstStyle/>
                    <a:p>
                      <a:pPr algn="ctr" fontAlgn="ctr"/>
                      <a:r>
                        <a:rPr lang="en-US" sz="1050" b="0" i="0" u="none" strike="noStrike">
                          <a:solidFill>
                            <a:srgbClr val="000000"/>
                          </a:solidFill>
                          <a:effectLst/>
                          <a:latin typeface="Verdana" panose="020B0604030504040204" pitchFamily="34" charset="0"/>
                        </a:rPr>
                        <a:t>295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A83"/>
                    </a:solidFill>
                  </a:tcPr>
                </a:tc>
                <a:tc>
                  <a:txBody>
                    <a:bodyPr/>
                    <a:lstStyle/>
                    <a:p>
                      <a:pPr algn="ctr" fontAlgn="ctr"/>
                      <a:r>
                        <a:rPr lang="en-US" sz="1050" b="0" i="0" u="none" strike="noStrike">
                          <a:solidFill>
                            <a:srgbClr val="000000"/>
                          </a:solidFill>
                          <a:effectLst/>
                          <a:latin typeface="Verdana" panose="020B0604030504040204" pitchFamily="34" charset="0"/>
                        </a:rPr>
                        <a:t>188</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B7A"/>
                    </a:solidFill>
                  </a:tcPr>
                </a:tc>
                <a:tc>
                  <a:txBody>
                    <a:bodyPr/>
                    <a:lstStyle/>
                    <a:p>
                      <a:pPr algn="ctr" fontAlgn="ctr"/>
                      <a:r>
                        <a:rPr lang="en-US" sz="1050" b="0" i="0" u="none" strike="noStrike">
                          <a:solidFill>
                            <a:srgbClr val="000000"/>
                          </a:solidFill>
                          <a:effectLst/>
                          <a:latin typeface="Verdana" panose="020B0604030504040204" pitchFamily="34" charset="0"/>
                        </a:rPr>
                        <a:t>263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DC81"/>
                    </a:solidFill>
                  </a:tcPr>
                </a:tc>
                <a:tc>
                  <a:txBody>
                    <a:bodyPr/>
                    <a:lstStyle/>
                    <a:p>
                      <a:pPr algn="ctr" fontAlgn="ctr"/>
                      <a:r>
                        <a:rPr lang="en-US" sz="1050" b="0" i="0" u="none" strike="noStrike">
                          <a:solidFill>
                            <a:srgbClr val="000000"/>
                          </a:solidFill>
                          <a:effectLst/>
                          <a:latin typeface="Verdana" panose="020B0604030504040204" pitchFamily="34" charset="0"/>
                        </a:rPr>
                        <a:t>209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C47C"/>
                    </a:solidFill>
                  </a:tcPr>
                </a:tc>
                <a:tc>
                  <a:txBody>
                    <a:bodyPr/>
                    <a:lstStyle/>
                    <a:p>
                      <a:pPr algn="ctr" fontAlgn="ctr"/>
                      <a:r>
                        <a:rPr lang="en-US" sz="1050" b="0" i="0" u="none" strike="noStrike">
                          <a:solidFill>
                            <a:srgbClr val="000000"/>
                          </a:solidFill>
                          <a:effectLst/>
                          <a:latin typeface="Verdana" panose="020B0604030504040204" pitchFamily="34" charset="0"/>
                        </a:rPr>
                        <a:t>248</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D57F"/>
                    </a:solidFill>
                  </a:tcPr>
                </a:tc>
                <a:tc>
                  <a:txBody>
                    <a:bodyPr/>
                    <a:lstStyle/>
                    <a:p>
                      <a:pPr algn="ctr" fontAlgn="ctr"/>
                      <a:r>
                        <a:rPr lang="en-US" sz="1050" b="0" i="0" u="none" strike="noStrike">
                          <a:solidFill>
                            <a:srgbClr val="000000"/>
                          </a:solidFill>
                          <a:effectLst/>
                          <a:latin typeface="Verdana" panose="020B0604030504040204" pitchFamily="34" charset="0"/>
                        </a:rPr>
                        <a:t>297</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B84"/>
                    </a:solidFill>
                  </a:tcPr>
                </a:tc>
                <a:tc>
                  <a:txBody>
                    <a:bodyPr/>
                    <a:lstStyle/>
                    <a:p>
                      <a:pPr algn="ctr" fontAlgn="ctr"/>
                      <a:r>
                        <a:rPr lang="en-US" sz="1050" b="0" i="0" u="none" strike="noStrike">
                          <a:solidFill>
                            <a:srgbClr val="000000"/>
                          </a:solidFill>
                          <a:effectLst/>
                          <a:latin typeface="Verdana" panose="020B0604030504040204" pitchFamily="34" charset="0"/>
                        </a:rPr>
                        <a:t>270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DF81"/>
                    </a:solidFill>
                  </a:tcPr>
                </a:tc>
                <a:tc>
                  <a:txBody>
                    <a:bodyPr/>
                    <a:lstStyle/>
                    <a:p>
                      <a:pPr algn="ctr" fontAlgn="ctr"/>
                      <a:r>
                        <a:rPr lang="en-US" sz="1050" b="0" i="0" u="none" strike="noStrike">
                          <a:solidFill>
                            <a:srgbClr val="000000"/>
                          </a:solidFill>
                          <a:effectLst/>
                          <a:latin typeface="Verdana" panose="020B0604030504040204" pitchFamily="34" charset="0"/>
                        </a:rPr>
                        <a:t>250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D680"/>
                    </a:solidFill>
                  </a:tcPr>
                </a:tc>
                <a:tc>
                  <a:txBody>
                    <a:bodyPr/>
                    <a:lstStyle/>
                    <a:p>
                      <a:pPr algn="ctr" fontAlgn="ctr"/>
                      <a:r>
                        <a:rPr lang="en-US" sz="1050" b="0" i="0" u="none" strike="noStrike">
                          <a:solidFill>
                            <a:srgbClr val="000000"/>
                          </a:solidFill>
                          <a:effectLst/>
                          <a:latin typeface="Verdana" panose="020B0604030504040204" pitchFamily="34" charset="0"/>
                        </a:rPr>
                        <a:t>253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D780"/>
                    </a:solidFill>
                  </a:tcPr>
                </a:tc>
                <a:tc>
                  <a:txBody>
                    <a:bodyPr/>
                    <a:lstStyle/>
                    <a:p>
                      <a:pPr algn="ctr" fontAlgn="ctr"/>
                      <a:r>
                        <a:rPr lang="en-US" sz="1050" b="0" i="0" u="none" strike="noStrike">
                          <a:solidFill>
                            <a:srgbClr val="000000"/>
                          </a:solidFill>
                          <a:effectLst/>
                          <a:latin typeface="Verdana" panose="020B0604030504040204" pitchFamily="34" charset="0"/>
                        </a:rPr>
                        <a:t>277</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282"/>
                    </a:solidFill>
                  </a:tcPr>
                </a:tc>
                <a:extLst>
                  <a:ext uri="{0D108BD9-81ED-4DB2-BD59-A6C34878D82A}">
                    <a16:rowId xmlns:a16="http://schemas.microsoft.com/office/drawing/2014/main" val="1420346129"/>
                  </a:ext>
                </a:extLst>
              </a:tr>
              <a:tr h="75690">
                <a:tc>
                  <a:txBody>
                    <a:bodyPr/>
                    <a:lstStyle/>
                    <a:p>
                      <a:pPr algn="ctr" fontAlgn="b"/>
                      <a:r>
                        <a:rPr lang="en-US" sz="1050" b="1" i="0" u="none" strike="noStrike">
                          <a:solidFill>
                            <a:srgbClr val="000000"/>
                          </a:solidFill>
                          <a:effectLst/>
                          <a:latin typeface="Verdana" panose="020B0604030504040204" pitchFamily="34" charset="0"/>
                        </a:rPr>
                        <a:t>15:00</a:t>
                      </a:r>
                    </a:p>
                  </a:txBody>
                  <a:tcPr marL="3747" marR="3747" marT="37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Verdana" panose="020B0604030504040204" pitchFamily="34" charset="0"/>
                        </a:rPr>
                        <a:t>296</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A83"/>
                    </a:solidFill>
                  </a:tcPr>
                </a:tc>
                <a:tc>
                  <a:txBody>
                    <a:bodyPr/>
                    <a:lstStyle/>
                    <a:p>
                      <a:pPr algn="ctr" fontAlgn="ctr"/>
                      <a:r>
                        <a:rPr lang="en-US" sz="1050" b="0" i="0" u="none" strike="noStrike">
                          <a:solidFill>
                            <a:srgbClr val="000000"/>
                          </a:solidFill>
                          <a:effectLst/>
                          <a:latin typeface="Verdana" panose="020B0604030504040204" pitchFamily="34" charset="0"/>
                        </a:rPr>
                        <a:t>282</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482"/>
                    </a:solidFill>
                  </a:tcPr>
                </a:tc>
                <a:tc>
                  <a:txBody>
                    <a:bodyPr/>
                    <a:lstStyle/>
                    <a:p>
                      <a:pPr algn="ctr" fontAlgn="ctr"/>
                      <a:r>
                        <a:rPr lang="en-US" sz="1050" b="0" i="0" u="none" strike="noStrike">
                          <a:solidFill>
                            <a:srgbClr val="000000"/>
                          </a:solidFill>
                          <a:effectLst/>
                          <a:latin typeface="Verdana" panose="020B0604030504040204" pitchFamily="34" charset="0"/>
                        </a:rPr>
                        <a:t>278</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282"/>
                    </a:solidFill>
                  </a:tcPr>
                </a:tc>
                <a:tc>
                  <a:txBody>
                    <a:bodyPr/>
                    <a:lstStyle/>
                    <a:p>
                      <a:pPr algn="ctr" fontAlgn="ctr"/>
                      <a:r>
                        <a:rPr lang="en-US" sz="1050" b="0" i="0" u="none" strike="noStrike">
                          <a:solidFill>
                            <a:srgbClr val="000000"/>
                          </a:solidFill>
                          <a:effectLst/>
                          <a:latin typeface="Verdana" panose="020B0604030504040204" pitchFamily="34" charset="0"/>
                        </a:rPr>
                        <a:t>307</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B84"/>
                    </a:solidFill>
                  </a:tcPr>
                </a:tc>
                <a:tc>
                  <a:txBody>
                    <a:bodyPr/>
                    <a:lstStyle/>
                    <a:p>
                      <a:pPr algn="ctr" fontAlgn="ctr"/>
                      <a:r>
                        <a:rPr lang="en-US" sz="1050" b="0" i="0" u="none" strike="noStrike">
                          <a:solidFill>
                            <a:srgbClr val="000000"/>
                          </a:solidFill>
                          <a:effectLst/>
                          <a:latin typeface="Verdana" panose="020B0604030504040204" pitchFamily="34" charset="0"/>
                        </a:rPr>
                        <a:t>442</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5DF82"/>
                    </a:solidFill>
                  </a:tcPr>
                </a:tc>
                <a:tc>
                  <a:txBody>
                    <a:bodyPr/>
                    <a:lstStyle/>
                    <a:p>
                      <a:pPr algn="ctr" fontAlgn="ctr"/>
                      <a:r>
                        <a:rPr lang="en-US" sz="1050" b="0" i="0" u="none" strike="noStrike">
                          <a:solidFill>
                            <a:srgbClr val="000000"/>
                          </a:solidFill>
                          <a:effectLst/>
                          <a:latin typeface="Verdana" panose="020B0604030504040204" pitchFamily="34" charset="0"/>
                        </a:rPr>
                        <a:t>389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5E483"/>
                    </a:solidFill>
                  </a:tcPr>
                </a:tc>
                <a:tc>
                  <a:txBody>
                    <a:bodyPr/>
                    <a:lstStyle/>
                    <a:p>
                      <a:pPr algn="ctr" fontAlgn="ctr"/>
                      <a:r>
                        <a:rPr lang="en-US" sz="1050" b="0" i="0" u="none" strike="noStrike">
                          <a:solidFill>
                            <a:srgbClr val="000000"/>
                          </a:solidFill>
                          <a:effectLst/>
                          <a:latin typeface="Verdana" panose="020B0604030504040204" pitchFamily="34" charset="0"/>
                        </a:rPr>
                        <a:t>330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E984"/>
                    </a:solidFill>
                  </a:tcPr>
                </a:tc>
                <a:tc>
                  <a:txBody>
                    <a:bodyPr/>
                    <a:lstStyle/>
                    <a:p>
                      <a:pPr algn="ctr" fontAlgn="ctr"/>
                      <a:r>
                        <a:rPr lang="en-US" sz="1050" b="0" i="0" u="none" strike="noStrike">
                          <a:solidFill>
                            <a:srgbClr val="000000"/>
                          </a:solidFill>
                          <a:effectLst/>
                          <a:latin typeface="Verdana" panose="020B0604030504040204" pitchFamily="34" charset="0"/>
                        </a:rPr>
                        <a:t>401</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1E383"/>
                    </a:solidFill>
                  </a:tcPr>
                </a:tc>
                <a:tc>
                  <a:txBody>
                    <a:bodyPr/>
                    <a:lstStyle/>
                    <a:p>
                      <a:pPr algn="ctr" fontAlgn="ctr"/>
                      <a:r>
                        <a:rPr lang="en-US" sz="1050" b="0" i="0" u="none" strike="noStrike">
                          <a:solidFill>
                            <a:srgbClr val="000000"/>
                          </a:solidFill>
                          <a:effectLst/>
                          <a:latin typeface="Verdana" panose="020B0604030504040204" pitchFamily="34" charset="0"/>
                        </a:rPr>
                        <a:t>257</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D980"/>
                    </a:solidFill>
                  </a:tcPr>
                </a:tc>
                <a:tc>
                  <a:txBody>
                    <a:bodyPr/>
                    <a:lstStyle/>
                    <a:p>
                      <a:pPr algn="ctr" fontAlgn="ctr"/>
                      <a:r>
                        <a:rPr lang="en-US" sz="1050" b="0" i="0" u="none" strike="noStrike">
                          <a:solidFill>
                            <a:srgbClr val="000000"/>
                          </a:solidFill>
                          <a:effectLst/>
                          <a:latin typeface="Verdana" panose="020B0604030504040204" pitchFamily="34" charset="0"/>
                        </a:rPr>
                        <a:t>303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B84"/>
                    </a:solidFill>
                  </a:tcPr>
                </a:tc>
                <a:tc>
                  <a:txBody>
                    <a:bodyPr/>
                    <a:lstStyle/>
                    <a:p>
                      <a:pPr algn="ctr" fontAlgn="ctr"/>
                      <a:r>
                        <a:rPr lang="en-US" sz="1050" b="0" i="0" u="none" strike="noStrike">
                          <a:solidFill>
                            <a:srgbClr val="000000"/>
                          </a:solidFill>
                          <a:effectLst/>
                          <a:latin typeface="Verdana" panose="020B0604030504040204" pitchFamily="34" charset="0"/>
                        </a:rPr>
                        <a:t>280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382"/>
                    </a:solidFill>
                  </a:tcPr>
                </a:tc>
                <a:tc>
                  <a:txBody>
                    <a:bodyPr/>
                    <a:lstStyle/>
                    <a:p>
                      <a:pPr algn="ctr" fontAlgn="ctr"/>
                      <a:r>
                        <a:rPr lang="en-US" sz="1050" b="0" i="0" u="none" strike="noStrike">
                          <a:solidFill>
                            <a:srgbClr val="000000"/>
                          </a:solidFill>
                          <a:effectLst/>
                          <a:latin typeface="Verdana" panose="020B0604030504040204" pitchFamily="34" charset="0"/>
                        </a:rPr>
                        <a:t>289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783"/>
                    </a:solidFill>
                  </a:tcPr>
                </a:tc>
                <a:tc>
                  <a:txBody>
                    <a:bodyPr/>
                    <a:lstStyle/>
                    <a:p>
                      <a:pPr algn="ctr" fontAlgn="ctr"/>
                      <a:r>
                        <a:rPr lang="en-US" sz="1050" b="0" i="0" u="none" strike="noStrike">
                          <a:solidFill>
                            <a:srgbClr val="000000"/>
                          </a:solidFill>
                          <a:effectLst/>
                          <a:latin typeface="Verdana" panose="020B0604030504040204" pitchFamily="34" charset="0"/>
                        </a:rPr>
                        <a:t>173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479"/>
                    </a:solidFill>
                  </a:tcPr>
                </a:tc>
                <a:tc>
                  <a:txBody>
                    <a:bodyPr/>
                    <a:lstStyle/>
                    <a:p>
                      <a:pPr algn="ctr" fontAlgn="ctr"/>
                      <a:r>
                        <a:rPr lang="en-US" sz="1050" b="0" i="0" u="none" strike="noStrike">
                          <a:solidFill>
                            <a:srgbClr val="000000"/>
                          </a:solidFill>
                          <a:effectLst/>
                          <a:latin typeface="Verdana" panose="020B0604030504040204" pitchFamily="34" charset="0"/>
                        </a:rPr>
                        <a:t>280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382"/>
                    </a:solidFill>
                  </a:tcPr>
                </a:tc>
                <a:tc>
                  <a:txBody>
                    <a:bodyPr/>
                    <a:lstStyle/>
                    <a:p>
                      <a:pPr algn="ctr" fontAlgn="ctr"/>
                      <a:r>
                        <a:rPr lang="en-US" sz="1050" b="0" i="0" u="none" strike="noStrike">
                          <a:solidFill>
                            <a:srgbClr val="000000"/>
                          </a:solidFill>
                          <a:effectLst/>
                          <a:latin typeface="Verdana" panose="020B0604030504040204" pitchFamily="34" charset="0"/>
                        </a:rPr>
                        <a:t>281</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382"/>
                    </a:solidFill>
                  </a:tcPr>
                </a:tc>
                <a:tc>
                  <a:txBody>
                    <a:bodyPr/>
                    <a:lstStyle/>
                    <a:p>
                      <a:pPr algn="ctr" fontAlgn="ctr"/>
                      <a:r>
                        <a:rPr lang="en-US" sz="1050" b="0" i="0" u="none" strike="noStrike">
                          <a:solidFill>
                            <a:srgbClr val="000000"/>
                          </a:solidFill>
                          <a:effectLst/>
                          <a:latin typeface="Verdana" panose="020B0604030504040204" pitchFamily="34" charset="0"/>
                        </a:rPr>
                        <a:t>204</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C17C"/>
                    </a:solidFill>
                  </a:tcPr>
                </a:tc>
                <a:tc>
                  <a:txBody>
                    <a:bodyPr/>
                    <a:lstStyle/>
                    <a:p>
                      <a:pPr algn="ctr" fontAlgn="ctr"/>
                      <a:r>
                        <a:rPr lang="en-US" sz="1050" b="0" i="0" u="none" strike="noStrike">
                          <a:solidFill>
                            <a:srgbClr val="000000"/>
                          </a:solidFill>
                          <a:effectLst/>
                          <a:latin typeface="Verdana" panose="020B0604030504040204" pitchFamily="34" charset="0"/>
                        </a:rPr>
                        <a:t>237</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D07E"/>
                    </a:solidFill>
                  </a:tcPr>
                </a:tc>
                <a:tc>
                  <a:txBody>
                    <a:bodyPr/>
                    <a:lstStyle/>
                    <a:p>
                      <a:pPr algn="ctr" fontAlgn="ctr"/>
                      <a:r>
                        <a:rPr lang="en-US" sz="1050" b="0" i="0" u="none" strike="noStrike">
                          <a:solidFill>
                            <a:srgbClr val="000000"/>
                          </a:solidFill>
                          <a:effectLst/>
                          <a:latin typeface="Verdana" panose="020B0604030504040204" pitchFamily="34" charset="0"/>
                        </a:rPr>
                        <a:t>85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8D71"/>
                    </a:solidFill>
                  </a:tcPr>
                </a:tc>
                <a:tc>
                  <a:txBody>
                    <a:bodyPr/>
                    <a:lstStyle/>
                    <a:p>
                      <a:pPr algn="ctr" fontAlgn="ctr"/>
                      <a:r>
                        <a:rPr lang="en-US" sz="1050" b="0" i="0" u="none" strike="noStrike">
                          <a:solidFill>
                            <a:srgbClr val="000000"/>
                          </a:solidFill>
                          <a:effectLst/>
                          <a:latin typeface="Verdana" panose="020B0604030504040204" pitchFamily="34" charset="0"/>
                        </a:rPr>
                        <a:t>316</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EA84"/>
                    </a:solidFill>
                  </a:tcPr>
                </a:tc>
                <a:tc>
                  <a:txBody>
                    <a:bodyPr/>
                    <a:lstStyle/>
                    <a:p>
                      <a:pPr algn="ctr" fontAlgn="ctr"/>
                      <a:r>
                        <a:rPr lang="en-US" sz="1050" b="0" i="0" u="none" strike="noStrike">
                          <a:solidFill>
                            <a:srgbClr val="000000"/>
                          </a:solidFill>
                          <a:effectLst/>
                          <a:latin typeface="Verdana" panose="020B0604030504040204" pitchFamily="34" charset="0"/>
                        </a:rPr>
                        <a:t>390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4E483"/>
                    </a:solidFill>
                  </a:tcPr>
                </a:tc>
                <a:tc>
                  <a:txBody>
                    <a:bodyPr/>
                    <a:lstStyle/>
                    <a:p>
                      <a:pPr algn="ctr" fontAlgn="ctr"/>
                      <a:r>
                        <a:rPr lang="en-US" sz="1050" b="0" i="0" u="none" strike="noStrike">
                          <a:solidFill>
                            <a:srgbClr val="000000"/>
                          </a:solidFill>
                          <a:effectLst/>
                          <a:latin typeface="Verdana" panose="020B0604030504040204" pitchFamily="34" charset="0"/>
                        </a:rPr>
                        <a:t>378</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583"/>
                    </a:solidFill>
                  </a:tcPr>
                </a:tc>
                <a:tc>
                  <a:txBody>
                    <a:bodyPr/>
                    <a:lstStyle/>
                    <a:p>
                      <a:pPr algn="ctr" fontAlgn="ctr"/>
                      <a:r>
                        <a:rPr lang="en-US" sz="1050" b="0" i="0" u="none" strike="noStrike">
                          <a:solidFill>
                            <a:srgbClr val="000000"/>
                          </a:solidFill>
                          <a:effectLst/>
                          <a:latin typeface="Verdana" panose="020B0604030504040204" pitchFamily="34" charset="0"/>
                        </a:rPr>
                        <a:t>380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583"/>
                    </a:solidFill>
                  </a:tcPr>
                </a:tc>
                <a:tc>
                  <a:txBody>
                    <a:bodyPr/>
                    <a:lstStyle/>
                    <a:p>
                      <a:pPr algn="ctr" fontAlgn="ctr"/>
                      <a:r>
                        <a:rPr lang="en-US" sz="1050" b="0" i="0" u="none" strike="noStrike">
                          <a:solidFill>
                            <a:srgbClr val="000000"/>
                          </a:solidFill>
                          <a:effectLst/>
                          <a:latin typeface="Verdana" panose="020B0604030504040204" pitchFamily="34" charset="0"/>
                        </a:rPr>
                        <a:t>297</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B84"/>
                    </a:solidFill>
                  </a:tcPr>
                </a:tc>
                <a:tc>
                  <a:txBody>
                    <a:bodyPr/>
                    <a:lstStyle/>
                    <a:p>
                      <a:pPr algn="ctr" fontAlgn="ctr"/>
                      <a:r>
                        <a:rPr lang="en-US" sz="1050" b="0" i="0" u="none" strike="noStrike">
                          <a:solidFill>
                            <a:srgbClr val="000000"/>
                          </a:solidFill>
                          <a:effectLst/>
                          <a:latin typeface="Verdana" panose="020B0604030504040204" pitchFamily="34" charset="0"/>
                        </a:rPr>
                        <a:t>363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CE683"/>
                    </a:solidFill>
                  </a:tcPr>
                </a:tc>
                <a:tc>
                  <a:txBody>
                    <a:bodyPr/>
                    <a:lstStyle/>
                    <a:p>
                      <a:pPr algn="ctr" fontAlgn="ctr"/>
                      <a:r>
                        <a:rPr lang="en-US" sz="1050" b="0" i="0" u="none" strike="noStrike">
                          <a:solidFill>
                            <a:srgbClr val="000000"/>
                          </a:solidFill>
                          <a:effectLst/>
                          <a:latin typeface="Verdana" panose="020B0604030504040204" pitchFamily="34" charset="0"/>
                        </a:rPr>
                        <a:t>269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DE81"/>
                    </a:solidFill>
                  </a:tcPr>
                </a:tc>
                <a:tc>
                  <a:txBody>
                    <a:bodyPr/>
                    <a:lstStyle/>
                    <a:p>
                      <a:pPr algn="ctr" fontAlgn="ctr"/>
                      <a:r>
                        <a:rPr lang="en-US" sz="1050" b="0" i="0" u="none" strike="noStrike">
                          <a:solidFill>
                            <a:srgbClr val="000000"/>
                          </a:solidFill>
                          <a:effectLst/>
                          <a:latin typeface="Verdana" panose="020B0604030504040204" pitchFamily="34" charset="0"/>
                        </a:rPr>
                        <a:t>290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883"/>
                    </a:solidFill>
                  </a:tcPr>
                </a:tc>
                <a:tc>
                  <a:txBody>
                    <a:bodyPr/>
                    <a:lstStyle/>
                    <a:p>
                      <a:pPr algn="ctr" fontAlgn="ctr"/>
                      <a:r>
                        <a:rPr lang="en-US" sz="1050" b="0" i="0" u="none" strike="noStrike">
                          <a:solidFill>
                            <a:srgbClr val="000000"/>
                          </a:solidFill>
                          <a:effectLst/>
                          <a:latin typeface="Verdana" panose="020B0604030504040204" pitchFamily="34" charset="0"/>
                        </a:rPr>
                        <a:t>402</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1E383"/>
                    </a:solidFill>
                  </a:tcPr>
                </a:tc>
                <a:tc>
                  <a:txBody>
                    <a:bodyPr/>
                    <a:lstStyle/>
                    <a:p>
                      <a:pPr algn="ctr" fontAlgn="ctr"/>
                      <a:r>
                        <a:rPr lang="en-US" sz="1050" b="0" i="0" u="none" strike="noStrike">
                          <a:solidFill>
                            <a:srgbClr val="000000"/>
                          </a:solidFill>
                          <a:effectLst/>
                          <a:latin typeface="Verdana" panose="020B0604030504040204" pitchFamily="34" charset="0"/>
                        </a:rPr>
                        <a:t>389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5E483"/>
                    </a:solidFill>
                  </a:tcPr>
                </a:tc>
                <a:tc>
                  <a:txBody>
                    <a:bodyPr/>
                    <a:lstStyle/>
                    <a:p>
                      <a:pPr algn="ctr" fontAlgn="ctr"/>
                      <a:r>
                        <a:rPr lang="en-US" sz="1050" b="0" i="0" u="none" strike="noStrike">
                          <a:solidFill>
                            <a:srgbClr val="000000"/>
                          </a:solidFill>
                          <a:effectLst/>
                          <a:latin typeface="Verdana" panose="020B0604030504040204" pitchFamily="34" charset="0"/>
                        </a:rPr>
                        <a:t>345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E784"/>
                    </a:solidFill>
                  </a:tcPr>
                </a:tc>
                <a:tc>
                  <a:txBody>
                    <a:bodyPr/>
                    <a:lstStyle/>
                    <a:p>
                      <a:pPr algn="ctr" fontAlgn="ctr"/>
                      <a:r>
                        <a:rPr lang="en-US" sz="1050" b="0" i="0" u="none" strike="noStrike">
                          <a:solidFill>
                            <a:srgbClr val="000000"/>
                          </a:solidFill>
                          <a:effectLst/>
                          <a:latin typeface="Verdana" panose="020B0604030504040204" pitchFamily="34" charset="0"/>
                        </a:rPr>
                        <a:t>195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E7B"/>
                    </a:solidFill>
                  </a:tcPr>
                </a:tc>
                <a:tc>
                  <a:txBody>
                    <a:bodyPr/>
                    <a:lstStyle/>
                    <a:p>
                      <a:pPr algn="ctr" fontAlgn="ctr"/>
                      <a:r>
                        <a:rPr lang="en-US" sz="1050" b="0" i="0" u="none" strike="noStrike">
                          <a:solidFill>
                            <a:srgbClr val="000000"/>
                          </a:solidFill>
                          <a:effectLst/>
                          <a:latin typeface="Verdana" panose="020B0604030504040204" pitchFamily="34" charset="0"/>
                        </a:rPr>
                        <a:t>283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582"/>
                    </a:solidFill>
                  </a:tcPr>
                </a:tc>
                <a:extLst>
                  <a:ext uri="{0D108BD9-81ED-4DB2-BD59-A6C34878D82A}">
                    <a16:rowId xmlns:a16="http://schemas.microsoft.com/office/drawing/2014/main" val="3909975496"/>
                  </a:ext>
                </a:extLst>
              </a:tr>
              <a:tr h="75690">
                <a:tc>
                  <a:txBody>
                    <a:bodyPr/>
                    <a:lstStyle/>
                    <a:p>
                      <a:pPr algn="ctr" fontAlgn="b"/>
                      <a:r>
                        <a:rPr lang="en-US" sz="1050" b="1" i="0" u="none" strike="noStrike">
                          <a:solidFill>
                            <a:srgbClr val="000000"/>
                          </a:solidFill>
                          <a:effectLst/>
                          <a:latin typeface="Verdana" panose="020B0604030504040204" pitchFamily="34" charset="0"/>
                        </a:rPr>
                        <a:t>16:00</a:t>
                      </a:r>
                    </a:p>
                  </a:txBody>
                  <a:tcPr marL="3747" marR="3747" marT="37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Verdana" panose="020B0604030504040204" pitchFamily="34" charset="0"/>
                        </a:rPr>
                        <a:t>292</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883"/>
                    </a:solidFill>
                  </a:tcPr>
                </a:tc>
                <a:tc>
                  <a:txBody>
                    <a:bodyPr/>
                    <a:lstStyle/>
                    <a:p>
                      <a:pPr algn="ctr" fontAlgn="ctr"/>
                      <a:r>
                        <a:rPr lang="en-US" sz="1050" b="0" i="0" u="none" strike="noStrike">
                          <a:solidFill>
                            <a:srgbClr val="000000"/>
                          </a:solidFill>
                          <a:effectLst/>
                          <a:latin typeface="Verdana" panose="020B0604030504040204" pitchFamily="34" charset="0"/>
                        </a:rPr>
                        <a:t>168</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B279"/>
                    </a:solidFill>
                  </a:tcPr>
                </a:tc>
                <a:tc>
                  <a:txBody>
                    <a:bodyPr/>
                    <a:lstStyle/>
                    <a:p>
                      <a:pPr algn="ctr" fontAlgn="ctr"/>
                      <a:r>
                        <a:rPr lang="en-US" sz="1050" b="0" i="0" u="none" strike="noStrike">
                          <a:solidFill>
                            <a:srgbClr val="000000"/>
                          </a:solidFill>
                          <a:effectLst/>
                          <a:latin typeface="Verdana" panose="020B0604030504040204" pitchFamily="34" charset="0"/>
                        </a:rPr>
                        <a:t>235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CF7E"/>
                    </a:solidFill>
                  </a:tcPr>
                </a:tc>
                <a:tc>
                  <a:txBody>
                    <a:bodyPr/>
                    <a:lstStyle/>
                    <a:p>
                      <a:pPr algn="ctr" fontAlgn="ctr"/>
                      <a:r>
                        <a:rPr lang="en-US" sz="1050" b="0" i="0" u="none" strike="noStrike">
                          <a:solidFill>
                            <a:srgbClr val="000000"/>
                          </a:solidFill>
                          <a:effectLst/>
                          <a:latin typeface="Verdana" panose="020B0604030504040204" pitchFamily="34" charset="0"/>
                        </a:rPr>
                        <a:t>276</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182"/>
                    </a:solidFill>
                  </a:tcPr>
                </a:tc>
                <a:tc>
                  <a:txBody>
                    <a:bodyPr/>
                    <a:lstStyle/>
                    <a:p>
                      <a:pPr algn="ctr" fontAlgn="ctr"/>
                      <a:r>
                        <a:rPr lang="en-US" sz="1050" b="0" i="0" u="none" strike="noStrike">
                          <a:solidFill>
                            <a:srgbClr val="000000"/>
                          </a:solidFill>
                          <a:effectLst/>
                          <a:latin typeface="Verdana" panose="020B0604030504040204" pitchFamily="34" charset="0"/>
                        </a:rPr>
                        <a:t>433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E082"/>
                    </a:solidFill>
                  </a:tcPr>
                </a:tc>
                <a:tc>
                  <a:txBody>
                    <a:bodyPr/>
                    <a:lstStyle/>
                    <a:p>
                      <a:pPr algn="ctr" fontAlgn="ctr"/>
                      <a:r>
                        <a:rPr lang="en-US" sz="1050" b="0" i="0" u="none" strike="noStrike">
                          <a:solidFill>
                            <a:srgbClr val="000000"/>
                          </a:solidFill>
                          <a:effectLst/>
                          <a:latin typeface="Verdana" panose="020B0604030504040204" pitchFamily="34" charset="0"/>
                        </a:rPr>
                        <a:t>391</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4E483"/>
                    </a:solidFill>
                  </a:tcPr>
                </a:tc>
                <a:tc>
                  <a:txBody>
                    <a:bodyPr/>
                    <a:lstStyle/>
                    <a:p>
                      <a:pPr algn="ctr" fontAlgn="ctr"/>
                      <a:r>
                        <a:rPr lang="en-US" sz="1050" b="0" i="0" u="none" strike="noStrike">
                          <a:solidFill>
                            <a:srgbClr val="000000"/>
                          </a:solidFill>
                          <a:effectLst/>
                          <a:latin typeface="Verdana" panose="020B0604030504040204" pitchFamily="34" charset="0"/>
                        </a:rPr>
                        <a:t>273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082"/>
                    </a:solidFill>
                  </a:tcPr>
                </a:tc>
                <a:tc>
                  <a:txBody>
                    <a:bodyPr/>
                    <a:lstStyle/>
                    <a:p>
                      <a:pPr algn="ctr" fontAlgn="ctr"/>
                      <a:r>
                        <a:rPr lang="en-US" sz="1050" b="0" i="0" u="none" strike="noStrike">
                          <a:solidFill>
                            <a:srgbClr val="000000"/>
                          </a:solidFill>
                          <a:effectLst/>
                          <a:latin typeface="Verdana" panose="020B0604030504040204" pitchFamily="34" charset="0"/>
                        </a:rPr>
                        <a:t>350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0E784"/>
                    </a:solidFill>
                  </a:tcPr>
                </a:tc>
                <a:tc>
                  <a:txBody>
                    <a:bodyPr/>
                    <a:lstStyle/>
                    <a:p>
                      <a:pPr algn="ctr" fontAlgn="ctr"/>
                      <a:r>
                        <a:rPr lang="en-US" sz="1050" b="0" i="0" u="none" strike="noStrike">
                          <a:solidFill>
                            <a:srgbClr val="000000"/>
                          </a:solidFill>
                          <a:effectLst/>
                          <a:latin typeface="Verdana" panose="020B0604030504040204" pitchFamily="34" charset="0"/>
                        </a:rPr>
                        <a:t>274</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182"/>
                    </a:solidFill>
                  </a:tcPr>
                </a:tc>
                <a:tc>
                  <a:txBody>
                    <a:bodyPr/>
                    <a:lstStyle/>
                    <a:p>
                      <a:pPr algn="ctr" fontAlgn="ctr"/>
                      <a:r>
                        <a:rPr lang="en-US" sz="1050" b="0" i="0" u="none" strike="noStrike">
                          <a:solidFill>
                            <a:srgbClr val="000000"/>
                          </a:solidFill>
                          <a:effectLst/>
                          <a:latin typeface="Verdana" panose="020B0604030504040204" pitchFamily="34" charset="0"/>
                        </a:rPr>
                        <a:t>309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A84"/>
                    </a:solidFill>
                  </a:tcPr>
                </a:tc>
                <a:tc>
                  <a:txBody>
                    <a:bodyPr/>
                    <a:lstStyle/>
                    <a:p>
                      <a:pPr algn="ctr" fontAlgn="ctr"/>
                      <a:r>
                        <a:rPr lang="en-US" sz="1050" b="0" i="0" u="none" strike="noStrike">
                          <a:solidFill>
                            <a:srgbClr val="000000"/>
                          </a:solidFill>
                          <a:effectLst/>
                          <a:latin typeface="Verdana" panose="020B0604030504040204" pitchFamily="34" charset="0"/>
                        </a:rPr>
                        <a:t>282</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482"/>
                    </a:solidFill>
                  </a:tcPr>
                </a:tc>
                <a:tc>
                  <a:txBody>
                    <a:bodyPr/>
                    <a:lstStyle/>
                    <a:p>
                      <a:pPr algn="ctr" fontAlgn="ctr"/>
                      <a:r>
                        <a:rPr lang="en-US" sz="1050" b="0" i="0" u="none" strike="noStrike">
                          <a:solidFill>
                            <a:srgbClr val="000000"/>
                          </a:solidFill>
                          <a:effectLst/>
                          <a:latin typeface="Verdana" panose="020B0604030504040204" pitchFamily="34" charset="0"/>
                        </a:rPr>
                        <a:t>293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983"/>
                    </a:solidFill>
                  </a:tcPr>
                </a:tc>
                <a:tc>
                  <a:txBody>
                    <a:bodyPr/>
                    <a:lstStyle/>
                    <a:p>
                      <a:pPr algn="ctr" fontAlgn="ctr"/>
                      <a:r>
                        <a:rPr lang="en-US" sz="1050" b="0" i="0" u="none" strike="noStrike">
                          <a:solidFill>
                            <a:srgbClr val="000000"/>
                          </a:solidFill>
                          <a:effectLst/>
                          <a:latin typeface="Verdana" panose="020B0604030504040204" pitchFamily="34" charset="0"/>
                        </a:rPr>
                        <a:t>193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C7B"/>
                    </a:solidFill>
                  </a:tcPr>
                </a:tc>
                <a:tc>
                  <a:txBody>
                    <a:bodyPr/>
                    <a:lstStyle/>
                    <a:p>
                      <a:pPr algn="ctr" fontAlgn="ctr"/>
                      <a:r>
                        <a:rPr lang="en-US" sz="1050" b="0" i="0" u="none" strike="noStrike">
                          <a:solidFill>
                            <a:srgbClr val="000000"/>
                          </a:solidFill>
                          <a:effectLst/>
                          <a:latin typeface="Verdana" panose="020B0604030504040204" pitchFamily="34" charset="0"/>
                        </a:rPr>
                        <a:t>254</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D880"/>
                    </a:solidFill>
                  </a:tcPr>
                </a:tc>
                <a:tc>
                  <a:txBody>
                    <a:bodyPr/>
                    <a:lstStyle/>
                    <a:p>
                      <a:pPr algn="ctr" fontAlgn="ctr"/>
                      <a:r>
                        <a:rPr lang="en-US" sz="1050" b="0" i="0" u="none" strike="noStrike">
                          <a:solidFill>
                            <a:srgbClr val="000000"/>
                          </a:solidFill>
                          <a:effectLst/>
                          <a:latin typeface="Verdana" panose="020B0604030504040204" pitchFamily="34" charset="0"/>
                        </a:rPr>
                        <a:t>263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DB81"/>
                    </a:solidFill>
                  </a:tcPr>
                </a:tc>
                <a:tc>
                  <a:txBody>
                    <a:bodyPr/>
                    <a:lstStyle/>
                    <a:p>
                      <a:pPr algn="ctr" fontAlgn="ctr"/>
                      <a:r>
                        <a:rPr lang="en-US" sz="1050" b="0" i="0" u="none" strike="noStrike">
                          <a:solidFill>
                            <a:srgbClr val="000000"/>
                          </a:solidFill>
                          <a:effectLst/>
                          <a:latin typeface="Verdana" panose="020B0604030504040204" pitchFamily="34" charset="0"/>
                        </a:rPr>
                        <a:t>235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CF7E"/>
                    </a:solidFill>
                  </a:tcPr>
                </a:tc>
                <a:tc>
                  <a:txBody>
                    <a:bodyPr/>
                    <a:lstStyle/>
                    <a:p>
                      <a:pPr algn="ctr" fontAlgn="ctr"/>
                      <a:r>
                        <a:rPr lang="en-US" sz="1050" b="0" i="0" u="none" strike="noStrike">
                          <a:solidFill>
                            <a:srgbClr val="000000"/>
                          </a:solidFill>
                          <a:effectLst/>
                          <a:latin typeface="Verdana" panose="020B0604030504040204" pitchFamily="34" charset="0"/>
                        </a:rPr>
                        <a:t>241</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D27F"/>
                    </a:solidFill>
                  </a:tcPr>
                </a:tc>
                <a:tc>
                  <a:txBody>
                    <a:bodyPr/>
                    <a:lstStyle/>
                    <a:p>
                      <a:pPr algn="ctr" fontAlgn="ctr"/>
                      <a:r>
                        <a:rPr lang="en-US" sz="1050" b="0" i="0" u="none" strike="noStrike">
                          <a:solidFill>
                            <a:srgbClr val="000000"/>
                          </a:solidFill>
                          <a:effectLst/>
                          <a:latin typeface="Verdana" panose="020B0604030504040204" pitchFamily="34" charset="0"/>
                        </a:rPr>
                        <a:t>114</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9A74"/>
                    </a:solidFill>
                  </a:tcPr>
                </a:tc>
                <a:tc>
                  <a:txBody>
                    <a:bodyPr/>
                    <a:lstStyle/>
                    <a:p>
                      <a:pPr algn="ctr" fontAlgn="ctr"/>
                      <a:r>
                        <a:rPr lang="en-US" sz="1050" b="0" i="0" u="none" strike="noStrike">
                          <a:solidFill>
                            <a:srgbClr val="000000"/>
                          </a:solidFill>
                          <a:effectLst/>
                          <a:latin typeface="Verdana" panose="020B0604030504040204" pitchFamily="34" charset="0"/>
                        </a:rPr>
                        <a:t>376</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9E583"/>
                    </a:solidFill>
                  </a:tcPr>
                </a:tc>
                <a:tc>
                  <a:txBody>
                    <a:bodyPr/>
                    <a:lstStyle/>
                    <a:p>
                      <a:pPr algn="ctr" fontAlgn="ctr"/>
                      <a:r>
                        <a:rPr lang="en-US" sz="1050" b="0" i="0" u="none" strike="noStrike">
                          <a:solidFill>
                            <a:srgbClr val="000000"/>
                          </a:solidFill>
                          <a:effectLst/>
                          <a:latin typeface="Verdana" panose="020B0604030504040204" pitchFamily="34" charset="0"/>
                        </a:rPr>
                        <a:t>437</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7E082"/>
                    </a:solidFill>
                  </a:tcPr>
                </a:tc>
                <a:tc>
                  <a:txBody>
                    <a:bodyPr/>
                    <a:lstStyle/>
                    <a:p>
                      <a:pPr algn="ctr" fontAlgn="ctr"/>
                      <a:r>
                        <a:rPr lang="en-US" sz="1050" b="0" i="0" u="none" strike="noStrike">
                          <a:solidFill>
                            <a:srgbClr val="000000"/>
                          </a:solidFill>
                          <a:effectLst/>
                          <a:latin typeface="Verdana" panose="020B0604030504040204" pitchFamily="34" charset="0"/>
                        </a:rPr>
                        <a:t>356</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E784"/>
                    </a:solidFill>
                  </a:tcPr>
                </a:tc>
                <a:tc>
                  <a:txBody>
                    <a:bodyPr/>
                    <a:lstStyle/>
                    <a:p>
                      <a:pPr algn="ctr" fontAlgn="ctr"/>
                      <a:r>
                        <a:rPr lang="en-US" sz="1050" b="0" i="0" u="none" strike="noStrike">
                          <a:solidFill>
                            <a:srgbClr val="000000"/>
                          </a:solidFill>
                          <a:effectLst/>
                          <a:latin typeface="Verdana" panose="020B0604030504040204" pitchFamily="34" charset="0"/>
                        </a:rPr>
                        <a:t>321</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E984"/>
                    </a:solidFill>
                  </a:tcPr>
                </a:tc>
                <a:tc>
                  <a:txBody>
                    <a:bodyPr/>
                    <a:lstStyle/>
                    <a:p>
                      <a:pPr algn="ctr" fontAlgn="ctr"/>
                      <a:r>
                        <a:rPr lang="en-US" sz="1050" b="0" i="0" u="none" strike="noStrike">
                          <a:solidFill>
                            <a:srgbClr val="000000"/>
                          </a:solidFill>
                          <a:effectLst/>
                          <a:latin typeface="Verdana" panose="020B0604030504040204" pitchFamily="34" charset="0"/>
                        </a:rPr>
                        <a:t>314</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A84"/>
                    </a:solidFill>
                  </a:tcPr>
                </a:tc>
                <a:tc>
                  <a:txBody>
                    <a:bodyPr/>
                    <a:lstStyle/>
                    <a:p>
                      <a:pPr algn="ctr" fontAlgn="ctr"/>
                      <a:r>
                        <a:rPr lang="en-US" sz="1050" b="0" i="0" u="none" strike="noStrike">
                          <a:solidFill>
                            <a:srgbClr val="000000"/>
                          </a:solidFill>
                          <a:effectLst/>
                          <a:latin typeface="Verdana" panose="020B0604030504040204" pitchFamily="34" charset="0"/>
                        </a:rPr>
                        <a:t>329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E984"/>
                    </a:solidFill>
                  </a:tcPr>
                </a:tc>
                <a:tc>
                  <a:txBody>
                    <a:bodyPr/>
                    <a:lstStyle/>
                    <a:p>
                      <a:pPr algn="ctr" fontAlgn="ctr"/>
                      <a:r>
                        <a:rPr lang="en-US" sz="1050" b="0" i="0" u="none" strike="noStrike">
                          <a:solidFill>
                            <a:srgbClr val="000000"/>
                          </a:solidFill>
                          <a:effectLst/>
                          <a:latin typeface="Verdana" panose="020B0604030504040204" pitchFamily="34" charset="0"/>
                        </a:rPr>
                        <a:t>272</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DF81"/>
                    </a:solidFill>
                  </a:tcPr>
                </a:tc>
                <a:tc>
                  <a:txBody>
                    <a:bodyPr/>
                    <a:lstStyle/>
                    <a:p>
                      <a:pPr algn="ctr" fontAlgn="ctr"/>
                      <a:r>
                        <a:rPr lang="en-US" sz="1050" b="0" i="0" u="none" strike="noStrike">
                          <a:solidFill>
                            <a:srgbClr val="000000"/>
                          </a:solidFill>
                          <a:effectLst/>
                          <a:latin typeface="Verdana" panose="020B0604030504040204" pitchFamily="34" charset="0"/>
                        </a:rPr>
                        <a:t>245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D47F"/>
                    </a:solidFill>
                  </a:tcPr>
                </a:tc>
                <a:tc>
                  <a:txBody>
                    <a:bodyPr/>
                    <a:lstStyle/>
                    <a:p>
                      <a:pPr algn="ctr" fontAlgn="ctr"/>
                      <a:r>
                        <a:rPr lang="en-US" sz="1050" b="0" i="0" u="none" strike="noStrike">
                          <a:solidFill>
                            <a:srgbClr val="000000"/>
                          </a:solidFill>
                          <a:effectLst/>
                          <a:latin typeface="Verdana" panose="020B0604030504040204" pitchFamily="34" charset="0"/>
                        </a:rPr>
                        <a:t>325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E984"/>
                    </a:solidFill>
                  </a:tcPr>
                </a:tc>
                <a:tc>
                  <a:txBody>
                    <a:bodyPr/>
                    <a:lstStyle/>
                    <a:p>
                      <a:pPr algn="ctr" fontAlgn="ctr"/>
                      <a:r>
                        <a:rPr lang="en-US" sz="1050" b="0" i="0" u="none" strike="noStrike">
                          <a:solidFill>
                            <a:srgbClr val="000000"/>
                          </a:solidFill>
                          <a:effectLst/>
                          <a:latin typeface="Verdana" panose="020B0604030504040204" pitchFamily="34" charset="0"/>
                        </a:rPr>
                        <a:t>482</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ADC81"/>
                    </a:solidFill>
                  </a:tcPr>
                </a:tc>
                <a:tc>
                  <a:txBody>
                    <a:bodyPr/>
                    <a:lstStyle/>
                    <a:p>
                      <a:pPr algn="ctr" fontAlgn="ctr"/>
                      <a:r>
                        <a:rPr lang="en-US" sz="1050" b="0" i="0" u="none" strike="noStrike">
                          <a:solidFill>
                            <a:srgbClr val="000000"/>
                          </a:solidFill>
                          <a:effectLst/>
                          <a:latin typeface="Verdana" panose="020B0604030504040204" pitchFamily="34" charset="0"/>
                        </a:rPr>
                        <a:t>314</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EA84"/>
                    </a:solidFill>
                  </a:tcPr>
                </a:tc>
                <a:tc>
                  <a:txBody>
                    <a:bodyPr/>
                    <a:lstStyle/>
                    <a:p>
                      <a:pPr algn="ctr" fontAlgn="ctr"/>
                      <a:r>
                        <a:rPr lang="en-US" sz="1050" b="0" i="0" u="none" strike="noStrike">
                          <a:solidFill>
                            <a:srgbClr val="000000"/>
                          </a:solidFill>
                          <a:effectLst/>
                          <a:latin typeface="Verdana" panose="020B0604030504040204" pitchFamily="34" charset="0"/>
                        </a:rPr>
                        <a:t>236</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D07E"/>
                    </a:solidFill>
                  </a:tcPr>
                </a:tc>
                <a:tc>
                  <a:txBody>
                    <a:bodyPr/>
                    <a:lstStyle/>
                    <a:p>
                      <a:pPr algn="ctr" fontAlgn="ctr"/>
                      <a:r>
                        <a:rPr lang="en-US" sz="1050" b="0" i="0" u="none" strike="noStrike">
                          <a:solidFill>
                            <a:srgbClr val="000000"/>
                          </a:solidFill>
                          <a:effectLst/>
                          <a:latin typeface="Verdana" panose="020B0604030504040204" pitchFamily="34" charset="0"/>
                        </a:rPr>
                        <a:t>347</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E784"/>
                    </a:solidFill>
                  </a:tcPr>
                </a:tc>
                <a:extLst>
                  <a:ext uri="{0D108BD9-81ED-4DB2-BD59-A6C34878D82A}">
                    <a16:rowId xmlns:a16="http://schemas.microsoft.com/office/drawing/2014/main" val="4102049771"/>
                  </a:ext>
                </a:extLst>
              </a:tr>
              <a:tr h="75690">
                <a:tc>
                  <a:txBody>
                    <a:bodyPr/>
                    <a:lstStyle/>
                    <a:p>
                      <a:pPr algn="ctr" fontAlgn="b"/>
                      <a:r>
                        <a:rPr lang="en-US" sz="1050" b="1" i="0" u="none" strike="noStrike">
                          <a:solidFill>
                            <a:srgbClr val="000000"/>
                          </a:solidFill>
                          <a:effectLst/>
                          <a:latin typeface="Verdana" panose="020B0604030504040204" pitchFamily="34" charset="0"/>
                        </a:rPr>
                        <a:t>17:00</a:t>
                      </a:r>
                    </a:p>
                  </a:txBody>
                  <a:tcPr marL="3747" marR="3747" marT="37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Verdana" panose="020B0604030504040204" pitchFamily="34" charset="0"/>
                        </a:rPr>
                        <a:t>289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783"/>
                    </a:solidFill>
                  </a:tcPr>
                </a:tc>
                <a:tc>
                  <a:txBody>
                    <a:bodyPr/>
                    <a:lstStyle/>
                    <a:p>
                      <a:pPr algn="ctr" fontAlgn="ctr"/>
                      <a:r>
                        <a:rPr lang="en-US" sz="1050" b="0" i="0" u="none" strike="noStrike">
                          <a:solidFill>
                            <a:srgbClr val="000000"/>
                          </a:solidFill>
                          <a:effectLst/>
                          <a:latin typeface="Verdana" panose="020B0604030504040204" pitchFamily="34" charset="0"/>
                        </a:rPr>
                        <a:t>158</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D78"/>
                    </a:solidFill>
                  </a:tcPr>
                </a:tc>
                <a:tc>
                  <a:txBody>
                    <a:bodyPr/>
                    <a:lstStyle/>
                    <a:p>
                      <a:pPr algn="ctr" fontAlgn="ctr"/>
                      <a:r>
                        <a:rPr lang="en-US" sz="1050" b="0" i="0" u="none" strike="noStrike">
                          <a:solidFill>
                            <a:srgbClr val="000000"/>
                          </a:solidFill>
                          <a:effectLst/>
                          <a:latin typeface="Verdana" panose="020B0604030504040204" pitchFamily="34" charset="0"/>
                        </a:rPr>
                        <a:t>237</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D07E"/>
                    </a:solidFill>
                  </a:tcPr>
                </a:tc>
                <a:tc>
                  <a:txBody>
                    <a:bodyPr/>
                    <a:lstStyle/>
                    <a:p>
                      <a:pPr algn="ctr" fontAlgn="ctr"/>
                      <a:r>
                        <a:rPr lang="en-US" sz="1050" b="0" i="0" u="none" strike="noStrike">
                          <a:solidFill>
                            <a:srgbClr val="000000"/>
                          </a:solidFill>
                          <a:effectLst/>
                          <a:latin typeface="Verdana" panose="020B0604030504040204" pitchFamily="34" charset="0"/>
                        </a:rPr>
                        <a:t>197</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F7B"/>
                    </a:solidFill>
                  </a:tcPr>
                </a:tc>
                <a:tc>
                  <a:txBody>
                    <a:bodyPr/>
                    <a:lstStyle/>
                    <a:p>
                      <a:pPr algn="ctr" fontAlgn="ctr"/>
                      <a:r>
                        <a:rPr lang="en-US" sz="1050" b="0" i="0" u="none" strike="noStrike">
                          <a:solidFill>
                            <a:srgbClr val="000000"/>
                          </a:solidFill>
                          <a:effectLst/>
                          <a:latin typeface="Verdana" panose="020B0604030504040204" pitchFamily="34" charset="0"/>
                        </a:rPr>
                        <a:t>468</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EDD82"/>
                    </a:solidFill>
                  </a:tcPr>
                </a:tc>
                <a:tc>
                  <a:txBody>
                    <a:bodyPr/>
                    <a:lstStyle/>
                    <a:p>
                      <a:pPr algn="ctr" fontAlgn="ctr"/>
                      <a:r>
                        <a:rPr lang="en-US" sz="1050" b="0" i="0" u="none" strike="noStrike">
                          <a:solidFill>
                            <a:srgbClr val="000000"/>
                          </a:solidFill>
                          <a:effectLst/>
                          <a:latin typeface="Verdana" panose="020B0604030504040204" pitchFamily="34" charset="0"/>
                        </a:rPr>
                        <a:t>409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FE283"/>
                    </a:solidFill>
                  </a:tcPr>
                </a:tc>
                <a:tc>
                  <a:txBody>
                    <a:bodyPr/>
                    <a:lstStyle/>
                    <a:p>
                      <a:pPr algn="ctr" fontAlgn="ctr"/>
                      <a:r>
                        <a:rPr lang="en-US" sz="1050" b="0" i="0" u="none" strike="noStrike">
                          <a:solidFill>
                            <a:srgbClr val="000000"/>
                          </a:solidFill>
                          <a:effectLst/>
                          <a:latin typeface="Verdana" panose="020B0604030504040204" pitchFamily="34" charset="0"/>
                        </a:rPr>
                        <a:t>292</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883"/>
                    </a:solidFill>
                  </a:tcPr>
                </a:tc>
                <a:tc>
                  <a:txBody>
                    <a:bodyPr/>
                    <a:lstStyle/>
                    <a:p>
                      <a:pPr algn="ctr" fontAlgn="ctr"/>
                      <a:r>
                        <a:rPr lang="en-US" sz="1050" b="0" i="0" u="none" strike="noStrike">
                          <a:solidFill>
                            <a:srgbClr val="000000"/>
                          </a:solidFill>
                          <a:effectLst/>
                          <a:latin typeface="Verdana" panose="020B0604030504040204" pitchFamily="34" charset="0"/>
                        </a:rPr>
                        <a:t>305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B84"/>
                    </a:solidFill>
                  </a:tcPr>
                </a:tc>
                <a:tc>
                  <a:txBody>
                    <a:bodyPr/>
                    <a:lstStyle/>
                    <a:p>
                      <a:pPr algn="ctr" fontAlgn="ctr"/>
                      <a:r>
                        <a:rPr lang="en-US" sz="1050" b="0" i="0" u="none" strike="noStrike">
                          <a:solidFill>
                            <a:srgbClr val="000000"/>
                          </a:solidFill>
                          <a:effectLst/>
                          <a:latin typeface="Verdana" panose="020B0604030504040204" pitchFamily="34" charset="0"/>
                        </a:rPr>
                        <a:t>292</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883"/>
                    </a:solidFill>
                  </a:tcPr>
                </a:tc>
                <a:tc>
                  <a:txBody>
                    <a:bodyPr/>
                    <a:lstStyle/>
                    <a:p>
                      <a:pPr algn="ctr" fontAlgn="ctr"/>
                      <a:r>
                        <a:rPr lang="en-US" sz="1050" b="0" i="0" u="none" strike="noStrike">
                          <a:solidFill>
                            <a:srgbClr val="000000"/>
                          </a:solidFill>
                          <a:effectLst/>
                          <a:latin typeface="Verdana" panose="020B0604030504040204" pitchFamily="34" charset="0"/>
                        </a:rPr>
                        <a:t>263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DC81"/>
                    </a:solidFill>
                  </a:tcPr>
                </a:tc>
                <a:tc>
                  <a:txBody>
                    <a:bodyPr/>
                    <a:lstStyle/>
                    <a:p>
                      <a:pPr algn="ctr" fontAlgn="ctr"/>
                      <a:r>
                        <a:rPr lang="en-US" sz="1050" b="0" i="0" u="none" strike="noStrike">
                          <a:solidFill>
                            <a:srgbClr val="000000"/>
                          </a:solidFill>
                          <a:effectLst/>
                          <a:latin typeface="Verdana" panose="020B0604030504040204" pitchFamily="34" charset="0"/>
                        </a:rPr>
                        <a:t>247</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D57F"/>
                    </a:solidFill>
                  </a:tcPr>
                </a:tc>
                <a:tc>
                  <a:txBody>
                    <a:bodyPr/>
                    <a:lstStyle/>
                    <a:p>
                      <a:pPr algn="ctr" fontAlgn="ctr"/>
                      <a:r>
                        <a:rPr lang="en-US" sz="1050" b="0" i="0" u="none" strike="noStrike">
                          <a:solidFill>
                            <a:srgbClr val="000000"/>
                          </a:solidFill>
                          <a:effectLst/>
                          <a:latin typeface="Verdana" panose="020B0604030504040204" pitchFamily="34" charset="0"/>
                        </a:rPr>
                        <a:t>269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DE81"/>
                    </a:solidFill>
                  </a:tcPr>
                </a:tc>
                <a:tc>
                  <a:txBody>
                    <a:bodyPr/>
                    <a:lstStyle/>
                    <a:p>
                      <a:pPr algn="ctr" fontAlgn="ctr"/>
                      <a:r>
                        <a:rPr lang="en-US" sz="1050" b="0" i="0" u="none" strike="noStrike">
                          <a:solidFill>
                            <a:srgbClr val="000000"/>
                          </a:solidFill>
                          <a:effectLst/>
                          <a:latin typeface="Verdana" panose="020B0604030504040204" pitchFamily="34" charset="0"/>
                        </a:rPr>
                        <a:t>193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D7B"/>
                    </a:solidFill>
                  </a:tcPr>
                </a:tc>
                <a:tc>
                  <a:txBody>
                    <a:bodyPr/>
                    <a:lstStyle/>
                    <a:p>
                      <a:pPr algn="ctr" fontAlgn="ctr"/>
                      <a:r>
                        <a:rPr lang="en-US" sz="1050" b="0" i="0" u="none" strike="noStrike">
                          <a:solidFill>
                            <a:srgbClr val="000000"/>
                          </a:solidFill>
                          <a:effectLst/>
                          <a:latin typeface="Verdana" panose="020B0604030504040204" pitchFamily="34" charset="0"/>
                        </a:rPr>
                        <a:t>243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D37F"/>
                    </a:solidFill>
                  </a:tcPr>
                </a:tc>
                <a:tc>
                  <a:txBody>
                    <a:bodyPr/>
                    <a:lstStyle/>
                    <a:p>
                      <a:pPr algn="ctr" fontAlgn="ctr"/>
                      <a:r>
                        <a:rPr lang="en-US" sz="1050" b="0" i="0" u="none" strike="noStrike">
                          <a:solidFill>
                            <a:srgbClr val="000000"/>
                          </a:solidFill>
                          <a:effectLst/>
                          <a:latin typeface="Verdana" panose="020B0604030504040204" pitchFamily="34" charset="0"/>
                        </a:rPr>
                        <a:t>200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C07B"/>
                    </a:solidFill>
                  </a:tcPr>
                </a:tc>
                <a:tc>
                  <a:txBody>
                    <a:bodyPr/>
                    <a:lstStyle/>
                    <a:p>
                      <a:pPr algn="ctr" fontAlgn="ctr"/>
                      <a:r>
                        <a:rPr lang="en-US" sz="1050" b="0" i="0" u="none" strike="noStrike">
                          <a:solidFill>
                            <a:srgbClr val="000000"/>
                          </a:solidFill>
                          <a:effectLst/>
                          <a:latin typeface="Verdana" panose="020B0604030504040204" pitchFamily="34" charset="0"/>
                        </a:rPr>
                        <a:t>208</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C37C"/>
                    </a:solidFill>
                  </a:tcPr>
                </a:tc>
                <a:tc>
                  <a:txBody>
                    <a:bodyPr/>
                    <a:lstStyle/>
                    <a:p>
                      <a:pPr algn="ctr" fontAlgn="ctr"/>
                      <a:r>
                        <a:rPr lang="en-US" sz="1050" b="0" i="0" u="none" strike="noStrike">
                          <a:solidFill>
                            <a:srgbClr val="000000"/>
                          </a:solidFill>
                          <a:effectLst/>
                          <a:latin typeface="Verdana" panose="020B0604030504040204" pitchFamily="34" charset="0"/>
                        </a:rPr>
                        <a:t>210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C47C"/>
                    </a:solidFill>
                  </a:tcPr>
                </a:tc>
                <a:tc>
                  <a:txBody>
                    <a:bodyPr/>
                    <a:lstStyle/>
                    <a:p>
                      <a:pPr algn="ctr" fontAlgn="ctr"/>
                      <a:r>
                        <a:rPr lang="en-US" sz="1050" b="0" i="0" u="none" strike="noStrike">
                          <a:solidFill>
                            <a:srgbClr val="000000"/>
                          </a:solidFill>
                          <a:effectLst/>
                          <a:latin typeface="Verdana" panose="020B0604030504040204" pitchFamily="34" charset="0"/>
                        </a:rPr>
                        <a:t>179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679"/>
                    </a:solidFill>
                  </a:tcPr>
                </a:tc>
                <a:tc>
                  <a:txBody>
                    <a:bodyPr/>
                    <a:lstStyle/>
                    <a:p>
                      <a:pPr algn="ctr" fontAlgn="ctr"/>
                      <a:r>
                        <a:rPr lang="en-US" sz="1050" b="0" i="0" u="none" strike="noStrike">
                          <a:solidFill>
                            <a:srgbClr val="000000"/>
                          </a:solidFill>
                          <a:effectLst/>
                          <a:latin typeface="Verdana" panose="020B0604030504040204" pitchFamily="34" charset="0"/>
                        </a:rPr>
                        <a:t>324</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E984"/>
                    </a:solidFill>
                  </a:tcPr>
                </a:tc>
                <a:tc>
                  <a:txBody>
                    <a:bodyPr/>
                    <a:lstStyle/>
                    <a:p>
                      <a:pPr algn="ctr" fontAlgn="ctr"/>
                      <a:r>
                        <a:rPr lang="en-US" sz="1050" b="0" i="0" u="none" strike="noStrike">
                          <a:solidFill>
                            <a:srgbClr val="000000"/>
                          </a:solidFill>
                          <a:effectLst/>
                          <a:latin typeface="Verdana" panose="020B0604030504040204" pitchFamily="34" charset="0"/>
                        </a:rPr>
                        <a:t>467</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EDD82"/>
                    </a:solidFill>
                  </a:tcPr>
                </a:tc>
                <a:tc>
                  <a:txBody>
                    <a:bodyPr/>
                    <a:lstStyle/>
                    <a:p>
                      <a:pPr algn="ctr" fontAlgn="ctr"/>
                      <a:r>
                        <a:rPr lang="en-US" sz="1050" b="0" i="0" u="none" strike="noStrike">
                          <a:solidFill>
                            <a:srgbClr val="000000"/>
                          </a:solidFill>
                          <a:effectLst/>
                          <a:latin typeface="Verdana" panose="020B0604030504040204" pitchFamily="34" charset="0"/>
                        </a:rPr>
                        <a:t>314</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EA84"/>
                    </a:solidFill>
                  </a:tcPr>
                </a:tc>
                <a:tc>
                  <a:txBody>
                    <a:bodyPr/>
                    <a:lstStyle/>
                    <a:p>
                      <a:pPr algn="ctr" fontAlgn="ctr"/>
                      <a:r>
                        <a:rPr lang="en-US" sz="1050" b="0" i="0" u="none" strike="noStrike">
                          <a:solidFill>
                            <a:srgbClr val="000000"/>
                          </a:solidFill>
                          <a:effectLst/>
                          <a:latin typeface="Verdana" panose="020B0604030504040204" pitchFamily="34" charset="0"/>
                        </a:rPr>
                        <a:t>285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582"/>
                    </a:solidFill>
                  </a:tcPr>
                </a:tc>
                <a:tc>
                  <a:txBody>
                    <a:bodyPr/>
                    <a:lstStyle/>
                    <a:p>
                      <a:pPr algn="ctr" fontAlgn="ctr"/>
                      <a:r>
                        <a:rPr lang="en-US" sz="1050" b="0" i="0" u="none" strike="noStrike">
                          <a:solidFill>
                            <a:srgbClr val="000000"/>
                          </a:solidFill>
                          <a:effectLst/>
                          <a:latin typeface="Verdana" panose="020B0604030504040204" pitchFamily="34" charset="0"/>
                        </a:rPr>
                        <a:t>295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A83"/>
                    </a:solidFill>
                  </a:tcPr>
                </a:tc>
                <a:tc>
                  <a:txBody>
                    <a:bodyPr/>
                    <a:lstStyle/>
                    <a:p>
                      <a:pPr algn="ctr" fontAlgn="ctr"/>
                      <a:r>
                        <a:rPr lang="en-US" sz="1050" b="0" i="0" u="none" strike="noStrike">
                          <a:solidFill>
                            <a:srgbClr val="000000"/>
                          </a:solidFill>
                          <a:effectLst/>
                          <a:latin typeface="Verdana" panose="020B0604030504040204" pitchFamily="34" charset="0"/>
                        </a:rPr>
                        <a:t>312</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A84"/>
                    </a:solidFill>
                  </a:tcPr>
                </a:tc>
                <a:tc>
                  <a:txBody>
                    <a:bodyPr/>
                    <a:lstStyle/>
                    <a:p>
                      <a:pPr algn="ctr" fontAlgn="ctr"/>
                      <a:r>
                        <a:rPr lang="en-US" sz="1050" b="0" i="0" u="none" strike="noStrike">
                          <a:solidFill>
                            <a:srgbClr val="000000"/>
                          </a:solidFill>
                          <a:effectLst/>
                          <a:latin typeface="Verdana" panose="020B0604030504040204" pitchFamily="34" charset="0"/>
                        </a:rPr>
                        <a:t>291</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883"/>
                    </a:solidFill>
                  </a:tcPr>
                </a:tc>
                <a:tc>
                  <a:txBody>
                    <a:bodyPr/>
                    <a:lstStyle/>
                    <a:p>
                      <a:pPr algn="ctr" fontAlgn="ctr"/>
                      <a:r>
                        <a:rPr lang="en-US" sz="1050" b="0" i="0" u="none" strike="noStrike">
                          <a:solidFill>
                            <a:srgbClr val="000000"/>
                          </a:solidFill>
                          <a:effectLst/>
                          <a:latin typeface="Verdana" panose="020B0604030504040204" pitchFamily="34" charset="0"/>
                        </a:rPr>
                        <a:t>231</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CD7E"/>
                    </a:solidFill>
                  </a:tcPr>
                </a:tc>
                <a:tc>
                  <a:txBody>
                    <a:bodyPr/>
                    <a:lstStyle/>
                    <a:p>
                      <a:pPr algn="ctr" fontAlgn="ctr"/>
                      <a:r>
                        <a:rPr lang="en-US" sz="1050" b="0" i="0" u="none" strike="noStrike">
                          <a:solidFill>
                            <a:srgbClr val="000000"/>
                          </a:solidFill>
                          <a:effectLst/>
                          <a:latin typeface="Verdana" panose="020B0604030504040204" pitchFamily="34" charset="0"/>
                        </a:rPr>
                        <a:t>293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983"/>
                    </a:solidFill>
                  </a:tcPr>
                </a:tc>
                <a:tc>
                  <a:txBody>
                    <a:bodyPr/>
                    <a:lstStyle/>
                    <a:p>
                      <a:pPr algn="ctr" fontAlgn="ctr"/>
                      <a:r>
                        <a:rPr lang="en-US" sz="1050" b="0" i="0" u="none" strike="noStrike">
                          <a:solidFill>
                            <a:srgbClr val="000000"/>
                          </a:solidFill>
                          <a:effectLst/>
                          <a:latin typeface="Verdana" panose="020B0604030504040204" pitchFamily="34" charset="0"/>
                        </a:rPr>
                        <a:t>468</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EDD82"/>
                    </a:solidFill>
                  </a:tcPr>
                </a:tc>
                <a:tc>
                  <a:txBody>
                    <a:bodyPr/>
                    <a:lstStyle/>
                    <a:p>
                      <a:pPr algn="ctr" fontAlgn="ctr"/>
                      <a:r>
                        <a:rPr lang="en-US" sz="1050" b="0" i="0" u="none" strike="noStrike">
                          <a:solidFill>
                            <a:srgbClr val="000000"/>
                          </a:solidFill>
                          <a:effectLst/>
                          <a:latin typeface="Verdana" panose="020B0604030504040204" pitchFamily="34" charset="0"/>
                        </a:rPr>
                        <a:t>288</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783"/>
                    </a:solidFill>
                  </a:tcPr>
                </a:tc>
                <a:tc>
                  <a:txBody>
                    <a:bodyPr/>
                    <a:lstStyle/>
                    <a:p>
                      <a:pPr algn="ctr" fontAlgn="ctr"/>
                      <a:r>
                        <a:rPr lang="en-US" sz="1050" b="0" i="0" u="none" strike="noStrike">
                          <a:solidFill>
                            <a:srgbClr val="000000"/>
                          </a:solidFill>
                          <a:effectLst/>
                          <a:latin typeface="Verdana" panose="020B0604030504040204" pitchFamily="34" charset="0"/>
                        </a:rPr>
                        <a:t>292</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883"/>
                    </a:solidFill>
                  </a:tcPr>
                </a:tc>
                <a:tc>
                  <a:txBody>
                    <a:bodyPr/>
                    <a:lstStyle/>
                    <a:p>
                      <a:pPr algn="ctr" fontAlgn="ctr"/>
                      <a:r>
                        <a:rPr lang="en-US" sz="1050" b="0" i="0" u="none" strike="noStrike" dirty="0">
                          <a:solidFill>
                            <a:srgbClr val="000000"/>
                          </a:solidFill>
                          <a:effectLst/>
                          <a:latin typeface="Verdana" panose="020B0604030504040204" pitchFamily="34" charset="0"/>
                        </a:rPr>
                        <a:t>310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A84"/>
                    </a:solidFill>
                  </a:tcPr>
                </a:tc>
                <a:extLst>
                  <a:ext uri="{0D108BD9-81ED-4DB2-BD59-A6C34878D82A}">
                    <a16:rowId xmlns:a16="http://schemas.microsoft.com/office/drawing/2014/main" val="704152616"/>
                  </a:ext>
                </a:extLst>
              </a:tr>
            </a:tbl>
          </a:graphicData>
        </a:graphic>
      </p:graphicFrame>
    </p:spTree>
    <p:extLst>
      <p:ext uri="{BB962C8B-B14F-4D97-AF65-F5344CB8AC3E}">
        <p14:creationId xmlns:p14="http://schemas.microsoft.com/office/powerpoint/2010/main" val="3170480233"/>
      </p:ext>
    </p:extLst>
  </p:cSld>
  <p:clrMapOvr>
    <a:masterClrMapping/>
  </p:clrMapOvr>
  <p:transition>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F53E3122-8B80-4B2B-9425-C97F9D1809CD}"/>
              </a:ext>
            </a:extLst>
          </p:cNvPr>
          <p:cNvGraphicFramePr>
            <a:graphicFrameLocks noChangeAspect="1"/>
          </p:cNvGraphicFramePr>
          <p:nvPr>
            <p:custDataLst>
              <p:tags r:id="rId1"/>
            </p:custDataLst>
            <p:extLst>
              <p:ext uri="{D42A27DB-BD31-4B8C-83A1-F6EECF244321}">
                <p14:modId xmlns:p14="http://schemas.microsoft.com/office/powerpoint/2010/main" val="133243713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6" name="Object 5" hidden="1">
                        <a:extLst>
                          <a:ext uri="{FF2B5EF4-FFF2-40B4-BE49-F238E27FC236}">
                            <a16:creationId xmlns:a16="http://schemas.microsoft.com/office/drawing/2014/main" id="{F53E3122-8B80-4B2B-9425-C97F9D1809C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p:cNvSpPr>
            <a:spLocks noGrp="1"/>
          </p:cNvSpPr>
          <p:nvPr>
            <p:ph type="title"/>
          </p:nvPr>
        </p:nvSpPr>
        <p:spPr>
          <a:xfrm>
            <a:off x="336080" y="297687"/>
            <a:ext cx="11166932" cy="347321"/>
          </a:xfrm>
        </p:spPr>
        <p:txBody>
          <a:bodyPr vert="horz"/>
          <a:lstStyle/>
          <a:p>
            <a:r>
              <a:rPr lang="en-US" b="1" dirty="0"/>
              <a:t>Day-wise Hourly Solar Opportunity (3/3)</a:t>
            </a:r>
            <a:endParaRPr lang="en-US" sz="1800" b="1" dirty="0"/>
          </a:p>
        </p:txBody>
      </p:sp>
      <p:sp>
        <p:nvSpPr>
          <p:cNvPr id="8" name="Text Placeholder 7">
            <a:extLst>
              <a:ext uri="{FF2B5EF4-FFF2-40B4-BE49-F238E27FC236}">
                <a16:creationId xmlns:a16="http://schemas.microsoft.com/office/drawing/2014/main" id="{D90BA543-4050-62DB-8E50-CADE5A3D9435}"/>
              </a:ext>
            </a:extLst>
          </p:cNvPr>
          <p:cNvSpPr>
            <a:spLocks noGrp="1"/>
          </p:cNvSpPr>
          <p:nvPr>
            <p:ph type="body" sz="quarter" idx="13"/>
          </p:nvPr>
        </p:nvSpPr>
        <p:spPr>
          <a:xfrm>
            <a:off x="347654" y="818831"/>
            <a:ext cx="1527446" cy="275005"/>
          </a:xfrm>
        </p:spPr>
        <p:txBody>
          <a:bodyPr/>
          <a:lstStyle/>
          <a:p>
            <a:pPr algn="just"/>
            <a:r>
              <a:rPr lang="en-US" sz="1400" b="1" dirty="0">
                <a:solidFill>
                  <a:schemeClr val="tx1"/>
                </a:solidFill>
              </a:rPr>
              <a:t>August 2023</a:t>
            </a:r>
          </a:p>
        </p:txBody>
      </p:sp>
      <p:graphicFrame>
        <p:nvGraphicFramePr>
          <p:cNvPr id="9" name="Table 8">
            <a:extLst>
              <a:ext uri="{FF2B5EF4-FFF2-40B4-BE49-F238E27FC236}">
                <a16:creationId xmlns:a16="http://schemas.microsoft.com/office/drawing/2014/main" id="{803FB50F-25DE-455A-A50D-F8596A07998D}"/>
              </a:ext>
            </a:extLst>
          </p:cNvPr>
          <p:cNvGraphicFramePr>
            <a:graphicFrameLocks noGrp="1"/>
          </p:cNvGraphicFramePr>
          <p:nvPr>
            <p:extLst>
              <p:ext uri="{D42A27DB-BD31-4B8C-83A1-F6EECF244321}">
                <p14:modId xmlns:p14="http://schemas.microsoft.com/office/powerpoint/2010/main" val="1508231480"/>
              </p:ext>
            </p:extLst>
          </p:nvPr>
        </p:nvGraphicFramePr>
        <p:xfrm>
          <a:off x="336080" y="1267659"/>
          <a:ext cx="11188701" cy="3107575"/>
        </p:xfrm>
        <a:graphic>
          <a:graphicData uri="http://schemas.openxmlformats.org/drawingml/2006/table">
            <a:tbl>
              <a:tblPr/>
              <a:tblGrid>
                <a:gridCol w="450998">
                  <a:extLst>
                    <a:ext uri="{9D8B030D-6E8A-4147-A177-3AD203B41FA5}">
                      <a16:colId xmlns:a16="http://schemas.microsoft.com/office/drawing/2014/main" val="2603079484"/>
                    </a:ext>
                  </a:extLst>
                </a:gridCol>
                <a:gridCol w="277793">
                  <a:extLst>
                    <a:ext uri="{9D8B030D-6E8A-4147-A177-3AD203B41FA5}">
                      <a16:colId xmlns:a16="http://schemas.microsoft.com/office/drawing/2014/main" val="3212549777"/>
                    </a:ext>
                  </a:extLst>
                </a:gridCol>
                <a:gridCol w="275419">
                  <a:extLst>
                    <a:ext uri="{9D8B030D-6E8A-4147-A177-3AD203B41FA5}">
                      <a16:colId xmlns:a16="http://schemas.microsoft.com/office/drawing/2014/main" val="3025831647"/>
                    </a:ext>
                  </a:extLst>
                </a:gridCol>
                <a:gridCol w="374705">
                  <a:extLst>
                    <a:ext uri="{9D8B030D-6E8A-4147-A177-3AD203B41FA5}">
                      <a16:colId xmlns:a16="http://schemas.microsoft.com/office/drawing/2014/main" val="365193822"/>
                    </a:ext>
                  </a:extLst>
                </a:gridCol>
                <a:gridCol w="344729">
                  <a:extLst>
                    <a:ext uri="{9D8B030D-6E8A-4147-A177-3AD203B41FA5}">
                      <a16:colId xmlns:a16="http://schemas.microsoft.com/office/drawing/2014/main" val="1522706066"/>
                    </a:ext>
                  </a:extLst>
                </a:gridCol>
                <a:gridCol w="374705">
                  <a:extLst>
                    <a:ext uri="{9D8B030D-6E8A-4147-A177-3AD203B41FA5}">
                      <a16:colId xmlns:a16="http://schemas.microsoft.com/office/drawing/2014/main" val="944019880"/>
                    </a:ext>
                  </a:extLst>
                </a:gridCol>
                <a:gridCol w="344729">
                  <a:extLst>
                    <a:ext uri="{9D8B030D-6E8A-4147-A177-3AD203B41FA5}">
                      <a16:colId xmlns:a16="http://schemas.microsoft.com/office/drawing/2014/main" val="1421418572"/>
                    </a:ext>
                  </a:extLst>
                </a:gridCol>
                <a:gridCol w="374705">
                  <a:extLst>
                    <a:ext uri="{9D8B030D-6E8A-4147-A177-3AD203B41FA5}">
                      <a16:colId xmlns:a16="http://schemas.microsoft.com/office/drawing/2014/main" val="1133722402"/>
                    </a:ext>
                  </a:extLst>
                </a:gridCol>
                <a:gridCol w="344729">
                  <a:extLst>
                    <a:ext uri="{9D8B030D-6E8A-4147-A177-3AD203B41FA5}">
                      <a16:colId xmlns:a16="http://schemas.microsoft.com/office/drawing/2014/main" val="3022383571"/>
                    </a:ext>
                  </a:extLst>
                </a:gridCol>
                <a:gridCol w="344729">
                  <a:extLst>
                    <a:ext uri="{9D8B030D-6E8A-4147-A177-3AD203B41FA5}">
                      <a16:colId xmlns:a16="http://schemas.microsoft.com/office/drawing/2014/main" val="1725883702"/>
                    </a:ext>
                  </a:extLst>
                </a:gridCol>
                <a:gridCol w="374705">
                  <a:extLst>
                    <a:ext uri="{9D8B030D-6E8A-4147-A177-3AD203B41FA5}">
                      <a16:colId xmlns:a16="http://schemas.microsoft.com/office/drawing/2014/main" val="2813740047"/>
                    </a:ext>
                  </a:extLst>
                </a:gridCol>
                <a:gridCol w="344729">
                  <a:extLst>
                    <a:ext uri="{9D8B030D-6E8A-4147-A177-3AD203B41FA5}">
                      <a16:colId xmlns:a16="http://schemas.microsoft.com/office/drawing/2014/main" val="3718571210"/>
                    </a:ext>
                  </a:extLst>
                </a:gridCol>
                <a:gridCol w="374705">
                  <a:extLst>
                    <a:ext uri="{9D8B030D-6E8A-4147-A177-3AD203B41FA5}">
                      <a16:colId xmlns:a16="http://schemas.microsoft.com/office/drawing/2014/main" val="363228971"/>
                    </a:ext>
                  </a:extLst>
                </a:gridCol>
                <a:gridCol w="322247">
                  <a:extLst>
                    <a:ext uri="{9D8B030D-6E8A-4147-A177-3AD203B41FA5}">
                      <a16:colId xmlns:a16="http://schemas.microsoft.com/office/drawing/2014/main" val="1493317131"/>
                    </a:ext>
                  </a:extLst>
                </a:gridCol>
                <a:gridCol w="374705">
                  <a:extLst>
                    <a:ext uri="{9D8B030D-6E8A-4147-A177-3AD203B41FA5}">
                      <a16:colId xmlns:a16="http://schemas.microsoft.com/office/drawing/2014/main" val="1693154891"/>
                    </a:ext>
                  </a:extLst>
                </a:gridCol>
                <a:gridCol w="322247">
                  <a:extLst>
                    <a:ext uri="{9D8B030D-6E8A-4147-A177-3AD203B41FA5}">
                      <a16:colId xmlns:a16="http://schemas.microsoft.com/office/drawing/2014/main" val="4148766545"/>
                    </a:ext>
                  </a:extLst>
                </a:gridCol>
                <a:gridCol w="322247">
                  <a:extLst>
                    <a:ext uri="{9D8B030D-6E8A-4147-A177-3AD203B41FA5}">
                      <a16:colId xmlns:a16="http://schemas.microsoft.com/office/drawing/2014/main" val="2479688215"/>
                    </a:ext>
                  </a:extLst>
                </a:gridCol>
                <a:gridCol w="374705">
                  <a:extLst>
                    <a:ext uri="{9D8B030D-6E8A-4147-A177-3AD203B41FA5}">
                      <a16:colId xmlns:a16="http://schemas.microsoft.com/office/drawing/2014/main" val="2934770813"/>
                    </a:ext>
                  </a:extLst>
                </a:gridCol>
                <a:gridCol w="322247">
                  <a:extLst>
                    <a:ext uri="{9D8B030D-6E8A-4147-A177-3AD203B41FA5}">
                      <a16:colId xmlns:a16="http://schemas.microsoft.com/office/drawing/2014/main" val="530857104"/>
                    </a:ext>
                  </a:extLst>
                </a:gridCol>
                <a:gridCol w="374705">
                  <a:extLst>
                    <a:ext uri="{9D8B030D-6E8A-4147-A177-3AD203B41FA5}">
                      <a16:colId xmlns:a16="http://schemas.microsoft.com/office/drawing/2014/main" val="611887196"/>
                    </a:ext>
                  </a:extLst>
                </a:gridCol>
                <a:gridCol w="344729">
                  <a:extLst>
                    <a:ext uri="{9D8B030D-6E8A-4147-A177-3AD203B41FA5}">
                      <a16:colId xmlns:a16="http://schemas.microsoft.com/office/drawing/2014/main" val="2529432541"/>
                    </a:ext>
                  </a:extLst>
                </a:gridCol>
                <a:gridCol w="374705">
                  <a:extLst>
                    <a:ext uri="{9D8B030D-6E8A-4147-A177-3AD203B41FA5}">
                      <a16:colId xmlns:a16="http://schemas.microsoft.com/office/drawing/2014/main" val="2908727731"/>
                    </a:ext>
                  </a:extLst>
                </a:gridCol>
                <a:gridCol w="322247">
                  <a:extLst>
                    <a:ext uri="{9D8B030D-6E8A-4147-A177-3AD203B41FA5}">
                      <a16:colId xmlns:a16="http://schemas.microsoft.com/office/drawing/2014/main" val="1569856452"/>
                    </a:ext>
                  </a:extLst>
                </a:gridCol>
                <a:gridCol w="322247">
                  <a:extLst>
                    <a:ext uri="{9D8B030D-6E8A-4147-A177-3AD203B41FA5}">
                      <a16:colId xmlns:a16="http://schemas.microsoft.com/office/drawing/2014/main" val="1582729930"/>
                    </a:ext>
                  </a:extLst>
                </a:gridCol>
                <a:gridCol w="374705">
                  <a:extLst>
                    <a:ext uri="{9D8B030D-6E8A-4147-A177-3AD203B41FA5}">
                      <a16:colId xmlns:a16="http://schemas.microsoft.com/office/drawing/2014/main" val="1375161617"/>
                    </a:ext>
                  </a:extLst>
                </a:gridCol>
                <a:gridCol w="322247">
                  <a:extLst>
                    <a:ext uri="{9D8B030D-6E8A-4147-A177-3AD203B41FA5}">
                      <a16:colId xmlns:a16="http://schemas.microsoft.com/office/drawing/2014/main" val="767694183"/>
                    </a:ext>
                  </a:extLst>
                </a:gridCol>
                <a:gridCol w="374705">
                  <a:extLst>
                    <a:ext uri="{9D8B030D-6E8A-4147-A177-3AD203B41FA5}">
                      <a16:colId xmlns:a16="http://schemas.microsoft.com/office/drawing/2014/main" val="2289927301"/>
                    </a:ext>
                  </a:extLst>
                </a:gridCol>
                <a:gridCol w="322247">
                  <a:extLst>
                    <a:ext uri="{9D8B030D-6E8A-4147-A177-3AD203B41FA5}">
                      <a16:colId xmlns:a16="http://schemas.microsoft.com/office/drawing/2014/main" val="2512519144"/>
                    </a:ext>
                  </a:extLst>
                </a:gridCol>
                <a:gridCol w="374705">
                  <a:extLst>
                    <a:ext uri="{9D8B030D-6E8A-4147-A177-3AD203B41FA5}">
                      <a16:colId xmlns:a16="http://schemas.microsoft.com/office/drawing/2014/main" val="2788814027"/>
                    </a:ext>
                  </a:extLst>
                </a:gridCol>
                <a:gridCol w="322247">
                  <a:extLst>
                    <a:ext uri="{9D8B030D-6E8A-4147-A177-3AD203B41FA5}">
                      <a16:colId xmlns:a16="http://schemas.microsoft.com/office/drawing/2014/main" val="124963802"/>
                    </a:ext>
                  </a:extLst>
                </a:gridCol>
                <a:gridCol w="344729">
                  <a:extLst>
                    <a:ext uri="{9D8B030D-6E8A-4147-A177-3AD203B41FA5}">
                      <a16:colId xmlns:a16="http://schemas.microsoft.com/office/drawing/2014/main" val="3070042544"/>
                    </a:ext>
                  </a:extLst>
                </a:gridCol>
                <a:gridCol w="374705">
                  <a:extLst>
                    <a:ext uri="{9D8B030D-6E8A-4147-A177-3AD203B41FA5}">
                      <a16:colId xmlns:a16="http://schemas.microsoft.com/office/drawing/2014/main" val="3254799817"/>
                    </a:ext>
                  </a:extLst>
                </a:gridCol>
              </a:tblGrid>
              <a:tr h="439579">
                <a:tc>
                  <a:txBody>
                    <a:bodyPr/>
                    <a:lstStyle/>
                    <a:p>
                      <a:pPr algn="ctr" fontAlgn="ctr"/>
                      <a:r>
                        <a:rPr lang="en-US" sz="1050" b="1" i="0" u="none" strike="noStrike" dirty="0">
                          <a:solidFill>
                            <a:srgbClr val="FFFFFF"/>
                          </a:solidFill>
                          <a:effectLst/>
                          <a:latin typeface="Verdana" panose="020B0604030504040204" pitchFamily="34" charset="0"/>
                        </a:rPr>
                        <a:t>Time/Date</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ctr"/>
                      <a:r>
                        <a:rPr lang="en-US" sz="1050" b="0" i="0" u="none" strike="noStrike">
                          <a:solidFill>
                            <a:srgbClr val="FFFFFF"/>
                          </a:solidFill>
                          <a:effectLst/>
                          <a:latin typeface="Verdana" panose="020B0604030504040204" pitchFamily="34" charset="0"/>
                        </a:rPr>
                        <a:t>1</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2</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4</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6</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7</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8</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10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11</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12</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13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14</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15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16</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17</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18</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19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20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21</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22</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23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24</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25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26</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27</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28</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29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30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050" b="0" i="0" u="none" strike="noStrike">
                          <a:solidFill>
                            <a:srgbClr val="FFFFFF"/>
                          </a:solidFill>
                          <a:effectLst/>
                          <a:latin typeface="Verdana" panose="020B0604030504040204" pitchFamily="34" charset="0"/>
                        </a:rPr>
                        <a:t>31</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extLst>
                  <a:ext uri="{0D108BD9-81ED-4DB2-BD59-A6C34878D82A}">
                    <a16:rowId xmlns:a16="http://schemas.microsoft.com/office/drawing/2014/main" val="1800351020"/>
                  </a:ext>
                </a:extLst>
              </a:tr>
              <a:tr h="222333">
                <a:tc>
                  <a:txBody>
                    <a:bodyPr/>
                    <a:lstStyle/>
                    <a:p>
                      <a:pPr algn="ctr" fontAlgn="b"/>
                      <a:r>
                        <a:rPr lang="en-US" sz="1050" b="1" i="0" u="none" strike="noStrike">
                          <a:solidFill>
                            <a:srgbClr val="000000"/>
                          </a:solidFill>
                          <a:effectLst/>
                          <a:latin typeface="Verdana" panose="020B0604030504040204" pitchFamily="34" charset="0"/>
                        </a:rPr>
                        <a:t>06:00</a:t>
                      </a:r>
                    </a:p>
                  </a:txBody>
                  <a:tcPr marL="3747" marR="3747" marT="37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Verdana" panose="020B0604030504040204" pitchFamily="34" charset="0"/>
                        </a:rPr>
                        <a:t>360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4DF82"/>
                    </a:solidFill>
                  </a:tcPr>
                </a:tc>
                <a:tc>
                  <a:txBody>
                    <a:bodyPr/>
                    <a:lstStyle/>
                    <a:p>
                      <a:pPr algn="ctr" fontAlgn="ctr"/>
                      <a:r>
                        <a:rPr lang="en-US" sz="1050" b="0" i="0" u="none" strike="noStrike">
                          <a:solidFill>
                            <a:srgbClr val="000000"/>
                          </a:solidFill>
                          <a:effectLst/>
                          <a:latin typeface="Verdana" panose="020B0604030504040204" pitchFamily="34" charset="0"/>
                        </a:rPr>
                        <a:t>254</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0E784"/>
                    </a:solidFill>
                  </a:tcPr>
                </a:tc>
                <a:tc>
                  <a:txBody>
                    <a:bodyPr/>
                    <a:lstStyle/>
                    <a:p>
                      <a:pPr algn="ctr" fontAlgn="ctr"/>
                      <a:r>
                        <a:rPr lang="en-US" sz="1050" b="0" i="0" u="none" strike="noStrike">
                          <a:solidFill>
                            <a:srgbClr val="000000"/>
                          </a:solidFill>
                          <a:effectLst/>
                          <a:latin typeface="Verdana" panose="020B0604030504040204" pitchFamily="34" charset="0"/>
                        </a:rPr>
                        <a:t>194</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A83"/>
                    </a:solidFill>
                  </a:tcPr>
                </a:tc>
                <a:tc>
                  <a:txBody>
                    <a:bodyPr/>
                    <a:lstStyle/>
                    <a:p>
                      <a:pPr algn="ctr" fontAlgn="ctr"/>
                      <a:r>
                        <a:rPr lang="en-US" sz="1050" b="0" i="0" u="none" strike="noStrike">
                          <a:solidFill>
                            <a:srgbClr val="000000"/>
                          </a:solidFill>
                          <a:effectLst/>
                          <a:latin typeface="Verdana" panose="020B0604030504040204" pitchFamily="34" charset="0"/>
                        </a:rPr>
                        <a:t>22</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776D"/>
                    </a:solidFill>
                  </a:tcPr>
                </a:tc>
                <a:tc>
                  <a:txBody>
                    <a:bodyPr/>
                    <a:lstStyle/>
                    <a:p>
                      <a:pPr algn="ctr" fontAlgn="ctr"/>
                      <a:r>
                        <a:rPr lang="en-US" sz="1050" b="0" i="0" u="none" strike="noStrike">
                          <a:solidFill>
                            <a:srgbClr val="000000"/>
                          </a:solidFill>
                          <a:effectLst/>
                          <a:latin typeface="Verdana" panose="020B0604030504040204" pitchFamily="34" charset="0"/>
                        </a:rPr>
                        <a:t>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ctr" fontAlgn="ctr"/>
                      <a:r>
                        <a:rPr lang="en-US" sz="1050" b="0" i="0" u="none" strike="noStrike">
                          <a:solidFill>
                            <a:srgbClr val="000000"/>
                          </a:solidFill>
                          <a:effectLst/>
                          <a:latin typeface="Verdana" panose="020B0604030504040204" pitchFamily="34" charset="0"/>
                        </a:rPr>
                        <a:t>116</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679"/>
                    </a:solidFill>
                  </a:tcPr>
                </a:tc>
                <a:tc>
                  <a:txBody>
                    <a:bodyPr/>
                    <a:lstStyle/>
                    <a:p>
                      <a:pPr algn="ctr" fontAlgn="ctr"/>
                      <a:r>
                        <a:rPr lang="en-US" sz="1050" b="0" i="0" u="none" strike="noStrike">
                          <a:solidFill>
                            <a:srgbClr val="000000"/>
                          </a:solidFill>
                          <a:effectLst/>
                          <a:latin typeface="Verdana" panose="020B0604030504040204" pitchFamily="34" charset="0"/>
                        </a:rPr>
                        <a:t>92</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676"/>
                    </a:solidFill>
                  </a:tcPr>
                </a:tc>
                <a:tc>
                  <a:txBody>
                    <a:bodyPr/>
                    <a:lstStyle/>
                    <a:p>
                      <a:pPr algn="ctr" fontAlgn="ctr"/>
                      <a:r>
                        <a:rPr lang="en-US" sz="1050" b="0" i="0" u="none" strike="noStrike">
                          <a:solidFill>
                            <a:srgbClr val="000000"/>
                          </a:solidFill>
                          <a:effectLst/>
                          <a:latin typeface="Verdana" panose="020B0604030504040204" pitchFamily="34" charset="0"/>
                        </a:rPr>
                        <a:t>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ctr" fontAlgn="ctr"/>
                      <a:r>
                        <a:rPr lang="en-US" sz="1050" b="0" i="0" u="none" strike="noStrike">
                          <a:solidFill>
                            <a:srgbClr val="000000"/>
                          </a:solidFill>
                          <a:effectLst/>
                          <a:latin typeface="Verdana" panose="020B0604030504040204" pitchFamily="34" charset="0"/>
                        </a:rPr>
                        <a:t>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ctr" fontAlgn="ctr"/>
                      <a:r>
                        <a:rPr lang="en-US" sz="1050" b="0" i="0" u="none" strike="noStrike">
                          <a:solidFill>
                            <a:srgbClr val="000000"/>
                          </a:solidFill>
                          <a:effectLst/>
                          <a:latin typeface="Verdana" panose="020B0604030504040204" pitchFamily="34" charset="0"/>
                        </a:rPr>
                        <a:t>36</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816F"/>
                    </a:solidFill>
                  </a:tcPr>
                </a:tc>
                <a:tc>
                  <a:txBody>
                    <a:bodyPr/>
                    <a:lstStyle/>
                    <a:p>
                      <a:pPr algn="ctr" fontAlgn="ctr"/>
                      <a:r>
                        <a:rPr lang="en-US" sz="1050" b="0" i="0" u="none" strike="noStrike">
                          <a:solidFill>
                            <a:srgbClr val="000000"/>
                          </a:solidFill>
                          <a:effectLst/>
                          <a:latin typeface="Verdana" panose="020B0604030504040204" pitchFamily="34" charset="0"/>
                        </a:rPr>
                        <a:t>89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476"/>
                    </a:solidFill>
                  </a:tcPr>
                </a:tc>
                <a:tc>
                  <a:txBody>
                    <a:bodyPr/>
                    <a:lstStyle/>
                    <a:p>
                      <a:pPr algn="ctr" fontAlgn="ctr"/>
                      <a:r>
                        <a:rPr lang="en-US" sz="1050" b="0" i="0" u="none" strike="noStrike">
                          <a:solidFill>
                            <a:srgbClr val="000000"/>
                          </a:solidFill>
                          <a:effectLst/>
                          <a:latin typeface="Verdana" panose="020B0604030504040204" pitchFamily="34" charset="0"/>
                        </a:rPr>
                        <a:t>194</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A83"/>
                    </a:solidFill>
                  </a:tcPr>
                </a:tc>
                <a:tc>
                  <a:txBody>
                    <a:bodyPr/>
                    <a:lstStyle/>
                    <a:p>
                      <a:pPr algn="ctr" fontAlgn="ctr"/>
                      <a:r>
                        <a:rPr lang="en-US" sz="1050" b="0" i="0" u="none" strike="noStrike">
                          <a:solidFill>
                            <a:srgbClr val="000000"/>
                          </a:solidFill>
                          <a:effectLst/>
                          <a:latin typeface="Verdana" panose="020B0604030504040204" pitchFamily="34" charset="0"/>
                        </a:rPr>
                        <a:t>145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CA7D"/>
                    </a:solidFill>
                  </a:tcPr>
                </a:tc>
                <a:tc>
                  <a:txBody>
                    <a:bodyPr/>
                    <a:lstStyle/>
                    <a:p>
                      <a:pPr algn="ctr" fontAlgn="ctr"/>
                      <a:r>
                        <a:rPr lang="en-US" sz="1050" b="0" i="0" u="none" strike="noStrike">
                          <a:solidFill>
                            <a:srgbClr val="000000"/>
                          </a:solidFill>
                          <a:effectLst/>
                          <a:latin typeface="Verdana" panose="020B0604030504040204" pitchFamily="34" charset="0"/>
                        </a:rPr>
                        <a:t>97</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977"/>
                    </a:solidFill>
                  </a:tcPr>
                </a:tc>
                <a:tc>
                  <a:txBody>
                    <a:bodyPr/>
                    <a:lstStyle/>
                    <a:p>
                      <a:pPr algn="ctr" fontAlgn="ctr"/>
                      <a:r>
                        <a:rPr lang="en-US" sz="1050" b="0" i="0" u="none" strike="noStrike">
                          <a:solidFill>
                            <a:srgbClr val="000000"/>
                          </a:solidFill>
                          <a:effectLst/>
                          <a:latin typeface="Verdana" panose="020B0604030504040204" pitchFamily="34" charset="0"/>
                        </a:rPr>
                        <a:t>117</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77A"/>
                    </a:solidFill>
                  </a:tcPr>
                </a:tc>
                <a:tc>
                  <a:txBody>
                    <a:bodyPr/>
                    <a:lstStyle/>
                    <a:p>
                      <a:pPr algn="ctr" fontAlgn="ctr"/>
                      <a:r>
                        <a:rPr lang="en-US" sz="1050" b="0" i="0" u="none" strike="noStrike">
                          <a:solidFill>
                            <a:srgbClr val="000000"/>
                          </a:solidFill>
                          <a:effectLst/>
                          <a:latin typeface="Verdana" panose="020B0604030504040204" pitchFamily="34" charset="0"/>
                        </a:rPr>
                        <a:t>105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F78"/>
                    </a:solidFill>
                  </a:tcPr>
                </a:tc>
                <a:tc>
                  <a:txBody>
                    <a:bodyPr/>
                    <a:lstStyle/>
                    <a:p>
                      <a:pPr algn="ctr" fontAlgn="ctr"/>
                      <a:r>
                        <a:rPr lang="en-US" sz="1050" b="0" i="0" u="none" strike="noStrike">
                          <a:solidFill>
                            <a:srgbClr val="000000"/>
                          </a:solidFill>
                          <a:effectLst/>
                          <a:latin typeface="Verdana" panose="020B0604030504040204" pitchFamily="34" charset="0"/>
                        </a:rPr>
                        <a:t>164</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D780"/>
                    </a:solidFill>
                  </a:tcPr>
                </a:tc>
                <a:tc>
                  <a:txBody>
                    <a:bodyPr/>
                    <a:lstStyle/>
                    <a:p>
                      <a:pPr algn="ctr" fontAlgn="ctr"/>
                      <a:r>
                        <a:rPr lang="en-US" sz="1050" b="0" i="0" u="none" strike="noStrike">
                          <a:solidFill>
                            <a:srgbClr val="000000"/>
                          </a:solidFill>
                          <a:effectLst/>
                          <a:latin typeface="Verdana" panose="020B0604030504040204" pitchFamily="34" charset="0"/>
                        </a:rPr>
                        <a:t>126</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D7B"/>
                    </a:solidFill>
                  </a:tcPr>
                </a:tc>
                <a:tc>
                  <a:txBody>
                    <a:bodyPr/>
                    <a:lstStyle/>
                    <a:p>
                      <a:pPr algn="ctr" fontAlgn="ctr"/>
                      <a:r>
                        <a:rPr lang="en-US" sz="1050" b="0" i="0" u="none" strike="noStrike">
                          <a:solidFill>
                            <a:srgbClr val="000000"/>
                          </a:solidFill>
                          <a:effectLst/>
                          <a:latin typeface="Verdana" panose="020B0604030504040204" pitchFamily="34" charset="0"/>
                        </a:rPr>
                        <a:t>316</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FE283"/>
                    </a:solidFill>
                  </a:tcPr>
                </a:tc>
                <a:tc>
                  <a:txBody>
                    <a:bodyPr/>
                    <a:lstStyle/>
                    <a:p>
                      <a:pPr algn="ctr" fontAlgn="ctr"/>
                      <a:r>
                        <a:rPr lang="en-US" sz="1050" b="0" i="0" u="none" strike="noStrike">
                          <a:solidFill>
                            <a:srgbClr val="000000"/>
                          </a:solidFill>
                          <a:effectLst/>
                          <a:latin typeface="Verdana" panose="020B0604030504040204" pitchFamily="34" charset="0"/>
                        </a:rPr>
                        <a:t>250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E784"/>
                    </a:solidFill>
                  </a:tcPr>
                </a:tc>
                <a:tc>
                  <a:txBody>
                    <a:bodyPr/>
                    <a:lstStyle/>
                    <a:p>
                      <a:pPr algn="ctr" fontAlgn="ctr"/>
                      <a:r>
                        <a:rPr lang="en-US" sz="1050" b="0" i="0" u="none" strike="noStrike">
                          <a:solidFill>
                            <a:srgbClr val="000000"/>
                          </a:solidFill>
                          <a:effectLst/>
                          <a:latin typeface="Verdana" panose="020B0604030504040204" pitchFamily="34" charset="0"/>
                        </a:rPr>
                        <a:t>150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CD7E"/>
                    </a:solidFill>
                  </a:tcPr>
                </a:tc>
                <a:tc>
                  <a:txBody>
                    <a:bodyPr/>
                    <a:lstStyle/>
                    <a:p>
                      <a:pPr algn="ctr" fontAlgn="ctr"/>
                      <a:r>
                        <a:rPr lang="en-US" sz="1050" b="0" i="0" u="none" strike="noStrike">
                          <a:solidFill>
                            <a:srgbClr val="000000"/>
                          </a:solidFill>
                          <a:effectLst/>
                          <a:latin typeface="Verdana" panose="020B0604030504040204" pitchFamily="34" charset="0"/>
                        </a:rPr>
                        <a:t>126</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D7B"/>
                    </a:solidFill>
                  </a:tcPr>
                </a:tc>
                <a:tc>
                  <a:txBody>
                    <a:bodyPr/>
                    <a:lstStyle/>
                    <a:p>
                      <a:pPr algn="ctr" fontAlgn="ctr"/>
                      <a:r>
                        <a:rPr lang="en-US" sz="1050" b="0" i="0" u="none" strike="noStrike">
                          <a:solidFill>
                            <a:srgbClr val="000000"/>
                          </a:solidFill>
                          <a:effectLst/>
                          <a:latin typeface="Verdana" panose="020B0604030504040204" pitchFamily="34" charset="0"/>
                        </a:rPr>
                        <a:t>133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C27C"/>
                    </a:solidFill>
                  </a:tcPr>
                </a:tc>
                <a:tc>
                  <a:txBody>
                    <a:bodyPr/>
                    <a:lstStyle/>
                    <a:p>
                      <a:pPr algn="ctr" fontAlgn="ctr"/>
                      <a:r>
                        <a:rPr lang="en-US" sz="1050" b="0" i="0" u="none" strike="noStrike">
                          <a:solidFill>
                            <a:srgbClr val="000000"/>
                          </a:solidFill>
                          <a:effectLst/>
                          <a:latin typeface="Verdana" panose="020B0604030504040204" pitchFamily="34" charset="0"/>
                        </a:rPr>
                        <a:t>29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7C6E"/>
                    </a:solidFill>
                  </a:tcPr>
                </a:tc>
                <a:tc>
                  <a:txBody>
                    <a:bodyPr/>
                    <a:lstStyle/>
                    <a:p>
                      <a:pPr algn="ctr" fontAlgn="ctr"/>
                      <a:r>
                        <a:rPr lang="en-US" sz="1050" b="0" i="0" u="none" strike="noStrike">
                          <a:solidFill>
                            <a:srgbClr val="000000"/>
                          </a:solidFill>
                          <a:effectLst/>
                          <a:latin typeface="Verdana" panose="020B0604030504040204" pitchFamily="34" charset="0"/>
                        </a:rPr>
                        <a:t>29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7C6E"/>
                    </a:solidFill>
                  </a:tcPr>
                </a:tc>
                <a:tc>
                  <a:txBody>
                    <a:bodyPr/>
                    <a:lstStyle/>
                    <a:p>
                      <a:pPr algn="ctr" fontAlgn="ctr"/>
                      <a:r>
                        <a:rPr lang="en-US" sz="1050" b="0" i="0" u="none" strike="noStrike">
                          <a:solidFill>
                            <a:srgbClr val="000000"/>
                          </a:solidFill>
                          <a:effectLst/>
                          <a:latin typeface="Verdana" panose="020B0604030504040204" pitchFamily="34" charset="0"/>
                        </a:rPr>
                        <a:t>29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7C6E"/>
                    </a:solidFill>
                  </a:tcPr>
                </a:tc>
                <a:tc>
                  <a:txBody>
                    <a:bodyPr/>
                    <a:lstStyle/>
                    <a:p>
                      <a:pPr algn="ctr" fontAlgn="ctr"/>
                      <a:r>
                        <a:rPr lang="en-US" sz="1050" b="0" i="0" u="none" strike="noStrike">
                          <a:solidFill>
                            <a:srgbClr val="000000"/>
                          </a:solidFill>
                          <a:effectLst/>
                          <a:latin typeface="Verdana" panose="020B0604030504040204" pitchFamily="34" charset="0"/>
                        </a:rPr>
                        <a:t>29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7C6E"/>
                    </a:solidFill>
                  </a:tcPr>
                </a:tc>
                <a:tc>
                  <a:txBody>
                    <a:bodyPr/>
                    <a:lstStyle/>
                    <a:p>
                      <a:pPr algn="ctr" fontAlgn="ctr"/>
                      <a:r>
                        <a:rPr lang="en-US" sz="1050" b="0" i="0" u="none" strike="noStrike">
                          <a:solidFill>
                            <a:srgbClr val="000000"/>
                          </a:solidFill>
                          <a:effectLst/>
                          <a:latin typeface="Verdana" panose="020B0604030504040204" pitchFamily="34" charset="0"/>
                        </a:rPr>
                        <a:t>29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7C6E"/>
                    </a:solidFill>
                  </a:tcPr>
                </a:tc>
                <a:tc>
                  <a:txBody>
                    <a:bodyPr/>
                    <a:lstStyle/>
                    <a:p>
                      <a:pPr algn="ctr" fontAlgn="ctr"/>
                      <a:r>
                        <a:rPr lang="en-US" sz="1050" b="0" i="0" u="none" strike="noStrike">
                          <a:solidFill>
                            <a:srgbClr val="000000"/>
                          </a:solidFill>
                          <a:effectLst/>
                          <a:latin typeface="Verdana" panose="020B0604030504040204" pitchFamily="34" charset="0"/>
                        </a:rPr>
                        <a:t>29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7C6E"/>
                    </a:solidFill>
                  </a:tcPr>
                </a:tc>
                <a:tc>
                  <a:txBody>
                    <a:bodyPr/>
                    <a:lstStyle/>
                    <a:p>
                      <a:pPr algn="ctr" fontAlgn="ctr"/>
                      <a:r>
                        <a:rPr lang="en-US" sz="1050" b="0" i="0" u="none" strike="noStrike">
                          <a:solidFill>
                            <a:srgbClr val="000000"/>
                          </a:solidFill>
                          <a:effectLst/>
                          <a:latin typeface="Verdana" panose="020B0604030504040204" pitchFamily="34" charset="0"/>
                        </a:rPr>
                        <a:t>29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7C6E"/>
                    </a:solidFill>
                  </a:tcPr>
                </a:tc>
                <a:tc>
                  <a:txBody>
                    <a:bodyPr/>
                    <a:lstStyle/>
                    <a:p>
                      <a:pPr algn="ctr" fontAlgn="ctr"/>
                      <a:r>
                        <a:rPr lang="en-US" sz="1050" b="0" i="0" u="none" strike="noStrike">
                          <a:solidFill>
                            <a:srgbClr val="000000"/>
                          </a:solidFill>
                          <a:effectLst/>
                          <a:latin typeface="Verdana" panose="020B0604030504040204" pitchFamily="34" charset="0"/>
                        </a:rPr>
                        <a:t>95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877"/>
                    </a:solidFill>
                  </a:tcPr>
                </a:tc>
                <a:extLst>
                  <a:ext uri="{0D108BD9-81ED-4DB2-BD59-A6C34878D82A}">
                    <a16:rowId xmlns:a16="http://schemas.microsoft.com/office/drawing/2014/main" val="2863959299"/>
                  </a:ext>
                </a:extLst>
              </a:tr>
              <a:tr h="222333">
                <a:tc>
                  <a:txBody>
                    <a:bodyPr/>
                    <a:lstStyle/>
                    <a:p>
                      <a:pPr algn="ctr" fontAlgn="b"/>
                      <a:r>
                        <a:rPr lang="en-US" sz="1050" b="1" i="0" u="none" strike="noStrike">
                          <a:solidFill>
                            <a:srgbClr val="000000"/>
                          </a:solidFill>
                          <a:effectLst/>
                          <a:latin typeface="Verdana" panose="020B0604030504040204" pitchFamily="34" charset="0"/>
                        </a:rPr>
                        <a:t>07:00</a:t>
                      </a:r>
                    </a:p>
                  </a:txBody>
                  <a:tcPr marL="3747" marR="3747" marT="37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Verdana" panose="020B0604030504040204" pitchFamily="34" charset="0"/>
                        </a:rPr>
                        <a:t>403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8DC81"/>
                    </a:solidFill>
                  </a:tcPr>
                </a:tc>
                <a:tc>
                  <a:txBody>
                    <a:bodyPr/>
                    <a:lstStyle/>
                    <a:p>
                      <a:pPr algn="ctr" fontAlgn="ctr"/>
                      <a:r>
                        <a:rPr lang="en-US" sz="1050" b="0" i="0" u="none" strike="noStrike">
                          <a:solidFill>
                            <a:srgbClr val="000000"/>
                          </a:solidFill>
                          <a:effectLst/>
                          <a:latin typeface="Verdana" panose="020B0604030504040204" pitchFamily="34" charset="0"/>
                        </a:rPr>
                        <a:t>135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C37C"/>
                    </a:solidFill>
                  </a:tcPr>
                </a:tc>
                <a:tc>
                  <a:txBody>
                    <a:bodyPr/>
                    <a:lstStyle/>
                    <a:p>
                      <a:pPr algn="ctr" fontAlgn="ctr"/>
                      <a:r>
                        <a:rPr lang="en-US" sz="1050" b="0" i="0" u="none" strike="noStrike">
                          <a:solidFill>
                            <a:srgbClr val="000000"/>
                          </a:solidFill>
                          <a:effectLst/>
                          <a:latin typeface="Verdana" panose="020B0604030504040204" pitchFamily="34" charset="0"/>
                        </a:rPr>
                        <a:t>79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9D75"/>
                    </a:solidFill>
                  </a:tcPr>
                </a:tc>
                <a:tc>
                  <a:txBody>
                    <a:bodyPr/>
                    <a:lstStyle/>
                    <a:p>
                      <a:pPr algn="ctr" fontAlgn="ctr"/>
                      <a:r>
                        <a:rPr lang="en-US" sz="1050" b="0" i="0" u="none" strike="noStrike">
                          <a:solidFill>
                            <a:srgbClr val="000000"/>
                          </a:solidFill>
                          <a:effectLst/>
                          <a:latin typeface="Verdana" panose="020B0604030504040204" pitchFamily="34" charset="0"/>
                        </a:rPr>
                        <a:t>11</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706C"/>
                    </a:solidFill>
                  </a:tcPr>
                </a:tc>
                <a:tc>
                  <a:txBody>
                    <a:bodyPr/>
                    <a:lstStyle/>
                    <a:p>
                      <a:pPr algn="ctr" fontAlgn="ctr"/>
                      <a:r>
                        <a:rPr lang="en-US" sz="1050" b="0" i="0" u="none" strike="noStrike">
                          <a:solidFill>
                            <a:srgbClr val="000000"/>
                          </a:solidFill>
                          <a:effectLst/>
                          <a:latin typeface="Verdana" panose="020B0604030504040204" pitchFamily="34" charset="0"/>
                        </a:rPr>
                        <a:t>47</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8871"/>
                    </a:solidFill>
                  </a:tcPr>
                </a:tc>
                <a:tc>
                  <a:txBody>
                    <a:bodyPr/>
                    <a:lstStyle/>
                    <a:p>
                      <a:pPr algn="ctr" fontAlgn="ctr"/>
                      <a:r>
                        <a:rPr lang="en-US" sz="1050" b="0" i="0" u="none" strike="noStrike">
                          <a:solidFill>
                            <a:srgbClr val="000000"/>
                          </a:solidFill>
                          <a:effectLst/>
                          <a:latin typeface="Verdana" panose="020B0604030504040204" pitchFamily="34" charset="0"/>
                        </a:rPr>
                        <a:t>159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D37F"/>
                    </a:solidFill>
                  </a:tcPr>
                </a:tc>
                <a:tc>
                  <a:txBody>
                    <a:bodyPr/>
                    <a:lstStyle/>
                    <a:p>
                      <a:pPr algn="ctr" fontAlgn="ctr"/>
                      <a:r>
                        <a:rPr lang="en-US" sz="1050" b="0" i="0" u="none" strike="noStrike">
                          <a:solidFill>
                            <a:srgbClr val="000000"/>
                          </a:solidFill>
                          <a:effectLst/>
                          <a:latin typeface="Verdana" panose="020B0604030504040204" pitchFamily="34" charset="0"/>
                        </a:rPr>
                        <a:t>4</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B6B"/>
                    </a:solidFill>
                  </a:tcPr>
                </a:tc>
                <a:tc>
                  <a:txBody>
                    <a:bodyPr/>
                    <a:lstStyle/>
                    <a:p>
                      <a:pPr algn="ctr" fontAlgn="ctr"/>
                      <a:r>
                        <a:rPr lang="en-US" sz="1050" b="0" i="0" u="none" strike="noStrike">
                          <a:solidFill>
                            <a:srgbClr val="000000"/>
                          </a:solidFill>
                          <a:effectLst/>
                          <a:latin typeface="Verdana" panose="020B0604030504040204" pitchFamily="34" charset="0"/>
                        </a:rPr>
                        <a:t>4</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B6B"/>
                    </a:solidFill>
                  </a:tcPr>
                </a:tc>
                <a:tc>
                  <a:txBody>
                    <a:bodyPr/>
                    <a:lstStyle/>
                    <a:p>
                      <a:pPr algn="ctr" fontAlgn="ctr"/>
                      <a:r>
                        <a:rPr lang="en-US" sz="1050" b="0" i="0" u="none" strike="noStrike">
                          <a:solidFill>
                            <a:srgbClr val="000000"/>
                          </a:solidFill>
                          <a:effectLst/>
                          <a:latin typeface="Verdana" panose="020B0604030504040204" pitchFamily="34" charset="0"/>
                        </a:rPr>
                        <a:t>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ctr" fontAlgn="ctr"/>
                      <a:r>
                        <a:rPr lang="en-US" sz="1050" b="0" i="0" u="none" strike="noStrike">
                          <a:solidFill>
                            <a:srgbClr val="000000"/>
                          </a:solidFill>
                          <a:effectLst/>
                          <a:latin typeface="Verdana" panose="020B0604030504040204" pitchFamily="34" charset="0"/>
                        </a:rPr>
                        <a:t>24</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786E"/>
                    </a:solidFill>
                  </a:tcPr>
                </a:tc>
                <a:tc>
                  <a:txBody>
                    <a:bodyPr/>
                    <a:lstStyle/>
                    <a:p>
                      <a:pPr algn="ctr" fontAlgn="ctr"/>
                      <a:r>
                        <a:rPr lang="en-US" sz="1050" b="0" i="0" u="none" strike="noStrike">
                          <a:solidFill>
                            <a:srgbClr val="000000"/>
                          </a:solidFill>
                          <a:effectLst/>
                          <a:latin typeface="Verdana" panose="020B0604030504040204" pitchFamily="34" charset="0"/>
                        </a:rPr>
                        <a:t>26</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7A6E"/>
                    </a:solidFill>
                  </a:tcPr>
                </a:tc>
                <a:tc>
                  <a:txBody>
                    <a:bodyPr/>
                    <a:lstStyle/>
                    <a:p>
                      <a:pPr algn="ctr" fontAlgn="ctr"/>
                      <a:r>
                        <a:rPr lang="en-US" sz="1050" b="0" i="0" u="none" strike="noStrike">
                          <a:solidFill>
                            <a:srgbClr val="000000"/>
                          </a:solidFill>
                          <a:effectLst/>
                          <a:latin typeface="Verdana" panose="020B0604030504040204" pitchFamily="34" charset="0"/>
                        </a:rPr>
                        <a:t>194</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A83"/>
                    </a:solidFill>
                  </a:tcPr>
                </a:tc>
                <a:tc>
                  <a:txBody>
                    <a:bodyPr/>
                    <a:lstStyle/>
                    <a:p>
                      <a:pPr algn="ctr" fontAlgn="ctr"/>
                      <a:r>
                        <a:rPr lang="en-US" sz="1050" b="0" i="0" u="none" strike="noStrike">
                          <a:solidFill>
                            <a:srgbClr val="000000"/>
                          </a:solidFill>
                          <a:effectLst/>
                          <a:latin typeface="Verdana" panose="020B0604030504040204" pitchFamily="34" charset="0"/>
                        </a:rPr>
                        <a:t>6</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D6B"/>
                    </a:solidFill>
                  </a:tcPr>
                </a:tc>
                <a:tc>
                  <a:txBody>
                    <a:bodyPr/>
                    <a:lstStyle/>
                    <a:p>
                      <a:pPr algn="ctr" fontAlgn="ctr"/>
                      <a:r>
                        <a:rPr lang="en-US" sz="1050" b="0" i="0" u="none" strike="noStrike">
                          <a:solidFill>
                            <a:srgbClr val="000000"/>
                          </a:solidFill>
                          <a:effectLst/>
                          <a:latin typeface="Verdana" panose="020B0604030504040204" pitchFamily="34" charset="0"/>
                        </a:rPr>
                        <a:t>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ctr" fontAlgn="ctr"/>
                      <a:r>
                        <a:rPr lang="en-US" sz="1050" b="0" i="0" u="none" strike="noStrike">
                          <a:solidFill>
                            <a:srgbClr val="000000"/>
                          </a:solidFill>
                          <a:effectLst/>
                          <a:latin typeface="Verdana" panose="020B0604030504040204" pitchFamily="34" charset="0"/>
                        </a:rPr>
                        <a:t>138</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C57C"/>
                    </a:solidFill>
                  </a:tcPr>
                </a:tc>
                <a:tc>
                  <a:txBody>
                    <a:bodyPr/>
                    <a:lstStyle/>
                    <a:p>
                      <a:pPr algn="ctr" fontAlgn="ctr"/>
                      <a:r>
                        <a:rPr lang="en-US" sz="1050" b="0" i="0" u="none" strike="noStrike">
                          <a:solidFill>
                            <a:srgbClr val="000000"/>
                          </a:solidFill>
                          <a:effectLst/>
                          <a:latin typeface="Verdana" panose="020B0604030504040204" pitchFamily="34" charset="0"/>
                        </a:rPr>
                        <a:t>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ctr" fontAlgn="ctr"/>
                      <a:r>
                        <a:rPr lang="en-US" sz="1050" b="0" i="0" u="none" strike="noStrike">
                          <a:solidFill>
                            <a:srgbClr val="000000"/>
                          </a:solidFill>
                          <a:effectLst/>
                          <a:latin typeface="Verdana" panose="020B0604030504040204" pitchFamily="34" charset="0"/>
                        </a:rPr>
                        <a:t>79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9D75"/>
                    </a:solidFill>
                  </a:tcPr>
                </a:tc>
                <a:tc>
                  <a:txBody>
                    <a:bodyPr/>
                    <a:lstStyle/>
                    <a:p>
                      <a:pPr algn="ctr" fontAlgn="ctr"/>
                      <a:r>
                        <a:rPr lang="en-US" sz="1050" b="0" i="0" u="none" strike="noStrike">
                          <a:solidFill>
                            <a:srgbClr val="000000"/>
                          </a:solidFill>
                          <a:effectLst/>
                          <a:latin typeface="Verdana" panose="020B0604030504040204" pitchFamily="34" charset="0"/>
                        </a:rPr>
                        <a:t>115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679"/>
                    </a:solidFill>
                  </a:tcPr>
                </a:tc>
                <a:tc>
                  <a:txBody>
                    <a:bodyPr/>
                    <a:lstStyle/>
                    <a:p>
                      <a:pPr algn="ctr" fontAlgn="ctr"/>
                      <a:r>
                        <a:rPr lang="en-US" sz="1050" b="0" i="0" u="none" strike="noStrike">
                          <a:solidFill>
                            <a:srgbClr val="000000"/>
                          </a:solidFill>
                          <a:effectLst/>
                          <a:latin typeface="Verdana" panose="020B0604030504040204" pitchFamily="34" charset="0"/>
                        </a:rPr>
                        <a:t>230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E984"/>
                    </a:solidFill>
                  </a:tcPr>
                </a:tc>
                <a:tc>
                  <a:txBody>
                    <a:bodyPr/>
                    <a:lstStyle/>
                    <a:p>
                      <a:pPr algn="ctr" fontAlgn="ctr"/>
                      <a:r>
                        <a:rPr lang="en-US" sz="1050" b="0" i="0" u="none" strike="noStrike">
                          <a:solidFill>
                            <a:srgbClr val="000000"/>
                          </a:solidFill>
                          <a:effectLst/>
                          <a:latin typeface="Verdana" panose="020B0604030504040204" pitchFamily="34" charset="0"/>
                        </a:rPr>
                        <a:t>222</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E984"/>
                    </a:solidFill>
                  </a:tcPr>
                </a:tc>
                <a:tc>
                  <a:txBody>
                    <a:bodyPr/>
                    <a:lstStyle/>
                    <a:p>
                      <a:pPr algn="ctr" fontAlgn="ctr"/>
                      <a:r>
                        <a:rPr lang="en-US" sz="1050" b="0" i="0" u="none" strike="noStrike">
                          <a:solidFill>
                            <a:srgbClr val="000000"/>
                          </a:solidFill>
                          <a:effectLst/>
                          <a:latin typeface="Verdana" panose="020B0604030504040204" pitchFamily="34" charset="0"/>
                        </a:rPr>
                        <a:t>126</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D7B"/>
                    </a:solidFill>
                  </a:tcPr>
                </a:tc>
                <a:tc>
                  <a:txBody>
                    <a:bodyPr/>
                    <a:lstStyle/>
                    <a:p>
                      <a:pPr algn="ctr" fontAlgn="ctr"/>
                      <a:r>
                        <a:rPr lang="en-US" sz="1050" b="0" i="0" u="none" strike="noStrike">
                          <a:solidFill>
                            <a:srgbClr val="000000"/>
                          </a:solidFill>
                          <a:effectLst/>
                          <a:latin typeface="Verdana" panose="020B0604030504040204" pitchFamily="34" charset="0"/>
                        </a:rPr>
                        <a:t>126</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D7B"/>
                    </a:solidFill>
                  </a:tcPr>
                </a:tc>
                <a:tc>
                  <a:txBody>
                    <a:bodyPr/>
                    <a:lstStyle/>
                    <a:p>
                      <a:pPr algn="ctr" fontAlgn="ctr"/>
                      <a:r>
                        <a:rPr lang="en-US" sz="1050" b="0" i="0" u="none" strike="noStrike">
                          <a:solidFill>
                            <a:srgbClr val="000000"/>
                          </a:solidFill>
                          <a:effectLst/>
                          <a:latin typeface="Verdana" panose="020B0604030504040204" pitchFamily="34" charset="0"/>
                        </a:rPr>
                        <a:t>157</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D17F"/>
                    </a:solidFill>
                  </a:tcPr>
                </a:tc>
                <a:tc>
                  <a:txBody>
                    <a:bodyPr/>
                    <a:lstStyle/>
                    <a:p>
                      <a:pPr algn="ctr" fontAlgn="ctr"/>
                      <a:r>
                        <a:rPr lang="en-US" sz="1050" b="0" i="0" u="none" strike="noStrike">
                          <a:solidFill>
                            <a:srgbClr val="000000"/>
                          </a:solidFill>
                          <a:effectLst/>
                          <a:latin typeface="Verdana" panose="020B0604030504040204" pitchFamily="34" charset="0"/>
                        </a:rPr>
                        <a:t>29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7C6E"/>
                    </a:solidFill>
                  </a:tcPr>
                </a:tc>
                <a:tc>
                  <a:txBody>
                    <a:bodyPr/>
                    <a:lstStyle/>
                    <a:p>
                      <a:pPr algn="ctr" fontAlgn="ctr"/>
                      <a:r>
                        <a:rPr lang="en-US" sz="1050" b="0" i="0" u="none" strike="noStrike">
                          <a:solidFill>
                            <a:srgbClr val="000000"/>
                          </a:solidFill>
                          <a:effectLst/>
                          <a:latin typeface="Verdana" panose="020B0604030504040204" pitchFamily="34" charset="0"/>
                        </a:rPr>
                        <a:t>29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7C6E"/>
                    </a:solidFill>
                  </a:tcPr>
                </a:tc>
                <a:tc>
                  <a:txBody>
                    <a:bodyPr/>
                    <a:lstStyle/>
                    <a:p>
                      <a:pPr algn="ctr" fontAlgn="ctr"/>
                      <a:r>
                        <a:rPr lang="en-US" sz="1050" b="0" i="0" u="none" strike="noStrike">
                          <a:solidFill>
                            <a:srgbClr val="000000"/>
                          </a:solidFill>
                          <a:effectLst/>
                          <a:latin typeface="Verdana" panose="020B0604030504040204" pitchFamily="34" charset="0"/>
                        </a:rPr>
                        <a:t>45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8670"/>
                    </a:solidFill>
                  </a:tcPr>
                </a:tc>
                <a:tc>
                  <a:txBody>
                    <a:bodyPr/>
                    <a:lstStyle/>
                    <a:p>
                      <a:pPr algn="ctr" fontAlgn="ctr"/>
                      <a:r>
                        <a:rPr lang="en-US" sz="1050" b="0" i="0" u="none" strike="noStrike">
                          <a:solidFill>
                            <a:srgbClr val="000000"/>
                          </a:solidFill>
                          <a:effectLst/>
                          <a:latin typeface="Verdana" panose="020B0604030504040204" pitchFamily="34" charset="0"/>
                        </a:rPr>
                        <a:t>29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7C6E"/>
                    </a:solidFill>
                  </a:tcPr>
                </a:tc>
                <a:tc>
                  <a:txBody>
                    <a:bodyPr/>
                    <a:lstStyle/>
                    <a:p>
                      <a:pPr algn="ctr" fontAlgn="ctr"/>
                      <a:r>
                        <a:rPr lang="en-US" sz="1050" b="0" i="0" u="none" strike="noStrike">
                          <a:solidFill>
                            <a:srgbClr val="000000"/>
                          </a:solidFill>
                          <a:effectLst/>
                          <a:latin typeface="Verdana" panose="020B0604030504040204" pitchFamily="34" charset="0"/>
                        </a:rPr>
                        <a:t>29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7C6E"/>
                    </a:solidFill>
                  </a:tcPr>
                </a:tc>
                <a:tc>
                  <a:txBody>
                    <a:bodyPr/>
                    <a:lstStyle/>
                    <a:p>
                      <a:pPr algn="ctr" fontAlgn="ctr"/>
                      <a:r>
                        <a:rPr lang="en-US" sz="1050" b="0" i="0" u="none" strike="noStrike">
                          <a:solidFill>
                            <a:srgbClr val="000000"/>
                          </a:solidFill>
                          <a:effectLst/>
                          <a:latin typeface="Verdana" panose="020B0604030504040204" pitchFamily="34" charset="0"/>
                        </a:rPr>
                        <a:t>29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7C6E"/>
                    </a:solidFill>
                  </a:tcPr>
                </a:tc>
                <a:tc>
                  <a:txBody>
                    <a:bodyPr/>
                    <a:lstStyle/>
                    <a:p>
                      <a:pPr algn="ctr" fontAlgn="ctr"/>
                      <a:r>
                        <a:rPr lang="en-US" sz="1050" b="0" i="0" u="none" strike="noStrike">
                          <a:solidFill>
                            <a:srgbClr val="000000"/>
                          </a:solidFill>
                          <a:effectLst/>
                          <a:latin typeface="Verdana" panose="020B0604030504040204" pitchFamily="34" charset="0"/>
                        </a:rPr>
                        <a:t>42</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8470"/>
                    </a:solidFill>
                  </a:tcPr>
                </a:tc>
                <a:tc>
                  <a:txBody>
                    <a:bodyPr/>
                    <a:lstStyle/>
                    <a:p>
                      <a:pPr algn="ctr" fontAlgn="ctr"/>
                      <a:r>
                        <a:rPr lang="en-US" sz="1050" b="0" i="0" u="none" strike="noStrike">
                          <a:solidFill>
                            <a:srgbClr val="000000"/>
                          </a:solidFill>
                          <a:effectLst/>
                          <a:latin typeface="Verdana" panose="020B0604030504040204" pitchFamily="34" charset="0"/>
                        </a:rPr>
                        <a:t>43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8570"/>
                    </a:solidFill>
                  </a:tcPr>
                </a:tc>
                <a:extLst>
                  <a:ext uri="{0D108BD9-81ED-4DB2-BD59-A6C34878D82A}">
                    <a16:rowId xmlns:a16="http://schemas.microsoft.com/office/drawing/2014/main" val="2416658958"/>
                  </a:ext>
                </a:extLst>
              </a:tr>
              <a:tr h="222333">
                <a:tc>
                  <a:txBody>
                    <a:bodyPr/>
                    <a:lstStyle/>
                    <a:p>
                      <a:pPr algn="ctr" fontAlgn="b"/>
                      <a:r>
                        <a:rPr lang="en-US" sz="1050" b="1" i="0" u="none" strike="noStrike">
                          <a:solidFill>
                            <a:srgbClr val="000000"/>
                          </a:solidFill>
                          <a:effectLst/>
                          <a:latin typeface="Verdana" panose="020B0604030504040204" pitchFamily="34" charset="0"/>
                        </a:rPr>
                        <a:t>08:00</a:t>
                      </a:r>
                    </a:p>
                  </a:txBody>
                  <a:tcPr marL="3747" marR="3747" marT="37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Verdana" panose="020B0604030504040204" pitchFamily="34" charset="0"/>
                        </a:rPr>
                        <a:t>304</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383"/>
                    </a:solidFill>
                  </a:tcPr>
                </a:tc>
                <a:tc>
                  <a:txBody>
                    <a:bodyPr/>
                    <a:lstStyle/>
                    <a:p>
                      <a:pPr algn="ctr" fontAlgn="ctr"/>
                      <a:r>
                        <a:rPr lang="en-US" sz="1050" b="0" i="0" u="none" strike="noStrike">
                          <a:solidFill>
                            <a:srgbClr val="000000"/>
                          </a:solidFill>
                          <a:effectLst/>
                          <a:latin typeface="Verdana" panose="020B0604030504040204" pitchFamily="34" charset="0"/>
                        </a:rPr>
                        <a:t>55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8D72"/>
                    </a:solidFill>
                  </a:tcPr>
                </a:tc>
                <a:tc>
                  <a:txBody>
                    <a:bodyPr/>
                    <a:lstStyle/>
                    <a:p>
                      <a:pPr algn="ctr" fontAlgn="ctr"/>
                      <a:r>
                        <a:rPr lang="en-US" sz="1050" b="0" i="0" u="none" strike="noStrike">
                          <a:solidFill>
                            <a:srgbClr val="000000"/>
                          </a:solidFill>
                          <a:effectLst/>
                          <a:latin typeface="Verdana" panose="020B0604030504040204" pitchFamily="34" charset="0"/>
                        </a:rPr>
                        <a:t>42</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8570"/>
                    </a:solidFill>
                  </a:tcPr>
                </a:tc>
                <a:tc>
                  <a:txBody>
                    <a:bodyPr/>
                    <a:lstStyle/>
                    <a:p>
                      <a:pPr algn="ctr" fontAlgn="ctr"/>
                      <a:r>
                        <a:rPr lang="en-US" sz="1050" b="0" i="0" u="none" strike="noStrike">
                          <a:solidFill>
                            <a:srgbClr val="000000"/>
                          </a:solidFill>
                          <a:effectLst/>
                          <a:latin typeface="Verdana" panose="020B0604030504040204" pitchFamily="34" charset="0"/>
                        </a:rPr>
                        <a:t>47</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8871"/>
                    </a:solidFill>
                  </a:tcPr>
                </a:tc>
                <a:tc>
                  <a:txBody>
                    <a:bodyPr/>
                    <a:lstStyle/>
                    <a:p>
                      <a:pPr algn="ctr" fontAlgn="ctr"/>
                      <a:r>
                        <a:rPr lang="en-US" sz="1050" b="0" i="0" u="none" strike="noStrike">
                          <a:solidFill>
                            <a:srgbClr val="000000"/>
                          </a:solidFill>
                          <a:effectLst/>
                          <a:latin typeface="Verdana" panose="020B0604030504040204" pitchFamily="34" charset="0"/>
                        </a:rPr>
                        <a:t>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E6C"/>
                    </a:solidFill>
                  </a:tcPr>
                </a:tc>
                <a:tc>
                  <a:txBody>
                    <a:bodyPr/>
                    <a:lstStyle/>
                    <a:p>
                      <a:pPr algn="ctr" fontAlgn="ctr"/>
                      <a:r>
                        <a:rPr lang="en-US" sz="1050" b="0" i="0" u="none" strike="noStrike">
                          <a:solidFill>
                            <a:srgbClr val="000000"/>
                          </a:solidFill>
                          <a:effectLst/>
                          <a:latin typeface="Verdana" panose="020B0604030504040204" pitchFamily="34" charset="0"/>
                        </a:rPr>
                        <a:t>140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C67D"/>
                    </a:solidFill>
                  </a:tcPr>
                </a:tc>
                <a:tc>
                  <a:txBody>
                    <a:bodyPr/>
                    <a:lstStyle/>
                    <a:p>
                      <a:pPr algn="ctr" fontAlgn="ctr"/>
                      <a:r>
                        <a:rPr lang="en-US" sz="1050" b="0" i="0" u="none" strike="noStrike">
                          <a:solidFill>
                            <a:srgbClr val="000000"/>
                          </a:solidFill>
                          <a:effectLst/>
                          <a:latin typeface="Verdana" panose="020B0604030504040204" pitchFamily="34" charset="0"/>
                        </a:rPr>
                        <a:t>4</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B6B"/>
                    </a:solidFill>
                  </a:tcPr>
                </a:tc>
                <a:tc>
                  <a:txBody>
                    <a:bodyPr/>
                    <a:lstStyle/>
                    <a:p>
                      <a:pPr algn="ctr" fontAlgn="ctr"/>
                      <a:r>
                        <a:rPr lang="en-US" sz="1050" b="0" i="0" u="none" strike="noStrike">
                          <a:solidFill>
                            <a:srgbClr val="000000"/>
                          </a:solidFill>
                          <a:effectLst/>
                          <a:latin typeface="Verdana" panose="020B0604030504040204" pitchFamily="34" charset="0"/>
                        </a:rPr>
                        <a:t>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A6B"/>
                    </a:solidFill>
                  </a:tcPr>
                </a:tc>
                <a:tc>
                  <a:txBody>
                    <a:bodyPr/>
                    <a:lstStyle/>
                    <a:p>
                      <a:pPr algn="ctr" fontAlgn="ctr"/>
                      <a:r>
                        <a:rPr lang="en-US" sz="1050" b="0" i="0" u="none" strike="noStrike">
                          <a:solidFill>
                            <a:srgbClr val="000000"/>
                          </a:solidFill>
                          <a:effectLst/>
                          <a:latin typeface="Verdana" panose="020B0604030504040204" pitchFamily="34" charset="0"/>
                        </a:rPr>
                        <a:t>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A6B"/>
                    </a:solidFill>
                  </a:tcPr>
                </a:tc>
                <a:tc>
                  <a:txBody>
                    <a:bodyPr/>
                    <a:lstStyle/>
                    <a:p>
                      <a:pPr algn="ctr" fontAlgn="ctr"/>
                      <a:r>
                        <a:rPr lang="en-US" sz="1050" b="0" i="0" u="none" strike="noStrike">
                          <a:solidFill>
                            <a:srgbClr val="000000"/>
                          </a:solidFill>
                          <a:effectLst/>
                          <a:latin typeface="Verdana" panose="020B0604030504040204" pitchFamily="34" charset="0"/>
                        </a:rPr>
                        <a:t>20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766D"/>
                    </a:solidFill>
                  </a:tcPr>
                </a:tc>
                <a:tc>
                  <a:txBody>
                    <a:bodyPr/>
                    <a:lstStyle/>
                    <a:p>
                      <a:pPr algn="ctr" fontAlgn="ctr"/>
                      <a:r>
                        <a:rPr lang="en-US" sz="1050" b="0" i="0" u="none" strike="noStrike">
                          <a:solidFill>
                            <a:srgbClr val="000000"/>
                          </a:solidFill>
                          <a:effectLst/>
                          <a:latin typeface="Verdana" panose="020B0604030504040204" pitchFamily="34" charset="0"/>
                        </a:rPr>
                        <a:t>15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736C"/>
                    </a:solidFill>
                  </a:tcPr>
                </a:tc>
                <a:tc>
                  <a:txBody>
                    <a:bodyPr/>
                    <a:lstStyle/>
                    <a:p>
                      <a:pPr algn="ctr" fontAlgn="ctr"/>
                      <a:r>
                        <a:rPr lang="en-US" sz="1050" b="0" i="0" u="none" strike="noStrike">
                          <a:solidFill>
                            <a:srgbClr val="000000"/>
                          </a:solidFill>
                          <a:effectLst/>
                          <a:latin typeface="Verdana" panose="020B0604030504040204" pitchFamily="34" charset="0"/>
                        </a:rPr>
                        <a:t>194</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A83"/>
                    </a:solidFill>
                  </a:tcPr>
                </a:tc>
                <a:tc>
                  <a:txBody>
                    <a:bodyPr/>
                    <a:lstStyle/>
                    <a:p>
                      <a:pPr algn="ctr" fontAlgn="ctr"/>
                      <a:r>
                        <a:rPr lang="en-US" sz="1050" b="0" i="0" u="none" strike="noStrike">
                          <a:solidFill>
                            <a:srgbClr val="000000"/>
                          </a:solidFill>
                          <a:effectLst/>
                          <a:latin typeface="Verdana" panose="020B0604030504040204" pitchFamily="34" charset="0"/>
                        </a:rPr>
                        <a:t>26</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7A6E"/>
                    </a:solidFill>
                  </a:tcPr>
                </a:tc>
                <a:tc>
                  <a:txBody>
                    <a:bodyPr/>
                    <a:lstStyle/>
                    <a:p>
                      <a:pPr algn="ctr" fontAlgn="ctr"/>
                      <a:r>
                        <a:rPr lang="en-US" sz="1050" b="0" i="0" u="none" strike="noStrike">
                          <a:solidFill>
                            <a:srgbClr val="000000"/>
                          </a:solidFill>
                          <a:effectLst/>
                          <a:latin typeface="Verdana" panose="020B0604030504040204" pitchFamily="34" charset="0"/>
                        </a:rPr>
                        <a:t>4</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B6B"/>
                    </a:solidFill>
                  </a:tcPr>
                </a:tc>
                <a:tc>
                  <a:txBody>
                    <a:bodyPr/>
                    <a:lstStyle/>
                    <a:p>
                      <a:pPr algn="ctr" fontAlgn="ctr"/>
                      <a:r>
                        <a:rPr lang="en-US" sz="1050" b="0" i="0" u="none" strike="noStrike">
                          <a:solidFill>
                            <a:srgbClr val="000000"/>
                          </a:solidFill>
                          <a:effectLst/>
                          <a:latin typeface="Verdana" panose="020B0604030504040204" pitchFamily="34" charset="0"/>
                        </a:rPr>
                        <a:t>143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C87D"/>
                    </a:solidFill>
                  </a:tcPr>
                </a:tc>
                <a:tc>
                  <a:txBody>
                    <a:bodyPr/>
                    <a:lstStyle/>
                    <a:p>
                      <a:pPr algn="ctr" fontAlgn="ctr"/>
                      <a:r>
                        <a:rPr lang="en-US" sz="1050" b="0" i="0" u="none" strike="noStrike">
                          <a:solidFill>
                            <a:srgbClr val="000000"/>
                          </a:solidFill>
                          <a:effectLst/>
                          <a:latin typeface="Verdana" panose="020B0604030504040204" pitchFamily="34" charset="0"/>
                        </a:rPr>
                        <a:t>10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F6C"/>
                    </a:solidFill>
                  </a:tcPr>
                </a:tc>
                <a:tc>
                  <a:txBody>
                    <a:bodyPr/>
                    <a:lstStyle/>
                    <a:p>
                      <a:pPr algn="ctr" fontAlgn="ctr"/>
                      <a:r>
                        <a:rPr lang="en-US" sz="1050" b="0" i="0" u="none" strike="noStrike">
                          <a:solidFill>
                            <a:srgbClr val="000000"/>
                          </a:solidFill>
                          <a:effectLst/>
                          <a:latin typeface="Verdana" panose="020B0604030504040204" pitchFamily="34" charset="0"/>
                        </a:rPr>
                        <a:t>295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5E483"/>
                    </a:solidFill>
                  </a:tcPr>
                </a:tc>
                <a:tc>
                  <a:txBody>
                    <a:bodyPr/>
                    <a:lstStyle/>
                    <a:p>
                      <a:pPr algn="ctr" fontAlgn="ctr"/>
                      <a:r>
                        <a:rPr lang="en-US" sz="1050" b="0" i="0" u="none" strike="noStrike">
                          <a:solidFill>
                            <a:srgbClr val="000000"/>
                          </a:solidFill>
                          <a:effectLst/>
                          <a:latin typeface="Verdana" panose="020B0604030504040204" pitchFamily="34" charset="0"/>
                        </a:rPr>
                        <a:t>159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D37F"/>
                    </a:solidFill>
                  </a:tcPr>
                </a:tc>
                <a:tc>
                  <a:txBody>
                    <a:bodyPr/>
                    <a:lstStyle/>
                    <a:p>
                      <a:pPr algn="ctr" fontAlgn="ctr"/>
                      <a:r>
                        <a:rPr lang="en-US" sz="1050" b="0" i="0" u="none" strike="noStrike">
                          <a:solidFill>
                            <a:srgbClr val="000000"/>
                          </a:solidFill>
                          <a:effectLst/>
                          <a:latin typeface="Verdana" panose="020B0604030504040204" pitchFamily="34" charset="0"/>
                        </a:rPr>
                        <a:t>212</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A84"/>
                    </a:solidFill>
                  </a:tcPr>
                </a:tc>
                <a:tc>
                  <a:txBody>
                    <a:bodyPr/>
                    <a:lstStyle/>
                    <a:p>
                      <a:pPr algn="ctr" fontAlgn="ctr"/>
                      <a:r>
                        <a:rPr lang="en-US" sz="1050" b="0" i="0" u="none" strike="noStrike">
                          <a:solidFill>
                            <a:srgbClr val="000000"/>
                          </a:solidFill>
                          <a:effectLst/>
                          <a:latin typeface="Verdana" panose="020B0604030504040204" pitchFamily="34" charset="0"/>
                        </a:rPr>
                        <a:t>124</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B7A"/>
                    </a:solidFill>
                  </a:tcPr>
                </a:tc>
                <a:tc>
                  <a:txBody>
                    <a:bodyPr/>
                    <a:lstStyle/>
                    <a:p>
                      <a:pPr algn="ctr" fontAlgn="ctr"/>
                      <a:r>
                        <a:rPr lang="en-US" sz="1050" b="0" i="0" u="none" strike="noStrike">
                          <a:solidFill>
                            <a:srgbClr val="000000"/>
                          </a:solidFill>
                          <a:effectLst/>
                          <a:latin typeface="Verdana" panose="020B0604030504040204" pitchFamily="34" charset="0"/>
                        </a:rPr>
                        <a:t>126</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D7B"/>
                    </a:solidFill>
                  </a:tcPr>
                </a:tc>
                <a:tc>
                  <a:txBody>
                    <a:bodyPr/>
                    <a:lstStyle/>
                    <a:p>
                      <a:pPr algn="ctr" fontAlgn="ctr"/>
                      <a:r>
                        <a:rPr lang="en-US" sz="1050" b="0" i="0" u="none" strike="noStrike">
                          <a:solidFill>
                            <a:srgbClr val="000000"/>
                          </a:solidFill>
                          <a:effectLst/>
                          <a:latin typeface="Verdana" panose="020B0604030504040204" pitchFamily="34" charset="0"/>
                        </a:rPr>
                        <a:t>126</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D7B"/>
                    </a:solidFill>
                  </a:tcPr>
                </a:tc>
                <a:tc>
                  <a:txBody>
                    <a:bodyPr/>
                    <a:lstStyle/>
                    <a:p>
                      <a:pPr algn="ctr" fontAlgn="ctr"/>
                      <a:r>
                        <a:rPr lang="en-US" sz="1050" b="0" i="0" u="none" strike="noStrike">
                          <a:solidFill>
                            <a:srgbClr val="000000"/>
                          </a:solidFill>
                          <a:effectLst/>
                          <a:latin typeface="Verdana" panose="020B0604030504040204" pitchFamily="34" charset="0"/>
                        </a:rPr>
                        <a:t>157</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D17F"/>
                    </a:solidFill>
                  </a:tcPr>
                </a:tc>
                <a:tc>
                  <a:txBody>
                    <a:bodyPr/>
                    <a:lstStyle/>
                    <a:p>
                      <a:pPr algn="ctr" fontAlgn="ctr"/>
                      <a:r>
                        <a:rPr lang="en-US" sz="1050" b="0" i="0" u="none" strike="noStrike">
                          <a:solidFill>
                            <a:srgbClr val="000000"/>
                          </a:solidFill>
                          <a:effectLst/>
                          <a:latin typeface="Verdana" panose="020B0604030504040204" pitchFamily="34" charset="0"/>
                        </a:rPr>
                        <a:t>405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8DB81"/>
                    </a:solidFill>
                  </a:tcPr>
                </a:tc>
                <a:tc>
                  <a:txBody>
                    <a:bodyPr/>
                    <a:lstStyle/>
                    <a:p>
                      <a:pPr algn="ctr" fontAlgn="ctr"/>
                      <a:r>
                        <a:rPr lang="en-US" sz="1050" b="0" i="0" u="none" strike="noStrike">
                          <a:solidFill>
                            <a:srgbClr val="000000"/>
                          </a:solidFill>
                          <a:effectLst/>
                          <a:latin typeface="Verdana" panose="020B0604030504040204" pitchFamily="34" charset="0"/>
                        </a:rPr>
                        <a:t>29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7C6E"/>
                    </a:solidFill>
                  </a:tcPr>
                </a:tc>
                <a:tc>
                  <a:txBody>
                    <a:bodyPr/>
                    <a:lstStyle/>
                    <a:p>
                      <a:pPr algn="ctr" fontAlgn="ctr"/>
                      <a:r>
                        <a:rPr lang="en-US" sz="1050" b="0" i="0" u="none" strike="noStrike">
                          <a:solidFill>
                            <a:srgbClr val="000000"/>
                          </a:solidFill>
                          <a:effectLst/>
                          <a:latin typeface="Verdana" panose="020B0604030504040204" pitchFamily="34" charset="0"/>
                        </a:rPr>
                        <a:t>85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175"/>
                    </a:solidFill>
                  </a:tcPr>
                </a:tc>
                <a:tc>
                  <a:txBody>
                    <a:bodyPr/>
                    <a:lstStyle/>
                    <a:p>
                      <a:pPr algn="ctr" fontAlgn="ctr"/>
                      <a:r>
                        <a:rPr lang="en-US" sz="1050" b="0" i="0" u="none" strike="noStrike">
                          <a:solidFill>
                            <a:srgbClr val="000000"/>
                          </a:solidFill>
                          <a:effectLst/>
                          <a:latin typeface="Verdana" panose="020B0604030504040204" pitchFamily="34" charset="0"/>
                        </a:rPr>
                        <a:t>29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7C6E"/>
                    </a:solidFill>
                  </a:tcPr>
                </a:tc>
                <a:tc>
                  <a:txBody>
                    <a:bodyPr/>
                    <a:lstStyle/>
                    <a:p>
                      <a:pPr algn="ctr" fontAlgn="ctr"/>
                      <a:r>
                        <a:rPr lang="en-US" sz="1050" b="0" i="0" u="none" strike="noStrike">
                          <a:solidFill>
                            <a:srgbClr val="000000"/>
                          </a:solidFill>
                          <a:effectLst/>
                          <a:latin typeface="Verdana" panose="020B0604030504040204" pitchFamily="34" charset="0"/>
                        </a:rPr>
                        <a:t>29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7C6E"/>
                    </a:solidFill>
                  </a:tcPr>
                </a:tc>
                <a:tc>
                  <a:txBody>
                    <a:bodyPr/>
                    <a:lstStyle/>
                    <a:p>
                      <a:pPr algn="ctr" fontAlgn="ctr"/>
                      <a:r>
                        <a:rPr lang="en-US" sz="1050" b="0" i="0" u="none" strike="noStrike">
                          <a:solidFill>
                            <a:srgbClr val="000000"/>
                          </a:solidFill>
                          <a:effectLst/>
                          <a:latin typeface="Verdana" panose="020B0604030504040204" pitchFamily="34" charset="0"/>
                        </a:rPr>
                        <a:t>29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7C6E"/>
                    </a:solidFill>
                  </a:tcPr>
                </a:tc>
                <a:tc>
                  <a:txBody>
                    <a:bodyPr/>
                    <a:lstStyle/>
                    <a:p>
                      <a:pPr algn="ctr" fontAlgn="ctr"/>
                      <a:r>
                        <a:rPr lang="en-US" sz="1050" b="0" i="0" u="none" strike="noStrike">
                          <a:solidFill>
                            <a:srgbClr val="000000"/>
                          </a:solidFill>
                          <a:effectLst/>
                          <a:latin typeface="Verdana" panose="020B0604030504040204" pitchFamily="34" charset="0"/>
                        </a:rPr>
                        <a:t>95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877"/>
                    </a:solidFill>
                  </a:tcPr>
                </a:tc>
                <a:tc>
                  <a:txBody>
                    <a:bodyPr/>
                    <a:lstStyle/>
                    <a:p>
                      <a:pPr algn="ctr" fontAlgn="ctr"/>
                      <a:r>
                        <a:rPr lang="en-US" sz="1050" b="0" i="0" u="none" strike="noStrike">
                          <a:solidFill>
                            <a:srgbClr val="000000"/>
                          </a:solidFill>
                          <a:effectLst/>
                          <a:latin typeface="Verdana" panose="020B0604030504040204" pitchFamily="34" charset="0"/>
                        </a:rPr>
                        <a:t>41</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8470"/>
                    </a:solidFill>
                  </a:tcPr>
                </a:tc>
                <a:extLst>
                  <a:ext uri="{0D108BD9-81ED-4DB2-BD59-A6C34878D82A}">
                    <a16:rowId xmlns:a16="http://schemas.microsoft.com/office/drawing/2014/main" val="1589056394"/>
                  </a:ext>
                </a:extLst>
              </a:tr>
              <a:tr h="222333">
                <a:tc>
                  <a:txBody>
                    <a:bodyPr/>
                    <a:lstStyle/>
                    <a:p>
                      <a:pPr algn="ctr" fontAlgn="b"/>
                      <a:r>
                        <a:rPr lang="en-US" sz="1050" b="1" i="0" u="none" strike="noStrike">
                          <a:solidFill>
                            <a:srgbClr val="000000"/>
                          </a:solidFill>
                          <a:effectLst/>
                          <a:latin typeface="Verdana" panose="020B0604030504040204" pitchFamily="34" charset="0"/>
                        </a:rPr>
                        <a:t>09:00</a:t>
                      </a:r>
                    </a:p>
                  </a:txBody>
                  <a:tcPr marL="3747" marR="3747" marT="37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Verdana" panose="020B0604030504040204" pitchFamily="34" charset="0"/>
                        </a:rPr>
                        <a:t>236</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E884"/>
                    </a:solidFill>
                  </a:tcPr>
                </a:tc>
                <a:tc>
                  <a:txBody>
                    <a:bodyPr/>
                    <a:lstStyle/>
                    <a:p>
                      <a:pPr algn="ctr" fontAlgn="ctr"/>
                      <a:r>
                        <a:rPr lang="en-US" sz="1050" b="0" i="0" u="none" strike="noStrike">
                          <a:solidFill>
                            <a:srgbClr val="000000"/>
                          </a:solidFill>
                          <a:effectLst/>
                          <a:latin typeface="Verdana" panose="020B0604030504040204" pitchFamily="34" charset="0"/>
                        </a:rPr>
                        <a:t>157</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D17F"/>
                    </a:solidFill>
                  </a:tcPr>
                </a:tc>
                <a:tc>
                  <a:txBody>
                    <a:bodyPr/>
                    <a:lstStyle/>
                    <a:p>
                      <a:pPr algn="ctr" fontAlgn="ctr"/>
                      <a:r>
                        <a:rPr lang="en-US" sz="1050" b="0" i="0" u="none" strike="noStrike">
                          <a:solidFill>
                            <a:srgbClr val="000000"/>
                          </a:solidFill>
                          <a:effectLst/>
                          <a:latin typeface="Verdana" panose="020B0604030504040204" pitchFamily="34" charset="0"/>
                        </a:rPr>
                        <a:t>29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7C6E"/>
                    </a:solidFill>
                  </a:tcPr>
                </a:tc>
                <a:tc>
                  <a:txBody>
                    <a:bodyPr/>
                    <a:lstStyle/>
                    <a:p>
                      <a:pPr algn="ctr" fontAlgn="ctr"/>
                      <a:r>
                        <a:rPr lang="en-US" sz="1050" b="0" i="0" u="none" strike="noStrike">
                          <a:solidFill>
                            <a:srgbClr val="000000"/>
                          </a:solidFill>
                          <a:effectLst/>
                          <a:latin typeface="Verdana" panose="020B0604030504040204" pitchFamily="34" charset="0"/>
                        </a:rPr>
                        <a:t>54</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8D71"/>
                    </a:solidFill>
                  </a:tcPr>
                </a:tc>
                <a:tc>
                  <a:txBody>
                    <a:bodyPr/>
                    <a:lstStyle/>
                    <a:p>
                      <a:pPr algn="ctr" fontAlgn="ctr"/>
                      <a:r>
                        <a:rPr lang="en-US" sz="1050" b="0" i="0" u="none" strike="noStrike">
                          <a:solidFill>
                            <a:srgbClr val="000000"/>
                          </a:solidFill>
                          <a:effectLst/>
                          <a:latin typeface="Verdana" panose="020B0604030504040204" pitchFamily="34" charset="0"/>
                        </a:rPr>
                        <a:t>4</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B6B"/>
                    </a:solidFill>
                  </a:tcPr>
                </a:tc>
                <a:tc>
                  <a:txBody>
                    <a:bodyPr/>
                    <a:lstStyle/>
                    <a:p>
                      <a:pPr algn="ctr" fontAlgn="ctr"/>
                      <a:r>
                        <a:rPr lang="en-US" sz="1050" b="0" i="0" u="none" strike="noStrike">
                          <a:solidFill>
                            <a:srgbClr val="000000"/>
                          </a:solidFill>
                          <a:effectLst/>
                          <a:latin typeface="Verdana" panose="020B0604030504040204" pitchFamily="34" charset="0"/>
                        </a:rPr>
                        <a:t>99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B77"/>
                    </a:solidFill>
                  </a:tcPr>
                </a:tc>
                <a:tc>
                  <a:txBody>
                    <a:bodyPr/>
                    <a:lstStyle/>
                    <a:p>
                      <a:pPr algn="ctr" fontAlgn="ctr"/>
                      <a:r>
                        <a:rPr lang="en-US" sz="1050" b="0" i="0" u="none" strike="noStrike">
                          <a:solidFill>
                            <a:srgbClr val="000000"/>
                          </a:solidFill>
                          <a:effectLst/>
                          <a:latin typeface="Verdana" panose="020B0604030504040204" pitchFamily="34" charset="0"/>
                        </a:rPr>
                        <a:t>20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766D"/>
                    </a:solidFill>
                  </a:tcPr>
                </a:tc>
                <a:tc>
                  <a:txBody>
                    <a:bodyPr/>
                    <a:lstStyle/>
                    <a:p>
                      <a:pPr algn="ctr" fontAlgn="ctr"/>
                      <a:r>
                        <a:rPr lang="en-US" sz="1050" b="0" i="0" u="none" strike="noStrike">
                          <a:solidFill>
                            <a:srgbClr val="000000"/>
                          </a:solidFill>
                          <a:effectLst/>
                          <a:latin typeface="Verdana" panose="020B0604030504040204" pitchFamily="34" charset="0"/>
                        </a:rPr>
                        <a:t>8</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E6B"/>
                    </a:solidFill>
                  </a:tcPr>
                </a:tc>
                <a:tc>
                  <a:txBody>
                    <a:bodyPr/>
                    <a:lstStyle/>
                    <a:p>
                      <a:pPr algn="ctr" fontAlgn="ctr"/>
                      <a:r>
                        <a:rPr lang="en-US" sz="1050" b="0" i="0" u="none" strike="noStrike">
                          <a:solidFill>
                            <a:srgbClr val="000000"/>
                          </a:solidFill>
                          <a:effectLst/>
                          <a:latin typeface="Verdana" panose="020B0604030504040204" pitchFamily="34" charset="0"/>
                        </a:rPr>
                        <a:t>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A6B"/>
                    </a:solidFill>
                  </a:tcPr>
                </a:tc>
                <a:tc>
                  <a:txBody>
                    <a:bodyPr/>
                    <a:lstStyle/>
                    <a:p>
                      <a:pPr algn="ctr" fontAlgn="ctr"/>
                      <a:r>
                        <a:rPr lang="en-US" sz="1050" b="0" i="0" u="none" strike="noStrike">
                          <a:solidFill>
                            <a:srgbClr val="000000"/>
                          </a:solidFill>
                          <a:effectLst/>
                          <a:latin typeface="Verdana" panose="020B0604030504040204" pitchFamily="34" charset="0"/>
                        </a:rPr>
                        <a:t>73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9974"/>
                    </a:solidFill>
                  </a:tcPr>
                </a:tc>
                <a:tc>
                  <a:txBody>
                    <a:bodyPr/>
                    <a:lstStyle/>
                    <a:p>
                      <a:pPr algn="ctr" fontAlgn="ctr"/>
                      <a:r>
                        <a:rPr lang="en-US" sz="1050" b="0" i="0" u="none" strike="noStrike">
                          <a:solidFill>
                            <a:srgbClr val="000000"/>
                          </a:solidFill>
                          <a:effectLst/>
                          <a:latin typeface="Verdana" panose="020B0604030504040204" pitchFamily="34" charset="0"/>
                        </a:rPr>
                        <a:t>89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476"/>
                    </a:solidFill>
                  </a:tcPr>
                </a:tc>
                <a:tc>
                  <a:txBody>
                    <a:bodyPr/>
                    <a:lstStyle/>
                    <a:p>
                      <a:pPr algn="ctr" fontAlgn="ctr"/>
                      <a:r>
                        <a:rPr lang="en-US" sz="1050" b="0" i="0" u="none" strike="noStrike">
                          <a:solidFill>
                            <a:srgbClr val="000000"/>
                          </a:solidFill>
                          <a:effectLst/>
                          <a:latin typeface="Verdana" panose="020B0604030504040204" pitchFamily="34" charset="0"/>
                        </a:rPr>
                        <a:t>197</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B84"/>
                    </a:solidFill>
                  </a:tcPr>
                </a:tc>
                <a:tc>
                  <a:txBody>
                    <a:bodyPr/>
                    <a:lstStyle/>
                    <a:p>
                      <a:pPr algn="ctr" fontAlgn="ctr"/>
                      <a:r>
                        <a:rPr lang="en-US" sz="1050" b="0" i="0" u="none" strike="noStrike">
                          <a:solidFill>
                            <a:srgbClr val="000000"/>
                          </a:solidFill>
                          <a:effectLst/>
                          <a:latin typeface="Verdana" panose="020B0604030504040204" pitchFamily="34" charset="0"/>
                        </a:rPr>
                        <a:t>10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F6C"/>
                    </a:solidFill>
                  </a:tcPr>
                </a:tc>
                <a:tc>
                  <a:txBody>
                    <a:bodyPr/>
                    <a:lstStyle/>
                    <a:p>
                      <a:pPr algn="ctr" fontAlgn="ctr"/>
                      <a:r>
                        <a:rPr lang="en-US" sz="1050" b="0" i="0" u="none" strike="noStrike">
                          <a:solidFill>
                            <a:srgbClr val="000000"/>
                          </a:solidFill>
                          <a:effectLst/>
                          <a:latin typeface="Verdana" panose="020B0604030504040204" pitchFamily="34" charset="0"/>
                        </a:rPr>
                        <a:t>10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F6C"/>
                    </a:solidFill>
                  </a:tcPr>
                </a:tc>
                <a:tc>
                  <a:txBody>
                    <a:bodyPr/>
                    <a:lstStyle/>
                    <a:p>
                      <a:pPr algn="ctr" fontAlgn="ctr"/>
                      <a:r>
                        <a:rPr lang="en-US" sz="1050" b="0" i="0" u="none" strike="noStrike">
                          <a:solidFill>
                            <a:srgbClr val="000000"/>
                          </a:solidFill>
                          <a:effectLst/>
                          <a:latin typeface="Verdana" panose="020B0604030504040204" pitchFamily="34" charset="0"/>
                        </a:rPr>
                        <a:t>141</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C77D"/>
                    </a:solidFill>
                  </a:tcPr>
                </a:tc>
                <a:tc>
                  <a:txBody>
                    <a:bodyPr/>
                    <a:lstStyle/>
                    <a:p>
                      <a:pPr algn="ctr" fontAlgn="ctr"/>
                      <a:r>
                        <a:rPr lang="en-US" sz="1050" b="0" i="0" u="none" strike="noStrike">
                          <a:solidFill>
                            <a:srgbClr val="000000"/>
                          </a:solidFill>
                          <a:effectLst/>
                          <a:latin typeface="Verdana" panose="020B0604030504040204" pitchFamily="34" charset="0"/>
                        </a:rPr>
                        <a:t>4</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B6B"/>
                    </a:solidFill>
                  </a:tcPr>
                </a:tc>
                <a:tc>
                  <a:txBody>
                    <a:bodyPr/>
                    <a:lstStyle/>
                    <a:p>
                      <a:pPr algn="ctr" fontAlgn="ctr"/>
                      <a:r>
                        <a:rPr lang="en-US" sz="1050" b="0" i="0" u="none" strike="noStrike">
                          <a:solidFill>
                            <a:srgbClr val="000000"/>
                          </a:solidFill>
                          <a:effectLst/>
                          <a:latin typeface="Verdana" panose="020B0604030504040204" pitchFamily="34" charset="0"/>
                        </a:rPr>
                        <a:t>337</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182"/>
                    </a:solidFill>
                  </a:tcPr>
                </a:tc>
                <a:tc>
                  <a:txBody>
                    <a:bodyPr/>
                    <a:lstStyle/>
                    <a:p>
                      <a:pPr algn="ctr" fontAlgn="ctr"/>
                      <a:r>
                        <a:rPr lang="en-US" sz="1050" b="0" i="0" u="none" strike="noStrike">
                          <a:solidFill>
                            <a:srgbClr val="000000"/>
                          </a:solidFill>
                          <a:effectLst/>
                          <a:latin typeface="Verdana" panose="020B0604030504040204" pitchFamily="34" charset="0"/>
                        </a:rPr>
                        <a:t>158</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D27F"/>
                    </a:solidFill>
                  </a:tcPr>
                </a:tc>
                <a:tc>
                  <a:txBody>
                    <a:bodyPr/>
                    <a:lstStyle/>
                    <a:p>
                      <a:pPr algn="ctr" fontAlgn="ctr"/>
                      <a:r>
                        <a:rPr lang="en-US" sz="1050" b="0" i="0" u="none" strike="noStrike">
                          <a:solidFill>
                            <a:srgbClr val="000000"/>
                          </a:solidFill>
                          <a:effectLst/>
                          <a:latin typeface="Verdana" panose="020B0604030504040204" pitchFamily="34" charset="0"/>
                        </a:rPr>
                        <a:t>186</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582"/>
                    </a:solidFill>
                  </a:tcPr>
                </a:tc>
                <a:tc>
                  <a:txBody>
                    <a:bodyPr/>
                    <a:lstStyle/>
                    <a:p>
                      <a:pPr algn="ctr" fontAlgn="ctr"/>
                      <a:r>
                        <a:rPr lang="en-US" sz="1050" b="0" i="0" u="none" strike="noStrike">
                          <a:solidFill>
                            <a:srgbClr val="000000"/>
                          </a:solidFill>
                          <a:effectLst/>
                          <a:latin typeface="Verdana" panose="020B0604030504040204" pitchFamily="34" charset="0"/>
                        </a:rPr>
                        <a:t>33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7E6F"/>
                    </a:solidFill>
                  </a:tcPr>
                </a:tc>
                <a:tc>
                  <a:txBody>
                    <a:bodyPr/>
                    <a:lstStyle/>
                    <a:p>
                      <a:pPr algn="ctr" fontAlgn="ctr"/>
                      <a:r>
                        <a:rPr lang="en-US" sz="1050" b="0" i="0" u="none" strike="noStrike">
                          <a:solidFill>
                            <a:srgbClr val="000000"/>
                          </a:solidFill>
                          <a:effectLst/>
                          <a:latin typeface="Verdana" panose="020B0604030504040204" pitchFamily="34" charset="0"/>
                        </a:rPr>
                        <a:t>130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F7B"/>
                    </a:solidFill>
                  </a:tcPr>
                </a:tc>
                <a:tc>
                  <a:txBody>
                    <a:bodyPr/>
                    <a:lstStyle/>
                    <a:p>
                      <a:pPr algn="ctr" fontAlgn="ctr"/>
                      <a:r>
                        <a:rPr lang="en-US" sz="1050" b="0" i="0" u="none" strike="noStrike">
                          <a:solidFill>
                            <a:srgbClr val="000000"/>
                          </a:solidFill>
                          <a:effectLst/>
                          <a:latin typeface="Verdana" panose="020B0604030504040204" pitchFamily="34" charset="0"/>
                        </a:rPr>
                        <a:t>126</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D7B"/>
                    </a:solidFill>
                  </a:tcPr>
                </a:tc>
                <a:tc>
                  <a:txBody>
                    <a:bodyPr/>
                    <a:lstStyle/>
                    <a:p>
                      <a:pPr algn="ctr" fontAlgn="ctr"/>
                      <a:r>
                        <a:rPr lang="en-US" sz="1050" b="0" i="0" u="none" strike="noStrike">
                          <a:solidFill>
                            <a:srgbClr val="000000"/>
                          </a:solidFill>
                          <a:effectLst/>
                          <a:latin typeface="Verdana" panose="020B0604030504040204" pitchFamily="34" charset="0"/>
                        </a:rPr>
                        <a:t>157</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D17F"/>
                    </a:solidFill>
                  </a:tcPr>
                </a:tc>
                <a:tc>
                  <a:txBody>
                    <a:bodyPr/>
                    <a:lstStyle/>
                    <a:p>
                      <a:pPr algn="ctr" fontAlgn="ctr"/>
                      <a:r>
                        <a:rPr lang="en-US" sz="1050" b="0" i="0" u="none" strike="noStrike">
                          <a:solidFill>
                            <a:srgbClr val="000000"/>
                          </a:solidFill>
                          <a:effectLst/>
                          <a:latin typeface="Verdana" panose="020B0604030504040204" pitchFamily="34" charset="0"/>
                        </a:rPr>
                        <a:t>57</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8F72"/>
                    </a:solidFill>
                  </a:tcPr>
                </a:tc>
                <a:tc>
                  <a:txBody>
                    <a:bodyPr/>
                    <a:lstStyle/>
                    <a:p>
                      <a:pPr algn="ctr" fontAlgn="ctr"/>
                      <a:r>
                        <a:rPr lang="en-US" sz="1050" b="0" i="0" u="none" strike="noStrike">
                          <a:solidFill>
                            <a:srgbClr val="000000"/>
                          </a:solidFill>
                          <a:effectLst/>
                          <a:latin typeface="Verdana" panose="020B0604030504040204" pitchFamily="34" charset="0"/>
                        </a:rPr>
                        <a:t>174</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DD81"/>
                    </a:solidFill>
                  </a:tcPr>
                </a:tc>
                <a:tc>
                  <a:txBody>
                    <a:bodyPr/>
                    <a:lstStyle/>
                    <a:p>
                      <a:pPr algn="ctr" fontAlgn="ctr"/>
                      <a:r>
                        <a:rPr lang="en-US" sz="1050" b="0" i="0" u="none" strike="noStrike">
                          <a:solidFill>
                            <a:srgbClr val="000000"/>
                          </a:solidFill>
                          <a:effectLst/>
                          <a:latin typeface="Verdana" panose="020B0604030504040204" pitchFamily="34" charset="0"/>
                        </a:rPr>
                        <a:t>29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7C6E"/>
                    </a:solidFill>
                  </a:tcPr>
                </a:tc>
                <a:tc>
                  <a:txBody>
                    <a:bodyPr/>
                    <a:lstStyle/>
                    <a:p>
                      <a:pPr algn="ctr" fontAlgn="ctr"/>
                      <a:r>
                        <a:rPr lang="en-US" sz="1050" b="0" i="0" u="none" strike="noStrike">
                          <a:solidFill>
                            <a:srgbClr val="000000"/>
                          </a:solidFill>
                          <a:effectLst/>
                          <a:latin typeface="Verdana" panose="020B0604030504040204" pitchFamily="34" charset="0"/>
                        </a:rPr>
                        <a:t>40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8370"/>
                    </a:solidFill>
                  </a:tcPr>
                </a:tc>
                <a:tc>
                  <a:txBody>
                    <a:bodyPr/>
                    <a:lstStyle/>
                    <a:p>
                      <a:pPr algn="ctr" fontAlgn="ctr"/>
                      <a:r>
                        <a:rPr lang="en-US" sz="1050" b="0" i="0" u="none" strike="noStrike">
                          <a:solidFill>
                            <a:srgbClr val="000000"/>
                          </a:solidFill>
                          <a:effectLst/>
                          <a:latin typeface="Verdana" panose="020B0604030504040204" pitchFamily="34" charset="0"/>
                        </a:rPr>
                        <a:t>57</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8F72"/>
                    </a:solidFill>
                  </a:tcPr>
                </a:tc>
                <a:tc>
                  <a:txBody>
                    <a:bodyPr/>
                    <a:lstStyle/>
                    <a:p>
                      <a:pPr algn="ctr" fontAlgn="ctr"/>
                      <a:r>
                        <a:rPr lang="en-US" sz="1050" b="0" i="0" u="none" strike="noStrike">
                          <a:solidFill>
                            <a:srgbClr val="000000"/>
                          </a:solidFill>
                          <a:effectLst/>
                          <a:latin typeface="Verdana" panose="020B0604030504040204" pitchFamily="34" charset="0"/>
                        </a:rPr>
                        <a:t>33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7F6F"/>
                    </a:solidFill>
                  </a:tcPr>
                </a:tc>
                <a:tc>
                  <a:txBody>
                    <a:bodyPr/>
                    <a:lstStyle/>
                    <a:p>
                      <a:pPr algn="ctr" fontAlgn="ctr"/>
                      <a:r>
                        <a:rPr lang="en-US" sz="1050" b="0" i="0" u="none" strike="noStrike">
                          <a:solidFill>
                            <a:srgbClr val="000000"/>
                          </a:solidFill>
                          <a:effectLst/>
                          <a:latin typeface="Verdana" panose="020B0604030504040204" pitchFamily="34" charset="0"/>
                        </a:rPr>
                        <a:t>116</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679"/>
                    </a:solidFill>
                  </a:tcPr>
                </a:tc>
                <a:tc>
                  <a:txBody>
                    <a:bodyPr/>
                    <a:lstStyle/>
                    <a:p>
                      <a:pPr algn="ctr" fontAlgn="ctr"/>
                      <a:r>
                        <a:rPr lang="en-US" sz="1050" b="0" i="0" u="none" strike="noStrike">
                          <a:solidFill>
                            <a:srgbClr val="000000"/>
                          </a:solidFill>
                          <a:effectLst/>
                          <a:latin typeface="Verdana" panose="020B0604030504040204" pitchFamily="34" charset="0"/>
                        </a:rPr>
                        <a:t>51</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8A71"/>
                    </a:solidFill>
                  </a:tcPr>
                </a:tc>
                <a:extLst>
                  <a:ext uri="{0D108BD9-81ED-4DB2-BD59-A6C34878D82A}">
                    <a16:rowId xmlns:a16="http://schemas.microsoft.com/office/drawing/2014/main" val="189147113"/>
                  </a:ext>
                </a:extLst>
              </a:tr>
              <a:tr h="222333">
                <a:tc>
                  <a:txBody>
                    <a:bodyPr/>
                    <a:lstStyle/>
                    <a:p>
                      <a:pPr algn="ctr" fontAlgn="b"/>
                      <a:r>
                        <a:rPr lang="en-US" sz="1050" b="1" i="0" u="none" strike="noStrike">
                          <a:solidFill>
                            <a:srgbClr val="000000"/>
                          </a:solidFill>
                          <a:effectLst/>
                          <a:latin typeface="Verdana" panose="020B0604030504040204" pitchFamily="34" charset="0"/>
                        </a:rPr>
                        <a:t>10:00</a:t>
                      </a:r>
                    </a:p>
                  </a:txBody>
                  <a:tcPr marL="3747" marR="3747" marT="37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Verdana" panose="020B0604030504040204" pitchFamily="34" charset="0"/>
                        </a:rPr>
                        <a:t>193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A83"/>
                    </a:solidFill>
                  </a:tcPr>
                </a:tc>
                <a:tc>
                  <a:txBody>
                    <a:bodyPr/>
                    <a:lstStyle/>
                    <a:p>
                      <a:pPr algn="ctr" fontAlgn="ctr"/>
                      <a:r>
                        <a:rPr lang="en-US" sz="1050" b="0" i="0" u="none" strike="noStrike">
                          <a:solidFill>
                            <a:srgbClr val="000000"/>
                          </a:solidFill>
                          <a:effectLst/>
                          <a:latin typeface="Verdana" panose="020B0604030504040204" pitchFamily="34" charset="0"/>
                        </a:rPr>
                        <a:t>131</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C07B"/>
                    </a:solidFill>
                  </a:tcPr>
                </a:tc>
                <a:tc>
                  <a:txBody>
                    <a:bodyPr/>
                    <a:lstStyle/>
                    <a:p>
                      <a:pPr algn="ctr" fontAlgn="ctr"/>
                      <a:r>
                        <a:rPr lang="en-US" sz="1050" b="0" i="0" u="none" strike="noStrike">
                          <a:solidFill>
                            <a:srgbClr val="000000"/>
                          </a:solidFill>
                          <a:effectLst/>
                          <a:latin typeface="Verdana" panose="020B0604030504040204" pitchFamily="34" charset="0"/>
                        </a:rPr>
                        <a:t>87</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376"/>
                    </a:solidFill>
                  </a:tcPr>
                </a:tc>
                <a:tc>
                  <a:txBody>
                    <a:bodyPr/>
                    <a:lstStyle/>
                    <a:p>
                      <a:pPr algn="ctr" fontAlgn="ctr"/>
                      <a:r>
                        <a:rPr lang="en-US" sz="1050" b="0" i="0" u="none" strike="noStrike">
                          <a:solidFill>
                            <a:srgbClr val="000000"/>
                          </a:solidFill>
                          <a:effectLst/>
                          <a:latin typeface="Verdana" panose="020B0604030504040204" pitchFamily="34" charset="0"/>
                        </a:rPr>
                        <a:t>38</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826F"/>
                    </a:solidFill>
                  </a:tcPr>
                </a:tc>
                <a:tc>
                  <a:txBody>
                    <a:bodyPr/>
                    <a:lstStyle/>
                    <a:p>
                      <a:pPr algn="ctr" fontAlgn="ctr"/>
                      <a:r>
                        <a:rPr lang="en-US" sz="1050" b="0" i="0" u="none" strike="noStrike">
                          <a:solidFill>
                            <a:srgbClr val="000000"/>
                          </a:solidFill>
                          <a:effectLst/>
                          <a:latin typeface="Verdana" panose="020B0604030504040204" pitchFamily="34" charset="0"/>
                        </a:rPr>
                        <a:t>18</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756D"/>
                    </a:solidFill>
                  </a:tcPr>
                </a:tc>
                <a:tc>
                  <a:txBody>
                    <a:bodyPr/>
                    <a:lstStyle/>
                    <a:p>
                      <a:pPr algn="ctr" fontAlgn="ctr"/>
                      <a:r>
                        <a:rPr lang="en-US" sz="1050" b="0" i="0" u="none" strike="noStrike">
                          <a:solidFill>
                            <a:srgbClr val="000000"/>
                          </a:solidFill>
                          <a:effectLst/>
                          <a:latin typeface="Verdana" panose="020B0604030504040204" pitchFamily="34" charset="0"/>
                        </a:rPr>
                        <a:t>87</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376"/>
                    </a:solidFill>
                  </a:tcPr>
                </a:tc>
                <a:tc>
                  <a:txBody>
                    <a:bodyPr/>
                    <a:lstStyle/>
                    <a:p>
                      <a:pPr algn="ctr" fontAlgn="ctr"/>
                      <a:r>
                        <a:rPr lang="en-US" sz="1050" b="0" i="0" u="none" strike="noStrike">
                          <a:solidFill>
                            <a:srgbClr val="000000"/>
                          </a:solidFill>
                          <a:effectLst/>
                          <a:latin typeface="Verdana" panose="020B0604030504040204" pitchFamily="34" charset="0"/>
                        </a:rPr>
                        <a:t>102</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D78"/>
                    </a:solidFill>
                  </a:tcPr>
                </a:tc>
                <a:tc>
                  <a:txBody>
                    <a:bodyPr/>
                    <a:lstStyle/>
                    <a:p>
                      <a:pPr algn="ctr" fontAlgn="ctr"/>
                      <a:r>
                        <a:rPr lang="en-US" sz="1050" b="0" i="0" u="none" strike="noStrike">
                          <a:solidFill>
                            <a:srgbClr val="000000"/>
                          </a:solidFill>
                          <a:effectLst/>
                          <a:latin typeface="Verdana" panose="020B0604030504040204" pitchFamily="34" charset="0"/>
                        </a:rPr>
                        <a:t>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A6B"/>
                    </a:solidFill>
                  </a:tcPr>
                </a:tc>
                <a:tc>
                  <a:txBody>
                    <a:bodyPr/>
                    <a:lstStyle/>
                    <a:p>
                      <a:pPr algn="ctr" fontAlgn="ctr"/>
                      <a:r>
                        <a:rPr lang="en-US" sz="1050" b="0" i="0" u="none" strike="noStrike">
                          <a:solidFill>
                            <a:srgbClr val="000000"/>
                          </a:solidFill>
                          <a:effectLst/>
                          <a:latin typeface="Verdana" panose="020B0604030504040204" pitchFamily="34" charset="0"/>
                        </a:rPr>
                        <a:t>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A6B"/>
                    </a:solidFill>
                  </a:tcPr>
                </a:tc>
                <a:tc>
                  <a:txBody>
                    <a:bodyPr/>
                    <a:lstStyle/>
                    <a:p>
                      <a:pPr algn="ctr" fontAlgn="ctr"/>
                      <a:r>
                        <a:rPr lang="en-US" sz="1050" b="0" i="0" u="none" strike="noStrike">
                          <a:solidFill>
                            <a:srgbClr val="000000"/>
                          </a:solidFill>
                          <a:effectLst/>
                          <a:latin typeface="Verdana" panose="020B0604030504040204" pitchFamily="34" charset="0"/>
                        </a:rPr>
                        <a:t>54</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8D71"/>
                    </a:solidFill>
                  </a:tcPr>
                </a:tc>
                <a:tc>
                  <a:txBody>
                    <a:bodyPr/>
                    <a:lstStyle/>
                    <a:p>
                      <a:pPr algn="ctr" fontAlgn="ctr"/>
                      <a:r>
                        <a:rPr lang="en-US" sz="1050" b="0" i="0" u="none" strike="noStrike">
                          <a:solidFill>
                            <a:srgbClr val="000000"/>
                          </a:solidFill>
                          <a:effectLst/>
                          <a:latin typeface="Verdana" panose="020B0604030504040204" pitchFamily="34" charset="0"/>
                        </a:rPr>
                        <a:t>183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382"/>
                    </a:solidFill>
                  </a:tcPr>
                </a:tc>
                <a:tc>
                  <a:txBody>
                    <a:bodyPr/>
                    <a:lstStyle/>
                    <a:p>
                      <a:pPr algn="ctr" fontAlgn="ctr"/>
                      <a:r>
                        <a:rPr lang="en-US" sz="1050" b="0" i="0" u="none" strike="noStrike">
                          <a:solidFill>
                            <a:srgbClr val="000000"/>
                          </a:solidFill>
                          <a:effectLst/>
                          <a:latin typeface="Verdana" panose="020B0604030504040204" pitchFamily="34" charset="0"/>
                        </a:rPr>
                        <a:t>202</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B84"/>
                    </a:solidFill>
                  </a:tcPr>
                </a:tc>
                <a:tc>
                  <a:txBody>
                    <a:bodyPr/>
                    <a:lstStyle/>
                    <a:p>
                      <a:pPr algn="ctr" fontAlgn="ctr"/>
                      <a:r>
                        <a:rPr lang="en-US" sz="1050" b="0" i="0" u="none" strike="noStrike">
                          <a:solidFill>
                            <a:srgbClr val="000000"/>
                          </a:solidFill>
                          <a:effectLst/>
                          <a:latin typeface="Verdana" panose="020B0604030504040204" pitchFamily="34" charset="0"/>
                        </a:rPr>
                        <a:t>62</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9273"/>
                    </a:solidFill>
                  </a:tcPr>
                </a:tc>
                <a:tc>
                  <a:txBody>
                    <a:bodyPr/>
                    <a:lstStyle/>
                    <a:p>
                      <a:pPr algn="ctr" fontAlgn="ctr"/>
                      <a:r>
                        <a:rPr lang="en-US" sz="1050" b="0" i="0" u="none" strike="noStrike">
                          <a:solidFill>
                            <a:srgbClr val="000000"/>
                          </a:solidFill>
                          <a:effectLst/>
                          <a:latin typeface="Verdana" panose="020B0604030504040204" pitchFamily="34" charset="0"/>
                        </a:rPr>
                        <a:t>83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A075"/>
                    </a:solidFill>
                  </a:tcPr>
                </a:tc>
                <a:tc>
                  <a:txBody>
                    <a:bodyPr/>
                    <a:lstStyle/>
                    <a:p>
                      <a:pPr algn="ctr" fontAlgn="ctr"/>
                      <a:r>
                        <a:rPr lang="en-US" sz="1050" b="0" i="0" u="none" strike="noStrike">
                          <a:solidFill>
                            <a:srgbClr val="000000"/>
                          </a:solidFill>
                          <a:effectLst/>
                          <a:latin typeface="Verdana" panose="020B0604030504040204" pitchFamily="34" charset="0"/>
                        </a:rPr>
                        <a:t>7</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D6B"/>
                    </a:solidFill>
                  </a:tcPr>
                </a:tc>
                <a:tc>
                  <a:txBody>
                    <a:bodyPr/>
                    <a:lstStyle/>
                    <a:p>
                      <a:pPr algn="ctr" fontAlgn="ctr"/>
                      <a:r>
                        <a:rPr lang="en-US" sz="1050" b="0" i="0" u="none" strike="noStrike">
                          <a:solidFill>
                            <a:srgbClr val="000000"/>
                          </a:solidFill>
                          <a:effectLst/>
                          <a:latin typeface="Verdana" panose="020B0604030504040204" pitchFamily="34" charset="0"/>
                        </a:rPr>
                        <a:t>87</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376"/>
                    </a:solidFill>
                  </a:tcPr>
                </a:tc>
                <a:tc>
                  <a:txBody>
                    <a:bodyPr/>
                    <a:lstStyle/>
                    <a:p>
                      <a:pPr algn="ctr" fontAlgn="ctr"/>
                      <a:r>
                        <a:rPr lang="en-US" sz="1050" b="0" i="0" u="none" strike="noStrike">
                          <a:solidFill>
                            <a:srgbClr val="000000"/>
                          </a:solidFill>
                          <a:effectLst/>
                          <a:latin typeface="Verdana" panose="020B0604030504040204" pitchFamily="34" charset="0"/>
                        </a:rPr>
                        <a:t>226</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E984"/>
                    </a:solidFill>
                  </a:tcPr>
                </a:tc>
                <a:tc>
                  <a:txBody>
                    <a:bodyPr/>
                    <a:lstStyle/>
                    <a:p>
                      <a:pPr algn="ctr" fontAlgn="ctr"/>
                      <a:r>
                        <a:rPr lang="en-US" sz="1050" b="0" i="0" u="none" strike="noStrike">
                          <a:solidFill>
                            <a:srgbClr val="000000"/>
                          </a:solidFill>
                          <a:effectLst/>
                          <a:latin typeface="Verdana" panose="020B0604030504040204" pitchFamily="34" charset="0"/>
                        </a:rPr>
                        <a:t>97</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977"/>
                    </a:solidFill>
                  </a:tcPr>
                </a:tc>
                <a:tc>
                  <a:txBody>
                    <a:bodyPr/>
                    <a:lstStyle/>
                    <a:p>
                      <a:pPr algn="ctr" fontAlgn="ctr"/>
                      <a:r>
                        <a:rPr lang="en-US" sz="1050" b="0" i="0" u="none" strike="noStrike">
                          <a:solidFill>
                            <a:srgbClr val="000000"/>
                          </a:solidFill>
                          <a:effectLst/>
                          <a:latin typeface="Verdana" panose="020B0604030504040204" pitchFamily="34" charset="0"/>
                        </a:rPr>
                        <a:t>97</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977"/>
                    </a:solidFill>
                  </a:tcPr>
                </a:tc>
                <a:tc>
                  <a:txBody>
                    <a:bodyPr/>
                    <a:lstStyle/>
                    <a:p>
                      <a:pPr algn="ctr" fontAlgn="ctr"/>
                      <a:r>
                        <a:rPr lang="en-US" sz="1050" b="0" i="0" u="none" strike="noStrike">
                          <a:solidFill>
                            <a:srgbClr val="000000"/>
                          </a:solidFill>
                          <a:effectLst/>
                          <a:latin typeface="Verdana" panose="020B0604030504040204" pitchFamily="34" charset="0"/>
                        </a:rPr>
                        <a:t>158</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D27F"/>
                    </a:solidFill>
                  </a:tcPr>
                </a:tc>
                <a:tc>
                  <a:txBody>
                    <a:bodyPr/>
                    <a:lstStyle/>
                    <a:p>
                      <a:pPr algn="ctr" fontAlgn="ctr"/>
                      <a:r>
                        <a:rPr lang="en-US" sz="1050" b="0" i="0" u="none" strike="noStrike">
                          <a:solidFill>
                            <a:srgbClr val="000000"/>
                          </a:solidFill>
                          <a:effectLst/>
                          <a:latin typeface="Verdana" panose="020B0604030504040204" pitchFamily="34" charset="0"/>
                        </a:rPr>
                        <a:t>130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F7B"/>
                    </a:solidFill>
                  </a:tcPr>
                </a:tc>
                <a:tc>
                  <a:txBody>
                    <a:bodyPr/>
                    <a:lstStyle/>
                    <a:p>
                      <a:pPr algn="ctr" fontAlgn="ctr"/>
                      <a:r>
                        <a:rPr lang="en-US" sz="1050" b="0" i="0" u="none" strike="noStrike">
                          <a:solidFill>
                            <a:srgbClr val="000000"/>
                          </a:solidFill>
                          <a:effectLst/>
                          <a:latin typeface="Verdana" panose="020B0604030504040204" pitchFamily="34" charset="0"/>
                        </a:rPr>
                        <a:t>126</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D7B"/>
                    </a:solidFill>
                  </a:tcPr>
                </a:tc>
                <a:tc>
                  <a:txBody>
                    <a:bodyPr/>
                    <a:lstStyle/>
                    <a:p>
                      <a:pPr algn="ctr" fontAlgn="ctr"/>
                      <a:r>
                        <a:rPr lang="en-US" sz="1050" b="0" i="0" u="none" strike="noStrike">
                          <a:solidFill>
                            <a:srgbClr val="000000"/>
                          </a:solidFill>
                          <a:effectLst/>
                          <a:latin typeface="Verdana" panose="020B0604030504040204" pitchFamily="34" charset="0"/>
                        </a:rPr>
                        <a:t>157</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D17F"/>
                    </a:solidFill>
                  </a:tcPr>
                </a:tc>
                <a:tc>
                  <a:txBody>
                    <a:bodyPr/>
                    <a:lstStyle/>
                    <a:p>
                      <a:pPr algn="ctr" fontAlgn="ctr"/>
                      <a:r>
                        <a:rPr lang="en-US" sz="1050" b="0" i="0" u="none" strike="noStrike">
                          <a:solidFill>
                            <a:srgbClr val="000000"/>
                          </a:solidFill>
                          <a:effectLst/>
                          <a:latin typeface="Verdana" panose="020B0604030504040204" pitchFamily="34" charset="0"/>
                        </a:rPr>
                        <a:t>81</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9F75"/>
                    </a:solidFill>
                  </a:tcPr>
                </a:tc>
                <a:tc>
                  <a:txBody>
                    <a:bodyPr/>
                    <a:lstStyle/>
                    <a:p>
                      <a:pPr algn="ctr" fontAlgn="ctr"/>
                      <a:r>
                        <a:rPr lang="en-US" sz="1050" b="0" i="0" u="none" strike="noStrike">
                          <a:solidFill>
                            <a:srgbClr val="000000"/>
                          </a:solidFill>
                          <a:effectLst/>
                          <a:latin typeface="Verdana" panose="020B0604030504040204" pitchFamily="34" charset="0"/>
                        </a:rPr>
                        <a:t>33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7F6F"/>
                    </a:solidFill>
                  </a:tcPr>
                </a:tc>
                <a:tc>
                  <a:txBody>
                    <a:bodyPr/>
                    <a:lstStyle/>
                    <a:p>
                      <a:pPr algn="ctr" fontAlgn="ctr"/>
                      <a:r>
                        <a:rPr lang="en-US" sz="1050" b="0" i="0" u="none" strike="noStrike">
                          <a:solidFill>
                            <a:srgbClr val="000000"/>
                          </a:solidFill>
                          <a:effectLst/>
                          <a:latin typeface="Verdana" panose="020B0604030504040204" pitchFamily="34" charset="0"/>
                        </a:rPr>
                        <a:t>33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7F6F"/>
                    </a:solidFill>
                  </a:tcPr>
                </a:tc>
                <a:tc>
                  <a:txBody>
                    <a:bodyPr/>
                    <a:lstStyle/>
                    <a:p>
                      <a:pPr algn="ctr" fontAlgn="ctr"/>
                      <a:r>
                        <a:rPr lang="en-US" sz="1050" b="0" i="0" u="none" strike="noStrike">
                          <a:solidFill>
                            <a:srgbClr val="000000"/>
                          </a:solidFill>
                          <a:effectLst/>
                          <a:latin typeface="Verdana" panose="020B0604030504040204" pitchFamily="34" charset="0"/>
                        </a:rPr>
                        <a:t>40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8370"/>
                    </a:solidFill>
                  </a:tcPr>
                </a:tc>
                <a:tc>
                  <a:txBody>
                    <a:bodyPr/>
                    <a:lstStyle/>
                    <a:p>
                      <a:pPr algn="ctr" fontAlgn="ctr"/>
                      <a:r>
                        <a:rPr lang="en-US" sz="1050" b="0" i="0" u="none" strike="noStrike">
                          <a:solidFill>
                            <a:srgbClr val="000000"/>
                          </a:solidFill>
                          <a:effectLst/>
                          <a:latin typeface="Verdana" panose="020B0604030504040204" pitchFamily="34" charset="0"/>
                        </a:rPr>
                        <a:t>62</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9272"/>
                    </a:solidFill>
                  </a:tcPr>
                </a:tc>
                <a:tc>
                  <a:txBody>
                    <a:bodyPr/>
                    <a:lstStyle/>
                    <a:p>
                      <a:pPr algn="ctr" fontAlgn="ctr"/>
                      <a:r>
                        <a:rPr lang="en-US" sz="1050" b="0" i="0" u="none" strike="noStrike">
                          <a:solidFill>
                            <a:srgbClr val="000000"/>
                          </a:solidFill>
                          <a:effectLst/>
                          <a:latin typeface="Verdana" panose="020B0604030504040204" pitchFamily="34" charset="0"/>
                        </a:rPr>
                        <a:t>33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7F6F"/>
                    </a:solidFill>
                  </a:tcPr>
                </a:tc>
                <a:tc>
                  <a:txBody>
                    <a:bodyPr/>
                    <a:lstStyle/>
                    <a:p>
                      <a:pPr algn="ctr" fontAlgn="ctr"/>
                      <a:r>
                        <a:rPr lang="en-US" sz="1050" b="0" i="0" u="none" strike="noStrike">
                          <a:solidFill>
                            <a:srgbClr val="000000"/>
                          </a:solidFill>
                          <a:effectLst/>
                          <a:latin typeface="Verdana" panose="020B0604030504040204" pitchFamily="34" charset="0"/>
                        </a:rPr>
                        <a:t>29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7C6E"/>
                    </a:solidFill>
                  </a:tcPr>
                </a:tc>
                <a:tc>
                  <a:txBody>
                    <a:bodyPr/>
                    <a:lstStyle/>
                    <a:p>
                      <a:pPr algn="ctr" fontAlgn="ctr"/>
                      <a:r>
                        <a:rPr lang="en-US" sz="1050" b="0" i="0" u="none" strike="noStrike">
                          <a:solidFill>
                            <a:srgbClr val="000000"/>
                          </a:solidFill>
                          <a:effectLst/>
                          <a:latin typeface="Verdana" panose="020B0604030504040204" pitchFamily="34" charset="0"/>
                        </a:rPr>
                        <a:t>47</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8871"/>
                    </a:solidFill>
                  </a:tcPr>
                </a:tc>
                <a:extLst>
                  <a:ext uri="{0D108BD9-81ED-4DB2-BD59-A6C34878D82A}">
                    <a16:rowId xmlns:a16="http://schemas.microsoft.com/office/drawing/2014/main" val="16553224"/>
                  </a:ext>
                </a:extLst>
              </a:tr>
              <a:tr h="222333">
                <a:tc>
                  <a:txBody>
                    <a:bodyPr/>
                    <a:lstStyle/>
                    <a:p>
                      <a:pPr algn="ctr" fontAlgn="b"/>
                      <a:r>
                        <a:rPr lang="en-US" sz="1050" b="1" i="0" u="none" strike="noStrike">
                          <a:solidFill>
                            <a:srgbClr val="000000"/>
                          </a:solidFill>
                          <a:effectLst/>
                          <a:latin typeface="Verdana" panose="020B0604030504040204" pitchFamily="34" charset="0"/>
                        </a:rPr>
                        <a:t>11:00</a:t>
                      </a:r>
                    </a:p>
                  </a:txBody>
                  <a:tcPr marL="3747" marR="3747" marT="37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Verdana" panose="020B0604030504040204" pitchFamily="34" charset="0"/>
                        </a:rPr>
                        <a:t>173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DD81"/>
                    </a:solidFill>
                  </a:tcPr>
                </a:tc>
                <a:tc>
                  <a:txBody>
                    <a:bodyPr/>
                    <a:lstStyle/>
                    <a:p>
                      <a:pPr algn="ctr" fontAlgn="ctr"/>
                      <a:r>
                        <a:rPr lang="en-US" sz="1050" b="0" i="0" u="none" strike="noStrike">
                          <a:solidFill>
                            <a:srgbClr val="000000"/>
                          </a:solidFill>
                          <a:effectLst/>
                          <a:latin typeface="Verdana" panose="020B0604030504040204" pitchFamily="34" charset="0"/>
                        </a:rPr>
                        <a:t>345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7E082"/>
                    </a:solidFill>
                  </a:tcPr>
                </a:tc>
                <a:tc>
                  <a:txBody>
                    <a:bodyPr/>
                    <a:lstStyle/>
                    <a:p>
                      <a:pPr algn="ctr" fontAlgn="ctr"/>
                      <a:r>
                        <a:rPr lang="en-US" sz="1050" b="0" i="0" u="none" strike="noStrike">
                          <a:solidFill>
                            <a:srgbClr val="000000"/>
                          </a:solidFill>
                          <a:effectLst/>
                          <a:latin typeface="Verdana" panose="020B0604030504040204" pitchFamily="34" charset="0"/>
                        </a:rPr>
                        <a:t>148</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CC7E"/>
                    </a:solidFill>
                  </a:tcPr>
                </a:tc>
                <a:tc>
                  <a:txBody>
                    <a:bodyPr/>
                    <a:lstStyle/>
                    <a:p>
                      <a:pPr algn="ctr" fontAlgn="ctr"/>
                      <a:r>
                        <a:rPr lang="en-US" sz="1050" b="0" i="0" u="none" strike="noStrike">
                          <a:solidFill>
                            <a:srgbClr val="000000"/>
                          </a:solidFill>
                          <a:effectLst/>
                          <a:latin typeface="Verdana" panose="020B0604030504040204" pitchFamily="34" charset="0"/>
                        </a:rPr>
                        <a:t>95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877"/>
                    </a:solidFill>
                  </a:tcPr>
                </a:tc>
                <a:tc>
                  <a:txBody>
                    <a:bodyPr/>
                    <a:lstStyle/>
                    <a:p>
                      <a:pPr algn="ctr" fontAlgn="ctr"/>
                      <a:r>
                        <a:rPr lang="en-US" sz="1050" b="0" i="0" u="none" strike="noStrike">
                          <a:solidFill>
                            <a:srgbClr val="000000"/>
                          </a:solidFill>
                          <a:effectLst/>
                          <a:latin typeface="Verdana" panose="020B0604030504040204" pitchFamily="34" charset="0"/>
                        </a:rPr>
                        <a:t>97</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977"/>
                    </a:solidFill>
                  </a:tcPr>
                </a:tc>
                <a:tc>
                  <a:txBody>
                    <a:bodyPr/>
                    <a:lstStyle/>
                    <a:p>
                      <a:pPr algn="ctr" fontAlgn="ctr"/>
                      <a:r>
                        <a:rPr lang="en-US" sz="1050" b="0" i="0" u="none" strike="noStrike">
                          <a:solidFill>
                            <a:srgbClr val="000000"/>
                          </a:solidFill>
                          <a:effectLst/>
                          <a:latin typeface="Verdana" panose="020B0604030504040204" pitchFamily="34" charset="0"/>
                        </a:rPr>
                        <a:t>205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B84"/>
                    </a:solidFill>
                  </a:tcPr>
                </a:tc>
                <a:tc>
                  <a:txBody>
                    <a:bodyPr/>
                    <a:lstStyle/>
                    <a:p>
                      <a:pPr algn="ctr" fontAlgn="ctr"/>
                      <a:r>
                        <a:rPr lang="en-US" sz="1050" b="0" i="0" u="none" strike="noStrike">
                          <a:solidFill>
                            <a:srgbClr val="000000"/>
                          </a:solidFill>
                          <a:effectLst/>
                          <a:latin typeface="Verdana" panose="020B0604030504040204" pitchFamily="34" charset="0"/>
                        </a:rPr>
                        <a:t>148</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CB7E"/>
                    </a:solidFill>
                  </a:tcPr>
                </a:tc>
                <a:tc>
                  <a:txBody>
                    <a:bodyPr/>
                    <a:lstStyle/>
                    <a:p>
                      <a:pPr algn="ctr" fontAlgn="ctr"/>
                      <a:r>
                        <a:rPr lang="en-US" sz="1050" b="0" i="0" u="none" strike="noStrike">
                          <a:solidFill>
                            <a:srgbClr val="000000"/>
                          </a:solidFill>
                          <a:effectLst/>
                          <a:latin typeface="Verdana" panose="020B0604030504040204" pitchFamily="34" charset="0"/>
                        </a:rPr>
                        <a:t>7</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D6B"/>
                    </a:solidFill>
                  </a:tcPr>
                </a:tc>
                <a:tc>
                  <a:txBody>
                    <a:bodyPr/>
                    <a:lstStyle/>
                    <a:p>
                      <a:pPr algn="ctr" fontAlgn="ctr"/>
                      <a:r>
                        <a:rPr lang="en-US" sz="1050" b="0" i="0" u="none" strike="noStrike">
                          <a:solidFill>
                            <a:srgbClr val="000000"/>
                          </a:solidFill>
                          <a:effectLst/>
                          <a:latin typeface="Verdana" panose="020B0604030504040204" pitchFamily="34" charset="0"/>
                        </a:rPr>
                        <a:t>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E6C"/>
                    </a:solidFill>
                  </a:tcPr>
                </a:tc>
                <a:tc>
                  <a:txBody>
                    <a:bodyPr/>
                    <a:lstStyle/>
                    <a:p>
                      <a:pPr algn="ctr" fontAlgn="ctr"/>
                      <a:r>
                        <a:rPr lang="en-US" sz="1050" b="0" i="0" u="none" strike="noStrike">
                          <a:solidFill>
                            <a:srgbClr val="000000"/>
                          </a:solidFill>
                          <a:effectLst/>
                          <a:latin typeface="Verdana" panose="020B0604030504040204" pitchFamily="34" charset="0"/>
                        </a:rPr>
                        <a:t>114</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579"/>
                    </a:solidFill>
                  </a:tcPr>
                </a:tc>
                <a:tc>
                  <a:txBody>
                    <a:bodyPr/>
                    <a:lstStyle/>
                    <a:p>
                      <a:pPr algn="ctr" fontAlgn="ctr"/>
                      <a:r>
                        <a:rPr lang="en-US" sz="1050" b="0" i="0" u="none" strike="noStrike">
                          <a:solidFill>
                            <a:srgbClr val="000000"/>
                          </a:solidFill>
                          <a:effectLst/>
                          <a:latin typeface="Verdana" panose="020B0604030504040204" pitchFamily="34" charset="0"/>
                        </a:rPr>
                        <a:t>225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E984"/>
                    </a:solidFill>
                  </a:tcPr>
                </a:tc>
                <a:tc>
                  <a:txBody>
                    <a:bodyPr/>
                    <a:lstStyle/>
                    <a:p>
                      <a:pPr algn="ctr" fontAlgn="ctr"/>
                      <a:r>
                        <a:rPr lang="en-US" sz="1050" b="0" i="0" u="none" strike="noStrike">
                          <a:solidFill>
                            <a:srgbClr val="000000"/>
                          </a:solidFill>
                          <a:effectLst/>
                          <a:latin typeface="Verdana" panose="020B0604030504040204" pitchFamily="34" charset="0"/>
                        </a:rPr>
                        <a:t>239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E884"/>
                    </a:solidFill>
                  </a:tcPr>
                </a:tc>
                <a:tc>
                  <a:txBody>
                    <a:bodyPr/>
                    <a:lstStyle/>
                    <a:p>
                      <a:pPr algn="ctr" fontAlgn="ctr"/>
                      <a:r>
                        <a:rPr lang="en-US" sz="1050" b="0" i="0" u="none" strike="noStrike">
                          <a:solidFill>
                            <a:srgbClr val="000000"/>
                          </a:solidFill>
                          <a:effectLst/>
                          <a:latin typeface="Verdana" panose="020B0604030504040204" pitchFamily="34" charset="0"/>
                        </a:rPr>
                        <a:t>95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877"/>
                    </a:solidFill>
                  </a:tcPr>
                </a:tc>
                <a:tc>
                  <a:txBody>
                    <a:bodyPr/>
                    <a:lstStyle/>
                    <a:p>
                      <a:pPr algn="ctr" fontAlgn="ctr"/>
                      <a:r>
                        <a:rPr lang="en-US" sz="1050" b="0" i="0" u="none" strike="noStrike">
                          <a:solidFill>
                            <a:srgbClr val="000000"/>
                          </a:solidFill>
                          <a:effectLst/>
                          <a:latin typeface="Verdana" panose="020B0604030504040204" pitchFamily="34" charset="0"/>
                        </a:rPr>
                        <a:t>182</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282"/>
                    </a:solidFill>
                  </a:tcPr>
                </a:tc>
                <a:tc>
                  <a:txBody>
                    <a:bodyPr/>
                    <a:lstStyle/>
                    <a:p>
                      <a:pPr algn="ctr" fontAlgn="ctr"/>
                      <a:r>
                        <a:rPr lang="en-US" sz="1050" b="0" i="0" u="none" strike="noStrike">
                          <a:solidFill>
                            <a:srgbClr val="000000"/>
                          </a:solidFill>
                          <a:effectLst/>
                          <a:latin typeface="Verdana" panose="020B0604030504040204" pitchFamily="34" charset="0"/>
                        </a:rPr>
                        <a:t>16</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736D"/>
                    </a:solidFill>
                  </a:tcPr>
                </a:tc>
                <a:tc>
                  <a:txBody>
                    <a:bodyPr/>
                    <a:lstStyle/>
                    <a:p>
                      <a:pPr algn="ctr" fontAlgn="ctr"/>
                      <a:r>
                        <a:rPr lang="en-US" sz="1050" b="0" i="0" u="none" strike="noStrike">
                          <a:solidFill>
                            <a:srgbClr val="000000"/>
                          </a:solidFill>
                          <a:effectLst/>
                          <a:latin typeface="Verdana" panose="020B0604030504040204" pitchFamily="34" charset="0"/>
                        </a:rPr>
                        <a:t>161</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D47F"/>
                    </a:solidFill>
                  </a:tcPr>
                </a:tc>
                <a:tc>
                  <a:txBody>
                    <a:bodyPr/>
                    <a:lstStyle/>
                    <a:p>
                      <a:pPr algn="ctr" fontAlgn="ctr"/>
                      <a:r>
                        <a:rPr lang="en-US" sz="1050" b="0" i="0" u="none" strike="noStrike">
                          <a:solidFill>
                            <a:srgbClr val="000000"/>
                          </a:solidFill>
                          <a:effectLst/>
                          <a:latin typeface="Verdana" panose="020B0604030504040204" pitchFamily="34" charset="0"/>
                        </a:rPr>
                        <a:t>149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CC7E"/>
                    </a:solidFill>
                  </a:tcPr>
                </a:tc>
                <a:tc>
                  <a:txBody>
                    <a:bodyPr/>
                    <a:lstStyle/>
                    <a:p>
                      <a:pPr algn="ctr" fontAlgn="ctr"/>
                      <a:r>
                        <a:rPr lang="en-US" sz="1050" b="0" i="0" u="none" strike="noStrike">
                          <a:solidFill>
                            <a:srgbClr val="000000"/>
                          </a:solidFill>
                          <a:effectLst/>
                          <a:latin typeface="Verdana" panose="020B0604030504040204" pitchFamily="34" charset="0"/>
                        </a:rPr>
                        <a:t>122</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A7A"/>
                    </a:solidFill>
                  </a:tcPr>
                </a:tc>
                <a:tc>
                  <a:txBody>
                    <a:bodyPr/>
                    <a:lstStyle/>
                    <a:p>
                      <a:pPr algn="ctr" fontAlgn="ctr"/>
                      <a:r>
                        <a:rPr lang="en-US" sz="1050" b="0" i="0" u="none" strike="noStrike">
                          <a:solidFill>
                            <a:srgbClr val="000000"/>
                          </a:solidFill>
                          <a:effectLst/>
                          <a:latin typeface="Verdana" panose="020B0604030504040204" pitchFamily="34" charset="0"/>
                        </a:rPr>
                        <a:t>97</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977"/>
                    </a:solidFill>
                  </a:tcPr>
                </a:tc>
                <a:tc>
                  <a:txBody>
                    <a:bodyPr/>
                    <a:lstStyle/>
                    <a:p>
                      <a:pPr algn="ctr" fontAlgn="ctr"/>
                      <a:r>
                        <a:rPr lang="en-US" sz="1050" b="0" i="0" u="none" strike="noStrike">
                          <a:solidFill>
                            <a:srgbClr val="000000"/>
                          </a:solidFill>
                          <a:effectLst/>
                          <a:latin typeface="Verdana" panose="020B0604030504040204" pitchFamily="34" charset="0"/>
                        </a:rPr>
                        <a:t>149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CC7E"/>
                    </a:solidFill>
                  </a:tcPr>
                </a:tc>
                <a:tc>
                  <a:txBody>
                    <a:bodyPr/>
                    <a:lstStyle/>
                    <a:p>
                      <a:pPr algn="ctr" fontAlgn="ctr"/>
                      <a:r>
                        <a:rPr lang="en-US" sz="1050" b="0" i="0" u="none" strike="noStrike">
                          <a:solidFill>
                            <a:srgbClr val="000000"/>
                          </a:solidFill>
                          <a:effectLst/>
                          <a:latin typeface="Verdana" panose="020B0604030504040204" pitchFamily="34" charset="0"/>
                        </a:rPr>
                        <a:t>130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F7B"/>
                    </a:solidFill>
                  </a:tcPr>
                </a:tc>
                <a:tc>
                  <a:txBody>
                    <a:bodyPr/>
                    <a:lstStyle/>
                    <a:p>
                      <a:pPr algn="ctr" fontAlgn="ctr"/>
                      <a:r>
                        <a:rPr lang="en-US" sz="1050" b="0" i="0" u="none" strike="noStrike">
                          <a:solidFill>
                            <a:srgbClr val="000000"/>
                          </a:solidFill>
                          <a:effectLst/>
                          <a:latin typeface="Verdana" panose="020B0604030504040204" pitchFamily="34" charset="0"/>
                        </a:rPr>
                        <a:t>126</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D7B"/>
                    </a:solidFill>
                  </a:tcPr>
                </a:tc>
                <a:tc>
                  <a:txBody>
                    <a:bodyPr/>
                    <a:lstStyle/>
                    <a:p>
                      <a:pPr algn="ctr" fontAlgn="ctr"/>
                      <a:r>
                        <a:rPr lang="en-US" sz="1050" b="0" i="0" u="none" strike="noStrike">
                          <a:solidFill>
                            <a:srgbClr val="000000"/>
                          </a:solidFill>
                          <a:effectLst/>
                          <a:latin typeface="Verdana" panose="020B0604030504040204" pitchFamily="34" charset="0"/>
                        </a:rPr>
                        <a:t>145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CA7D"/>
                    </a:solidFill>
                  </a:tcPr>
                </a:tc>
                <a:tc>
                  <a:txBody>
                    <a:bodyPr/>
                    <a:lstStyle/>
                    <a:p>
                      <a:pPr algn="ctr" fontAlgn="ctr"/>
                      <a:r>
                        <a:rPr lang="en-US" sz="1050" b="0" i="0" u="none" strike="noStrike">
                          <a:solidFill>
                            <a:srgbClr val="000000"/>
                          </a:solidFill>
                          <a:effectLst/>
                          <a:latin typeface="Verdana" panose="020B0604030504040204" pitchFamily="34" charset="0"/>
                        </a:rPr>
                        <a:t>130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F7B"/>
                    </a:solidFill>
                  </a:tcPr>
                </a:tc>
                <a:tc>
                  <a:txBody>
                    <a:bodyPr/>
                    <a:lstStyle/>
                    <a:p>
                      <a:pPr algn="ctr" fontAlgn="ctr"/>
                      <a:r>
                        <a:rPr lang="en-US" sz="1050" b="0" i="0" u="none" strike="noStrike">
                          <a:solidFill>
                            <a:srgbClr val="000000"/>
                          </a:solidFill>
                          <a:effectLst/>
                          <a:latin typeface="Verdana" panose="020B0604030504040204" pitchFamily="34" charset="0"/>
                        </a:rPr>
                        <a:t>32</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7E6F"/>
                    </a:solidFill>
                  </a:tcPr>
                </a:tc>
                <a:tc>
                  <a:txBody>
                    <a:bodyPr/>
                    <a:lstStyle/>
                    <a:p>
                      <a:pPr algn="ctr" fontAlgn="ctr"/>
                      <a:r>
                        <a:rPr lang="en-US" sz="1050" b="0" i="0" u="none" strike="noStrike">
                          <a:solidFill>
                            <a:srgbClr val="000000"/>
                          </a:solidFill>
                          <a:effectLst/>
                          <a:latin typeface="Verdana" panose="020B0604030504040204" pitchFamily="34" charset="0"/>
                        </a:rPr>
                        <a:t>33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7F6F"/>
                    </a:solidFill>
                  </a:tcPr>
                </a:tc>
                <a:tc>
                  <a:txBody>
                    <a:bodyPr/>
                    <a:lstStyle/>
                    <a:p>
                      <a:pPr algn="ctr" fontAlgn="ctr"/>
                      <a:r>
                        <a:rPr lang="en-US" sz="1050" b="0" i="0" u="none" strike="noStrike">
                          <a:solidFill>
                            <a:srgbClr val="000000"/>
                          </a:solidFill>
                          <a:effectLst/>
                          <a:latin typeface="Verdana" panose="020B0604030504040204" pitchFamily="34" charset="0"/>
                        </a:rPr>
                        <a:t>40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8470"/>
                    </a:solidFill>
                  </a:tcPr>
                </a:tc>
                <a:tc>
                  <a:txBody>
                    <a:bodyPr/>
                    <a:lstStyle/>
                    <a:p>
                      <a:pPr algn="ctr" fontAlgn="ctr"/>
                      <a:r>
                        <a:rPr lang="en-US" sz="1050" b="0" i="0" u="none" strike="noStrike">
                          <a:solidFill>
                            <a:srgbClr val="000000"/>
                          </a:solidFill>
                          <a:effectLst/>
                          <a:latin typeface="Verdana" panose="020B0604030504040204" pitchFamily="34" charset="0"/>
                        </a:rPr>
                        <a:t>33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7F6F"/>
                    </a:solidFill>
                  </a:tcPr>
                </a:tc>
                <a:tc>
                  <a:txBody>
                    <a:bodyPr/>
                    <a:lstStyle/>
                    <a:p>
                      <a:pPr algn="ctr" fontAlgn="ctr"/>
                      <a:r>
                        <a:rPr lang="en-US" sz="1050" b="0" i="0" u="none" strike="noStrike">
                          <a:solidFill>
                            <a:srgbClr val="000000"/>
                          </a:solidFill>
                          <a:effectLst/>
                          <a:latin typeface="Verdana" panose="020B0604030504040204" pitchFamily="34" charset="0"/>
                        </a:rPr>
                        <a:t>33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7F6F"/>
                    </a:solidFill>
                  </a:tcPr>
                </a:tc>
                <a:tc>
                  <a:txBody>
                    <a:bodyPr/>
                    <a:lstStyle/>
                    <a:p>
                      <a:pPr algn="ctr" fontAlgn="ctr"/>
                      <a:r>
                        <a:rPr lang="en-US" sz="1050" b="0" i="0" u="none" strike="noStrike">
                          <a:solidFill>
                            <a:srgbClr val="000000"/>
                          </a:solidFill>
                          <a:effectLst/>
                          <a:latin typeface="Verdana" panose="020B0604030504040204" pitchFamily="34" charset="0"/>
                        </a:rPr>
                        <a:t>62</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9272"/>
                    </a:solidFill>
                  </a:tcPr>
                </a:tc>
                <a:tc>
                  <a:txBody>
                    <a:bodyPr/>
                    <a:lstStyle/>
                    <a:p>
                      <a:pPr algn="ctr" fontAlgn="ctr"/>
                      <a:r>
                        <a:rPr lang="en-US" sz="1050" b="0" i="0" u="none" strike="noStrike">
                          <a:solidFill>
                            <a:srgbClr val="000000"/>
                          </a:solidFill>
                          <a:effectLst/>
                          <a:latin typeface="Verdana" panose="020B0604030504040204" pitchFamily="34" charset="0"/>
                        </a:rPr>
                        <a:t>46</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8770"/>
                    </a:solidFill>
                  </a:tcPr>
                </a:tc>
                <a:extLst>
                  <a:ext uri="{0D108BD9-81ED-4DB2-BD59-A6C34878D82A}">
                    <a16:rowId xmlns:a16="http://schemas.microsoft.com/office/drawing/2014/main" val="544242782"/>
                  </a:ext>
                </a:extLst>
              </a:tr>
              <a:tr h="222333">
                <a:tc>
                  <a:txBody>
                    <a:bodyPr/>
                    <a:lstStyle/>
                    <a:p>
                      <a:pPr algn="ctr" fontAlgn="b"/>
                      <a:r>
                        <a:rPr lang="en-US" sz="1050" b="1" i="0" u="none" strike="noStrike">
                          <a:solidFill>
                            <a:srgbClr val="000000"/>
                          </a:solidFill>
                          <a:effectLst/>
                          <a:latin typeface="Verdana" panose="020B0604030504040204" pitchFamily="34" charset="0"/>
                        </a:rPr>
                        <a:t>12:00</a:t>
                      </a:r>
                    </a:p>
                  </a:txBody>
                  <a:tcPr marL="3747" marR="3747" marT="37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Verdana" panose="020B0604030504040204" pitchFamily="34" charset="0"/>
                        </a:rPr>
                        <a:t>175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DD81"/>
                    </a:solidFill>
                  </a:tcPr>
                </a:tc>
                <a:tc>
                  <a:txBody>
                    <a:bodyPr/>
                    <a:lstStyle/>
                    <a:p>
                      <a:pPr algn="ctr" fontAlgn="ctr"/>
                      <a:r>
                        <a:rPr lang="en-US" sz="1050" b="0" i="0" u="none" strike="noStrike">
                          <a:solidFill>
                            <a:srgbClr val="000000"/>
                          </a:solidFill>
                          <a:effectLst/>
                          <a:latin typeface="Verdana" panose="020B0604030504040204" pitchFamily="34" charset="0"/>
                        </a:rPr>
                        <a:t>442</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ED981"/>
                    </a:solidFill>
                  </a:tcPr>
                </a:tc>
                <a:tc>
                  <a:txBody>
                    <a:bodyPr/>
                    <a:lstStyle/>
                    <a:p>
                      <a:pPr algn="ctr" fontAlgn="ctr"/>
                      <a:r>
                        <a:rPr lang="en-US" sz="1050" b="0" i="0" u="none" strike="noStrike">
                          <a:solidFill>
                            <a:srgbClr val="000000"/>
                          </a:solidFill>
                          <a:effectLst/>
                          <a:latin typeface="Verdana" panose="020B0604030504040204" pitchFamily="34" charset="0"/>
                        </a:rPr>
                        <a:t>205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B84"/>
                    </a:solidFill>
                  </a:tcPr>
                </a:tc>
                <a:tc>
                  <a:txBody>
                    <a:bodyPr/>
                    <a:lstStyle/>
                    <a:p>
                      <a:pPr algn="ctr" fontAlgn="ctr"/>
                      <a:r>
                        <a:rPr lang="en-US" sz="1050" b="0" i="0" u="none" strike="noStrike">
                          <a:solidFill>
                            <a:srgbClr val="000000"/>
                          </a:solidFill>
                          <a:effectLst/>
                          <a:latin typeface="Verdana" panose="020B0604030504040204" pitchFamily="34" charset="0"/>
                        </a:rPr>
                        <a:t>139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C67C"/>
                    </a:solidFill>
                  </a:tcPr>
                </a:tc>
                <a:tc>
                  <a:txBody>
                    <a:bodyPr/>
                    <a:lstStyle/>
                    <a:p>
                      <a:pPr algn="ctr" fontAlgn="ctr"/>
                      <a:r>
                        <a:rPr lang="en-US" sz="1050" b="0" i="0" u="none" strike="noStrike">
                          <a:solidFill>
                            <a:srgbClr val="000000"/>
                          </a:solidFill>
                          <a:effectLst/>
                          <a:latin typeface="Verdana" panose="020B0604030504040204" pitchFamily="34" charset="0"/>
                        </a:rPr>
                        <a:t>212</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A84"/>
                    </a:solidFill>
                  </a:tcPr>
                </a:tc>
                <a:tc>
                  <a:txBody>
                    <a:bodyPr/>
                    <a:lstStyle/>
                    <a:p>
                      <a:pPr algn="ctr" fontAlgn="ctr"/>
                      <a:r>
                        <a:rPr lang="en-US" sz="1050" b="0" i="0" u="none" strike="noStrike">
                          <a:solidFill>
                            <a:srgbClr val="000000"/>
                          </a:solidFill>
                          <a:effectLst/>
                          <a:latin typeface="Verdana" panose="020B0604030504040204" pitchFamily="34" charset="0"/>
                        </a:rPr>
                        <a:t>155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D07E"/>
                    </a:solidFill>
                  </a:tcPr>
                </a:tc>
                <a:tc>
                  <a:txBody>
                    <a:bodyPr/>
                    <a:lstStyle/>
                    <a:p>
                      <a:pPr algn="ctr" fontAlgn="ctr"/>
                      <a:r>
                        <a:rPr lang="en-US" sz="1050" b="0" i="0" u="none" strike="noStrike">
                          <a:solidFill>
                            <a:srgbClr val="000000"/>
                          </a:solidFill>
                          <a:effectLst/>
                          <a:latin typeface="Verdana" panose="020B0604030504040204" pitchFamily="34" charset="0"/>
                        </a:rPr>
                        <a:t>205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B84"/>
                    </a:solidFill>
                  </a:tcPr>
                </a:tc>
                <a:tc>
                  <a:txBody>
                    <a:bodyPr/>
                    <a:lstStyle/>
                    <a:p>
                      <a:pPr algn="ctr" fontAlgn="ctr"/>
                      <a:r>
                        <a:rPr lang="en-US" sz="1050" b="0" i="0" u="none" strike="noStrike">
                          <a:solidFill>
                            <a:srgbClr val="000000"/>
                          </a:solidFill>
                          <a:effectLst/>
                          <a:latin typeface="Verdana" panose="020B0604030504040204" pitchFamily="34" charset="0"/>
                        </a:rPr>
                        <a:t>45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8770"/>
                    </a:solidFill>
                  </a:tcPr>
                </a:tc>
                <a:tc>
                  <a:txBody>
                    <a:bodyPr/>
                    <a:lstStyle/>
                    <a:p>
                      <a:pPr algn="ctr" fontAlgn="ctr"/>
                      <a:r>
                        <a:rPr lang="en-US" sz="1050" b="0" i="0" u="none" strike="noStrike">
                          <a:solidFill>
                            <a:srgbClr val="000000"/>
                          </a:solidFill>
                          <a:effectLst/>
                          <a:latin typeface="Verdana" panose="020B0604030504040204" pitchFamily="34" charset="0"/>
                        </a:rPr>
                        <a:t>23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786D"/>
                    </a:solidFill>
                  </a:tcPr>
                </a:tc>
                <a:tc>
                  <a:txBody>
                    <a:bodyPr/>
                    <a:lstStyle/>
                    <a:p>
                      <a:pPr algn="ctr" fontAlgn="ctr"/>
                      <a:r>
                        <a:rPr lang="en-US" sz="1050" b="0" i="0" u="none" strike="noStrike">
                          <a:solidFill>
                            <a:srgbClr val="000000"/>
                          </a:solidFill>
                          <a:effectLst/>
                          <a:latin typeface="Verdana" panose="020B0604030504040204" pitchFamily="34" charset="0"/>
                        </a:rPr>
                        <a:t>165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D780"/>
                    </a:solidFill>
                  </a:tcPr>
                </a:tc>
                <a:tc>
                  <a:txBody>
                    <a:bodyPr/>
                    <a:lstStyle/>
                    <a:p>
                      <a:pPr algn="ctr" fontAlgn="ctr"/>
                      <a:r>
                        <a:rPr lang="en-US" sz="1050" b="0" i="0" u="none" strike="noStrike">
                          <a:solidFill>
                            <a:srgbClr val="000000"/>
                          </a:solidFill>
                          <a:effectLst/>
                          <a:latin typeface="Verdana" panose="020B0604030504040204" pitchFamily="34" charset="0"/>
                        </a:rPr>
                        <a:t>241</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3E884"/>
                    </a:solidFill>
                  </a:tcPr>
                </a:tc>
                <a:tc>
                  <a:txBody>
                    <a:bodyPr/>
                    <a:lstStyle/>
                    <a:p>
                      <a:pPr algn="ctr" fontAlgn="ctr"/>
                      <a:r>
                        <a:rPr lang="en-US" sz="1050" b="0" i="0" u="none" strike="noStrike">
                          <a:solidFill>
                            <a:srgbClr val="000000"/>
                          </a:solidFill>
                          <a:effectLst/>
                          <a:latin typeface="Verdana" panose="020B0604030504040204" pitchFamily="34" charset="0"/>
                        </a:rPr>
                        <a:t>253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0E784"/>
                    </a:solidFill>
                  </a:tcPr>
                </a:tc>
                <a:tc>
                  <a:txBody>
                    <a:bodyPr/>
                    <a:lstStyle/>
                    <a:p>
                      <a:pPr algn="ctr" fontAlgn="ctr"/>
                      <a:r>
                        <a:rPr lang="en-US" sz="1050" b="0" i="0" u="none" strike="noStrike">
                          <a:solidFill>
                            <a:srgbClr val="000000"/>
                          </a:solidFill>
                          <a:effectLst/>
                          <a:latin typeface="Verdana" panose="020B0604030504040204" pitchFamily="34" charset="0"/>
                        </a:rPr>
                        <a:t>109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B279"/>
                    </a:solidFill>
                  </a:tcPr>
                </a:tc>
                <a:tc>
                  <a:txBody>
                    <a:bodyPr/>
                    <a:lstStyle/>
                    <a:p>
                      <a:pPr algn="ctr" fontAlgn="ctr"/>
                      <a:r>
                        <a:rPr lang="en-US" sz="1050" b="0" i="0" u="none" strike="noStrike">
                          <a:solidFill>
                            <a:srgbClr val="000000"/>
                          </a:solidFill>
                          <a:effectLst/>
                          <a:latin typeface="Verdana" panose="020B0604030504040204" pitchFamily="34" charset="0"/>
                        </a:rPr>
                        <a:t>202</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B84"/>
                    </a:solidFill>
                  </a:tcPr>
                </a:tc>
                <a:tc>
                  <a:txBody>
                    <a:bodyPr/>
                    <a:lstStyle/>
                    <a:p>
                      <a:pPr algn="ctr" fontAlgn="ctr"/>
                      <a:r>
                        <a:rPr lang="en-US" sz="1050" b="0" i="0" u="none" strike="noStrike">
                          <a:solidFill>
                            <a:srgbClr val="000000"/>
                          </a:solidFill>
                          <a:effectLst/>
                          <a:latin typeface="Verdana" panose="020B0604030504040204" pitchFamily="34" charset="0"/>
                        </a:rPr>
                        <a:t>43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8570"/>
                    </a:solidFill>
                  </a:tcPr>
                </a:tc>
                <a:tc>
                  <a:txBody>
                    <a:bodyPr/>
                    <a:lstStyle/>
                    <a:p>
                      <a:pPr algn="ctr" fontAlgn="ctr"/>
                      <a:r>
                        <a:rPr lang="en-US" sz="1050" b="0" i="0" u="none" strike="noStrike">
                          <a:solidFill>
                            <a:srgbClr val="000000"/>
                          </a:solidFill>
                          <a:effectLst/>
                          <a:latin typeface="Verdana" panose="020B0604030504040204" pitchFamily="34" charset="0"/>
                        </a:rPr>
                        <a:t>175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DE81"/>
                    </a:solidFill>
                  </a:tcPr>
                </a:tc>
                <a:tc>
                  <a:txBody>
                    <a:bodyPr/>
                    <a:lstStyle/>
                    <a:p>
                      <a:pPr algn="ctr" fontAlgn="ctr"/>
                      <a:r>
                        <a:rPr lang="en-US" sz="1050" b="0" i="0" u="none" strike="noStrike">
                          <a:solidFill>
                            <a:srgbClr val="000000"/>
                          </a:solidFill>
                          <a:effectLst/>
                          <a:latin typeface="Verdana" panose="020B0604030504040204" pitchFamily="34" charset="0"/>
                        </a:rPr>
                        <a:t>132</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C17B"/>
                    </a:solidFill>
                  </a:tcPr>
                </a:tc>
                <a:tc>
                  <a:txBody>
                    <a:bodyPr/>
                    <a:lstStyle/>
                    <a:p>
                      <a:pPr algn="ctr" fontAlgn="ctr"/>
                      <a:r>
                        <a:rPr lang="en-US" sz="1050" b="0" i="0" u="none" strike="noStrike">
                          <a:solidFill>
                            <a:srgbClr val="000000"/>
                          </a:solidFill>
                          <a:effectLst/>
                          <a:latin typeface="Verdana" panose="020B0604030504040204" pitchFamily="34" charset="0"/>
                        </a:rPr>
                        <a:t>288</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483"/>
                    </a:solidFill>
                  </a:tcPr>
                </a:tc>
                <a:tc>
                  <a:txBody>
                    <a:bodyPr/>
                    <a:lstStyle/>
                    <a:p>
                      <a:pPr algn="ctr" fontAlgn="ctr"/>
                      <a:r>
                        <a:rPr lang="en-US" sz="1050" b="0" i="0" u="none" strike="noStrike">
                          <a:solidFill>
                            <a:srgbClr val="000000"/>
                          </a:solidFill>
                          <a:effectLst/>
                          <a:latin typeface="Verdana" panose="020B0604030504040204" pitchFamily="34" charset="0"/>
                        </a:rPr>
                        <a:t>97</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977"/>
                    </a:solidFill>
                  </a:tcPr>
                </a:tc>
                <a:tc>
                  <a:txBody>
                    <a:bodyPr/>
                    <a:lstStyle/>
                    <a:p>
                      <a:pPr algn="ctr" fontAlgn="ctr"/>
                      <a:r>
                        <a:rPr lang="en-US" sz="1050" b="0" i="0" u="none" strike="noStrike">
                          <a:solidFill>
                            <a:srgbClr val="000000"/>
                          </a:solidFill>
                          <a:effectLst/>
                          <a:latin typeface="Verdana" panose="020B0604030504040204" pitchFamily="34" charset="0"/>
                        </a:rPr>
                        <a:t>33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7E6F"/>
                    </a:solidFill>
                  </a:tcPr>
                </a:tc>
                <a:tc>
                  <a:txBody>
                    <a:bodyPr/>
                    <a:lstStyle/>
                    <a:p>
                      <a:pPr algn="ctr" fontAlgn="ctr"/>
                      <a:r>
                        <a:rPr lang="en-US" sz="1050" b="0" i="0" u="none" strike="noStrike">
                          <a:solidFill>
                            <a:srgbClr val="000000"/>
                          </a:solidFill>
                          <a:effectLst/>
                          <a:latin typeface="Verdana" panose="020B0604030504040204" pitchFamily="34" charset="0"/>
                        </a:rPr>
                        <a:t>130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F7B"/>
                    </a:solidFill>
                  </a:tcPr>
                </a:tc>
                <a:tc>
                  <a:txBody>
                    <a:bodyPr/>
                    <a:lstStyle/>
                    <a:p>
                      <a:pPr algn="ctr" fontAlgn="ctr"/>
                      <a:r>
                        <a:rPr lang="en-US" sz="1050" b="0" i="0" u="none" strike="noStrike">
                          <a:solidFill>
                            <a:srgbClr val="000000"/>
                          </a:solidFill>
                          <a:effectLst/>
                          <a:latin typeface="Verdana" panose="020B0604030504040204" pitchFamily="34" charset="0"/>
                        </a:rPr>
                        <a:t>130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F7B"/>
                    </a:solidFill>
                  </a:tcPr>
                </a:tc>
                <a:tc>
                  <a:txBody>
                    <a:bodyPr/>
                    <a:lstStyle/>
                    <a:p>
                      <a:pPr algn="ctr" fontAlgn="ctr"/>
                      <a:r>
                        <a:rPr lang="en-US" sz="1050" b="0" i="0" u="none" strike="noStrike">
                          <a:solidFill>
                            <a:srgbClr val="000000"/>
                          </a:solidFill>
                          <a:effectLst/>
                          <a:latin typeface="Verdana" panose="020B0604030504040204" pitchFamily="34" charset="0"/>
                        </a:rPr>
                        <a:t>130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F7B"/>
                    </a:solidFill>
                  </a:tcPr>
                </a:tc>
                <a:tc>
                  <a:txBody>
                    <a:bodyPr/>
                    <a:lstStyle/>
                    <a:p>
                      <a:pPr algn="ctr" fontAlgn="ctr"/>
                      <a:r>
                        <a:rPr lang="en-US" sz="1050" b="0" i="0" u="none" strike="noStrike">
                          <a:solidFill>
                            <a:srgbClr val="000000"/>
                          </a:solidFill>
                          <a:effectLst/>
                          <a:latin typeface="Verdana" panose="020B0604030504040204" pitchFamily="34" charset="0"/>
                        </a:rPr>
                        <a:t>139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C67C"/>
                    </a:solidFill>
                  </a:tcPr>
                </a:tc>
                <a:tc>
                  <a:txBody>
                    <a:bodyPr/>
                    <a:lstStyle/>
                    <a:p>
                      <a:pPr algn="ctr" fontAlgn="ctr"/>
                      <a:r>
                        <a:rPr lang="en-US" sz="1050" b="0" i="0" u="none" strike="noStrike">
                          <a:solidFill>
                            <a:srgbClr val="000000"/>
                          </a:solidFill>
                          <a:effectLst/>
                          <a:latin typeface="Verdana" panose="020B0604030504040204" pitchFamily="34" charset="0"/>
                        </a:rPr>
                        <a:t>32</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7E6F"/>
                    </a:solidFill>
                  </a:tcPr>
                </a:tc>
                <a:tc>
                  <a:txBody>
                    <a:bodyPr/>
                    <a:lstStyle/>
                    <a:p>
                      <a:pPr algn="ctr" fontAlgn="ctr"/>
                      <a:r>
                        <a:rPr lang="en-US" sz="1050" b="0" i="0" u="none" strike="noStrike">
                          <a:solidFill>
                            <a:srgbClr val="000000"/>
                          </a:solidFill>
                          <a:effectLst/>
                          <a:latin typeface="Verdana" panose="020B0604030504040204" pitchFamily="34" charset="0"/>
                        </a:rPr>
                        <a:t>33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7F6F"/>
                    </a:solidFill>
                  </a:tcPr>
                </a:tc>
                <a:tc>
                  <a:txBody>
                    <a:bodyPr/>
                    <a:lstStyle/>
                    <a:p>
                      <a:pPr algn="ctr" fontAlgn="ctr"/>
                      <a:r>
                        <a:rPr lang="en-US" sz="1050" b="0" i="0" u="none" strike="noStrike">
                          <a:solidFill>
                            <a:srgbClr val="000000"/>
                          </a:solidFill>
                          <a:effectLst/>
                          <a:latin typeface="Verdana" panose="020B0604030504040204" pitchFamily="34" charset="0"/>
                        </a:rPr>
                        <a:t>45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8770"/>
                    </a:solidFill>
                  </a:tcPr>
                </a:tc>
                <a:tc>
                  <a:txBody>
                    <a:bodyPr/>
                    <a:lstStyle/>
                    <a:p>
                      <a:pPr algn="ctr" fontAlgn="ctr"/>
                      <a:r>
                        <a:rPr lang="en-US" sz="1050" b="0" i="0" u="none" strike="noStrike">
                          <a:solidFill>
                            <a:srgbClr val="000000"/>
                          </a:solidFill>
                          <a:effectLst/>
                          <a:latin typeface="Verdana" panose="020B0604030504040204" pitchFamily="34" charset="0"/>
                        </a:rPr>
                        <a:t>33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7F6F"/>
                    </a:solidFill>
                  </a:tcPr>
                </a:tc>
                <a:tc>
                  <a:txBody>
                    <a:bodyPr/>
                    <a:lstStyle/>
                    <a:p>
                      <a:pPr algn="ctr" fontAlgn="ctr"/>
                      <a:r>
                        <a:rPr lang="en-US" sz="1050" b="0" i="0" u="none" strike="noStrike">
                          <a:solidFill>
                            <a:srgbClr val="000000"/>
                          </a:solidFill>
                          <a:effectLst/>
                          <a:latin typeface="Verdana" panose="020B0604030504040204" pitchFamily="34" charset="0"/>
                        </a:rPr>
                        <a:t>45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8770"/>
                    </a:solidFill>
                  </a:tcPr>
                </a:tc>
                <a:tc>
                  <a:txBody>
                    <a:bodyPr/>
                    <a:lstStyle/>
                    <a:p>
                      <a:pPr algn="ctr" fontAlgn="ctr"/>
                      <a:r>
                        <a:rPr lang="en-US" sz="1050" b="0" i="0" u="none" strike="noStrike">
                          <a:solidFill>
                            <a:srgbClr val="000000"/>
                          </a:solidFill>
                          <a:effectLst/>
                          <a:latin typeface="Verdana" panose="020B0604030504040204" pitchFamily="34" charset="0"/>
                        </a:rPr>
                        <a:t>89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476"/>
                    </a:solidFill>
                  </a:tcPr>
                </a:tc>
                <a:tc>
                  <a:txBody>
                    <a:bodyPr/>
                    <a:lstStyle/>
                    <a:p>
                      <a:pPr algn="ctr" fontAlgn="ctr"/>
                      <a:r>
                        <a:rPr lang="en-US" sz="1050" b="0" i="0" u="none" strike="noStrike">
                          <a:solidFill>
                            <a:srgbClr val="000000"/>
                          </a:solidFill>
                          <a:effectLst/>
                          <a:latin typeface="Verdana" panose="020B0604030504040204" pitchFamily="34" charset="0"/>
                        </a:rPr>
                        <a:t>75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9B74"/>
                    </a:solidFill>
                  </a:tcPr>
                </a:tc>
                <a:extLst>
                  <a:ext uri="{0D108BD9-81ED-4DB2-BD59-A6C34878D82A}">
                    <a16:rowId xmlns:a16="http://schemas.microsoft.com/office/drawing/2014/main" val="2504210319"/>
                  </a:ext>
                </a:extLst>
              </a:tr>
              <a:tr h="222333">
                <a:tc>
                  <a:txBody>
                    <a:bodyPr/>
                    <a:lstStyle/>
                    <a:p>
                      <a:pPr algn="ctr" fontAlgn="b"/>
                      <a:r>
                        <a:rPr lang="en-US" sz="1050" b="1" i="0" u="none" strike="noStrike">
                          <a:solidFill>
                            <a:srgbClr val="000000"/>
                          </a:solidFill>
                          <a:effectLst/>
                          <a:latin typeface="Verdana" panose="020B0604030504040204" pitchFamily="34" charset="0"/>
                        </a:rPr>
                        <a:t>13:00</a:t>
                      </a:r>
                    </a:p>
                  </a:txBody>
                  <a:tcPr marL="3747" marR="3747" marT="37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Verdana" panose="020B0604030504040204" pitchFamily="34" charset="0"/>
                        </a:rPr>
                        <a:t>142</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C87D"/>
                    </a:solidFill>
                  </a:tcPr>
                </a:tc>
                <a:tc>
                  <a:txBody>
                    <a:bodyPr/>
                    <a:lstStyle/>
                    <a:p>
                      <a:pPr algn="ctr" fontAlgn="ctr"/>
                      <a:r>
                        <a:rPr lang="en-US" sz="1050" b="0" i="0" u="none" strike="noStrike">
                          <a:solidFill>
                            <a:srgbClr val="000000"/>
                          </a:solidFill>
                          <a:effectLst/>
                          <a:latin typeface="Verdana" panose="020B0604030504040204" pitchFamily="34" charset="0"/>
                        </a:rPr>
                        <a:t>479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D680"/>
                    </a:solidFill>
                  </a:tcPr>
                </a:tc>
                <a:tc>
                  <a:txBody>
                    <a:bodyPr/>
                    <a:lstStyle/>
                    <a:p>
                      <a:pPr algn="ctr" fontAlgn="ctr"/>
                      <a:r>
                        <a:rPr lang="en-US" sz="1050" b="0" i="0" u="none" strike="noStrike">
                          <a:solidFill>
                            <a:srgbClr val="000000"/>
                          </a:solidFill>
                          <a:effectLst/>
                          <a:latin typeface="Verdana" panose="020B0604030504040204" pitchFamily="34" charset="0"/>
                        </a:rPr>
                        <a:t>243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E884"/>
                    </a:solidFill>
                  </a:tcPr>
                </a:tc>
                <a:tc>
                  <a:txBody>
                    <a:bodyPr/>
                    <a:lstStyle/>
                    <a:p>
                      <a:pPr algn="ctr" fontAlgn="ctr"/>
                      <a:r>
                        <a:rPr lang="en-US" sz="1050" b="0" i="0" u="none" strike="noStrike">
                          <a:solidFill>
                            <a:srgbClr val="000000"/>
                          </a:solidFill>
                          <a:effectLst/>
                          <a:latin typeface="Verdana" panose="020B0604030504040204" pitchFamily="34" charset="0"/>
                        </a:rPr>
                        <a:t>163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D680"/>
                    </a:solidFill>
                  </a:tcPr>
                </a:tc>
                <a:tc>
                  <a:txBody>
                    <a:bodyPr/>
                    <a:lstStyle/>
                    <a:p>
                      <a:pPr algn="ctr" fontAlgn="ctr"/>
                      <a:r>
                        <a:rPr lang="en-US" sz="1050" b="0" i="0" u="none" strike="noStrike">
                          <a:solidFill>
                            <a:srgbClr val="000000"/>
                          </a:solidFill>
                          <a:effectLst/>
                          <a:latin typeface="Verdana" panose="020B0604030504040204" pitchFamily="34" charset="0"/>
                        </a:rPr>
                        <a:t>324</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283"/>
                    </a:solidFill>
                  </a:tcPr>
                </a:tc>
                <a:tc>
                  <a:txBody>
                    <a:bodyPr/>
                    <a:lstStyle/>
                    <a:p>
                      <a:pPr algn="ctr" fontAlgn="ctr"/>
                      <a:r>
                        <a:rPr lang="en-US" sz="1050" b="0" i="0" u="none" strike="noStrike">
                          <a:solidFill>
                            <a:srgbClr val="000000"/>
                          </a:solidFill>
                          <a:effectLst/>
                          <a:latin typeface="Verdana" panose="020B0604030504040204" pitchFamily="34" charset="0"/>
                        </a:rPr>
                        <a:t>181</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282"/>
                    </a:solidFill>
                  </a:tcPr>
                </a:tc>
                <a:tc>
                  <a:txBody>
                    <a:bodyPr/>
                    <a:lstStyle/>
                    <a:p>
                      <a:pPr algn="ctr" fontAlgn="ctr"/>
                      <a:r>
                        <a:rPr lang="en-US" sz="1050" b="0" i="0" u="none" strike="noStrike">
                          <a:solidFill>
                            <a:srgbClr val="000000"/>
                          </a:solidFill>
                          <a:effectLst/>
                          <a:latin typeface="Verdana" panose="020B0604030504040204" pitchFamily="34" charset="0"/>
                        </a:rPr>
                        <a:t>229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E984"/>
                    </a:solidFill>
                  </a:tcPr>
                </a:tc>
                <a:tc>
                  <a:txBody>
                    <a:bodyPr/>
                    <a:lstStyle/>
                    <a:p>
                      <a:pPr algn="ctr" fontAlgn="ctr"/>
                      <a:r>
                        <a:rPr lang="en-US" sz="1050" b="0" i="0" u="none" strike="noStrike">
                          <a:solidFill>
                            <a:srgbClr val="000000"/>
                          </a:solidFill>
                          <a:effectLst/>
                          <a:latin typeface="Verdana" panose="020B0604030504040204" pitchFamily="34" charset="0"/>
                        </a:rPr>
                        <a:t>79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9D75"/>
                    </a:solidFill>
                  </a:tcPr>
                </a:tc>
                <a:tc>
                  <a:txBody>
                    <a:bodyPr/>
                    <a:lstStyle/>
                    <a:p>
                      <a:pPr algn="ctr" fontAlgn="ctr"/>
                      <a:r>
                        <a:rPr lang="en-US" sz="1050" b="0" i="0" u="none" strike="noStrike">
                          <a:solidFill>
                            <a:srgbClr val="000000"/>
                          </a:solidFill>
                          <a:effectLst/>
                          <a:latin typeface="Verdana" panose="020B0604030504040204" pitchFamily="34" charset="0"/>
                        </a:rPr>
                        <a:t>32</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7E6F"/>
                    </a:solidFill>
                  </a:tcPr>
                </a:tc>
                <a:tc>
                  <a:txBody>
                    <a:bodyPr/>
                    <a:lstStyle/>
                    <a:p>
                      <a:pPr algn="ctr" fontAlgn="ctr"/>
                      <a:r>
                        <a:rPr lang="en-US" sz="1050" b="0" i="0" u="none" strike="noStrike">
                          <a:solidFill>
                            <a:srgbClr val="000000"/>
                          </a:solidFill>
                          <a:effectLst/>
                          <a:latin typeface="Verdana" panose="020B0604030504040204" pitchFamily="34" charset="0"/>
                        </a:rPr>
                        <a:t>180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182"/>
                    </a:solidFill>
                  </a:tcPr>
                </a:tc>
                <a:tc>
                  <a:txBody>
                    <a:bodyPr/>
                    <a:lstStyle/>
                    <a:p>
                      <a:pPr algn="ctr" fontAlgn="ctr"/>
                      <a:r>
                        <a:rPr lang="en-US" sz="1050" b="0" i="0" u="none" strike="noStrike">
                          <a:solidFill>
                            <a:srgbClr val="000000"/>
                          </a:solidFill>
                          <a:effectLst/>
                          <a:latin typeface="Verdana" panose="020B0604030504040204" pitchFamily="34" charset="0"/>
                        </a:rPr>
                        <a:t>283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583"/>
                    </a:solidFill>
                  </a:tcPr>
                </a:tc>
                <a:tc>
                  <a:txBody>
                    <a:bodyPr/>
                    <a:lstStyle/>
                    <a:p>
                      <a:pPr algn="ctr" fontAlgn="ctr"/>
                      <a:r>
                        <a:rPr lang="en-US" sz="1050" b="0" i="0" u="none" strike="noStrike">
                          <a:solidFill>
                            <a:srgbClr val="000000"/>
                          </a:solidFill>
                          <a:effectLst/>
                          <a:latin typeface="Verdana" panose="020B0604030504040204" pitchFamily="34" charset="0"/>
                        </a:rPr>
                        <a:t>272</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E683"/>
                    </a:solidFill>
                  </a:tcPr>
                </a:tc>
                <a:tc>
                  <a:txBody>
                    <a:bodyPr/>
                    <a:lstStyle/>
                    <a:p>
                      <a:pPr algn="ctr" fontAlgn="ctr"/>
                      <a:r>
                        <a:rPr lang="en-US" sz="1050" b="0" i="0" u="none" strike="noStrike">
                          <a:solidFill>
                            <a:srgbClr val="000000"/>
                          </a:solidFill>
                          <a:effectLst/>
                          <a:latin typeface="Verdana" panose="020B0604030504040204" pitchFamily="34" charset="0"/>
                        </a:rPr>
                        <a:t>125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C7B"/>
                    </a:solidFill>
                  </a:tcPr>
                </a:tc>
                <a:tc>
                  <a:txBody>
                    <a:bodyPr/>
                    <a:lstStyle/>
                    <a:p>
                      <a:pPr algn="ctr" fontAlgn="ctr"/>
                      <a:r>
                        <a:rPr lang="en-US" sz="1050" b="0" i="0" u="none" strike="noStrike">
                          <a:solidFill>
                            <a:srgbClr val="000000"/>
                          </a:solidFill>
                          <a:effectLst/>
                          <a:latin typeface="Verdana" panose="020B0604030504040204" pitchFamily="34" charset="0"/>
                        </a:rPr>
                        <a:t>221</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E984"/>
                    </a:solidFill>
                  </a:tcPr>
                </a:tc>
                <a:tc>
                  <a:txBody>
                    <a:bodyPr/>
                    <a:lstStyle/>
                    <a:p>
                      <a:pPr algn="ctr" fontAlgn="ctr"/>
                      <a:r>
                        <a:rPr lang="en-US" sz="1050" b="0" i="0" u="none" strike="noStrike">
                          <a:solidFill>
                            <a:srgbClr val="000000"/>
                          </a:solidFill>
                          <a:effectLst/>
                          <a:latin typeface="Verdana" panose="020B0604030504040204" pitchFamily="34" charset="0"/>
                        </a:rPr>
                        <a:t>62</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9272"/>
                    </a:solidFill>
                  </a:tcPr>
                </a:tc>
                <a:tc>
                  <a:txBody>
                    <a:bodyPr/>
                    <a:lstStyle/>
                    <a:p>
                      <a:pPr algn="ctr" fontAlgn="ctr"/>
                      <a:r>
                        <a:rPr lang="en-US" sz="1050" b="0" i="0" u="none" strike="noStrike">
                          <a:solidFill>
                            <a:srgbClr val="000000"/>
                          </a:solidFill>
                          <a:effectLst/>
                          <a:latin typeface="Verdana" panose="020B0604030504040204" pitchFamily="34" charset="0"/>
                        </a:rPr>
                        <a:t>190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783"/>
                    </a:solidFill>
                  </a:tcPr>
                </a:tc>
                <a:tc>
                  <a:txBody>
                    <a:bodyPr/>
                    <a:lstStyle/>
                    <a:p>
                      <a:pPr algn="ctr" fontAlgn="ctr"/>
                      <a:r>
                        <a:rPr lang="en-US" sz="1050" b="0" i="0" u="none" strike="noStrike">
                          <a:solidFill>
                            <a:srgbClr val="000000"/>
                          </a:solidFill>
                          <a:effectLst/>
                          <a:latin typeface="Verdana" panose="020B0604030504040204" pitchFamily="34" charset="0"/>
                        </a:rPr>
                        <a:t>139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C67C"/>
                    </a:solidFill>
                  </a:tcPr>
                </a:tc>
                <a:tc>
                  <a:txBody>
                    <a:bodyPr/>
                    <a:lstStyle/>
                    <a:p>
                      <a:pPr algn="ctr" fontAlgn="ctr"/>
                      <a:r>
                        <a:rPr lang="en-US" sz="1050" b="0" i="0" u="none" strike="noStrike">
                          <a:solidFill>
                            <a:srgbClr val="000000"/>
                          </a:solidFill>
                          <a:effectLst/>
                          <a:latin typeface="Verdana" panose="020B0604030504040204" pitchFamily="34" charset="0"/>
                        </a:rPr>
                        <a:t>322</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EE283"/>
                    </a:solidFill>
                  </a:tcPr>
                </a:tc>
                <a:tc>
                  <a:txBody>
                    <a:bodyPr/>
                    <a:lstStyle/>
                    <a:p>
                      <a:pPr algn="ctr" fontAlgn="ctr"/>
                      <a:r>
                        <a:rPr lang="en-US" sz="1050" b="0" i="0" u="none" strike="noStrike">
                          <a:solidFill>
                            <a:srgbClr val="000000"/>
                          </a:solidFill>
                          <a:effectLst/>
                          <a:latin typeface="Verdana" panose="020B0604030504040204" pitchFamily="34" charset="0"/>
                        </a:rPr>
                        <a:t>99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B77"/>
                    </a:solidFill>
                  </a:tcPr>
                </a:tc>
                <a:tc>
                  <a:txBody>
                    <a:bodyPr/>
                    <a:lstStyle/>
                    <a:p>
                      <a:pPr algn="ctr" fontAlgn="ctr"/>
                      <a:r>
                        <a:rPr lang="en-US" sz="1050" b="0" i="0" u="none" strike="noStrike">
                          <a:solidFill>
                            <a:srgbClr val="000000"/>
                          </a:solidFill>
                          <a:effectLst/>
                          <a:latin typeface="Verdana" panose="020B0604030504040204" pitchFamily="34" charset="0"/>
                        </a:rPr>
                        <a:t>129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F7B"/>
                    </a:solidFill>
                  </a:tcPr>
                </a:tc>
                <a:tc>
                  <a:txBody>
                    <a:bodyPr/>
                    <a:lstStyle/>
                    <a:p>
                      <a:pPr algn="ctr" fontAlgn="ctr"/>
                      <a:r>
                        <a:rPr lang="en-US" sz="1050" b="0" i="0" u="none" strike="noStrike">
                          <a:solidFill>
                            <a:srgbClr val="000000"/>
                          </a:solidFill>
                          <a:effectLst/>
                          <a:latin typeface="Verdana" panose="020B0604030504040204" pitchFamily="34" charset="0"/>
                        </a:rPr>
                        <a:t>130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F7B"/>
                    </a:solidFill>
                  </a:tcPr>
                </a:tc>
                <a:tc>
                  <a:txBody>
                    <a:bodyPr/>
                    <a:lstStyle/>
                    <a:p>
                      <a:pPr algn="ctr" fontAlgn="ctr"/>
                      <a:r>
                        <a:rPr lang="en-US" sz="1050" b="0" i="0" u="none" strike="noStrike">
                          <a:solidFill>
                            <a:srgbClr val="000000"/>
                          </a:solidFill>
                          <a:effectLst/>
                          <a:latin typeface="Verdana" panose="020B0604030504040204" pitchFamily="34" charset="0"/>
                        </a:rPr>
                        <a:t>130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F7B"/>
                    </a:solidFill>
                  </a:tcPr>
                </a:tc>
                <a:tc>
                  <a:txBody>
                    <a:bodyPr/>
                    <a:lstStyle/>
                    <a:p>
                      <a:pPr algn="ctr" fontAlgn="ctr"/>
                      <a:r>
                        <a:rPr lang="en-US" sz="1050" b="0" i="0" u="none" strike="noStrike">
                          <a:solidFill>
                            <a:srgbClr val="000000"/>
                          </a:solidFill>
                          <a:effectLst/>
                          <a:latin typeface="Verdana" panose="020B0604030504040204" pitchFamily="34" charset="0"/>
                        </a:rPr>
                        <a:t>130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F7B"/>
                    </a:solidFill>
                  </a:tcPr>
                </a:tc>
                <a:tc>
                  <a:txBody>
                    <a:bodyPr/>
                    <a:lstStyle/>
                    <a:p>
                      <a:pPr algn="ctr" fontAlgn="ctr"/>
                      <a:r>
                        <a:rPr lang="en-US" sz="1050" b="0" i="0" u="none" strike="noStrike">
                          <a:solidFill>
                            <a:srgbClr val="000000"/>
                          </a:solidFill>
                          <a:effectLst/>
                          <a:latin typeface="Verdana" panose="020B0604030504040204" pitchFamily="34" charset="0"/>
                        </a:rPr>
                        <a:t>125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C7B"/>
                    </a:solidFill>
                  </a:tcPr>
                </a:tc>
                <a:tc>
                  <a:txBody>
                    <a:bodyPr/>
                    <a:lstStyle/>
                    <a:p>
                      <a:pPr algn="ctr" fontAlgn="ctr"/>
                      <a:r>
                        <a:rPr lang="en-US" sz="1050" b="0" i="0" u="none" strike="noStrike">
                          <a:solidFill>
                            <a:srgbClr val="000000"/>
                          </a:solidFill>
                          <a:effectLst/>
                          <a:latin typeface="Verdana" panose="020B0604030504040204" pitchFamily="34" charset="0"/>
                        </a:rPr>
                        <a:t>32</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7E6F"/>
                    </a:solidFill>
                  </a:tcPr>
                </a:tc>
                <a:tc>
                  <a:txBody>
                    <a:bodyPr/>
                    <a:lstStyle/>
                    <a:p>
                      <a:pPr algn="ctr" fontAlgn="ctr"/>
                      <a:r>
                        <a:rPr lang="en-US" sz="1050" b="0" i="0" u="none" strike="noStrike">
                          <a:solidFill>
                            <a:srgbClr val="000000"/>
                          </a:solidFill>
                          <a:effectLst/>
                          <a:latin typeface="Verdana" panose="020B0604030504040204" pitchFamily="34" charset="0"/>
                        </a:rPr>
                        <a:t>33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7F6F"/>
                    </a:solidFill>
                  </a:tcPr>
                </a:tc>
                <a:tc>
                  <a:txBody>
                    <a:bodyPr/>
                    <a:lstStyle/>
                    <a:p>
                      <a:pPr algn="ctr" fontAlgn="ctr"/>
                      <a:r>
                        <a:rPr lang="en-US" sz="1050" b="0" i="0" u="none" strike="noStrike">
                          <a:solidFill>
                            <a:srgbClr val="000000"/>
                          </a:solidFill>
                          <a:effectLst/>
                          <a:latin typeface="Verdana" panose="020B0604030504040204" pitchFamily="34" charset="0"/>
                        </a:rPr>
                        <a:t>62</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9272"/>
                    </a:solidFill>
                  </a:tcPr>
                </a:tc>
                <a:tc>
                  <a:txBody>
                    <a:bodyPr/>
                    <a:lstStyle/>
                    <a:p>
                      <a:pPr algn="ctr" fontAlgn="ctr"/>
                      <a:r>
                        <a:rPr lang="en-US" sz="1050" b="0" i="0" u="none" strike="noStrike">
                          <a:solidFill>
                            <a:srgbClr val="000000"/>
                          </a:solidFill>
                          <a:effectLst/>
                          <a:latin typeface="Verdana" panose="020B0604030504040204" pitchFamily="34" charset="0"/>
                        </a:rPr>
                        <a:t>33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7F6F"/>
                    </a:solidFill>
                  </a:tcPr>
                </a:tc>
                <a:tc>
                  <a:txBody>
                    <a:bodyPr/>
                    <a:lstStyle/>
                    <a:p>
                      <a:pPr algn="ctr" fontAlgn="ctr"/>
                      <a:r>
                        <a:rPr lang="en-US" sz="1050" b="0" i="0" u="none" strike="noStrike">
                          <a:solidFill>
                            <a:srgbClr val="000000"/>
                          </a:solidFill>
                          <a:effectLst/>
                          <a:latin typeface="Verdana" panose="020B0604030504040204" pitchFamily="34" charset="0"/>
                        </a:rPr>
                        <a:t>84</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175"/>
                    </a:solidFill>
                  </a:tcPr>
                </a:tc>
                <a:tc>
                  <a:txBody>
                    <a:bodyPr/>
                    <a:lstStyle/>
                    <a:p>
                      <a:pPr algn="ctr" fontAlgn="ctr"/>
                      <a:r>
                        <a:rPr lang="en-US" sz="1050" b="0" i="0" u="none" strike="noStrike">
                          <a:solidFill>
                            <a:srgbClr val="000000"/>
                          </a:solidFill>
                          <a:effectLst/>
                          <a:latin typeface="Verdana" panose="020B0604030504040204" pitchFamily="34" charset="0"/>
                        </a:rPr>
                        <a:t>143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C87D"/>
                    </a:solidFill>
                  </a:tcPr>
                </a:tc>
                <a:tc>
                  <a:txBody>
                    <a:bodyPr/>
                    <a:lstStyle/>
                    <a:p>
                      <a:pPr algn="ctr" fontAlgn="ctr"/>
                      <a:r>
                        <a:rPr lang="en-US" sz="1050" b="0" i="0" u="none" strike="noStrike">
                          <a:solidFill>
                            <a:srgbClr val="000000"/>
                          </a:solidFill>
                          <a:effectLst/>
                          <a:latin typeface="Verdana" panose="020B0604030504040204" pitchFamily="34" charset="0"/>
                        </a:rPr>
                        <a:t>140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C67D"/>
                    </a:solidFill>
                  </a:tcPr>
                </a:tc>
                <a:extLst>
                  <a:ext uri="{0D108BD9-81ED-4DB2-BD59-A6C34878D82A}">
                    <a16:rowId xmlns:a16="http://schemas.microsoft.com/office/drawing/2014/main" val="2732458339"/>
                  </a:ext>
                </a:extLst>
              </a:tr>
              <a:tr h="222333">
                <a:tc>
                  <a:txBody>
                    <a:bodyPr/>
                    <a:lstStyle/>
                    <a:p>
                      <a:pPr algn="ctr" fontAlgn="b"/>
                      <a:r>
                        <a:rPr lang="en-US" sz="1050" b="1" i="0" u="none" strike="noStrike">
                          <a:solidFill>
                            <a:srgbClr val="000000"/>
                          </a:solidFill>
                          <a:effectLst/>
                          <a:latin typeface="Verdana" panose="020B0604030504040204" pitchFamily="34" charset="0"/>
                        </a:rPr>
                        <a:t>14:00</a:t>
                      </a:r>
                    </a:p>
                  </a:txBody>
                  <a:tcPr marL="3747" marR="3747" marT="37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Verdana" panose="020B0604030504040204" pitchFamily="34" charset="0"/>
                        </a:rPr>
                        <a:t>229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E984"/>
                    </a:solidFill>
                  </a:tcPr>
                </a:tc>
                <a:tc>
                  <a:txBody>
                    <a:bodyPr/>
                    <a:lstStyle/>
                    <a:p>
                      <a:pPr algn="ctr" fontAlgn="ctr"/>
                      <a:r>
                        <a:rPr lang="en-US" sz="1050" b="0" i="0" u="none" strike="noStrike">
                          <a:solidFill>
                            <a:srgbClr val="000000"/>
                          </a:solidFill>
                          <a:effectLst/>
                          <a:latin typeface="Verdana" panose="020B0604030504040204" pitchFamily="34" charset="0"/>
                        </a:rPr>
                        <a:t>434</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D981"/>
                    </a:solidFill>
                  </a:tcPr>
                </a:tc>
                <a:tc>
                  <a:txBody>
                    <a:bodyPr/>
                    <a:lstStyle/>
                    <a:p>
                      <a:pPr algn="ctr" fontAlgn="ctr"/>
                      <a:r>
                        <a:rPr lang="en-US" sz="1050" b="0" i="0" u="none" strike="noStrike">
                          <a:solidFill>
                            <a:srgbClr val="000000"/>
                          </a:solidFill>
                          <a:effectLst/>
                          <a:latin typeface="Verdana" panose="020B0604030504040204" pitchFamily="34" charset="0"/>
                        </a:rPr>
                        <a:t>293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5E483"/>
                    </a:solidFill>
                  </a:tcPr>
                </a:tc>
                <a:tc>
                  <a:txBody>
                    <a:bodyPr/>
                    <a:lstStyle/>
                    <a:p>
                      <a:pPr algn="ctr" fontAlgn="ctr"/>
                      <a:r>
                        <a:rPr lang="en-US" sz="1050" b="0" i="0" u="none" strike="noStrike">
                          <a:solidFill>
                            <a:srgbClr val="000000"/>
                          </a:solidFill>
                          <a:effectLst/>
                          <a:latin typeface="Verdana" panose="020B0604030504040204" pitchFamily="34" charset="0"/>
                        </a:rPr>
                        <a:t>193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A83"/>
                    </a:solidFill>
                  </a:tcPr>
                </a:tc>
                <a:tc>
                  <a:txBody>
                    <a:bodyPr/>
                    <a:lstStyle/>
                    <a:p>
                      <a:pPr algn="ctr" fontAlgn="ctr"/>
                      <a:r>
                        <a:rPr lang="en-US" sz="1050" b="0" i="0" u="none" strike="noStrike">
                          <a:solidFill>
                            <a:srgbClr val="000000"/>
                          </a:solidFill>
                          <a:effectLst/>
                          <a:latin typeface="Verdana" panose="020B0604030504040204" pitchFamily="34" charset="0"/>
                        </a:rPr>
                        <a:t>345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E082"/>
                    </a:solidFill>
                  </a:tcPr>
                </a:tc>
                <a:tc>
                  <a:txBody>
                    <a:bodyPr/>
                    <a:lstStyle/>
                    <a:p>
                      <a:pPr algn="ctr" fontAlgn="ctr"/>
                      <a:r>
                        <a:rPr lang="en-US" sz="1050" b="0" i="0" u="none" strike="noStrike">
                          <a:solidFill>
                            <a:srgbClr val="000000"/>
                          </a:solidFill>
                          <a:effectLst/>
                          <a:latin typeface="Verdana" panose="020B0604030504040204" pitchFamily="34" charset="0"/>
                        </a:rPr>
                        <a:t>204</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B84"/>
                    </a:solidFill>
                  </a:tcPr>
                </a:tc>
                <a:tc>
                  <a:txBody>
                    <a:bodyPr/>
                    <a:lstStyle/>
                    <a:p>
                      <a:pPr algn="ctr" fontAlgn="ctr"/>
                      <a:r>
                        <a:rPr lang="en-US" sz="1050" b="0" i="0" u="none" strike="noStrike">
                          <a:solidFill>
                            <a:srgbClr val="000000"/>
                          </a:solidFill>
                          <a:effectLst/>
                          <a:latin typeface="Verdana" panose="020B0604030504040204" pitchFamily="34" charset="0"/>
                        </a:rPr>
                        <a:t>321</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EE283"/>
                    </a:solidFill>
                  </a:tcPr>
                </a:tc>
                <a:tc>
                  <a:txBody>
                    <a:bodyPr/>
                    <a:lstStyle/>
                    <a:p>
                      <a:pPr algn="ctr" fontAlgn="ctr"/>
                      <a:r>
                        <a:rPr lang="en-US" sz="1050" b="0" i="0" u="none" strike="noStrike">
                          <a:solidFill>
                            <a:srgbClr val="000000"/>
                          </a:solidFill>
                          <a:effectLst/>
                          <a:latin typeface="Verdana" panose="020B0604030504040204" pitchFamily="34" charset="0"/>
                        </a:rPr>
                        <a:t>161</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D47F"/>
                    </a:solidFill>
                  </a:tcPr>
                </a:tc>
                <a:tc>
                  <a:txBody>
                    <a:bodyPr/>
                    <a:lstStyle/>
                    <a:p>
                      <a:pPr algn="ctr" fontAlgn="ctr"/>
                      <a:r>
                        <a:rPr lang="en-US" sz="1050" b="0" i="0" u="none" strike="noStrike">
                          <a:solidFill>
                            <a:srgbClr val="000000"/>
                          </a:solidFill>
                          <a:effectLst/>
                          <a:latin typeface="Verdana" panose="020B0604030504040204" pitchFamily="34" charset="0"/>
                        </a:rPr>
                        <a:t>110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B279"/>
                    </a:solidFill>
                  </a:tcPr>
                </a:tc>
                <a:tc>
                  <a:txBody>
                    <a:bodyPr/>
                    <a:lstStyle/>
                    <a:p>
                      <a:pPr algn="ctr" fontAlgn="ctr"/>
                      <a:r>
                        <a:rPr lang="en-US" sz="1050" b="0" i="0" u="none" strike="noStrike">
                          <a:solidFill>
                            <a:srgbClr val="000000"/>
                          </a:solidFill>
                          <a:effectLst/>
                          <a:latin typeface="Verdana" panose="020B0604030504040204" pitchFamily="34" charset="0"/>
                        </a:rPr>
                        <a:t>228</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E984"/>
                    </a:solidFill>
                  </a:tcPr>
                </a:tc>
                <a:tc>
                  <a:txBody>
                    <a:bodyPr/>
                    <a:lstStyle/>
                    <a:p>
                      <a:pPr algn="ctr" fontAlgn="ctr"/>
                      <a:r>
                        <a:rPr lang="en-US" sz="1050" b="0" i="0" u="none" strike="noStrike">
                          <a:solidFill>
                            <a:srgbClr val="000000"/>
                          </a:solidFill>
                          <a:effectLst/>
                          <a:latin typeface="Verdana" panose="020B0604030504040204" pitchFamily="34" charset="0"/>
                        </a:rPr>
                        <a:t>313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0E283"/>
                    </a:solidFill>
                  </a:tcPr>
                </a:tc>
                <a:tc>
                  <a:txBody>
                    <a:bodyPr/>
                    <a:lstStyle/>
                    <a:p>
                      <a:pPr algn="ctr" fontAlgn="ctr"/>
                      <a:r>
                        <a:rPr lang="en-US" sz="1050" b="0" i="0" u="none" strike="noStrike">
                          <a:solidFill>
                            <a:srgbClr val="000000"/>
                          </a:solidFill>
                          <a:effectLst/>
                          <a:latin typeface="Verdana" panose="020B0604030504040204" pitchFamily="34" charset="0"/>
                        </a:rPr>
                        <a:t>350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6E082"/>
                    </a:solidFill>
                  </a:tcPr>
                </a:tc>
                <a:tc>
                  <a:txBody>
                    <a:bodyPr/>
                    <a:lstStyle/>
                    <a:p>
                      <a:pPr algn="ctr" fontAlgn="ctr"/>
                      <a:r>
                        <a:rPr lang="en-US" sz="1050" b="0" i="0" u="none" strike="noStrike">
                          <a:solidFill>
                            <a:srgbClr val="000000"/>
                          </a:solidFill>
                          <a:effectLst/>
                          <a:latin typeface="Verdana" panose="020B0604030504040204" pitchFamily="34" charset="0"/>
                        </a:rPr>
                        <a:t>196</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B84"/>
                    </a:solidFill>
                  </a:tcPr>
                </a:tc>
                <a:tc>
                  <a:txBody>
                    <a:bodyPr/>
                    <a:lstStyle/>
                    <a:p>
                      <a:pPr algn="ctr" fontAlgn="ctr"/>
                      <a:r>
                        <a:rPr lang="en-US" sz="1050" b="0" i="0" u="none" strike="noStrike">
                          <a:solidFill>
                            <a:srgbClr val="000000"/>
                          </a:solidFill>
                          <a:effectLst/>
                          <a:latin typeface="Verdana" panose="020B0604030504040204" pitchFamily="34" charset="0"/>
                        </a:rPr>
                        <a:t>295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5E483"/>
                    </a:solidFill>
                  </a:tcPr>
                </a:tc>
                <a:tc>
                  <a:txBody>
                    <a:bodyPr/>
                    <a:lstStyle/>
                    <a:p>
                      <a:pPr algn="ctr" fontAlgn="ctr"/>
                      <a:r>
                        <a:rPr lang="en-US" sz="1050" b="0" i="0" u="none" strike="noStrike">
                          <a:solidFill>
                            <a:srgbClr val="000000"/>
                          </a:solidFill>
                          <a:effectLst/>
                          <a:latin typeface="Verdana" panose="020B0604030504040204" pitchFamily="34" charset="0"/>
                        </a:rPr>
                        <a:t>132</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C17B"/>
                    </a:solidFill>
                  </a:tcPr>
                </a:tc>
                <a:tc>
                  <a:txBody>
                    <a:bodyPr/>
                    <a:lstStyle/>
                    <a:p>
                      <a:pPr algn="ctr" fontAlgn="ctr"/>
                      <a:r>
                        <a:rPr lang="en-US" sz="1050" b="0" i="0" u="none" strike="noStrike">
                          <a:solidFill>
                            <a:srgbClr val="000000"/>
                          </a:solidFill>
                          <a:effectLst/>
                          <a:latin typeface="Verdana" panose="020B0604030504040204" pitchFamily="34" charset="0"/>
                        </a:rPr>
                        <a:t>233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5E984"/>
                    </a:solidFill>
                  </a:tcPr>
                </a:tc>
                <a:tc>
                  <a:txBody>
                    <a:bodyPr/>
                    <a:lstStyle/>
                    <a:p>
                      <a:pPr algn="ctr" fontAlgn="ctr"/>
                      <a:r>
                        <a:rPr lang="en-US" sz="1050" b="0" i="0" u="none" strike="noStrike">
                          <a:solidFill>
                            <a:srgbClr val="000000"/>
                          </a:solidFill>
                          <a:effectLst/>
                          <a:latin typeface="Verdana" panose="020B0604030504040204" pitchFamily="34" charset="0"/>
                        </a:rPr>
                        <a:t>264</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E683"/>
                    </a:solidFill>
                  </a:tcPr>
                </a:tc>
                <a:tc>
                  <a:txBody>
                    <a:bodyPr/>
                    <a:lstStyle/>
                    <a:p>
                      <a:pPr algn="ctr" fontAlgn="ctr"/>
                      <a:r>
                        <a:rPr lang="en-US" sz="1050" b="0" i="0" u="none" strike="noStrike">
                          <a:solidFill>
                            <a:srgbClr val="000000"/>
                          </a:solidFill>
                          <a:effectLst/>
                          <a:latin typeface="Verdana" panose="020B0604030504040204" pitchFamily="34" charset="0"/>
                        </a:rPr>
                        <a:t>351</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6DF82"/>
                    </a:solidFill>
                  </a:tcPr>
                </a:tc>
                <a:tc>
                  <a:txBody>
                    <a:bodyPr/>
                    <a:lstStyle/>
                    <a:p>
                      <a:pPr algn="ctr" fontAlgn="ctr"/>
                      <a:r>
                        <a:rPr lang="en-US" sz="1050" b="0" i="0" u="none" strike="noStrike">
                          <a:solidFill>
                            <a:srgbClr val="000000"/>
                          </a:solidFill>
                          <a:effectLst/>
                          <a:latin typeface="Verdana" panose="020B0604030504040204" pitchFamily="34" charset="0"/>
                        </a:rPr>
                        <a:t>164</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D680"/>
                    </a:solidFill>
                  </a:tcPr>
                </a:tc>
                <a:tc>
                  <a:txBody>
                    <a:bodyPr/>
                    <a:lstStyle/>
                    <a:p>
                      <a:pPr algn="ctr" fontAlgn="ctr"/>
                      <a:r>
                        <a:rPr lang="en-US" sz="1050" b="0" i="0" u="none" strike="noStrike">
                          <a:solidFill>
                            <a:srgbClr val="000000"/>
                          </a:solidFill>
                          <a:effectLst/>
                          <a:latin typeface="Verdana" panose="020B0604030504040204" pitchFamily="34" charset="0"/>
                        </a:rPr>
                        <a:t>204</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B84"/>
                    </a:solidFill>
                  </a:tcPr>
                </a:tc>
                <a:tc>
                  <a:txBody>
                    <a:bodyPr/>
                    <a:lstStyle/>
                    <a:p>
                      <a:pPr algn="ctr" fontAlgn="ctr"/>
                      <a:r>
                        <a:rPr lang="en-US" sz="1050" b="0" i="0" u="none" strike="noStrike">
                          <a:solidFill>
                            <a:srgbClr val="000000"/>
                          </a:solidFill>
                          <a:effectLst/>
                          <a:latin typeface="Verdana" panose="020B0604030504040204" pitchFamily="34" charset="0"/>
                        </a:rPr>
                        <a:t>130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F7B"/>
                    </a:solidFill>
                  </a:tcPr>
                </a:tc>
                <a:tc>
                  <a:txBody>
                    <a:bodyPr/>
                    <a:lstStyle/>
                    <a:p>
                      <a:pPr algn="ctr" fontAlgn="ctr"/>
                      <a:r>
                        <a:rPr lang="en-US" sz="1050" b="0" i="0" u="none" strike="noStrike">
                          <a:solidFill>
                            <a:srgbClr val="000000"/>
                          </a:solidFill>
                          <a:effectLst/>
                          <a:latin typeface="Verdana" panose="020B0604030504040204" pitchFamily="34" charset="0"/>
                        </a:rPr>
                        <a:t>130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F7B"/>
                    </a:solidFill>
                  </a:tcPr>
                </a:tc>
                <a:tc>
                  <a:txBody>
                    <a:bodyPr/>
                    <a:lstStyle/>
                    <a:p>
                      <a:pPr algn="ctr" fontAlgn="ctr"/>
                      <a:r>
                        <a:rPr lang="en-US" sz="1050" b="0" i="0" u="none" strike="noStrike">
                          <a:solidFill>
                            <a:srgbClr val="000000"/>
                          </a:solidFill>
                          <a:effectLst/>
                          <a:latin typeface="Verdana" panose="020B0604030504040204" pitchFamily="34" charset="0"/>
                        </a:rPr>
                        <a:t>130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F7B"/>
                    </a:solidFill>
                  </a:tcPr>
                </a:tc>
                <a:tc>
                  <a:txBody>
                    <a:bodyPr/>
                    <a:lstStyle/>
                    <a:p>
                      <a:pPr algn="ctr" fontAlgn="ctr"/>
                      <a:r>
                        <a:rPr lang="en-US" sz="1050" b="0" i="0" u="none" strike="noStrike">
                          <a:solidFill>
                            <a:srgbClr val="000000"/>
                          </a:solidFill>
                          <a:effectLst/>
                          <a:latin typeface="Verdana" panose="020B0604030504040204" pitchFamily="34" charset="0"/>
                        </a:rPr>
                        <a:t>57</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8F72"/>
                    </a:solidFill>
                  </a:tcPr>
                </a:tc>
                <a:tc>
                  <a:txBody>
                    <a:bodyPr/>
                    <a:lstStyle/>
                    <a:p>
                      <a:pPr algn="ctr" fontAlgn="ctr"/>
                      <a:r>
                        <a:rPr lang="en-US" sz="1050" b="0" i="0" u="none" strike="noStrike">
                          <a:solidFill>
                            <a:srgbClr val="000000"/>
                          </a:solidFill>
                          <a:effectLst/>
                          <a:latin typeface="Verdana" panose="020B0604030504040204" pitchFamily="34" charset="0"/>
                        </a:rPr>
                        <a:t>33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7F6F"/>
                    </a:solidFill>
                  </a:tcPr>
                </a:tc>
                <a:tc>
                  <a:txBody>
                    <a:bodyPr/>
                    <a:lstStyle/>
                    <a:p>
                      <a:pPr algn="ctr" fontAlgn="ctr"/>
                      <a:r>
                        <a:rPr lang="en-US" sz="1050" b="0" i="0" u="none" strike="noStrike">
                          <a:solidFill>
                            <a:srgbClr val="000000"/>
                          </a:solidFill>
                          <a:effectLst/>
                          <a:latin typeface="Verdana" panose="020B0604030504040204" pitchFamily="34" charset="0"/>
                        </a:rPr>
                        <a:t>33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7F6F"/>
                    </a:solidFill>
                  </a:tcPr>
                </a:tc>
                <a:tc>
                  <a:txBody>
                    <a:bodyPr/>
                    <a:lstStyle/>
                    <a:p>
                      <a:pPr algn="ctr" fontAlgn="ctr"/>
                      <a:r>
                        <a:rPr lang="en-US" sz="1050" b="0" i="0" u="none" strike="noStrike">
                          <a:solidFill>
                            <a:srgbClr val="000000"/>
                          </a:solidFill>
                          <a:effectLst/>
                          <a:latin typeface="Verdana" panose="020B0604030504040204" pitchFamily="34" charset="0"/>
                        </a:rPr>
                        <a:t>40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8370"/>
                    </a:solidFill>
                  </a:tcPr>
                </a:tc>
                <a:tc>
                  <a:txBody>
                    <a:bodyPr/>
                    <a:lstStyle/>
                    <a:p>
                      <a:pPr algn="ctr" fontAlgn="ctr"/>
                      <a:r>
                        <a:rPr lang="en-US" sz="1050" b="0" i="0" u="none" strike="noStrike">
                          <a:solidFill>
                            <a:srgbClr val="000000"/>
                          </a:solidFill>
                          <a:effectLst/>
                          <a:latin typeface="Verdana" panose="020B0604030504040204" pitchFamily="34" charset="0"/>
                        </a:rPr>
                        <a:t>33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7F6F"/>
                    </a:solidFill>
                  </a:tcPr>
                </a:tc>
                <a:tc>
                  <a:txBody>
                    <a:bodyPr/>
                    <a:lstStyle/>
                    <a:p>
                      <a:pPr algn="ctr" fontAlgn="ctr"/>
                      <a:r>
                        <a:rPr lang="en-US" sz="1050" b="0" i="0" u="none" strike="noStrike">
                          <a:solidFill>
                            <a:srgbClr val="000000"/>
                          </a:solidFill>
                          <a:effectLst/>
                          <a:latin typeface="Verdana" panose="020B0604030504040204" pitchFamily="34" charset="0"/>
                        </a:rPr>
                        <a:t>147</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CB7D"/>
                    </a:solidFill>
                  </a:tcPr>
                </a:tc>
                <a:tc>
                  <a:txBody>
                    <a:bodyPr/>
                    <a:lstStyle/>
                    <a:p>
                      <a:pPr algn="ctr" fontAlgn="ctr"/>
                      <a:r>
                        <a:rPr lang="en-US" sz="1050" b="0" i="0" u="none" strike="noStrike">
                          <a:solidFill>
                            <a:srgbClr val="000000"/>
                          </a:solidFill>
                          <a:effectLst/>
                          <a:latin typeface="Verdana" panose="020B0604030504040204" pitchFamily="34" charset="0"/>
                        </a:rPr>
                        <a:t>217</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EA84"/>
                    </a:solidFill>
                  </a:tcPr>
                </a:tc>
                <a:tc>
                  <a:txBody>
                    <a:bodyPr/>
                    <a:lstStyle/>
                    <a:p>
                      <a:pPr algn="ctr" fontAlgn="ctr"/>
                      <a:r>
                        <a:rPr lang="en-US" sz="1050" b="0" i="0" u="none" strike="noStrike">
                          <a:solidFill>
                            <a:srgbClr val="000000"/>
                          </a:solidFill>
                          <a:effectLst/>
                          <a:latin typeface="Verdana" panose="020B0604030504040204" pitchFamily="34" charset="0"/>
                        </a:rPr>
                        <a:t>217</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EA84"/>
                    </a:solidFill>
                  </a:tcPr>
                </a:tc>
                <a:extLst>
                  <a:ext uri="{0D108BD9-81ED-4DB2-BD59-A6C34878D82A}">
                    <a16:rowId xmlns:a16="http://schemas.microsoft.com/office/drawing/2014/main" val="2252512469"/>
                  </a:ext>
                </a:extLst>
              </a:tr>
              <a:tr h="222333">
                <a:tc>
                  <a:txBody>
                    <a:bodyPr/>
                    <a:lstStyle/>
                    <a:p>
                      <a:pPr algn="ctr" fontAlgn="b"/>
                      <a:r>
                        <a:rPr lang="en-US" sz="1050" b="1" i="0" u="none" strike="noStrike">
                          <a:solidFill>
                            <a:srgbClr val="000000"/>
                          </a:solidFill>
                          <a:effectLst/>
                          <a:latin typeface="Verdana" panose="020B0604030504040204" pitchFamily="34" charset="0"/>
                        </a:rPr>
                        <a:t>15:00</a:t>
                      </a:r>
                    </a:p>
                  </a:txBody>
                  <a:tcPr marL="3747" marR="3747" marT="37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Verdana" panose="020B0604030504040204" pitchFamily="34" charset="0"/>
                        </a:rPr>
                        <a:t>357</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4DF82"/>
                    </a:solidFill>
                  </a:tcPr>
                </a:tc>
                <a:tc>
                  <a:txBody>
                    <a:bodyPr/>
                    <a:lstStyle/>
                    <a:p>
                      <a:pPr algn="ctr" fontAlgn="ctr"/>
                      <a:r>
                        <a:rPr lang="en-US" sz="1050" b="0" i="0" u="none" strike="noStrike">
                          <a:solidFill>
                            <a:srgbClr val="000000"/>
                          </a:solidFill>
                          <a:effectLst/>
                          <a:latin typeface="Verdana" panose="020B0604030504040204" pitchFamily="34" charset="0"/>
                        </a:rPr>
                        <a:t>403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8DC81"/>
                    </a:solidFill>
                  </a:tcPr>
                </a:tc>
                <a:tc>
                  <a:txBody>
                    <a:bodyPr/>
                    <a:lstStyle/>
                    <a:p>
                      <a:pPr algn="ctr" fontAlgn="ctr"/>
                      <a:r>
                        <a:rPr lang="en-US" sz="1050" b="0" i="0" u="none" strike="noStrike">
                          <a:solidFill>
                            <a:srgbClr val="000000"/>
                          </a:solidFill>
                          <a:effectLst/>
                          <a:latin typeface="Verdana" panose="020B0604030504040204" pitchFamily="34" charset="0"/>
                        </a:rPr>
                        <a:t>361</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3DF82"/>
                    </a:solidFill>
                  </a:tcPr>
                </a:tc>
                <a:tc>
                  <a:txBody>
                    <a:bodyPr/>
                    <a:lstStyle/>
                    <a:p>
                      <a:pPr algn="ctr" fontAlgn="ctr"/>
                      <a:r>
                        <a:rPr lang="en-US" sz="1050" b="0" i="0" u="none" strike="noStrike">
                          <a:solidFill>
                            <a:srgbClr val="000000"/>
                          </a:solidFill>
                          <a:effectLst/>
                          <a:latin typeface="Verdana" panose="020B0604030504040204" pitchFamily="34" charset="0"/>
                        </a:rPr>
                        <a:t>301</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3E383"/>
                    </a:solidFill>
                  </a:tcPr>
                </a:tc>
                <a:tc>
                  <a:txBody>
                    <a:bodyPr/>
                    <a:lstStyle/>
                    <a:p>
                      <a:pPr algn="ctr" fontAlgn="ctr"/>
                      <a:r>
                        <a:rPr lang="en-US" sz="1050" b="0" i="0" u="none" strike="noStrike">
                          <a:solidFill>
                            <a:srgbClr val="000000"/>
                          </a:solidFill>
                          <a:effectLst/>
                          <a:latin typeface="Verdana" panose="020B0604030504040204" pitchFamily="34" charset="0"/>
                        </a:rPr>
                        <a:t>451</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BD881"/>
                    </a:solidFill>
                  </a:tcPr>
                </a:tc>
                <a:tc>
                  <a:txBody>
                    <a:bodyPr/>
                    <a:lstStyle/>
                    <a:p>
                      <a:pPr algn="ctr" fontAlgn="ctr"/>
                      <a:r>
                        <a:rPr lang="en-US" sz="1050" b="0" i="0" u="none" strike="noStrike">
                          <a:solidFill>
                            <a:srgbClr val="000000"/>
                          </a:solidFill>
                          <a:effectLst/>
                          <a:latin typeface="Verdana" panose="020B0604030504040204" pitchFamily="34" charset="0"/>
                        </a:rPr>
                        <a:t>186</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582"/>
                    </a:solidFill>
                  </a:tcPr>
                </a:tc>
                <a:tc>
                  <a:txBody>
                    <a:bodyPr/>
                    <a:lstStyle/>
                    <a:p>
                      <a:pPr algn="ctr" fontAlgn="ctr"/>
                      <a:r>
                        <a:rPr lang="en-US" sz="1050" b="0" i="0" u="none" strike="noStrike">
                          <a:solidFill>
                            <a:srgbClr val="000000"/>
                          </a:solidFill>
                          <a:effectLst/>
                          <a:latin typeface="Verdana" panose="020B0604030504040204" pitchFamily="34" charset="0"/>
                        </a:rPr>
                        <a:t>431</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1D981"/>
                    </a:solidFill>
                  </a:tcPr>
                </a:tc>
                <a:tc>
                  <a:txBody>
                    <a:bodyPr/>
                    <a:lstStyle/>
                    <a:p>
                      <a:pPr algn="ctr" fontAlgn="ctr"/>
                      <a:r>
                        <a:rPr lang="en-US" sz="1050" b="0" i="0" u="none" strike="noStrike">
                          <a:solidFill>
                            <a:srgbClr val="000000"/>
                          </a:solidFill>
                          <a:effectLst/>
                          <a:latin typeface="Verdana" panose="020B0604030504040204" pitchFamily="34" charset="0"/>
                        </a:rPr>
                        <a:t>202</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B84"/>
                    </a:solidFill>
                  </a:tcPr>
                </a:tc>
                <a:tc>
                  <a:txBody>
                    <a:bodyPr/>
                    <a:lstStyle/>
                    <a:p>
                      <a:pPr algn="ctr" fontAlgn="ctr"/>
                      <a:r>
                        <a:rPr lang="en-US" sz="1050" b="0" i="0" u="none" strike="noStrike">
                          <a:solidFill>
                            <a:srgbClr val="000000"/>
                          </a:solidFill>
                          <a:effectLst/>
                          <a:latin typeface="Verdana" panose="020B0604030504040204" pitchFamily="34" charset="0"/>
                        </a:rPr>
                        <a:t>204</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B84"/>
                    </a:solidFill>
                  </a:tcPr>
                </a:tc>
                <a:tc>
                  <a:txBody>
                    <a:bodyPr/>
                    <a:lstStyle/>
                    <a:p>
                      <a:pPr algn="ctr" fontAlgn="ctr"/>
                      <a:r>
                        <a:rPr lang="en-US" sz="1050" b="0" i="0" u="none" strike="noStrike">
                          <a:solidFill>
                            <a:srgbClr val="000000"/>
                          </a:solidFill>
                          <a:effectLst/>
                          <a:latin typeface="Verdana" panose="020B0604030504040204" pitchFamily="34" charset="0"/>
                        </a:rPr>
                        <a:t>333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BE182"/>
                    </a:solidFill>
                  </a:tcPr>
                </a:tc>
                <a:tc>
                  <a:txBody>
                    <a:bodyPr/>
                    <a:lstStyle/>
                    <a:p>
                      <a:pPr algn="ctr" fontAlgn="ctr"/>
                      <a:r>
                        <a:rPr lang="en-US" sz="1050" b="0" i="0" u="none" strike="noStrike">
                          <a:solidFill>
                            <a:srgbClr val="000000"/>
                          </a:solidFill>
                          <a:effectLst/>
                          <a:latin typeface="Verdana" panose="020B0604030504040204" pitchFamily="34" charset="0"/>
                        </a:rPr>
                        <a:t>330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BE182"/>
                    </a:solidFill>
                  </a:tcPr>
                </a:tc>
                <a:tc>
                  <a:txBody>
                    <a:bodyPr/>
                    <a:lstStyle/>
                    <a:p>
                      <a:pPr algn="ctr" fontAlgn="ctr"/>
                      <a:r>
                        <a:rPr lang="en-US" sz="1050" b="0" i="0" u="none" strike="noStrike">
                          <a:solidFill>
                            <a:srgbClr val="000000"/>
                          </a:solidFill>
                          <a:effectLst/>
                          <a:latin typeface="Verdana" panose="020B0604030504040204" pitchFamily="34" charset="0"/>
                        </a:rPr>
                        <a:t>444</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881"/>
                    </a:solidFill>
                  </a:tcPr>
                </a:tc>
                <a:tc>
                  <a:txBody>
                    <a:bodyPr/>
                    <a:lstStyle/>
                    <a:p>
                      <a:pPr algn="ctr" fontAlgn="ctr"/>
                      <a:r>
                        <a:rPr lang="en-US" sz="1050" b="0" i="0" u="none" strike="noStrike">
                          <a:solidFill>
                            <a:srgbClr val="000000"/>
                          </a:solidFill>
                          <a:effectLst/>
                          <a:latin typeface="Verdana" panose="020B0604030504040204" pitchFamily="34" charset="0"/>
                        </a:rPr>
                        <a:t>297</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4E483"/>
                    </a:solidFill>
                  </a:tcPr>
                </a:tc>
                <a:tc>
                  <a:txBody>
                    <a:bodyPr/>
                    <a:lstStyle/>
                    <a:p>
                      <a:pPr algn="ctr" fontAlgn="ctr"/>
                      <a:r>
                        <a:rPr lang="en-US" sz="1050" b="0" i="0" u="none" strike="noStrike">
                          <a:solidFill>
                            <a:srgbClr val="000000"/>
                          </a:solidFill>
                          <a:effectLst/>
                          <a:latin typeface="Verdana" panose="020B0604030504040204" pitchFamily="34" charset="0"/>
                        </a:rPr>
                        <a:t>386</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DDD82"/>
                    </a:solidFill>
                  </a:tcPr>
                </a:tc>
                <a:tc>
                  <a:txBody>
                    <a:bodyPr/>
                    <a:lstStyle/>
                    <a:p>
                      <a:pPr algn="ctr" fontAlgn="ctr"/>
                      <a:r>
                        <a:rPr lang="en-US" sz="1050" b="0" i="0" u="none" strike="noStrike">
                          <a:solidFill>
                            <a:srgbClr val="000000"/>
                          </a:solidFill>
                          <a:effectLst/>
                          <a:latin typeface="Verdana" panose="020B0604030504040204" pitchFamily="34" charset="0"/>
                        </a:rPr>
                        <a:t>237</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E884"/>
                    </a:solidFill>
                  </a:tcPr>
                </a:tc>
                <a:tc>
                  <a:txBody>
                    <a:bodyPr/>
                    <a:lstStyle/>
                    <a:p>
                      <a:pPr algn="ctr" fontAlgn="ctr"/>
                      <a:r>
                        <a:rPr lang="en-US" sz="1050" b="0" i="0" u="none" strike="noStrike">
                          <a:solidFill>
                            <a:srgbClr val="000000"/>
                          </a:solidFill>
                          <a:effectLst/>
                          <a:latin typeface="Verdana" panose="020B0604030504040204" pitchFamily="34" charset="0"/>
                        </a:rPr>
                        <a:t>326</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182"/>
                    </a:solidFill>
                  </a:tcPr>
                </a:tc>
                <a:tc>
                  <a:txBody>
                    <a:bodyPr/>
                    <a:lstStyle/>
                    <a:p>
                      <a:pPr algn="ctr" fontAlgn="ctr"/>
                      <a:r>
                        <a:rPr lang="en-US" sz="1050" b="0" i="0" u="none" strike="noStrike">
                          <a:solidFill>
                            <a:srgbClr val="000000"/>
                          </a:solidFill>
                          <a:effectLst/>
                          <a:latin typeface="Verdana" panose="020B0604030504040204" pitchFamily="34" charset="0"/>
                        </a:rPr>
                        <a:t>405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7DB81"/>
                    </a:solidFill>
                  </a:tcPr>
                </a:tc>
                <a:tc>
                  <a:txBody>
                    <a:bodyPr/>
                    <a:lstStyle/>
                    <a:p>
                      <a:pPr algn="ctr" fontAlgn="ctr"/>
                      <a:r>
                        <a:rPr lang="en-US" sz="1050" b="0" i="0" u="none" strike="noStrike">
                          <a:solidFill>
                            <a:srgbClr val="000000"/>
                          </a:solidFill>
                          <a:effectLst/>
                          <a:latin typeface="Verdana" panose="020B0604030504040204" pitchFamily="34" charset="0"/>
                        </a:rPr>
                        <a:t>407</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7DB81"/>
                    </a:solidFill>
                  </a:tcPr>
                </a:tc>
                <a:tc>
                  <a:txBody>
                    <a:bodyPr/>
                    <a:lstStyle/>
                    <a:p>
                      <a:pPr algn="ctr" fontAlgn="ctr"/>
                      <a:r>
                        <a:rPr lang="en-US" sz="1050" b="0" i="0" u="none" strike="noStrike">
                          <a:solidFill>
                            <a:srgbClr val="000000"/>
                          </a:solidFill>
                          <a:effectLst/>
                          <a:latin typeface="Verdana" panose="020B0604030504040204" pitchFamily="34" charset="0"/>
                        </a:rPr>
                        <a:t>221</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E984"/>
                    </a:solidFill>
                  </a:tcPr>
                </a:tc>
                <a:tc>
                  <a:txBody>
                    <a:bodyPr/>
                    <a:lstStyle/>
                    <a:p>
                      <a:pPr algn="ctr" fontAlgn="ctr"/>
                      <a:r>
                        <a:rPr lang="en-US" sz="1050" b="0" i="0" u="none" strike="noStrike">
                          <a:solidFill>
                            <a:srgbClr val="000000"/>
                          </a:solidFill>
                          <a:effectLst/>
                          <a:latin typeface="Verdana" panose="020B0604030504040204" pitchFamily="34" charset="0"/>
                        </a:rPr>
                        <a:t>293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5E483"/>
                    </a:solidFill>
                  </a:tcPr>
                </a:tc>
                <a:tc>
                  <a:txBody>
                    <a:bodyPr/>
                    <a:lstStyle/>
                    <a:p>
                      <a:pPr algn="ctr" fontAlgn="ctr"/>
                      <a:r>
                        <a:rPr lang="en-US" sz="1050" b="0" i="0" u="none" strike="noStrike">
                          <a:solidFill>
                            <a:srgbClr val="000000"/>
                          </a:solidFill>
                          <a:effectLst/>
                          <a:latin typeface="Verdana" panose="020B0604030504040204" pitchFamily="34" charset="0"/>
                        </a:rPr>
                        <a:t>130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F7B"/>
                    </a:solidFill>
                  </a:tcPr>
                </a:tc>
                <a:tc>
                  <a:txBody>
                    <a:bodyPr/>
                    <a:lstStyle/>
                    <a:p>
                      <a:pPr algn="ctr" fontAlgn="ctr"/>
                      <a:r>
                        <a:rPr lang="en-US" sz="1050" b="0" i="0" u="none" strike="noStrike">
                          <a:solidFill>
                            <a:srgbClr val="000000"/>
                          </a:solidFill>
                          <a:effectLst/>
                          <a:latin typeface="Verdana" panose="020B0604030504040204" pitchFamily="34" charset="0"/>
                        </a:rPr>
                        <a:t>126</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D7B"/>
                    </a:solidFill>
                  </a:tcPr>
                </a:tc>
                <a:tc>
                  <a:txBody>
                    <a:bodyPr/>
                    <a:lstStyle/>
                    <a:p>
                      <a:pPr algn="ctr" fontAlgn="ctr"/>
                      <a:r>
                        <a:rPr lang="en-US" sz="1050" b="0" i="0" u="none" strike="noStrike">
                          <a:solidFill>
                            <a:srgbClr val="000000"/>
                          </a:solidFill>
                          <a:effectLst/>
                          <a:latin typeface="Verdana" panose="020B0604030504040204" pitchFamily="34" charset="0"/>
                        </a:rPr>
                        <a:t>157</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D17F"/>
                    </a:solidFill>
                  </a:tcPr>
                </a:tc>
                <a:tc>
                  <a:txBody>
                    <a:bodyPr/>
                    <a:lstStyle/>
                    <a:p>
                      <a:pPr algn="ctr" fontAlgn="ctr"/>
                      <a:r>
                        <a:rPr lang="en-US" sz="1050" b="0" i="0" u="none" strike="noStrike">
                          <a:solidFill>
                            <a:srgbClr val="000000"/>
                          </a:solidFill>
                          <a:effectLst/>
                          <a:latin typeface="Verdana" panose="020B0604030504040204" pitchFamily="34" charset="0"/>
                        </a:rPr>
                        <a:t>33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7F6F"/>
                    </a:solidFill>
                  </a:tcPr>
                </a:tc>
                <a:tc>
                  <a:txBody>
                    <a:bodyPr/>
                    <a:lstStyle/>
                    <a:p>
                      <a:pPr algn="ctr" fontAlgn="ctr"/>
                      <a:r>
                        <a:rPr lang="en-US" sz="1050" b="0" i="0" u="none" strike="noStrike">
                          <a:solidFill>
                            <a:srgbClr val="000000"/>
                          </a:solidFill>
                          <a:effectLst/>
                          <a:latin typeface="Verdana" panose="020B0604030504040204" pitchFamily="34" charset="0"/>
                        </a:rPr>
                        <a:t>33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7F6F"/>
                    </a:solidFill>
                  </a:tcPr>
                </a:tc>
                <a:tc>
                  <a:txBody>
                    <a:bodyPr/>
                    <a:lstStyle/>
                    <a:p>
                      <a:pPr algn="ctr" fontAlgn="ctr"/>
                      <a:r>
                        <a:rPr lang="en-US" sz="1050" b="0" i="0" u="none" strike="noStrike">
                          <a:solidFill>
                            <a:srgbClr val="000000"/>
                          </a:solidFill>
                          <a:effectLst/>
                          <a:latin typeface="Verdana" panose="020B0604030504040204" pitchFamily="34" charset="0"/>
                        </a:rPr>
                        <a:t>33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7F6F"/>
                    </a:solidFill>
                  </a:tcPr>
                </a:tc>
                <a:tc>
                  <a:txBody>
                    <a:bodyPr/>
                    <a:lstStyle/>
                    <a:p>
                      <a:pPr algn="ctr" fontAlgn="ctr"/>
                      <a:r>
                        <a:rPr lang="en-US" sz="1050" b="0" i="0" u="none" strike="noStrike">
                          <a:solidFill>
                            <a:srgbClr val="000000"/>
                          </a:solidFill>
                          <a:effectLst/>
                          <a:latin typeface="Verdana" panose="020B0604030504040204" pitchFamily="34" charset="0"/>
                        </a:rPr>
                        <a:t>40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8370"/>
                    </a:solidFill>
                  </a:tcPr>
                </a:tc>
                <a:tc>
                  <a:txBody>
                    <a:bodyPr/>
                    <a:lstStyle/>
                    <a:p>
                      <a:pPr algn="ctr" fontAlgn="ctr"/>
                      <a:r>
                        <a:rPr lang="en-US" sz="1050" b="0" i="0" u="none" strike="noStrike">
                          <a:solidFill>
                            <a:srgbClr val="000000"/>
                          </a:solidFill>
                          <a:effectLst/>
                          <a:latin typeface="Verdana" panose="020B0604030504040204" pitchFamily="34" charset="0"/>
                        </a:rPr>
                        <a:t>33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7F6F"/>
                    </a:solidFill>
                  </a:tcPr>
                </a:tc>
                <a:tc>
                  <a:txBody>
                    <a:bodyPr/>
                    <a:lstStyle/>
                    <a:p>
                      <a:pPr algn="ctr" fontAlgn="ctr"/>
                      <a:r>
                        <a:rPr lang="en-US" sz="1050" b="0" i="0" u="none" strike="noStrike">
                          <a:solidFill>
                            <a:srgbClr val="000000"/>
                          </a:solidFill>
                          <a:effectLst/>
                          <a:latin typeface="Verdana" panose="020B0604030504040204" pitchFamily="34" charset="0"/>
                        </a:rPr>
                        <a:t>226</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E984"/>
                    </a:solidFill>
                  </a:tcPr>
                </a:tc>
                <a:tc>
                  <a:txBody>
                    <a:bodyPr/>
                    <a:lstStyle/>
                    <a:p>
                      <a:pPr algn="ctr" fontAlgn="ctr"/>
                      <a:r>
                        <a:rPr lang="en-US" sz="1050" b="0" i="0" u="none" strike="noStrike">
                          <a:solidFill>
                            <a:srgbClr val="000000"/>
                          </a:solidFill>
                          <a:effectLst/>
                          <a:latin typeface="Verdana" panose="020B0604030504040204" pitchFamily="34" charset="0"/>
                        </a:rPr>
                        <a:t>267</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CE683"/>
                    </a:solidFill>
                  </a:tcPr>
                </a:tc>
                <a:tc>
                  <a:txBody>
                    <a:bodyPr/>
                    <a:lstStyle/>
                    <a:p>
                      <a:pPr algn="ctr" fontAlgn="ctr"/>
                      <a:r>
                        <a:rPr lang="en-US" sz="1050" b="0" i="0" u="none" strike="noStrike">
                          <a:solidFill>
                            <a:srgbClr val="000000"/>
                          </a:solidFill>
                          <a:effectLst/>
                          <a:latin typeface="Verdana" panose="020B0604030504040204" pitchFamily="34" charset="0"/>
                        </a:rPr>
                        <a:t>258</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E784"/>
                    </a:solidFill>
                  </a:tcPr>
                </a:tc>
                <a:extLst>
                  <a:ext uri="{0D108BD9-81ED-4DB2-BD59-A6C34878D82A}">
                    <a16:rowId xmlns:a16="http://schemas.microsoft.com/office/drawing/2014/main" val="1421040786"/>
                  </a:ext>
                </a:extLst>
              </a:tr>
              <a:tr h="222333">
                <a:tc>
                  <a:txBody>
                    <a:bodyPr/>
                    <a:lstStyle/>
                    <a:p>
                      <a:pPr algn="ctr" fontAlgn="b"/>
                      <a:r>
                        <a:rPr lang="en-US" sz="1050" b="1" i="0" u="none" strike="noStrike">
                          <a:solidFill>
                            <a:srgbClr val="000000"/>
                          </a:solidFill>
                          <a:effectLst/>
                          <a:latin typeface="Verdana" panose="020B0604030504040204" pitchFamily="34" charset="0"/>
                        </a:rPr>
                        <a:t>16:00</a:t>
                      </a:r>
                    </a:p>
                  </a:txBody>
                  <a:tcPr marL="3747" marR="3747" marT="37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Verdana" panose="020B0604030504040204" pitchFamily="34" charset="0"/>
                        </a:rPr>
                        <a:t>314</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0E283"/>
                    </a:solidFill>
                  </a:tcPr>
                </a:tc>
                <a:tc>
                  <a:txBody>
                    <a:bodyPr/>
                    <a:lstStyle/>
                    <a:p>
                      <a:pPr algn="ctr" fontAlgn="ctr"/>
                      <a:r>
                        <a:rPr lang="en-US" sz="1050" b="0" i="0" u="none" strike="noStrike">
                          <a:solidFill>
                            <a:srgbClr val="000000"/>
                          </a:solidFill>
                          <a:effectLst/>
                          <a:latin typeface="Verdana" panose="020B0604030504040204" pitchFamily="34" charset="0"/>
                        </a:rPr>
                        <a:t>448</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CD881"/>
                    </a:solidFill>
                  </a:tcPr>
                </a:tc>
                <a:tc>
                  <a:txBody>
                    <a:bodyPr/>
                    <a:lstStyle/>
                    <a:p>
                      <a:pPr algn="ctr" fontAlgn="ctr"/>
                      <a:r>
                        <a:rPr lang="en-US" sz="1050" b="0" i="0" u="none" strike="noStrike">
                          <a:solidFill>
                            <a:srgbClr val="000000"/>
                          </a:solidFill>
                          <a:effectLst/>
                          <a:latin typeface="Verdana" panose="020B0604030504040204" pitchFamily="34" charset="0"/>
                        </a:rPr>
                        <a:t>338</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82"/>
                    </a:solidFill>
                  </a:tcPr>
                </a:tc>
                <a:tc>
                  <a:txBody>
                    <a:bodyPr/>
                    <a:lstStyle/>
                    <a:p>
                      <a:pPr algn="ctr" fontAlgn="ctr"/>
                      <a:r>
                        <a:rPr lang="en-US" sz="1050" b="0" i="0" u="none" strike="noStrike">
                          <a:solidFill>
                            <a:srgbClr val="000000"/>
                          </a:solidFill>
                          <a:effectLst/>
                          <a:latin typeface="Verdana" panose="020B0604030504040204" pitchFamily="34" charset="0"/>
                        </a:rPr>
                        <a:t>292</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6E483"/>
                    </a:solidFill>
                  </a:tcPr>
                </a:tc>
                <a:tc>
                  <a:txBody>
                    <a:bodyPr/>
                    <a:lstStyle/>
                    <a:p>
                      <a:pPr algn="ctr" fontAlgn="ctr"/>
                      <a:r>
                        <a:rPr lang="en-US" sz="1050" b="0" i="0" u="none" strike="noStrike">
                          <a:solidFill>
                            <a:srgbClr val="000000"/>
                          </a:solidFill>
                          <a:effectLst/>
                          <a:latin typeface="Verdana" panose="020B0604030504040204" pitchFamily="34" charset="0"/>
                        </a:rPr>
                        <a:t>494</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0D580"/>
                    </a:solidFill>
                  </a:tcPr>
                </a:tc>
                <a:tc>
                  <a:txBody>
                    <a:bodyPr/>
                    <a:lstStyle/>
                    <a:p>
                      <a:pPr algn="ctr" fontAlgn="ctr"/>
                      <a:r>
                        <a:rPr lang="en-US" sz="1050" b="0" i="0" u="none" strike="noStrike">
                          <a:solidFill>
                            <a:srgbClr val="000000"/>
                          </a:solidFill>
                          <a:effectLst/>
                          <a:latin typeface="Verdana" panose="020B0604030504040204" pitchFamily="34" charset="0"/>
                        </a:rPr>
                        <a:t>182</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382"/>
                    </a:solidFill>
                  </a:tcPr>
                </a:tc>
                <a:tc>
                  <a:txBody>
                    <a:bodyPr/>
                    <a:lstStyle/>
                    <a:p>
                      <a:pPr algn="ctr" fontAlgn="ctr"/>
                      <a:r>
                        <a:rPr lang="en-US" sz="1050" b="0" i="0" u="none" strike="noStrike">
                          <a:solidFill>
                            <a:srgbClr val="000000"/>
                          </a:solidFill>
                          <a:effectLst/>
                          <a:latin typeface="Verdana" panose="020B0604030504040204" pitchFamily="34" charset="0"/>
                        </a:rPr>
                        <a:t>439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ED981"/>
                    </a:solidFill>
                  </a:tcPr>
                </a:tc>
                <a:tc>
                  <a:txBody>
                    <a:bodyPr/>
                    <a:lstStyle/>
                    <a:p>
                      <a:pPr algn="ctr" fontAlgn="ctr"/>
                      <a:r>
                        <a:rPr lang="en-US" sz="1050" b="0" i="0" u="none" strike="noStrike">
                          <a:solidFill>
                            <a:srgbClr val="000000"/>
                          </a:solidFill>
                          <a:effectLst/>
                          <a:latin typeface="Verdana" panose="020B0604030504040204" pitchFamily="34" charset="0"/>
                        </a:rPr>
                        <a:t>178</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081"/>
                    </a:solidFill>
                  </a:tcPr>
                </a:tc>
                <a:tc>
                  <a:txBody>
                    <a:bodyPr/>
                    <a:lstStyle/>
                    <a:p>
                      <a:pPr algn="ctr" fontAlgn="ctr"/>
                      <a:r>
                        <a:rPr lang="en-US" sz="1050" b="0" i="0" u="none" strike="noStrike">
                          <a:solidFill>
                            <a:srgbClr val="000000"/>
                          </a:solidFill>
                          <a:effectLst/>
                          <a:latin typeface="Verdana" panose="020B0604030504040204" pitchFamily="34" charset="0"/>
                        </a:rPr>
                        <a:t>176</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DE81"/>
                    </a:solidFill>
                  </a:tcPr>
                </a:tc>
                <a:tc>
                  <a:txBody>
                    <a:bodyPr/>
                    <a:lstStyle/>
                    <a:p>
                      <a:pPr algn="ctr" fontAlgn="ctr"/>
                      <a:r>
                        <a:rPr lang="en-US" sz="1050" b="0" i="0" u="none" strike="noStrike">
                          <a:solidFill>
                            <a:srgbClr val="000000"/>
                          </a:solidFill>
                          <a:effectLst/>
                          <a:latin typeface="Verdana" panose="020B0604030504040204" pitchFamily="34" charset="0"/>
                        </a:rPr>
                        <a:t>281</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583"/>
                    </a:solidFill>
                  </a:tcPr>
                </a:tc>
                <a:tc>
                  <a:txBody>
                    <a:bodyPr/>
                    <a:lstStyle/>
                    <a:p>
                      <a:pPr algn="ctr" fontAlgn="ctr"/>
                      <a:r>
                        <a:rPr lang="en-US" sz="1050" b="0" i="0" u="none" strike="noStrike">
                          <a:solidFill>
                            <a:srgbClr val="000000"/>
                          </a:solidFill>
                          <a:effectLst/>
                          <a:latin typeface="Verdana" panose="020B0604030504040204" pitchFamily="34" charset="0"/>
                        </a:rPr>
                        <a:t>296</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5E483"/>
                    </a:solidFill>
                  </a:tcPr>
                </a:tc>
                <a:tc>
                  <a:txBody>
                    <a:bodyPr/>
                    <a:lstStyle/>
                    <a:p>
                      <a:pPr algn="ctr" fontAlgn="ctr"/>
                      <a:r>
                        <a:rPr lang="en-US" sz="1050" b="0" i="0" u="none" strike="noStrike">
                          <a:solidFill>
                            <a:srgbClr val="000000"/>
                          </a:solidFill>
                          <a:effectLst/>
                          <a:latin typeface="Verdana" panose="020B0604030504040204" pitchFamily="34" charset="0"/>
                        </a:rPr>
                        <a:t>389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DD82"/>
                    </a:solidFill>
                  </a:tcPr>
                </a:tc>
                <a:tc>
                  <a:txBody>
                    <a:bodyPr/>
                    <a:lstStyle/>
                    <a:p>
                      <a:pPr algn="ctr" fontAlgn="ctr"/>
                      <a:r>
                        <a:rPr lang="en-US" sz="1050" b="0" i="0" u="none" strike="noStrike">
                          <a:solidFill>
                            <a:srgbClr val="000000"/>
                          </a:solidFill>
                          <a:effectLst/>
                          <a:latin typeface="Verdana" panose="020B0604030504040204" pitchFamily="34" charset="0"/>
                        </a:rPr>
                        <a:t>280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9E583"/>
                    </a:solidFill>
                  </a:tcPr>
                </a:tc>
                <a:tc>
                  <a:txBody>
                    <a:bodyPr/>
                    <a:lstStyle/>
                    <a:p>
                      <a:pPr algn="ctr" fontAlgn="ctr"/>
                      <a:r>
                        <a:rPr lang="en-US" sz="1050" b="0" i="0" u="none" strike="noStrike">
                          <a:solidFill>
                            <a:srgbClr val="000000"/>
                          </a:solidFill>
                          <a:effectLst/>
                          <a:latin typeface="Verdana" panose="020B0604030504040204" pitchFamily="34" charset="0"/>
                        </a:rPr>
                        <a:t>346</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7E082"/>
                    </a:solidFill>
                  </a:tcPr>
                </a:tc>
                <a:tc>
                  <a:txBody>
                    <a:bodyPr/>
                    <a:lstStyle/>
                    <a:p>
                      <a:pPr algn="ctr" fontAlgn="ctr"/>
                      <a:r>
                        <a:rPr lang="en-US" sz="1050" b="0" i="0" u="none" strike="noStrike">
                          <a:solidFill>
                            <a:srgbClr val="000000"/>
                          </a:solidFill>
                          <a:effectLst/>
                          <a:latin typeface="Verdana" panose="020B0604030504040204" pitchFamily="34" charset="0"/>
                        </a:rPr>
                        <a:t>186</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582"/>
                    </a:solidFill>
                  </a:tcPr>
                </a:tc>
                <a:tc>
                  <a:txBody>
                    <a:bodyPr/>
                    <a:lstStyle/>
                    <a:p>
                      <a:pPr algn="ctr" fontAlgn="ctr"/>
                      <a:r>
                        <a:rPr lang="en-US" sz="1050" b="0" i="0" u="none" strike="noStrike">
                          <a:solidFill>
                            <a:srgbClr val="000000"/>
                          </a:solidFill>
                          <a:effectLst/>
                          <a:latin typeface="Verdana" panose="020B0604030504040204" pitchFamily="34" charset="0"/>
                        </a:rPr>
                        <a:t>292</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5E483"/>
                    </a:solidFill>
                  </a:tcPr>
                </a:tc>
                <a:tc>
                  <a:txBody>
                    <a:bodyPr/>
                    <a:lstStyle/>
                    <a:p>
                      <a:pPr algn="ctr" fontAlgn="ctr"/>
                      <a:r>
                        <a:rPr lang="en-US" sz="1050" b="0" i="0" u="none" strike="noStrike">
                          <a:solidFill>
                            <a:srgbClr val="000000"/>
                          </a:solidFill>
                          <a:effectLst/>
                          <a:latin typeface="Verdana" panose="020B0604030504040204" pitchFamily="34" charset="0"/>
                        </a:rPr>
                        <a:t>524</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8D27F"/>
                    </a:solidFill>
                  </a:tcPr>
                </a:tc>
                <a:tc>
                  <a:txBody>
                    <a:bodyPr/>
                    <a:lstStyle/>
                    <a:p>
                      <a:pPr algn="ctr" fontAlgn="ctr"/>
                      <a:r>
                        <a:rPr lang="en-US" sz="1050" b="0" i="0" u="none" strike="noStrike">
                          <a:solidFill>
                            <a:srgbClr val="000000"/>
                          </a:solidFill>
                          <a:effectLst/>
                          <a:latin typeface="Verdana" panose="020B0604030504040204" pitchFamily="34" charset="0"/>
                        </a:rPr>
                        <a:t>372</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E82"/>
                    </a:solidFill>
                  </a:tcPr>
                </a:tc>
                <a:tc>
                  <a:txBody>
                    <a:bodyPr/>
                    <a:lstStyle/>
                    <a:p>
                      <a:pPr algn="ctr" fontAlgn="ctr"/>
                      <a:r>
                        <a:rPr lang="en-US" sz="1050" b="0" i="0" u="none" strike="noStrike">
                          <a:solidFill>
                            <a:srgbClr val="000000"/>
                          </a:solidFill>
                          <a:effectLst/>
                          <a:latin typeface="Verdana" panose="020B0604030504040204" pitchFamily="34" charset="0"/>
                        </a:rPr>
                        <a:t>226</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E984"/>
                    </a:solidFill>
                  </a:tcPr>
                </a:tc>
                <a:tc>
                  <a:txBody>
                    <a:bodyPr/>
                    <a:lstStyle/>
                    <a:p>
                      <a:pPr algn="ctr" fontAlgn="ctr"/>
                      <a:r>
                        <a:rPr lang="en-US" sz="1050" b="0" i="0" u="none" strike="noStrike">
                          <a:solidFill>
                            <a:srgbClr val="000000"/>
                          </a:solidFill>
                          <a:effectLst/>
                          <a:latin typeface="Verdana" panose="020B0604030504040204" pitchFamily="34" charset="0"/>
                        </a:rPr>
                        <a:t>275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AE583"/>
                    </a:solidFill>
                  </a:tcPr>
                </a:tc>
                <a:tc>
                  <a:txBody>
                    <a:bodyPr/>
                    <a:lstStyle/>
                    <a:p>
                      <a:pPr algn="ctr" fontAlgn="ctr"/>
                      <a:r>
                        <a:rPr lang="en-US" sz="1050" b="0" i="0" u="none" strike="noStrike">
                          <a:solidFill>
                            <a:srgbClr val="000000"/>
                          </a:solidFill>
                          <a:effectLst/>
                          <a:latin typeface="Verdana" panose="020B0604030504040204" pitchFamily="34" charset="0"/>
                        </a:rPr>
                        <a:t>130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F7B"/>
                    </a:solidFill>
                  </a:tcPr>
                </a:tc>
                <a:tc>
                  <a:txBody>
                    <a:bodyPr/>
                    <a:lstStyle/>
                    <a:p>
                      <a:pPr algn="ctr" fontAlgn="ctr"/>
                      <a:r>
                        <a:rPr lang="en-US" sz="1050" b="0" i="0" u="none" strike="noStrike">
                          <a:solidFill>
                            <a:srgbClr val="000000"/>
                          </a:solidFill>
                          <a:effectLst/>
                          <a:latin typeface="Verdana" panose="020B0604030504040204" pitchFamily="34" charset="0"/>
                        </a:rPr>
                        <a:t>126</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D7B"/>
                    </a:solidFill>
                  </a:tcPr>
                </a:tc>
                <a:tc>
                  <a:txBody>
                    <a:bodyPr/>
                    <a:lstStyle/>
                    <a:p>
                      <a:pPr algn="ctr" fontAlgn="ctr"/>
                      <a:r>
                        <a:rPr lang="en-US" sz="1050" b="0" i="0" u="none" strike="noStrike">
                          <a:solidFill>
                            <a:srgbClr val="000000"/>
                          </a:solidFill>
                          <a:effectLst/>
                          <a:latin typeface="Verdana" panose="020B0604030504040204" pitchFamily="34" charset="0"/>
                        </a:rPr>
                        <a:t>157</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D17F"/>
                    </a:solidFill>
                  </a:tcPr>
                </a:tc>
                <a:tc>
                  <a:txBody>
                    <a:bodyPr/>
                    <a:lstStyle/>
                    <a:p>
                      <a:pPr algn="ctr" fontAlgn="ctr"/>
                      <a:r>
                        <a:rPr lang="en-US" sz="1050" b="0" i="0" u="none" strike="noStrike">
                          <a:solidFill>
                            <a:srgbClr val="000000"/>
                          </a:solidFill>
                          <a:effectLst/>
                          <a:latin typeface="Verdana" panose="020B0604030504040204" pitchFamily="34" charset="0"/>
                        </a:rPr>
                        <a:t>33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7F6F"/>
                    </a:solidFill>
                  </a:tcPr>
                </a:tc>
                <a:tc>
                  <a:txBody>
                    <a:bodyPr/>
                    <a:lstStyle/>
                    <a:p>
                      <a:pPr algn="ctr" fontAlgn="ctr"/>
                      <a:r>
                        <a:rPr lang="en-US" sz="1050" b="0" i="0" u="none" strike="noStrike">
                          <a:solidFill>
                            <a:srgbClr val="000000"/>
                          </a:solidFill>
                          <a:effectLst/>
                          <a:latin typeface="Verdana" panose="020B0604030504040204" pitchFamily="34" charset="0"/>
                        </a:rPr>
                        <a:t>33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7F6F"/>
                    </a:solidFill>
                  </a:tcPr>
                </a:tc>
                <a:tc>
                  <a:txBody>
                    <a:bodyPr/>
                    <a:lstStyle/>
                    <a:p>
                      <a:pPr algn="ctr" fontAlgn="ctr"/>
                      <a:r>
                        <a:rPr lang="en-US" sz="1050" b="0" i="0" u="none" strike="noStrike">
                          <a:solidFill>
                            <a:srgbClr val="000000"/>
                          </a:solidFill>
                          <a:effectLst/>
                          <a:latin typeface="Verdana" panose="020B0604030504040204" pitchFamily="34" charset="0"/>
                        </a:rPr>
                        <a:t>33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7F6F"/>
                    </a:solidFill>
                  </a:tcPr>
                </a:tc>
                <a:tc>
                  <a:txBody>
                    <a:bodyPr/>
                    <a:lstStyle/>
                    <a:p>
                      <a:pPr algn="ctr" fontAlgn="ctr"/>
                      <a:r>
                        <a:rPr lang="en-US" sz="1050" b="0" i="0" u="none" strike="noStrike">
                          <a:solidFill>
                            <a:srgbClr val="000000"/>
                          </a:solidFill>
                          <a:effectLst/>
                          <a:latin typeface="Verdana" panose="020B0604030504040204" pitchFamily="34" charset="0"/>
                        </a:rPr>
                        <a:t>40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8370"/>
                    </a:solidFill>
                  </a:tcPr>
                </a:tc>
                <a:tc>
                  <a:txBody>
                    <a:bodyPr/>
                    <a:lstStyle/>
                    <a:p>
                      <a:pPr algn="ctr" fontAlgn="ctr"/>
                      <a:r>
                        <a:rPr lang="en-US" sz="1050" b="0" i="0" u="none" strike="noStrike">
                          <a:solidFill>
                            <a:srgbClr val="000000"/>
                          </a:solidFill>
                          <a:effectLst/>
                          <a:latin typeface="Verdana" panose="020B0604030504040204" pitchFamily="34" charset="0"/>
                        </a:rPr>
                        <a:t>29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7C6E"/>
                    </a:solidFill>
                  </a:tcPr>
                </a:tc>
                <a:tc>
                  <a:txBody>
                    <a:bodyPr/>
                    <a:lstStyle/>
                    <a:p>
                      <a:pPr algn="ctr" fontAlgn="ctr"/>
                      <a:r>
                        <a:rPr lang="en-US" sz="1050" b="0" i="0" u="none" strike="noStrike">
                          <a:solidFill>
                            <a:srgbClr val="000000"/>
                          </a:solidFill>
                          <a:effectLst/>
                          <a:latin typeface="Verdana" panose="020B0604030504040204" pitchFamily="34" charset="0"/>
                        </a:rPr>
                        <a:t>249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E784"/>
                    </a:solidFill>
                  </a:tcPr>
                </a:tc>
                <a:tc>
                  <a:txBody>
                    <a:bodyPr/>
                    <a:lstStyle/>
                    <a:p>
                      <a:pPr algn="ctr" fontAlgn="ctr"/>
                      <a:r>
                        <a:rPr lang="en-US" sz="1050" b="0" i="0" u="none" strike="noStrike">
                          <a:solidFill>
                            <a:srgbClr val="000000"/>
                          </a:solidFill>
                          <a:effectLst/>
                          <a:latin typeface="Verdana" panose="020B0604030504040204" pitchFamily="34" charset="0"/>
                        </a:rPr>
                        <a:t>186</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582"/>
                    </a:solidFill>
                  </a:tcPr>
                </a:tc>
                <a:tc>
                  <a:txBody>
                    <a:bodyPr/>
                    <a:lstStyle/>
                    <a:p>
                      <a:pPr algn="ctr" fontAlgn="ctr"/>
                      <a:r>
                        <a:rPr lang="en-US" sz="1050" b="0" i="0" u="none" strike="noStrike">
                          <a:solidFill>
                            <a:srgbClr val="000000"/>
                          </a:solidFill>
                          <a:effectLst/>
                          <a:latin typeface="Verdana" panose="020B0604030504040204" pitchFamily="34" charset="0"/>
                        </a:rPr>
                        <a:t>198</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B84"/>
                    </a:solidFill>
                  </a:tcPr>
                </a:tc>
                <a:extLst>
                  <a:ext uri="{0D108BD9-81ED-4DB2-BD59-A6C34878D82A}">
                    <a16:rowId xmlns:a16="http://schemas.microsoft.com/office/drawing/2014/main" val="4066823115"/>
                  </a:ext>
                </a:extLst>
              </a:tr>
              <a:tr h="222333">
                <a:tc>
                  <a:txBody>
                    <a:bodyPr/>
                    <a:lstStyle/>
                    <a:p>
                      <a:pPr algn="ctr" fontAlgn="b"/>
                      <a:r>
                        <a:rPr lang="en-US" sz="1050" b="1" i="0" u="none" strike="noStrike">
                          <a:solidFill>
                            <a:srgbClr val="000000"/>
                          </a:solidFill>
                          <a:effectLst/>
                          <a:latin typeface="Verdana" panose="020B0604030504040204" pitchFamily="34" charset="0"/>
                        </a:rPr>
                        <a:t>17:00</a:t>
                      </a:r>
                    </a:p>
                  </a:txBody>
                  <a:tcPr marL="3747" marR="3747" marT="37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Verdana" panose="020B0604030504040204" pitchFamily="34" charset="0"/>
                        </a:rPr>
                        <a:t>347</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7E082"/>
                    </a:solidFill>
                  </a:tcPr>
                </a:tc>
                <a:tc>
                  <a:txBody>
                    <a:bodyPr/>
                    <a:lstStyle/>
                    <a:p>
                      <a:pPr algn="ctr" fontAlgn="ctr"/>
                      <a:r>
                        <a:rPr lang="en-US" sz="1050" b="0" i="0" u="none" strike="noStrike">
                          <a:solidFill>
                            <a:srgbClr val="000000"/>
                          </a:solidFill>
                          <a:effectLst/>
                          <a:latin typeface="Verdana" panose="020B0604030504040204" pitchFamily="34" charset="0"/>
                        </a:rPr>
                        <a:t>445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881"/>
                    </a:solidFill>
                  </a:tcPr>
                </a:tc>
                <a:tc>
                  <a:txBody>
                    <a:bodyPr/>
                    <a:lstStyle/>
                    <a:p>
                      <a:pPr algn="ctr" fontAlgn="ctr"/>
                      <a:r>
                        <a:rPr lang="en-US" sz="1050" b="0" i="0" u="none" strike="noStrike">
                          <a:solidFill>
                            <a:srgbClr val="000000"/>
                          </a:solidFill>
                          <a:effectLst/>
                          <a:latin typeface="Verdana" panose="020B0604030504040204" pitchFamily="34" charset="0"/>
                        </a:rPr>
                        <a:t>365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2DE82"/>
                    </a:solidFill>
                  </a:tcPr>
                </a:tc>
                <a:tc>
                  <a:txBody>
                    <a:bodyPr/>
                    <a:lstStyle/>
                    <a:p>
                      <a:pPr algn="ctr" fontAlgn="ctr"/>
                      <a:r>
                        <a:rPr lang="en-US" sz="1050" b="0" i="0" u="none" strike="noStrike">
                          <a:solidFill>
                            <a:srgbClr val="000000"/>
                          </a:solidFill>
                          <a:effectLst/>
                          <a:latin typeface="Verdana" panose="020B0604030504040204" pitchFamily="34" charset="0"/>
                        </a:rPr>
                        <a:t>255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FE784"/>
                    </a:solidFill>
                  </a:tcPr>
                </a:tc>
                <a:tc>
                  <a:txBody>
                    <a:bodyPr/>
                    <a:lstStyle/>
                    <a:p>
                      <a:pPr algn="ctr" fontAlgn="ctr"/>
                      <a:r>
                        <a:rPr lang="en-US" sz="1050" b="0" i="0" u="none" strike="noStrike">
                          <a:solidFill>
                            <a:srgbClr val="000000"/>
                          </a:solidFill>
                          <a:effectLst/>
                          <a:latin typeface="Verdana" panose="020B0604030504040204" pitchFamily="34" charset="0"/>
                        </a:rPr>
                        <a:t>347</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7E082"/>
                    </a:solidFill>
                  </a:tcPr>
                </a:tc>
                <a:tc>
                  <a:txBody>
                    <a:bodyPr/>
                    <a:lstStyle/>
                    <a:p>
                      <a:pPr algn="ctr" fontAlgn="ctr"/>
                      <a:r>
                        <a:rPr lang="en-US" sz="1050" b="0" i="0" u="none" strike="noStrike">
                          <a:solidFill>
                            <a:srgbClr val="000000"/>
                          </a:solidFill>
                          <a:effectLst/>
                          <a:latin typeface="Verdana" panose="020B0604030504040204" pitchFamily="34" charset="0"/>
                        </a:rPr>
                        <a:t>116</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679"/>
                    </a:solidFill>
                  </a:tcPr>
                </a:tc>
                <a:tc>
                  <a:txBody>
                    <a:bodyPr/>
                    <a:lstStyle/>
                    <a:p>
                      <a:pPr algn="ctr" fontAlgn="ctr"/>
                      <a:r>
                        <a:rPr lang="en-US" sz="1050" b="0" i="0" u="none" strike="noStrike">
                          <a:solidFill>
                            <a:srgbClr val="000000"/>
                          </a:solidFill>
                          <a:effectLst/>
                          <a:latin typeface="Verdana" panose="020B0604030504040204" pitchFamily="34" charset="0"/>
                        </a:rPr>
                        <a:t>345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7E082"/>
                    </a:solidFill>
                  </a:tcPr>
                </a:tc>
                <a:tc>
                  <a:txBody>
                    <a:bodyPr/>
                    <a:lstStyle/>
                    <a:p>
                      <a:pPr algn="ctr" fontAlgn="ctr"/>
                      <a:r>
                        <a:rPr lang="en-US" sz="1050" b="0" i="0" u="none" strike="noStrike">
                          <a:solidFill>
                            <a:srgbClr val="000000"/>
                          </a:solidFill>
                          <a:effectLst/>
                          <a:latin typeface="Verdana" panose="020B0604030504040204" pitchFamily="34" charset="0"/>
                        </a:rPr>
                        <a:t>168</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D980"/>
                    </a:solidFill>
                  </a:tcPr>
                </a:tc>
                <a:tc>
                  <a:txBody>
                    <a:bodyPr/>
                    <a:lstStyle/>
                    <a:p>
                      <a:pPr algn="ctr" fontAlgn="ctr"/>
                      <a:r>
                        <a:rPr lang="en-US" sz="1050" b="0" i="0" u="none" strike="noStrike">
                          <a:solidFill>
                            <a:srgbClr val="000000"/>
                          </a:solidFill>
                          <a:effectLst/>
                          <a:latin typeface="Verdana" panose="020B0604030504040204" pitchFamily="34" charset="0"/>
                        </a:rPr>
                        <a:t>168</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D980"/>
                    </a:solidFill>
                  </a:tcPr>
                </a:tc>
                <a:tc>
                  <a:txBody>
                    <a:bodyPr/>
                    <a:lstStyle/>
                    <a:p>
                      <a:pPr algn="ctr" fontAlgn="ctr"/>
                      <a:r>
                        <a:rPr lang="en-US" sz="1050" b="0" i="0" u="none" strike="noStrike">
                          <a:solidFill>
                            <a:srgbClr val="000000"/>
                          </a:solidFill>
                          <a:effectLst/>
                          <a:latin typeface="Verdana" panose="020B0604030504040204" pitchFamily="34" charset="0"/>
                        </a:rPr>
                        <a:t>215</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EA84"/>
                    </a:solidFill>
                  </a:tcPr>
                </a:tc>
                <a:tc>
                  <a:txBody>
                    <a:bodyPr/>
                    <a:lstStyle/>
                    <a:p>
                      <a:pPr algn="ctr" fontAlgn="ctr"/>
                      <a:r>
                        <a:rPr lang="en-US" sz="1050" b="0" i="0" u="none" strike="noStrike">
                          <a:solidFill>
                            <a:srgbClr val="000000"/>
                          </a:solidFill>
                          <a:effectLst/>
                          <a:latin typeface="Verdana" panose="020B0604030504040204" pitchFamily="34" charset="0"/>
                        </a:rPr>
                        <a:t>238</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E884"/>
                    </a:solidFill>
                  </a:tcPr>
                </a:tc>
                <a:tc>
                  <a:txBody>
                    <a:bodyPr/>
                    <a:lstStyle/>
                    <a:p>
                      <a:pPr algn="ctr" fontAlgn="ctr"/>
                      <a:r>
                        <a:rPr lang="en-US" sz="1050" b="0" i="0" u="none" strike="noStrike">
                          <a:solidFill>
                            <a:srgbClr val="000000"/>
                          </a:solidFill>
                          <a:effectLst/>
                          <a:latin typeface="Verdana" panose="020B0604030504040204" pitchFamily="34" charset="0"/>
                        </a:rPr>
                        <a:t>343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E082"/>
                    </a:solidFill>
                  </a:tcPr>
                </a:tc>
                <a:tc>
                  <a:txBody>
                    <a:bodyPr/>
                    <a:lstStyle/>
                    <a:p>
                      <a:pPr algn="ctr" fontAlgn="ctr"/>
                      <a:r>
                        <a:rPr lang="en-US" sz="1050" b="0" i="0" u="none" strike="noStrike">
                          <a:solidFill>
                            <a:srgbClr val="000000"/>
                          </a:solidFill>
                          <a:effectLst/>
                          <a:latin typeface="Verdana" panose="020B0604030504040204" pitchFamily="34" charset="0"/>
                        </a:rPr>
                        <a:t>231</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E984"/>
                    </a:solidFill>
                  </a:tcPr>
                </a:tc>
                <a:tc>
                  <a:txBody>
                    <a:bodyPr/>
                    <a:lstStyle/>
                    <a:p>
                      <a:pPr algn="ctr" fontAlgn="ctr"/>
                      <a:r>
                        <a:rPr lang="en-US" sz="1050" b="0" i="0" u="none" strike="noStrike">
                          <a:solidFill>
                            <a:srgbClr val="000000"/>
                          </a:solidFill>
                          <a:effectLst/>
                          <a:latin typeface="Verdana" panose="020B0604030504040204" pitchFamily="34" charset="0"/>
                        </a:rPr>
                        <a:t>299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4E383"/>
                    </a:solidFill>
                  </a:tcPr>
                </a:tc>
                <a:tc>
                  <a:txBody>
                    <a:bodyPr/>
                    <a:lstStyle/>
                    <a:p>
                      <a:pPr algn="ctr" fontAlgn="ctr"/>
                      <a:r>
                        <a:rPr lang="en-US" sz="1050" b="0" i="0" u="none" strike="noStrike">
                          <a:solidFill>
                            <a:srgbClr val="000000"/>
                          </a:solidFill>
                          <a:effectLst/>
                          <a:latin typeface="Verdana" panose="020B0604030504040204" pitchFamily="34" charset="0"/>
                        </a:rPr>
                        <a:t>188</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783"/>
                    </a:solidFill>
                  </a:tcPr>
                </a:tc>
                <a:tc>
                  <a:txBody>
                    <a:bodyPr/>
                    <a:lstStyle/>
                    <a:p>
                      <a:pPr algn="ctr" fontAlgn="ctr"/>
                      <a:r>
                        <a:rPr lang="en-US" sz="1050" b="0" i="0" u="none" strike="noStrike">
                          <a:solidFill>
                            <a:srgbClr val="000000"/>
                          </a:solidFill>
                          <a:effectLst/>
                          <a:latin typeface="Verdana" panose="020B0604030504040204" pitchFamily="34" charset="0"/>
                        </a:rPr>
                        <a:t>278</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9E583"/>
                    </a:solidFill>
                  </a:tcPr>
                </a:tc>
                <a:tc>
                  <a:txBody>
                    <a:bodyPr/>
                    <a:lstStyle/>
                    <a:p>
                      <a:pPr algn="ctr" fontAlgn="ctr"/>
                      <a:r>
                        <a:rPr lang="en-US" sz="1050" b="0" i="0" u="none" strike="noStrike">
                          <a:solidFill>
                            <a:srgbClr val="000000"/>
                          </a:solidFill>
                          <a:effectLst/>
                          <a:latin typeface="Verdana" panose="020B0604030504040204" pitchFamily="34" charset="0"/>
                        </a:rPr>
                        <a:t>537</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4D17F"/>
                    </a:solidFill>
                  </a:tcPr>
                </a:tc>
                <a:tc>
                  <a:txBody>
                    <a:bodyPr/>
                    <a:lstStyle/>
                    <a:p>
                      <a:pPr algn="ctr" fontAlgn="ctr"/>
                      <a:r>
                        <a:rPr lang="en-US" sz="1050" b="0" i="0" u="none" strike="noStrike">
                          <a:solidFill>
                            <a:srgbClr val="000000"/>
                          </a:solidFill>
                          <a:effectLst/>
                          <a:latin typeface="Verdana" panose="020B0604030504040204" pitchFamily="34" charset="0"/>
                        </a:rPr>
                        <a:t>464</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D780"/>
                    </a:solidFill>
                  </a:tcPr>
                </a:tc>
                <a:tc>
                  <a:txBody>
                    <a:bodyPr/>
                    <a:lstStyle/>
                    <a:p>
                      <a:pPr algn="ctr" fontAlgn="ctr"/>
                      <a:r>
                        <a:rPr lang="en-US" sz="1050" b="0" i="0" u="none" strike="noStrike">
                          <a:solidFill>
                            <a:srgbClr val="000000"/>
                          </a:solidFill>
                          <a:effectLst/>
                          <a:latin typeface="Verdana" panose="020B0604030504040204" pitchFamily="34" charset="0"/>
                        </a:rPr>
                        <a:t>261</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E683"/>
                    </a:solidFill>
                  </a:tcPr>
                </a:tc>
                <a:tc>
                  <a:txBody>
                    <a:bodyPr/>
                    <a:lstStyle/>
                    <a:p>
                      <a:pPr algn="ctr" fontAlgn="ctr"/>
                      <a:r>
                        <a:rPr lang="en-US" sz="1050" b="0" i="0" u="none" strike="noStrike">
                          <a:solidFill>
                            <a:srgbClr val="000000"/>
                          </a:solidFill>
                          <a:effectLst/>
                          <a:latin typeface="Verdana" panose="020B0604030504040204" pitchFamily="34" charset="0"/>
                        </a:rPr>
                        <a:t>260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E683"/>
                    </a:solidFill>
                  </a:tcPr>
                </a:tc>
                <a:tc>
                  <a:txBody>
                    <a:bodyPr/>
                    <a:lstStyle/>
                    <a:p>
                      <a:pPr algn="ctr" fontAlgn="ctr"/>
                      <a:r>
                        <a:rPr lang="en-US" sz="1050" b="0" i="0" u="none" strike="noStrike">
                          <a:solidFill>
                            <a:srgbClr val="000000"/>
                          </a:solidFill>
                          <a:effectLst/>
                          <a:latin typeface="Verdana" panose="020B0604030504040204" pitchFamily="34" charset="0"/>
                        </a:rPr>
                        <a:t>130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F7B"/>
                    </a:solidFill>
                  </a:tcPr>
                </a:tc>
                <a:tc>
                  <a:txBody>
                    <a:bodyPr/>
                    <a:lstStyle/>
                    <a:p>
                      <a:pPr algn="ctr" fontAlgn="ctr"/>
                      <a:r>
                        <a:rPr lang="en-US" sz="1050" b="0" i="0" u="none" strike="noStrike">
                          <a:solidFill>
                            <a:srgbClr val="000000"/>
                          </a:solidFill>
                          <a:effectLst/>
                          <a:latin typeface="Verdana" panose="020B0604030504040204" pitchFamily="34" charset="0"/>
                        </a:rPr>
                        <a:t>126</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D7B"/>
                    </a:solidFill>
                  </a:tcPr>
                </a:tc>
                <a:tc>
                  <a:txBody>
                    <a:bodyPr/>
                    <a:lstStyle/>
                    <a:p>
                      <a:pPr algn="ctr" fontAlgn="ctr"/>
                      <a:r>
                        <a:rPr lang="en-US" sz="1050" b="0" i="0" u="none" strike="noStrike">
                          <a:solidFill>
                            <a:srgbClr val="000000"/>
                          </a:solidFill>
                          <a:effectLst/>
                          <a:latin typeface="Verdana" panose="020B0604030504040204" pitchFamily="34" charset="0"/>
                        </a:rPr>
                        <a:t>157</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D17F"/>
                    </a:solidFill>
                  </a:tcPr>
                </a:tc>
                <a:tc>
                  <a:txBody>
                    <a:bodyPr/>
                    <a:lstStyle/>
                    <a:p>
                      <a:pPr algn="ctr" fontAlgn="ctr"/>
                      <a:r>
                        <a:rPr lang="en-US" sz="1050" b="0" i="0" u="none" strike="noStrike">
                          <a:solidFill>
                            <a:srgbClr val="000000"/>
                          </a:solidFill>
                          <a:effectLst/>
                          <a:latin typeface="Verdana" panose="020B0604030504040204" pitchFamily="34" charset="0"/>
                        </a:rPr>
                        <a:t>33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7F6F"/>
                    </a:solidFill>
                  </a:tcPr>
                </a:tc>
                <a:tc>
                  <a:txBody>
                    <a:bodyPr/>
                    <a:lstStyle/>
                    <a:p>
                      <a:pPr algn="ctr" fontAlgn="ctr"/>
                      <a:r>
                        <a:rPr lang="en-US" sz="1050" b="0" i="0" u="none" strike="noStrike">
                          <a:solidFill>
                            <a:srgbClr val="000000"/>
                          </a:solidFill>
                          <a:effectLst/>
                          <a:latin typeface="Verdana" panose="020B0604030504040204" pitchFamily="34" charset="0"/>
                        </a:rPr>
                        <a:t>29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7C6E"/>
                    </a:solidFill>
                  </a:tcPr>
                </a:tc>
                <a:tc>
                  <a:txBody>
                    <a:bodyPr/>
                    <a:lstStyle/>
                    <a:p>
                      <a:pPr algn="ctr" fontAlgn="ctr"/>
                      <a:r>
                        <a:rPr lang="en-US" sz="1050" b="0" i="0" u="none" strike="noStrike">
                          <a:solidFill>
                            <a:srgbClr val="000000"/>
                          </a:solidFill>
                          <a:effectLst/>
                          <a:latin typeface="Verdana" panose="020B0604030504040204" pitchFamily="34" charset="0"/>
                        </a:rPr>
                        <a:t>29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7C6E"/>
                    </a:solidFill>
                  </a:tcPr>
                </a:tc>
                <a:tc>
                  <a:txBody>
                    <a:bodyPr/>
                    <a:lstStyle/>
                    <a:p>
                      <a:pPr algn="ctr" fontAlgn="ctr"/>
                      <a:r>
                        <a:rPr lang="en-US" sz="1050" b="0" i="0" u="none" strike="noStrike">
                          <a:solidFill>
                            <a:srgbClr val="000000"/>
                          </a:solidFill>
                          <a:effectLst/>
                          <a:latin typeface="Verdana" panose="020B0604030504040204" pitchFamily="34" charset="0"/>
                        </a:rPr>
                        <a:t>40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8370"/>
                    </a:solidFill>
                  </a:tcPr>
                </a:tc>
                <a:tc>
                  <a:txBody>
                    <a:bodyPr/>
                    <a:lstStyle/>
                    <a:p>
                      <a:pPr algn="ctr" fontAlgn="ctr"/>
                      <a:r>
                        <a:rPr lang="en-US" sz="1050" b="0" i="0" u="none" strike="noStrike">
                          <a:solidFill>
                            <a:srgbClr val="000000"/>
                          </a:solidFill>
                          <a:effectLst/>
                          <a:latin typeface="Verdana" panose="020B0604030504040204" pitchFamily="34" charset="0"/>
                        </a:rPr>
                        <a:t>29</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7C6E"/>
                    </a:solidFill>
                  </a:tcPr>
                </a:tc>
                <a:tc>
                  <a:txBody>
                    <a:bodyPr/>
                    <a:lstStyle/>
                    <a:p>
                      <a:pPr algn="ctr" fontAlgn="ctr"/>
                      <a:r>
                        <a:rPr lang="en-US" sz="1050" b="0" i="0" u="none" strike="noStrike">
                          <a:solidFill>
                            <a:srgbClr val="000000"/>
                          </a:solidFill>
                          <a:effectLst/>
                          <a:latin typeface="Verdana" panose="020B0604030504040204" pitchFamily="34" charset="0"/>
                        </a:rPr>
                        <a:t>298</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4E483"/>
                    </a:solidFill>
                  </a:tcPr>
                </a:tc>
                <a:tc>
                  <a:txBody>
                    <a:bodyPr/>
                    <a:lstStyle/>
                    <a:p>
                      <a:pPr algn="ctr" fontAlgn="ctr"/>
                      <a:r>
                        <a:rPr lang="en-US" sz="1050" b="0" i="0" u="none" strike="noStrike">
                          <a:solidFill>
                            <a:srgbClr val="000000"/>
                          </a:solidFill>
                          <a:effectLst/>
                          <a:latin typeface="Verdana" panose="020B0604030504040204" pitchFamily="34" charset="0"/>
                        </a:rPr>
                        <a:t>180</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182"/>
                    </a:solidFill>
                  </a:tcPr>
                </a:tc>
                <a:tc>
                  <a:txBody>
                    <a:bodyPr/>
                    <a:lstStyle/>
                    <a:p>
                      <a:pPr algn="ctr" fontAlgn="ctr"/>
                      <a:r>
                        <a:rPr lang="en-US" sz="1050" b="0" i="0" u="none" strike="noStrike" dirty="0">
                          <a:solidFill>
                            <a:srgbClr val="000000"/>
                          </a:solidFill>
                          <a:effectLst/>
                          <a:latin typeface="Verdana" panose="020B0604030504040204" pitchFamily="34" charset="0"/>
                        </a:rPr>
                        <a:t>173</a:t>
                      </a:r>
                    </a:p>
                  </a:txBody>
                  <a:tcPr marL="3747" marR="3747" marT="37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DD81"/>
                    </a:solidFill>
                  </a:tcPr>
                </a:tc>
                <a:extLst>
                  <a:ext uri="{0D108BD9-81ED-4DB2-BD59-A6C34878D82A}">
                    <a16:rowId xmlns:a16="http://schemas.microsoft.com/office/drawing/2014/main" val="1882837350"/>
                  </a:ext>
                </a:extLst>
              </a:tr>
            </a:tbl>
          </a:graphicData>
        </a:graphic>
      </p:graphicFrame>
    </p:spTree>
    <p:extLst>
      <p:ext uri="{BB962C8B-B14F-4D97-AF65-F5344CB8AC3E}">
        <p14:creationId xmlns:p14="http://schemas.microsoft.com/office/powerpoint/2010/main" val="2295205862"/>
      </p:ext>
    </p:extLst>
  </p:cSld>
  <p:clrMapOvr>
    <a:masterClrMapping/>
  </p:clrMapOvr>
  <p:transition>
    <p:fade/>
  </p:transition>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tx1">
            <a:lumMod val="75000"/>
            <a:lumOff val="25000"/>
          </a:schemeClr>
        </a:solidFill>
        <a:effectLst/>
      </p:bgPr>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A402D40-8287-40F9-A2AE-8CA3AE2A4B97}"/>
              </a:ext>
            </a:extLst>
          </p:cNvPr>
          <p:cNvGraphicFramePr>
            <a:graphicFrameLocks noChangeAspect="1"/>
          </p:cNvGraphicFramePr>
          <p:nvPr>
            <p:custDataLst>
              <p:tags r:id="rId1"/>
            </p:custDataLst>
            <p:extLst>
              <p:ext uri="{D42A27DB-BD31-4B8C-83A1-F6EECF244321}">
                <p14:modId xmlns:p14="http://schemas.microsoft.com/office/powerpoint/2010/main" val="152192867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98" imgH="499" progId="TCLayout.ActiveDocument.1">
                  <p:embed/>
                </p:oleObj>
              </mc:Choice>
              <mc:Fallback>
                <p:oleObj name="think-cell Slide" r:id="rId3" imgW="498" imgH="499" progId="TCLayout.ActiveDocument.1">
                  <p:embed/>
                  <p:pic>
                    <p:nvPicPr>
                      <p:cNvPr id="6" name="Object 5" hidden="1">
                        <a:extLst>
                          <a:ext uri="{FF2B5EF4-FFF2-40B4-BE49-F238E27FC236}">
                            <a16:creationId xmlns:a16="http://schemas.microsoft.com/office/drawing/2014/main" id="{4A402D40-8287-40F9-A2AE-8CA3AE2A4B9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F3174803-1F67-4D25-B30A-FCA299D6C20F}"/>
              </a:ext>
            </a:extLst>
          </p:cNvPr>
          <p:cNvSpPr>
            <a:spLocks noGrp="1"/>
          </p:cNvSpPr>
          <p:nvPr>
            <p:ph type="title"/>
          </p:nvPr>
        </p:nvSpPr>
        <p:spPr>
          <a:xfrm>
            <a:off x="157182" y="2903102"/>
            <a:ext cx="11252200" cy="692151"/>
          </a:xfrm>
        </p:spPr>
        <p:txBody>
          <a:bodyPr vert="horz"/>
          <a:lstStyle/>
          <a:p>
            <a:pPr marL="990600" indent="-990600"/>
            <a:r>
              <a:rPr lang="en-US" sz="2800" dirty="0">
                <a:solidFill>
                  <a:schemeClr val="bg1"/>
                </a:solidFill>
              </a:rPr>
              <a:t>Other Select Days – Hourly Data (Solar Opportunity)</a:t>
            </a:r>
            <a:endParaRPr lang="en-US" i="0" dirty="0">
              <a:solidFill>
                <a:schemeClr val="bg1"/>
              </a:solidFill>
            </a:endParaRPr>
          </a:p>
        </p:txBody>
      </p:sp>
      <p:cxnSp>
        <p:nvCxnSpPr>
          <p:cNvPr id="8" name="Straight Connector 7">
            <a:extLst>
              <a:ext uri="{FF2B5EF4-FFF2-40B4-BE49-F238E27FC236}">
                <a16:creationId xmlns:a16="http://schemas.microsoft.com/office/drawing/2014/main" id="{784C1C03-CAB1-4AA6-8518-B87142FB9A78}"/>
              </a:ext>
            </a:extLst>
          </p:cNvPr>
          <p:cNvCxnSpPr/>
          <p:nvPr/>
        </p:nvCxnSpPr>
        <p:spPr>
          <a:xfrm>
            <a:off x="157182" y="3595253"/>
            <a:ext cx="11691257" cy="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1066979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F53E3122-8B80-4B2B-9425-C97F9D1809CD}"/>
              </a:ext>
            </a:extLst>
          </p:cNvPr>
          <p:cNvGraphicFramePr>
            <a:graphicFrameLocks noChangeAspect="1"/>
          </p:cNvGraphicFramePr>
          <p:nvPr>
            <p:custDataLst>
              <p:tags r:id="rId1"/>
            </p:custDataLst>
            <p:extLst>
              <p:ext uri="{D42A27DB-BD31-4B8C-83A1-F6EECF244321}">
                <p14:modId xmlns:p14="http://schemas.microsoft.com/office/powerpoint/2010/main" val="260632364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6" name="Object 5" hidden="1">
                        <a:extLst>
                          <a:ext uri="{FF2B5EF4-FFF2-40B4-BE49-F238E27FC236}">
                            <a16:creationId xmlns:a16="http://schemas.microsoft.com/office/drawing/2014/main" id="{F53E3122-8B80-4B2B-9425-C97F9D1809C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p:cNvSpPr>
            <a:spLocks noGrp="1"/>
          </p:cNvSpPr>
          <p:nvPr>
            <p:ph type="title"/>
          </p:nvPr>
        </p:nvSpPr>
        <p:spPr>
          <a:xfrm>
            <a:off x="555170" y="266401"/>
            <a:ext cx="11166932" cy="347321"/>
          </a:xfrm>
        </p:spPr>
        <p:txBody>
          <a:bodyPr vert="horz"/>
          <a:lstStyle/>
          <a:p>
            <a:r>
              <a:rPr lang="en-US" b="1" dirty="0"/>
              <a:t>18</a:t>
            </a:r>
            <a:r>
              <a:rPr lang="en-US" b="1" baseline="30000" dirty="0"/>
              <a:t>th</a:t>
            </a:r>
            <a:r>
              <a:rPr lang="en-US" b="1" dirty="0"/>
              <a:t> April 2023 – Hourly profile (Solar Hours)</a:t>
            </a:r>
            <a:endParaRPr lang="en-US" sz="1800" b="1" dirty="0"/>
          </a:p>
        </p:txBody>
      </p:sp>
      <p:cxnSp>
        <p:nvCxnSpPr>
          <p:cNvPr id="34" name="Straight Connector 33">
            <a:extLst>
              <a:ext uri="{FF2B5EF4-FFF2-40B4-BE49-F238E27FC236}">
                <a16:creationId xmlns:a16="http://schemas.microsoft.com/office/drawing/2014/main" id="{C64B3BBE-2752-0F5F-6AA3-836BA91F095C}"/>
              </a:ext>
            </a:extLst>
          </p:cNvPr>
          <p:cNvCxnSpPr/>
          <p:nvPr/>
        </p:nvCxnSpPr>
        <p:spPr>
          <a:xfrm flipV="1">
            <a:off x="514664" y="753272"/>
            <a:ext cx="11196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28" name="Straight Arrow Connector 327">
            <a:extLst>
              <a:ext uri="{FF2B5EF4-FFF2-40B4-BE49-F238E27FC236}">
                <a16:creationId xmlns:a16="http://schemas.microsoft.com/office/drawing/2014/main" id="{85A25165-BDF3-D5AC-EB25-28CAAD805EA9}"/>
              </a:ext>
            </a:extLst>
          </p:cNvPr>
          <p:cNvCxnSpPr>
            <a:cxnSpLocks/>
          </p:cNvCxnSpPr>
          <p:nvPr/>
        </p:nvCxnSpPr>
        <p:spPr>
          <a:xfrm>
            <a:off x="1293813" y="5919567"/>
            <a:ext cx="10416851" cy="1188"/>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26" name="Rectangle 325">
            <a:extLst>
              <a:ext uri="{FF2B5EF4-FFF2-40B4-BE49-F238E27FC236}">
                <a16:creationId xmlns:a16="http://schemas.microsoft.com/office/drawing/2014/main" id="{3CEEFEE3-E67C-3394-152B-8EA060626DC2}"/>
              </a:ext>
            </a:extLst>
          </p:cNvPr>
          <p:cNvSpPr/>
          <p:nvPr/>
        </p:nvSpPr>
        <p:spPr bwMode="gray">
          <a:xfrm>
            <a:off x="5262563" y="5798829"/>
            <a:ext cx="1591599" cy="238124"/>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t>Time (Hours)</a:t>
            </a:r>
          </a:p>
        </p:txBody>
      </p:sp>
      <p:cxnSp>
        <p:nvCxnSpPr>
          <p:cNvPr id="333" name="Straight Arrow Connector 332">
            <a:extLst>
              <a:ext uri="{FF2B5EF4-FFF2-40B4-BE49-F238E27FC236}">
                <a16:creationId xmlns:a16="http://schemas.microsoft.com/office/drawing/2014/main" id="{9C716DAF-2225-82C9-1B60-F50B060360DB}"/>
              </a:ext>
            </a:extLst>
          </p:cNvPr>
          <p:cNvCxnSpPr>
            <a:cxnSpLocks/>
          </p:cNvCxnSpPr>
          <p:nvPr/>
        </p:nvCxnSpPr>
        <p:spPr>
          <a:xfrm flipV="1">
            <a:off x="502047" y="1328889"/>
            <a:ext cx="0" cy="4482949"/>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36" name="Rectangle 335">
            <a:extLst>
              <a:ext uri="{FF2B5EF4-FFF2-40B4-BE49-F238E27FC236}">
                <a16:creationId xmlns:a16="http://schemas.microsoft.com/office/drawing/2014/main" id="{E0E06CA7-67CF-0374-5800-8D69E34DC3B7}"/>
              </a:ext>
            </a:extLst>
          </p:cNvPr>
          <p:cNvSpPr/>
          <p:nvPr/>
        </p:nvSpPr>
        <p:spPr bwMode="gray">
          <a:xfrm rot="16200000">
            <a:off x="11371" y="3055510"/>
            <a:ext cx="972270" cy="370799"/>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t>In MW</a:t>
            </a:r>
          </a:p>
        </p:txBody>
      </p:sp>
      <p:graphicFrame>
        <p:nvGraphicFramePr>
          <p:cNvPr id="58" name="Chart 57">
            <a:extLst>
              <a:ext uri="{FF2B5EF4-FFF2-40B4-BE49-F238E27FC236}">
                <a16:creationId xmlns:a16="http://schemas.microsoft.com/office/drawing/2014/main" id="{761BC2B9-E5B4-A1EE-F492-792A0022808A}"/>
              </a:ext>
            </a:extLst>
          </p:cNvPr>
          <p:cNvGraphicFramePr/>
          <p:nvPr>
            <p:extLst>
              <p:ext uri="{D42A27DB-BD31-4B8C-83A1-F6EECF244321}">
                <p14:modId xmlns:p14="http://schemas.microsoft.com/office/powerpoint/2010/main" val="1542828239"/>
              </p:ext>
            </p:extLst>
          </p:nvPr>
        </p:nvGraphicFramePr>
        <p:xfrm>
          <a:off x="907149" y="892823"/>
          <a:ext cx="10782803" cy="5498400"/>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507929942"/>
      </p:ext>
    </p:extLst>
  </p:cSld>
  <p:clrMapOvr>
    <a:masterClrMapping/>
  </p:clrMapOvr>
  <p:transition>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F53E3122-8B80-4B2B-9425-C97F9D1809CD}"/>
              </a:ext>
            </a:extLst>
          </p:cNvPr>
          <p:cNvGraphicFramePr>
            <a:graphicFrameLocks noChangeAspect="1"/>
          </p:cNvGraphicFramePr>
          <p:nvPr>
            <p:custDataLst>
              <p:tags r:id="rId1"/>
            </p:custDataLst>
            <p:extLst>
              <p:ext uri="{D42A27DB-BD31-4B8C-83A1-F6EECF244321}">
                <p14:modId xmlns:p14="http://schemas.microsoft.com/office/powerpoint/2010/main" val="429025026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6" name="Object 5" hidden="1">
                        <a:extLst>
                          <a:ext uri="{FF2B5EF4-FFF2-40B4-BE49-F238E27FC236}">
                            <a16:creationId xmlns:a16="http://schemas.microsoft.com/office/drawing/2014/main" id="{F53E3122-8B80-4B2B-9425-C97F9D1809C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p:cNvSpPr>
            <a:spLocks noGrp="1"/>
          </p:cNvSpPr>
          <p:nvPr>
            <p:ph type="title"/>
          </p:nvPr>
        </p:nvSpPr>
        <p:spPr>
          <a:xfrm>
            <a:off x="555170" y="266401"/>
            <a:ext cx="11166932" cy="347321"/>
          </a:xfrm>
        </p:spPr>
        <p:txBody>
          <a:bodyPr vert="horz"/>
          <a:lstStyle/>
          <a:p>
            <a:r>
              <a:rPr lang="en-US" b="1" dirty="0"/>
              <a:t>20</a:t>
            </a:r>
            <a:r>
              <a:rPr lang="en-US" b="1" baseline="30000" dirty="0"/>
              <a:t>th</a:t>
            </a:r>
            <a:r>
              <a:rPr lang="en-US" b="1" dirty="0"/>
              <a:t> April 2023 – Hourly profile (Solar Hours)</a:t>
            </a:r>
            <a:endParaRPr lang="en-US" sz="1800" b="1" dirty="0"/>
          </a:p>
        </p:txBody>
      </p:sp>
      <p:cxnSp>
        <p:nvCxnSpPr>
          <p:cNvPr id="34" name="Straight Connector 33">
            <a:extLst>
              <a:ext uri="{FF2B5EF4-FFF2-40B4-BE49-F238E27FC236}">
                <a16:creationId xmlns:a16="http://schemas.microsoft.com/office/drawing/2014/main" id="{C64B3BBE-2752-0F5F-6AA3-836BA91F095C}"/>
              </a:ext>
            </a:extLst>
          </p:cNvPr>
          <p:cNvCxnSpPr/>
          <p:nvPr/>
        </p:nvCxnSpPr>
        <p:spPr>
          <a:xfrm flipV="1">
            <a:off x="493952" y="613722"/>
            <a:ext cx="11196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28" name="Straight Arrow Connector 327">
            <a:extLst>
              <a:ext uri="{FF2B5EF4-FFF2-40B4-BE49-F238E27FC236}">
                <a16:creationId xmlns:a16="http://schemas.microsoft.com/office/drawing/2014/main" id="{85A25165-BDF3-D5AC-EB25-28CAAD805EA9}"/>
              </a:ext>
            </a:extLst>
          </p:cNvPr>
          <p:cNvCxnSpPr>
            <a:cxnSpLocks/>
          </p:cNvCxnSpPr>
          <p:nvPr/>
        </p:nvCxnSpPr>
        <p:spPr>
          <a:xfrm>
            <a:off x="1293813" y="5919567"/>
            <a:ext cx="10416851" cy="1188"/>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26" name="Rectangle 325">
            <a:extLst>
              <a:ext uri="{FF2B5EF4-FFF2-40B4-BE49-F238E27FC236}">
                <a16:creationId xmlns:a16="http://schemas.microsoft.com/office/drawing/2014/main" id="{3CEEFEE3-E67C-3394-152B-8EA060626DC2}"/>
              </a:ext>
            </a:extLst>
          </p:cNvPr>
          <p:cNvSpPr/>
          <p:nvPr/>
        </p:nvSpPr>
        <p:spPr bwMode="gray">
          <a:xfrm>
            <a:off x="5262563" y="5798829"/>
            <a:ext cx="1591599" cy="238124"/>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t>Time (Hours)</a:t>
            </a:r>
          </a:p>
        </p:txBody>
      </p:sp>
      <p:cxnSp>
        <p:nvCxnSpPr>
          <p:cNvPr id="333" name="Straight Arrow Connector 332">
            <a:extLst>
              <a:ext uri="{FF2B5EF4-FFF2-40B4-BE49-F238E27FC236}">
                <a16:creationId xmlns:a16="http://schemas.microsoft.com/office/drawing/2014/main" id="{9C716DAF-2225-82C9-1B60-F50B060360DB}"/>
              </a:ext>
            </a:extLst>
          </p:cNvPr>
          <p:cNvCxnSpPr>
            <a:cxnSpLocks/>
          </p:cNvCxnSpPr>
          <p:nvPr/>
        </p:nvCxnSpPr>
        <p:spPr>
          <a:xfrm flipV="1">
            <a:off x="502047" y="1328889"/>
            <a:ext cx="0" cy="4482949"/>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36" name="Rectangle 335">
            <a:extLst>
              <a:ext uri="{FF2B5EF4-FFF2-40B4-BE49-F238E27FC236}">
                <a16:creationId xmlns:a16="http://schemas.microsoft.com/office/drawing/2014/main" id="{E0E06CA7-67CF-0374-5800-8D69E34DC3B7}"/>
              </a:ext>
            </a:extLst>
          </p:cNvPr>
          <p:cNvSpPr/>
          <p:nvPr/>
        </p:nvSpPr>
        <p:spPr bwMode="gray">
          <a:xfrm rot="16200000">
            <a:off x="11371" y="3055510"/>
            <a:ext cx="972270" cy="370799"/>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t>In MW</a:t>
            </a:r>
          </a:p>
        </p:txBody>
      </p:sp>
      <p:graphicFrame>
        <p:nvGraphicFramePr>
          <p:cNvPr id="58" name="Chart 57">
            <a:extLst>
              <a:ext uri="{FF2B5EF4-FFF2-40B4-BE49-F238E27FC236}">
                <a16:creationId xmlns:a16="http://schemas.microsoft.com/office/drawing/2014/main" id="{761BC2B9-E5B4-A1EE-F492-792A0022808A}"/>
              </a:ext>
            </a:extLst>
          </p:cNvPr>
          <p:cNvGraphicFramePr/>
          <p:nvPr>
            <p:extLst>
              <p:ext uri="{D42A27DB-BD31-4B8C-83A1-F6EECF244321}">
                <p14:modId xmlns:p14="http://schemas.microsoft.com/office/powerpoint/2010/main" val="35715663"/>
              </p:ext>
            </p:extLst>
          </p:nvPr>
        </p:nvGraphicFramePr>
        <p:xfrm>
          <a:off x="907149" y="717633"/>
          <a:ext cx="10782803" cy="5673590"/>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387722303"/>
      </p:ext>
    </p:extLst>
  </p:cSld>
  <p:clrMapOvr>
    <a:masterClrMapping/>
  </p:clrMapOvr>
  <p:transition>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F53E3122-8B80-4B2B-9425-C97F9D1809CD}"/>
              </a:ext>
            </a:extLst>
          </p:cNvPr>
          <p:cNvGraphicFramePr>
            <a:graphicFrameLocks noChangeAspect="1"/>
          </p:cNvGraphicFramePr>
          <p:nvPr>
            <p:custDataLst>
              <p:tags r:id="rId1"/>
            </p:custDataLst>
            <p:extLst>
              <p:ext uri="{D42A27DB-BD31-4B8C-83A1-F6EECF244321}">
                <p14:modId xmlns:p14="http://schemas.microsoft.com/office/powerpoint/2010/main" val="335395393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6" name="Object 5" hidden="1">
                        <a:extLst>
                          <a:ext uri="{FF2B5EF4-FFF2-40B4-BE49-F238E27FC236}">
                            <a16:creationId xmlns:a16="http://schemas.microsoft.com/office/drawing/2014/main" id="{F53E3122-8B80-4B2B-9425-C97F9D1809C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p:cNvSpPr>
            <a:spLocks noGrp="1"/>
          </p:cNvSpPr>
          <p:nvPr>
            <p:ph type="title"/>
          </p:nvPr>
        </p:nvSpPr>
        <p:spPr>
          <a:xfrm>
            <a:off x="555170" y="266401"/>
            <a:ext cx="11166932" cy="347321"/>
          </a:xfrm>
        </p:spPr>
        <p:txBody>
          <a:bodyPr vert="horz"/>
          <a:lstStyle/>
          <a:p>
            <a:r>
              <a:rPr lang="en-US" b="1" dirty="0"/>
              <a:t>10</a:t>
            </a:r>
            <a:r>
              <a:rPr lang="en-US" b="1" baseline="30000" dirty="0"/>
              <a:t>th</a:t>
            </a:r>
            <a:r>
              <a:rPr lang="en-US" b="1" dirty="0"/>
              <a:t> May 2023 – Hourly profile (Solar Hours)</a:t>
            </a:r>
            <a:endParaRPr lang="en-US" sz="1800" b="1" dirty="0"/>
          </a:p>
        </p:txBody>
      </p:sp>
      <p:sp>
        <p:nvSpPr>
          <p:cNvPr id="8" name="Text Placeholder 7">
            <a:extLst>
              <a:ext uri="{FF2B5EF4-FFF2-40B4-BE49-F238E27FC236}">
                <a16:creationId xmlns:a16="http://schemas.microsoft.com/office/drawing/2014/main" id="{D90BA543-4050-62DB-8E50-CADE5A3D9435}"/>
              </a:ext>
            </a:extLst>
          </p:cNvPr>
          <p:cNvSpPr>
            <a:spLocks noGrp="1"/>
          </p:cNvSpPr>
          <p:nvPr>
            <p:ph type="body" sz="quarter" idx="13"/>
          </p:nvPr>
        </p:nvSpPr>
        <p:spPr>
          <a:xfrm>
            <a:off x="555170" y="597893"/>
            <a:ext cx="11123387" cy="550009"/>
          </a:xfrm>
        </p:spPr>
        <p:txBody>
          <a:bodyPr/>
          <a:lstStyle/>
          <a:p>
            <a:pPr algn="just"/>
            <a:r>
              <a:rPr lang="en-US" sz="1400" dirty="0">
                <a:solidFill>
                  <a:schemeClr val="bg1"/>
                </a:solidFill>
              </a:rPr>
              <a:t>XX</a:t>
            </a:r>
          </a:p>
        </p:txBody>
      </p:sp>
      <p:cxnSp>
        <p:nvCxnSpPr>
          <p:cNvPr id="34" name="Straight Connector 33">
            <a:extLst>
              <a:ext uri="{FF2B5EF4-FFF2-40B4-BE49-F238E27FC236}">
                <a16:creationId xmlns:a16="http://schemas.microsoft.com/office/drawing/2014/main" id="{C64B3BBE-2752-0F5F-6AA3-836BA91F095C}"/>
              </a:ext>
            </a:extLst>
          </p:cNvPr>
          <p:cNvCxnSpPr/>
          <p:nvPr/>
        </p:nvCxnSpPr>
        <p:spPr>
          <a:xfrm flipV="1">
            <a:off x="526102" y="614373"/>
            <a:ext cx="11196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28" name="Straight Arrow Connector 327">
            <a:extLst>
              <a:ext uri="{FF2B5EF4-FFF2-40B4-BE49-F238E27FC236}">
                <a16:creationId xmlns:a16="http://schemas.microsoft.com/office/drawing/2014/main" id="{85A25165-BDF3-D5AC-EB25-28CAAD805EA9}"/>
              </a:ext>
            </a:extLst>
          </p:cNvPr>
          <p:cNvCxnSpPr>
            <a:cxnSpLocks/>
          </p:cNvCxnSpPr>
          <p:nvPr/>
        </p:nvCxnSpPr>
        <p:spPr>
          <a:xfrm>
            <a:off x="1293813" y="5919567"/>
            <a:ext cx="10416851" cy="1188"/>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26" name="Rectangle 325">
            <a:extLst>
              <a:ext uri="{FF2B5EF4-FFF2-40B4-BE49-F238E27FC236}">
                <a16:creationId xmlns:a16="http://schemas.microsoft.com/office/drawing/2014/main" id="{3CEEFEE3-E67C-3394-152B-8EA060626DC2}"/>
              </a:ext>
            </a:extLst>
          </p:cNvPr>
          <p:cNvSpPr/>
          <p:nvPr/>
        </p:nvSpPr>
        <p:spPr bwMode="gray">
          <a:xfrm>
            <a:off x="5262563" y="5798829"/>
            <a:ext cx="1591599" cy="238124"/>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t>Time (Hours)</a:t>
            </a:r>
          </a:p>
        </p:txBody>
      </p:sp>
      <p:cxnSp>
        <p:nvCxnSpPr>
          <p:cNvPr id="333" name="Straight Arrow Connector 332">
            <a:extLst>
              <a:ext uri="{FF2B5EF4-FFF2-40B4-BE49-F238E27FC236}">
                <a16:creationId xmlns:a16="http://schemas.microsoft.com/office/drawing/2014/main" id="{9C716DAF-2225-82C9-1B60-F50B060360DB}"/>
              </a:ext>
            </a:extLst>
          </p:cNvPr>
          <p:cNvCxnSpPr>
            <a:cxnSpLocks/>
          </p:cNvCxnSpPr>
          <p:nvPr/>
        </p:nvCxnSpPr>
        <p:spPr>
          <a:xfrm flipV="1">
            <a:off x="502047" y="1328889"/>
            <a:ext cx="0" cy="4482949"/>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36" name="Rectangle 335">
            <a:extLst>
              <a:ext uri="{FF2B5EF4-FFF2-40B4-BE49-F238E27FC236}">
                <a16:creationId xmlns:a16="http://schemas.microsoft.com/office/drawing/2014/main" id="{E0E06CA7-67CF-0374-5800-8D69E34DC3B7}"/>
              </a:ext>
            </a:extLst>
          </p:cNvPr>
          <p:cNvSpPr/>
          <p:nvPr/>
        </p:nvSpPr>
        <p:spPr bwMode="gray">
          <a:xfrm rot="16200000">
            <a:off x="11371" y="3055510"/>
            <a:ext cx="972270" cy="370799"/>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t>In MW</a:t>
            </a:r>
          </a:p>
        </p:txBody>
      </p:sp>
      <p:graphicFrame>
        <p:nvGraphicFramePr>
          <p:cNvPr id="58" name="Chart 57">
            <a:extLst>
              <a:ext uri="{FF2B5EF4-FFF2-40B4-BE49-F238E27FC236}">
                <a16:creationId xmlns:a16="http://schemas.microsoft.com/office/drawing/2014/main" id="{761BC2B9-E5B4-A1EE-F492-792A0022808A}"/>
              </a:ext>
            </a:extLst>
          </p:cNvPr>
          <p:cNvGraphicFramePr/>
          <p:nvPr>
            <p:extLst>
              <p:ext uri="{D42A27DB-BD31-4B8C-83A1-F6EECF244321}">
                <p14:modId xmlns:p14="http://schemas.microsoft.com/office/powerpoint/2010/main" val="2776718158"/>
              </p:ext>
            </p:extLst>
          </p:nvPr>
        </p:nvGraphicFramePr>
        <p:xfrm>
          <a:off x="907149" y="717633"/>
          <a:ext cx="10782803" cy="5673590"/>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965986148"/>
      </p:ext>
    </p:extLst>
  </p:cSld>
  <p:clrMapOvr>
    <a:masterClrMapping/>
  </p:clrMapOvr>
  <p:transition>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F53E3122-8B80-4B2B-9425-C97F9D1809CD}"/>
              </a:ext>
            </a:extLst>
          </p:cNvPr>
          <p:cNvGraphicFramePr>
            <a:graphicFrameLocks noChangeAspect="1"/>
          </p:cNvGraphicFramePr>
          <p:nvPr>
            <p:custDataLst>
              <p:tags r:id="rId1"/>
            </p:custDataLst>
            <p:extLst>
              <p:ext uri="{D42A27DB-BD31-4B8C-83A1-F6EECF244321}">
                <p14:modId xmlns:p14="http://schemas.microsoft.com/office/powerpoint/2010/main" val="69109339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6" name="Object 5" hidden="1">
                        <a:extLst>
                          <a:ext uri="{FF2B5EF4-FFF2-40B4-BE49-F238E27FC236}">
                            <a16:creationId xmlns:a16="http://schemas.microsoft.com/office/drawing/2014/main" id="{F53E3122-8B80-4B2B-9425-C97F9D1809C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p:cNvSpPr>
            <a:spLocks noGrp="1"/>
          </p:cNvSpPr>
          <p:nvPr>
            <p:ph type="title"/>
          </p:nvPr>
        </p:nvSpPr>
        <p:spPr>
          <a:xfrm>
            <a:off x="555170" y="266401"/>
            <a:ext cx="11166932" cy="347321"/>
          </a:xfrm>
        </p:spPr>
        <p:txBody>
          <a:bodyPr vert="horz"/>
          <a:lstStyle/>
          <a:p>
            <a:r>
              <a:rPr lang="en-US" b="1" dirty="0"/>
              <a:t>30</a:t>
            </a:r>
            <a:r>
              <a:rPr lang="en-US" b="1" baseline="30000" dirty="0"/>
              <a:t>th</a:t>
            </a:r>
            <a:r>
              <a:rPr lang="en-US" b="1" dirty="0"/>
              <a:t> May 2023 – Hourly profile (Solar Hours)</a:t>
            </a:r>
            <a:endParaRPr lang="en-US" sz="1800" b="1" dirty="0"/>
          </a:p>
        </p:txBody>
      </p:sp>
      <p:sp>
        <p:nvSpPr>
          <p:cNvPr id="8" name="Text Placeholder 7">
            <a:extLst>
              <a:ext uri="{FF2B5EF4-FFF2-40B4-BE49-F238E27FC236}">
                <a16:creationId xmlns:a16="http://schemas.microsoft.com/office/drawing/2014/main" id="{D90BA543-4050-62DB-8E50-CADE5A3D9435}"/>
              </a:ext>
            </a:extLst>
          </p:cNvPr>
          <p:cNvSpPr>
            <a:spLocks noGrp="1"/>
          </p:cNvSpPr>
          <p:nvPr>
            <p:ph type="body" sz="quarter" idx="13"/>
          </p:nvPr>
        </p:nvSpPr>
        <p:spPr>
          <a:xfrm>
            <a:off x="555170" y="597893"/>
            <a:ext cx="11123387" cy="550009"/>
          </a:xfrm>
        </p:spPr>
        <p:txBody>
          <a:bodyPr/>
          <a:lstStyle/>
          <a:p>
            <a:pPr algn="just"/>
            <a:r>
              <a:rPr lang="en-US" sz="1400" dirty="0">
                <a:solidFill>
                  <a:schemeClr val="bg1"/>
                </a:solidFill>
              </a:rPr>
              <a:t>XX</a:t>
            </a:r>
          </a:p>
        </p:txBody>
      </p:sp>
      <p:cxnSp>
        <p:nvCxnSpPr>
          <p:cNvPr id="34" name="Straight Connector 33">
            <a:extLst>
              <a:ext uri="{FF2B5EF4-FFF2-40B4-BE49-F238E27FC236}">
                <a16:creationId xmlns:a16="http://schemas.microsoft.com/office/drawing/2014/main" id="{C64B3BBE-2752-0F5F-6AA3-836BA91F095C}"/>
              </a:ext>
            </a:extLst>
          </p:cNvPr>
          <p:cNvCxnSpPr/>
          <p:nvPr/>
        </p:nvCxnSpPr>
        <p:spPr>
          <a:xfrm flipV="1">
            <a:off x="514664" y="614375"/>
            <a:ext cx="11196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28" name="Straight Arrow Connector 327">
            <a:extLst>
              <a:ext uri="{FF2B5EF4-FFF2-40B4-BE49-F238E27FC236}">
                <a16:creationId xmlns:a16="http://schemas.microsoft.com/office/drawing/2014/main" id="{85A25165-BDF3-D5AC-EB25-28CAAD805EA9}"/>
              </a:ext>
            </a:extLst>
          </p:cNvPr>
          <p:cNvCxnSpPr>
            <a:cxnSpLocks/>
          </p:cNvCxnSpPr>
          <p:nvPr/>
        </p:nvCxnSpPr>
        <p:spPr>
          <a:xfrm>
            <a:off x="1293813" y="5919567"/>
            <a:ext cx="10416851" cy="1188"/>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26" name="Rectangle 325">
            <a:extLst>
              <a:ext uri="{FF2B5EF4-FFF2-40B4-BE49-F238E27FC236}">
                <a16:creationId xmlns:a16="http://schemas.microsoft.com/office/drawing/2014/main" id="{3CEEFEE3-E67C-3394-152B-8EA060626DC2}"/>
              </a:ext>
            </a:extLst>
          </p:cNvPr>
          <p:cNvSpPr/>
          <p:nvPr/>
        </p:nvSpPr>
        <p:spPr bwMode="gray">
          <a:xfrm>
            <a:off x="5262563" y="5798829"/>
            <a:ext cx="1591599" cy="238124"/>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t>Time (Hours)</a:t>
            </a:r>
          </a:p>
        </p:txBody>
      </p:sp>
      <p:cxnSp>
        <p:nvCxnSpPr>
          <p:cNvPr id="333" name="Straight Arrow Connector 332">
            <a:extLst>
              <a:ext uri="{FF2B5EF4-FFF2-40B4-BE49-F238E27FC236}">
                <a16:creationId xmlns:a16="http://schemas.microsoft.com/office/drawing/2014/main" id="{9C716DAF-2225-82C9-1B60-F50B060360DB}"/>
              </a:ext>
            </a:extLst>
          </p:cNvPr>
          <p:cNvCxnSpPr>
            <a:cxnSpLocks/>
          </p:cNvCxnSpPr>
          <p:nvPr/>
        </p:nvCxnSpPr>
        <p:spPr>
          <a:xfrm flipV="1">
            <a:off x="502047" y="1328889"/>
            <a:ext cx="0" cy="4482949"/>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36" name="Rectangle 335">
            <a:extLst>
              <a:ext uri="{FF2B5EF4-FFF2-40B4-BE49-F238E27FC236}">
                <a16:creationId xmlns:a16="http://schemas.microsoft.com/office/drawing/2014/main" id="{E0E06CA7-67CF-0374-5800-8D69E34DC3B7}"/>
              </a:ext>
            </a:extLst>
          </p:cNvPr>
          <p:cNvSpPr/>
          <p:nvPr/>
        </p:nvSpPr>
        <p:spPr bwMode="gray">
          <a:xfrm rot="16200000">
            <a:off x="11371" y="3055510"/>
            <a:ext cx="972270" cy="370799"/>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t>In MW</a:t>
            </a:r>
          </a:p>
        </p:txBody>
      </p:sp>
      <p:graphicFrame>
        <p:nvGraphicFramePr>
          <p:cNvPr id="58" name="Chart 57">
            <a:extLst>
              <a:ext uri="{FF2B5EF4-FFF2-40B4-BE49-F238E27FC236}">
                <a16:creationId xmlns:a16="http://schemas.microsoft.com/office/drawing/2014/main" id="{761BC2B9-E5B4-A1EE-F492-792A0022808A}"/>
              </a:ext>
            </a:extLst>
          </p:cNvPr>
          <p:cNvGraphicFramePr/>
          <p:nvPr>
            <p:extLst>
              <p:ext uri="{D42A27DB-BD31-4B8C-83A1-F6EECF244321}">
                <p14:modId xmlns:p14="http://schemas.microsoft.com/office/powerpoint/2010/main" val="1428508593"/>
              </p:ext>
            </p:extLst>
          </p:nvPr>
        </p:nvGraphicFramePr>
        <p:xfrm>
          <a:off x="907149" y="717633"/>
          <a:ext cx="10782803" cy="5673590"/>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154224927"/>
      </p:ext>
    </p:extLst>
  </p:cSld>
  <p:clrMapOvr>
    <a:masterClrMapping/>
  </p:clrMapOvr>
  <p:transition>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F53E3122-8B80-4B2B-9425-C97F9D1809CD}"/>
              </a:ext>
            </a:extLst>
          </p:cNvPr>
          <p:cNvGraphicFramePr>
            <a:graphicFrameLocks noChangeAspect="1"/>
          </p:cNvGraphicFramePr>
          <p:nvPr>
            <p:custDataLst>
              <p:tags r:id="rId1"/>
            </p:custDataLst>
            <p:extLst>
              <p:ext uri="{D42A27DB-BD31-4B8C-83A1-F6EECF244321}">
                <p14:modId xmlns:p14="http://schemas.microsoft.com/office/powerpoint/2010/main" val="334737259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6" name="Object 5" hidden="1">
                        <a:extLst>
                          <a:ext uri="{FF2B5EF4-FFF2-40B4-BE49-F238E27FC236}">
                            <a16:creationId xmlns:a16="http://schemas.microsoft.com/office/drawing/2014/main" id="{F53E3122-8B80-4B2B-9425-C97F9D1809C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p:cNvSpPr>
            <a:spLocks noGrp="1"/>
          </p:cNvSpPr>
          <p:nvPr>
            <p:ph type="title"/>
          </p:nvPr>
        </p:nvSpPr>
        <p:spPr>
          <a:xfrm>
            <a:off x="555170" y="266401"/>
            <a:ext cx="11166932" cy="347321"/>
          </a:xfrm>
        </p:spPr>
        <p:txBody>
          <a:bodyPr vert="horz"/>
          <a:lstStyle/>
          <a:p>
            <a:r>
              <a:rPr lang="en-US" b="1" dirty="0"/>
              <a:t>7</a:t>
            </a:r>
            <a:r>
              <a:rPr lang="en-US" b="1" baseline="30000" dirty="0"/>
              <a:t>th</a:t>
            </a:r>
            <a:r>
              <a:rPr lang="en-US" b="1" dirty="0"/>
              <a:t> June 2023 – Hourly profile (Solar Hours)</a:t>
            </a:r>
            <a:endParaRPr lang="en-US" sz="1800" b="1" dirty="0"/>
          </a:p>
        </p:txBody>
      </p:sp>
      <p:sp>
        <p:nvSpPr>
          <p:cNvPr id="8" name="Text Placeholder 7">
            <a:extLst>
              <a:ext uri="{FF2B5EF4-FFF2-40B4-BE49-F238E27FC236}">
                <a16:creationId xmlns:a16="http://schemas.microsoft.com/office/drawing/2014/main" id="{D90BA543-4050-62DB-8E50-CADE5A3D9435}"/>
              </a:ext>
            </a:extLst>
          </p:cNvPr>
          <p:cNvSpPr>
            <a:spLocks noGrp="1"/>
          </p:cNvSpPr>
          <p:nvPr>
            <p:ph type="body" sz="quarter" idx="13"/>
          </p:nvPr>
        </p:nvSpPr>
        <p:spPr>
          <a:xfrm>
            <a:off x="555170" y="632617"/>
            <a:ext cx="11123387" cy="550009"/>
          </a:xfrm>
        </p:spPr>
        <p:txBody>
          <a:bodyPr/>
          <a:lstStyle/>
          <a:p>
            <a:pPr algn="just"/>
            <a:r>
              <a:rPr lang="en-US" sz="1400" dirty="0">
                <a:solidFill>
                  <a:schemeClr val="bg1"/>
                </a:solidFill>
              </a:rPr>
              <a:t>XX</a:t>
            </a:r>
          </a:p>
        </p:txBody>
      </p:sp>
      <p:cxnSp>
        <p:nvCxnSpPr>
          <p:cNvPr id="34" name="Straight Connector 33">
            <a:extLst>
              <a:ext uri="{FF2B5EF4-FFF2-40B4-BE49-F238E27FC236}">
                <a16:creationId xmlns:a16="http://schemas.microsoft.com/office/drawing/2014/main" id="{C64B3BBE-2752-0F5F-6AA3-836BA91F095C}"/>
              </a:ext>
            </a:extLst>
          </p:cNvPr>
          <p:cNvCxnSpPr/>
          <p:nvPr/>
        </p:nvCxnSpPr>
        <p:spPr>
          <a:xfrm flipV="1">
            <a:off x="514664" y="591223"/>
            <a:ext cx="11196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28" name="Straight Arrow Connector 327">
            <a:extLst>
              <a:ext uri="{FF2B5EF4-FFF2-40B4-BE49-F238E27FC236}">
                <a16:creationId xmlns:a16="http://schemas.microsoft.com/office/drawing/2014/main" id="{85A25165-BDF3-D5AC-EB25-28CAAD805EA9}"/>
              </a:ext>
            </a:extLst>
          </p:cNvPr>
          <p:cNvCxnSpPr>
            <a:cxnSpLocks/>
          </p:cNvCxnSpPr>
          <p:nvPr/>
        </p:nvCxnSpPr>
        <p:spPr>
          <a:xfrm>
            <a:off x="1293813" y="5919567"/>
            <a:ext cx="10416851" cy="1188"/>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26" name="Rectangle 325">
            <a:extLst>
              <a:ext uri="{FF2B5EF4-FFF2-40B4-BE49-F238E27FC236}">
                <a16:creationId xmlns:a16="http://schemas.microsoft.com/office/drawing/2014/main" id="{3CEEFEE3-E67C-3394-152B-8EA060626DC2}"/>
              </a:ext>
            </a:extLst>
          </p:cNvPr>
          <p:cNvSpPr/>
          <p:nvPr/>
        </p:nvSpPr>
        <p:spPr bwMode="gray">
          <a:xfrm>
            <a:off x="5262563" y="5798829"/>
            <a:ext cx="1591599" cy="238124"/>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t>Time (Hours)</a:t>
            </a:r>
          </a:p>
        </p:txBody>
      </p:sp>
      <p:cxnSp>
        <p:nvCxnSpPr>
          <p:cNvPr id="333" name="Straight Arrow Connector 332">
            <a:extLst>
              <a:ext uri="{FF2B5EF4-FFF2-40B4-BE49-F238E27FC236}">
                <a16:creationId xmlns:a16="http://schemas.microsoft.com/office/drawing/2014/main" id="{9C716DAF-2225-82C9-1B60-F50B060360DB}"/>
              </a:ext>
            </a:extLst>
          </p:cNvPr>
          <p:cNvCxnSpPr>
            <a:cxnSpLocks/>
          </p:cNvCxnSpPr>
          <p:nvPr/>
        </p:nvCxnSpPr>
        <p:spPr>
          <a:xfrm flipV="1">
            <a:off x="502047" y="1328889"/>
            <a:ext cx="0" cy="4482949"/>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36" name="Rectangle 335">
            <a:extLst>
              <a:ext uri="{FF2B5EF4-FFF2-40B4-BE49-F238E27FC236}">
                <a16:creationId xmlns:a16="http://schemas.microsoft.com/office/drawing/2014/main" id="{E0E06CA7-67CF-0374-5800-8D69E34DC3B7}"/>
              </a:ext>
            </a:extLst>
          </p:cNvPr>
          <p:cNvSpPr/>
          <p:nvPr/>
        </p:nvSpPr>
        <p:spPr bwMode="gray">
          <a:xfrm rot="16200000">
            <a:off x="11371" y="3055510"/>
            <a:ext cx="972270" cy="370799"/>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t>In MW</a:t>
            </a:r>
          </a:p>
        </p:txBody>
      </p:sp>
      <p:graphicFrame>
        <p:nvGraphicFramePr>
          <p:cNvPr id="58" name="Chart 57">
            <a:extLst>
              <a:ext uri="{FF2B5EF4-FFF2-40B4-BE49-F238E27FC236}">
                <a16:creationId xmlns:a16="http://schemas.microsoft.com/office/drawing/2014/main" id="{761BC2B9-E5B4-A1EE-F492-792A0022808A}"/>
              </a:ext>
            </a:extLst>
          </p:cNvPr>
          <p:cNvGraphicFramePr/>
          <p:nvPr>
            <p:extLst>
              <p:ext uri="{D42A27DB-BD31-4B8C-83A1-F6EECF244321}">
                <p14:modId xmlns:p14="http://schemas.microsoft.com/office/powerpoint/2010/main" val="4090599049"/>
              </p:ext>
            </p:extLst>
          </p:nvPr>
        </p:nvGraphicFramePr>
        <p:xfrm>
          <a:off x="907149" y="632617"/>
          <a:ext cx="10782803" cy="5758606"/>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2499526876"/>
      </p:ext>
    </p:extLst>
  </p:cSld>
  <p:clrMapOvr>
    <a:masterClrMapping/>
  </p:clrMapOvr>
  <p:transition>
    <p:fad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F53E3122-8B80-4B2B-9425-C97F9D1809CD}"/>
              </a:ext>
            </a:extLst>
          </p:cNvPr>
          <p:cNvGraphicFramePr>
            <a:graphicFrameLocks noChangeAspect="1"/>
          </p:cNvGraphicFramePr>
          <p:nvPr>
            <p:custDataLst>
              <p:tags r:id="rId1"/>
            </p:custDataLst>
            <p:extLst>
              <p:ext uri="{D42A27DB-BD31-4B8C-83A1-F6EECF244321}">
                <p14:modId xmlns:p14="http://schemas.microsoft.com/office/powerpoint/2010/main" val="74391776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6" name="Object 5" hidden="1">
                        <a:extLst>
                          <a:ext uri="{FF2B5EF4-FFF2-40B4-BE49-F238E27FC236}">
                            <a16:creationId xmlns:a16="http://schemas.microsoft.com/office/drawing/2014/main" id="{F53E3122-8B80-4B2B-9425-C97F9D1809C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p:cNvSpPr>
            <a:spLocks noGrp="1"/>
          </p:cNvSpPr>
          <p:nvPr>
            <p:ph type="title"/>
          </p:nvPr>
        </p:nvSpPr>
        <p:spPr>
          <a:xfrm>
            <a:off x="555170" y="266401"/>
            <a:ext cx="11166932" cy="347321"/>
          </a:xfrm>
        </p:spPr>
        <p:txBody>
          <a:bodyPr vert="horz"/>
          <a:lstStyle/>
          <a:p>
            <a:r>
              <a:rPr lang="en-US" b="1" dirty="0"/>
              <a:t>8</a:t>
            </a:r>
            <a:r>
              <a:rPr lang="en-US" b="1" baseline="30000" dirty="0"/>
              <a:t>th</a:t>
            </a:r>
            <a:r>
              <a:rPr lang="en-US" b="1" dirty="0"/>
              <a:t> June 2023 – Hourly profile (Solar Hours)</a:t>
            </a:r>
            <a:endParaRPr lang="en-US" sz="1800" b="1" dirty="0"/>
          </a:p>
        </p:txBody>
      </p:sp>
      <p:sp>
        <p:nvSpPr>
          <p:cNvPr id="8" name="Text Placeholder 7">
            <a:extLst>
              <a:ext uri="{FF2B5EF4-FFF2-40B4-BE49-F238E27FC236}">
                <a16:creationId xmlns:a16="http://schemas.microsoft.com/office/drawing/2014/main" id="{D90BA543-4050-62DB-8E50-CADE5A3D9435}"/>
              </a:ext>
            </a:extLst>
          </p:cNvPr>
          <p:cNvSpPr>
            <a:spLocks noGrp="1"/>
          </p:cNvSpPr>
          <p:nvPr>
            <p:ph type="body" sz="quarter" idx="13"/>
          </p:nvPr>
        </p:nvSpPr>
        <p:spPr>
          <a:xfrm>
            <a:off x="555170" y="632617"/>
            <a:ext cx="11123387" cy="550009"/>
          </a:xfrm>
        </p:spPr>
        <p:txBody>
          <a:bodyPr/>
          <a:lstStyle/>
          <a:p>
            <a:pPr algn="just"/>
            <a:r>
              <a:rPr lang="en-US" sz="1400" dirty="0">
                <a:solidFill>
                  <a:schemeClr val="bg1"/>
                </a:solidFill>
              </a:rPr>
              <a:t>XX</a:t>
            </a:r>
          </a:p>
        </p:txBody>
      </p:sp>
      <p:cxnSp>
        <p:nvCxnSpPr>
          <p:cNvPr id="34" name="Straight Connector 33">
            <a:extLst>
              <a:ext uri="{FF2B5EF4-FFF2-40B4-BE49-F238E27FC236}">
                <a16:creationId xmlns:a16="http://schemas.microsoft.com/office/drawing/2014/main" id="{C64B3BBE-2752-0F5F-6AA3-836BA91F095C}"/>
              </a:ext>
            </a:extLst>
          </p:cNvPr>
          <p:cNvCxnSpPr/>
          <p:nvPr/>
        </p:nvCxnSpPr>
        <p:spPr>
          <a:xfrm flipV="1">
            <a:off x="514664" y="602800"/>
            <a:ext cx="11196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28" name="Straight Arrow Connector 327">
            <a:extLst>
              <a:ext uri="{FF2B5EF4-FFF2-40B4-BE49-F238E27FC236}">
                <a16:creationId xmlns:a16="http://schemas.microsoft.com/office/drawing/2014/main" id="{85A25165-BDF3-D5AC-EB25-28CAAD805EA9}"/>
              </a:ext>
            </a:extLst>
          </p:cNvPr>
          <p:cNvCxnSpPr>
            <a:cxnSpLocks/>
          </p:cNvCxnSpPr>
          <p:nvPr/>
        </p:nvCxnSpPr>
        <p:spPr>
          <a:xfrm>
            <a:off x="1293813" y="5919567"/>
            <a:ext cx="10416851" cy="1188"/>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26" name="Rectangle 325">
            <a:extLst>
              <a:ext uri="{FF2B5EF4-FFF2-40B4-BE49-F238E27FC236}">
                <a16:creationId xmlns:a16="http://schemas.microsoft.com/office/drawing/2014/main" id="{3CEEFEE3-E67C-3394-152B-8EA060626DC2}"/>
              </a:ext>
            </a:extLst>
          </p:cNvPr>
          <p:cNvSpPr/>
          <p:nvPr/>
        </p:nvSpPr>
        <p:spPr bwMode="gray">
          <a:xfrm>
            <a:off x="5262563" y="5798829"/>
            <a:ext cx="1591599" cy="238124"/>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t>Time (Hours)</a:t>
            </a:r>
          </a:p>
        </p:txBody>
      </p:sp>
      <p:cxnSp>
        <p:nvCxnSpPr>
          <p:cNvPr id="333" name="Straight Arrow Connector 332">
            <a:extLst>
              <a:ext uri="{FF2B5EF4-FFF2-40B4-BE49-F238E27FC236}">
                <a16:creationId xmlns:a16="http://schemas.microsoft.com/office/drawing/2014/main" id="{9C716DAF-2225-82C9-1B60-F50B060360DB}"/>
              </a:ext>
            </a:extLst>
          </p:cNvPr>
          <p:cNvCxnSpPr>
            <a:cxnSpLocks/>
          </p:cNvCxnSpPr>
          <p:nvPr/>
        </p:nvCxnSpPr>
        <p:spPr>
          <a:xfrm flipV="1">
            <a:off x="502047" y="1328889"/>
            <a:ext cx="0" cy="4482949"/>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36" name="Rectangle 335">
            <a:extLst>
              <a:ext uri="{FF2B5EF4-FFF2-40B4-BE49-F238E27FC236}">
                <a16:creationId xmlns:a16="http://schemas.microsoft.com/office/drawing/2014/main" id="{E0E06CA7-67CF-0374-5800-8D69E34DC3B7}"/>
              </a:ext>
            </a:extLst>
          </p:cNvPr>
          <p:cNvSpPr/>
          <p:nvPr/>
        </p:nvSpPr>
        <p:spPr bwMode="gray">
          <a:xfrm rot="16200000">
            <a:off x="11371" y="3055510"/>
            <a:ext cx="972270" cy="370799"/>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t>In MW</a:t>
            </a:r>
          </a:p>
        </p:txBody>
      </p:sp>
      <p:graphicFrame>
        <p:nvGraphicFramePr>
          <p:cNvPr id="58" name="Chart 57">
            <a:extLst>
              <a:ext uri="{FF2B5EF4-FFF2-40B4-BE49-F238E27FC236}">
                <a16:creationId xmlns:a16="http://schemas.microsoft.com/office/drawing/2014/main" id="{761BC2B9-E5B4-A1EE-F492-792A0022808A}"/>
              </a:ext>
            </a:extLst>
          </p:cNvPr>
          <p:cNvGraphicFramePr/>
          <p:nvPr>
            <p:extLst>
              <p:ext uri="{D42A27DB-BD31-4B8C-83A1-F6EECF244321}">
                <p14:modId xmlns:p14="http://schemas.microsoft.com/office/powerpoint/2010/main" val="171609861"/>
              </p:ext>
            </p:extLst>
          </p:nvPr>
        </p:nvGraphicFramePr>
        <p:xfrm>
          <a:off x="907149" y="732769"/>
          <a:ext cx="10782803" cy="5658454"/>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3484951479"/>
      </p:ext>
    </p:extLst>
  </p:cSld>
  <p:clrMapOvr>
    <a:masterClrMapping/>
  </p:clrMapOvr>
  <p:transition>
    <p:fad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F53E3122-8B80-4B2B-9425-C97F9D1809CD}"/>
              </a:ext>
            </a:extLst>
          </p:cNvPr>
          <p:cNvGraphicFramePr>
            <a:graphicFrameLocks noChangeAspect="1"/>
          </p:cNvGraphicFramePr>
          <p:nvPr>
            <p:custDataLst>
              <p:tags r:id="rId1"/>
            </p:custDataLst>
            <p:extLst>
              <p:ext uri="{D42A27DB-BD31-4B8C-83A1-F6EECF244321}">
                <p14:modId xmlns:p14="http://schemas.microsoft.com/office/powerpoint/2010/main" val="119084968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6" name="Object 5" hidden="1">
                        <a:extLst>
                          <a:ext uri="{FF2B5EF4-FFF2-40B4-BE49-F238E27FC236}">
                            <a16:creationId xmlns:a16="http://schemas.microsoft.com/office/drawing/2014/main" id="{F53E3122-8B80-4B2B-9425-C97F9D1809C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p:cNvSpPr>
            <a:spLocks noGrp="1"/>
          </p:cNvSpPr>
          <p:nvPr>
            <p:ph type="title"/>
          </p:nvPr>
        </p:nvSpPr>
        <p:spPr>
          <a:xfrm>
            <a:off x="555170" y="266401"/>
            <a:ext cx="11166932" cy="347321"/>
          </a:xfrm>
        </p:spPr>
        <p:txBody>
          <a:bodyPr vert="horz"/>
          <a:lstStyle/>
          <a:p>
            <a:r>
              <a:rPr lang="en-US" b="1" dirty="0"/>
              <a:t>5</a:t>
            </a:r>
            <a:r>
              <a:rPr lang="en-US" b="1" baseline="30000" dirty="0"/>
              <a:t>th</a:t>
            </a:r>
            <a:r>
              <a:rPr lang="en-US" b="1" dirty="0"/>
              <a:t> July 2023 – Hourly profile (Solar Hours)</a:t>
            </a:r>
            <a:endParaRPr lang="en-US" sz="1800" b="1" dirty="0"/>
          </a:p>
        </p:txBody>
      </p:sp>
      <p:sp>
        <p:nvSpPr>
          <p:cNvPr id="8" name="Text Placeholder 7">
            <a:extLst>
              <a:ext uri="{FF2B5EF4-FFF2-40B4-BE49-F238E27FC236}">
                <a16:creationId xmlns:a16="http://schemas.microsoft.com/office/drawing/2014/main" id="{D90BA543-4050-62DB-8E50-CADE5A3D9435}"/>
              </a:ext>
            </a:extLst>
          </p:cNvPr>
          <p:cNvSpPr>
            <a:spLocks noGrp="1"/>
          </p:cNvSpPr>
          <p:nvPr>
            <p:ph type="body" sz="quarter" idx="13"/>
          </p:nvPr>
        </p:nvSpPr>
        <p:spPr>
          <a:xfrm>
            <a:off x="555170" y="632617"/>
            <a:ext cx="11123387" cy="550009"/>
          </a:xfrm>
        </p:spPr>
        <p:txBody>
          <a:bodyPr/>
          <a:lstStyle/>
          <a:p>
            <a:pPr algn="just"/>
            <a:r>
              <a:rPr lang="en-US" sz="1400" dirty="0">
                <a:solidFill>
                  <a:schemeClr val="bg1"/>
                </a:solidFill>
              </a:rPr>
              <a:t>XX</a:t>
            </a:r>
          </a:p>
        </p:txBody>
      </p:sp>
      <p:cxnSp>
        <p:nvCxnSpPr>
          <p:cNvPr id="34" name="Straight Connector 33">
            <a:extLst>
              <a:ext uri="{FF2B5EF4-FFF2-40B4-BE49-F238E27FC236}">
                <a16:creationId xmlns:a16="http://schemas.microsoft.com/office/drawing/2014/main" id="{C64B3BBE-2752-0F5F-6AA3-836BA91F095C}"/>
              </a:ext>
            </a:extLst>
          </p:cNvPr>
          <p:cNvCxnSpPr/>
          <p:nvPr/>
        </p:nvCxnSpPr>
        <p:spPr>
          <a:xfrm flipV="1">
            <a:off x="514664" y="649099"/>
            <a:ext cx="11196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28" name="Straight Arrow Connector 327">
            <a:extLst>
              <a:ext uri="{FF2B5EF4-FFF2-40B4-BE49-F238E27FC236}">
                <a16:creationId xmlns:a16="http://schemas.microsoft.com/office/drawing/2014/main" id="{85A25165-BDF3-D5AC-EB25-28CAAD805EA9}"/>
              </a:ext>
            </a:extLst>
          </p:cNvPr>
          <p:cNvCxnSpPr>
            <a:cxnSpLocks/>
          </p:cNvCxnSpPr>
          <p:nvPr/>
        </p:nvCxnSpPr>
        <p:spPr>
          <a:xfrm>
            <a:off x="1293813" y="5919567"/>
            <a:ext cx="10416851" cy="1188"/>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26" name="Rectangle 325">
            <a:extLst>
              <a:ext uri="{FF2B5EF4-FFF2-40B4-BE49-F238E27FC236}">
                <a16:creationId xmlns:a16="http://schemas.microsoft.com/office/drawing/2014/main" id="{3CEEFEE3-E67C-3394-152B-8EA060626DC2}"/>
              </a:ext>
            </a:extLst>
          </p:cNvPr>
          <p:cNvSpPr/>
          <p:nvPr/>
        </p:nvSpPr>
        <p:spPr bwMode="gray">
          <a:xfrm>
            <a:off x="5262563" y="5798829"/>
            <a:ext cx="1591599" cy="238124"/>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t>Time (Hours)</a:t>
            </a:r>
          </a:p>
        </p:txBody>
      </p:sp>
      <p:cxnSp>
        <p:nvCxnSpPr>
          <p:cNvPr id="333" name="Straight Arrow Connector 332">
            <a:extLst>
              <a:ext uri="{FF2B5EF4-FFF2-40B4-BE49-F238E27FC236}">
                <a16:creationId xmlns:a16="http://schemas.microsoft.com/office/drawing/2014/main" id="{9C716DAF-2225-82C9-1B60-F50B060360DB}"/>
              </a:ext>
            </a:extLst>
          </p:cNvPr>
          <p:cNvCxnSpPr>
            <a:cxnSpLocks/>
          </p:cNvCxnSpPr>
          <p:nvPr/>
        </p:nvCxnSpPr>
        <p:spPr>
          <a:xfrm flipV="1">
            <a:off x="502047" y="1328889"/>
            <a:ext cx="0" cy="4482949"/>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36" name="Rectangle 335">
            <a:extLst>
              <a:ext uri="{FF2B5EF4-FFF2-40B4-BE49-F238E27FC236}">
                <a16:creationId xmlns:a16="http://schemas.microsoft.com/office/drawing/2014/main" id="{E0E06CA7-67CF-0374-5800-8D69E34DC3B7}"/>
              </a:ext>
            </a:extLst>
          </p:cNvPr>
          <p:cNvSpPr/>
          <p:nvPr/>
        </p:nvSpPr>
        <p:spPr bwMode="gray">
          <a:xfrm rot="16200000">
            <a:off x="11371" y="3055510"/>
            <a:ext cx="972270" cy="370799"/>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t>In MW</a:t>
            </a:r>
          </a:p>
        </p:txBody>
      </p:sp>
      <p:graphicFrame>
        <p:nvGraphicFramePr>
          <p:cNvPr id="58" name="Chart 57">
            <a:extLst>
              <a:ext uri="{FF2B5EF4-FFF2-40B4-BE49-F238E27FC236}">
                <a16:creationId xmlns:a16="http://schemas.microsoft.com/office/drawing/2014/main" id="{761BC2B9-E5B4-A1EE-F492-792A0022808A}"/>
              </a:ext>
            </a:extLst>
          </p:cNvPr>
          <p:cNvGraphicFramePr/>
          <p:nvPr>
            <p:extLst>
              <p:ext uri="{D42A27DB-BD31-4B8C-83A1-F6EECF244321}">
                <p14:modId xmlns:p14="http://schemas.microsoft.com/office/powerpoint/2010/main" val="3634727228"/>
              </p:ext>
            </p:extLst>
          </p:nvPr>
        </p:nvGraphicFramePr>
        <p:xfrm>
          <a:off x="907149" y="684477"/>
          <a:ext cx="10782803" cy="5706746"/>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2388074708"/>
      </p:ext>
    </p:extLst>
  </p:cSld>
  <p:clrMapOvr>
    <a:masterClrMapping/>
  </p:clrMapOvr>
  <p:transition>
    <p:fad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F53E3122-8B80-4B2B-9425-C97F9D1809CD}"/>
              </a:ext>
            </a:extLst>
          </p:cNvPr>
          <p:cNvGraphicFramePr>
            <a:graphicFrameLocks noChangeAspect="1"/>
          </p:cNvGraphicFramePr>
          <p:nvPr>
            <p:custDataLst>
              <p:tags r:id="rId1"/>
            </p:custDataLst>
            <p:extLst>
              <p:ext uri="{D42A27DB-BD31-4B8C-83A1-F6EECF244321}">
                <p14:modId xmlns:p14="http://schemas.microsoft.com/office/powerpoint/2010/main" val="70498600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6" name="Object 5" hidden="1">
                        <a:extLst>
                          <a:ext uri="{FF2B5EF4-FFF2-40B4-BE49-F238E27FC236}">
                            <a16:creationId xmlns:a16="http://schemas.microsoft.com/office/drawing/2014/main" id="{F53E3122-8B80-4B2B-9425-C97F9D1809C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p:cNvSpPr>
            <a:spLocks noGrp="1"/>
          </p:cNvSpPr>
          <p:nvPr>
            <p:ph type="title"/>
          </p:nvPr>
        </p:nvSpPr>
        <p:spPr>
          <a:xfrm>
            <a:off x="555170" y="266401"/>
            <a:ext cx="11166932" cy="347321"/>
          </a:xfrm>
        </p:spPr>
        <p:txBody>
          <a:bodyPr vert="horz"/>
          <a:lstStyle/>
          <a:p>
            <a:r>
              <a:rPr lang="en-US" b="1" dirty="0"/>
              <a:t>6</a:t>
            </a:r>
            <a:r>
              <a:rPr lang="en-US" b="1" baseline="30000" dirty="0"/>
              <a:t>th</a:t>
            </a:r>
            <a:r>
              <a:rPr lang="en-US" b="1" dirty="0"/>
              <a:t> July 2023 – Hourly profile (Solar Hours)</a:t>
            </a:r>
            <a:endParaRPr lang="en-US" sz="1800" b="1" dirty="0"/>
          </a:p>
        </p:txBody>
      </p:sp>
      <p:sp>
        <p:nvSpPr>
          <p:cNvPr id="8" name="Text Placeholder 7">
            <a:extLst>
              <a:ext uri="{FF2B5EF4-FFF2-40B4-BE49-F238E27FC236}">
                <a16:creationId xmlns:a16="http://schemas.microsoft.com/office/drawing/2014/main" id="{D90BA543-4050-62DB-8E50-CADE5A3D9435}"/>
              </a:ext>
            </a:extLst>
          </p:cNvPr>
          <p:cNvSpPr>
            <a:spLocks noGrp="1"/>
          </p:cNvSpPr>
          <p:nvPr>
            <p:ph type="body" sz="quarter" idx="13"/>
          </p:nvPr>
        </p:nvSpPr>
        <p:spPr>
          <a:xfrm>
            <a:off x="555170" y="632617"/>
            <a:ext cx="11123387" cy="550009"/>
          </a:xfrm>
        </p:spPr>
        <p:txBody>
          <a:bodyPr/>
          <a:lstStyle/>
          <a:p>
            <a:pPr algn="just"/>
            <a:r>
              <a:rPr lang="en-US" sz="1400" dirty="0">
                <a:solidFill>
                  <a:schemeClr val="bg1"/>
                </a:solidFill>
              </a:rPr>
              <a:t>XX</a:t>
            </a:r>
          </a:p>
        </p:txBody>
      </p:sp>
      <p:cxnSp>
        <p:nvCxnSpPr>
          <p:cNvPr id="34" name="Straight Connector 33">
            <a:extLst>
              <a:ext uri="{FF2B5EF4-FFF2-40B4-BE49-F238E27FC236}">
                <a16:creationId xmlns:a16="http://schemas.microsoft.com/office/drawing/2014/main" id="{C64B3BBE-2752-0F5F-6AA3-836BA91F095C}"/>
              </a:ext>
            </a:extLst>
          </p:cNvPr>
          <p:cNvCxnSpPr/>
          <p:nvPr/>
        </p:nvCxnSpPr>
        <p:spPr>
          <a:xfrm flipV="1">
            <a:off x="514664" y="602798"/>
            <a:ext cx="11196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28" name="Straight Arrow Connector 327">
            <a:extLst>
              <a:ext uri="{FF2B5EF4-FFF2-40B4-BE49-F238E27FC236}">
                <a16:creationId xmlns:a16="http://schemas.microsoft.com/office/drawing/2014/main" id="{85A25165-BDF3-D5AC-EB25-28CAAD805EA9}"/>
              </a:ext>
            </a:extLst>
          </p:cNvPr>
          <p:cNvCxnSpPr>
            <a:cxnSpLocks/>
          </p:cNvCxnSpPr>
          <p:nvPr/>
        </p:nvCxnSpPr>
        <p:spPr>
          <a:xfrm>
            <a:off x="1293813" y="5919567"/>
            <a:ext cx="10416851" cy="1188"/>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26" name="Rectangle 325">
            <a:extLst>
              <a:ext uri="{FF2B5EF4-FFF2-40B4-BE49-F238E27FC236}">
                <a16:creationId xmlns:a16="http://schemas.microsoft.com/office/drawing/2014/main" id="{3CEEFEE3-E67C-3394-152B-8EA060626DC2}"/>
              </a:ext>
            </a:extLst>
          </p:cNvPr>
          <p:cNvSpPr/>
          <p:nvPr/>
        </p:nvSpPr>
        <p:spPr bwMode="gray">
          <a:xfrm>
            <a:off x="5262563" y="5798829"/>
            <a:ext cx="1591599" cy="238124"/>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t>Time (Hours)</a:t>
            </a:r>
          </a:p>
        </p:txBody>
      </p:sp>
      <p:cxnSp>
        <p:nvCxnSpPr>
          <p:cNvPr id="333" name="Straight Arrow Connector 332">
            <a:extLst>
              <a:ext uri="{FF2B5EF4-FFF2-40B4-BE49-F238E27FC236}">
                <a16:creationId xmlns:a16="http://schemas.microsoft.com/office/drawing/2014/main" id="{9C716DAF-2225-82C9-1B60-F50B060360DB}"/>
              </a:ext>
            </a:extLst>
          </p:cNvPr>
          <p:cNvCxnSpPr>
            <a:cxnSpLocks/>
          </p:cNvCxnSpPr>
          <p:nvPr/>
        </p:nvCxnSpPr>
        <p:spPr>
          <a:xfrm flipV="1">
            <a:off x="502047" y="1328889"/>
            <a:ext cx="0" cy="4482949"/>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36" name="Rectangle 335">
            <a:extLst>
              <a:ext uri="{FF2B5EF4-FFF2-40B4-BE49-F238E27FC236}">
                <a16:creationId xmlns:a16="http://schemas.microsoft.com/office/drawing/2014/main" id="{E0E06CA7-67CF-0374-5800-8D69E34DC3B7}"/>
              </a:ext>
            </a:extLst>
          </p:cNvPr>
          <p:cNvSpPr/>
          <p:nvPr/>
        </p:nvSpPr>
        <p:spPr bwMode="gray">
          <a:xfrm rot="16200000">
            <a:off x="11371" y="3055510"/>
            <a:ext cx="972270" cy="370799"/>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t>In MW</a:t>
            </a:r>
          </a:p>
        </p:txBody>
      </p:sp>
      <p:graphicFrame>
        <p:nvGraphicFramePr>
          <p:cNvPr id="58" name="Chart 57">
            <a:extLst>
              <a:ext uri="{FF2B5EF4-FFF2-40B4-BE49-F238E27FC236}">
                <a16:creationId xmlns:a16="http://schemas.microsoft.com/office/drawing/2014/main" id="{761BC2B9-E5B4-A1EE-F492-792A0022808A}"/>
              </a:ext>
            </a:extLst>
          </p:cNvPr>
          <p:cNvGraphicFramePr/>
          <p:nvPr>
            <p:extLst>
              <p:ext uri="{D42A27DB-BD31-4B8C-83A1-F6EECF244321}">
                <p14:modId xmlns:p14="http://schemas.microsoft.com/office/powerpoint/2010/main" val="1901828708"/>
              </p:ext>
            </p:extLst>
          </p:nvPr>
        </p:nvGraphicFramePr>
        <p:xfrm>
          <a:off x="907149" y="717630"/>
          <a:ext cx="10782803" cy="5673593"/>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852309167"/>
      </p:ext>
    </p:extLst>
  </p:cSld>
  <p:clrMapOvr>
    <a:masterClrMapping/>
  </p:clrMapOvr>
  <p:transition>
    <p:fad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F53E3122-8B80-4B2B-9425-C97F9D1809CD}"/>
              </a:ext>
            </a:extLst>
          </p:cNvPr>
          <p:cNvGraphicFramePr>
            <a:graphicFrameLocks noChangeAspect="1"/>
          </p:cNvGraphicFramePr>
          <p:nvPr>
            <p:custDataLst>
              <p:tags r:id="rId1"/>
            </p:custDataLst>
            <p:extLst>
              <p:ext uri="{D42A27DB-BD31-4B8C-83A1-F6EECF244321}">
                <p14:modId xmlns:p14="http://schemas.microsoft.com/office/powerpoint/2010/main" val="150097755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6" name="Object 5" hidden="1">
                        <a:extLst>
                          <a:ext uri="{FF2B5EF4-FFF2-40B4-BE49-F238E27FC236}">
                            <a16:creationId xmlns:a16="http://schemas.microsoft.com/office/drawing/2014/main" id="{F53E3122-8B80-4B2B-9425-C97F9D1809C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p:cNvSpPr>
            <a:spLocks noGrp="1"/>
          </p:cNvSpPr>
          <p:nvPr>
            <p:ph type="title"/>
          </p:nvPr>
        </p:nvSpPr>
        <p:spPr>
          <a:xfrm>
            <a:off x="555170" y="266401"/>
            <a:ext cx="11166932" cy="347321"/>
          </a:xfrm>
        </p:spPr>
        <p:txBody>
          <a:bodyPr vert="horz"/>
          <a:lstStyle/>
          <a:p>
            <a:r>
              <a:rPr lang="en-US" b="1" dirty="0"/>
              <a:t>12</a:t>
            </a:r>
            <a:r>
              <a:rPr lang="en-US" b="1" baseline="30000" dirty="0"/>
              <a:t>th</a:t>
            </a:r>
            <a:r>
              <a:rPr lang="en-US" b="1" dirty="0"/>
              <a:t> August 2023 – Hourly profile (Solar Hours)</a:t>
            </a:r>
            <a:endParaRPr lang="en-US" sz="1800" b="1" dirty="0"/>
          </a:p>
        </p:txBody>
      </p:sp>
      <p:sp>
        <p:nvSpPr>
          <p:cNvPr id="8" name="Text Placeholder 7">
            <a:extLst>
              <a:ext uri="{FF2B5EF4-FFF2-40B4-BE49-F238E27FC236}">
                <a16:creationId xmlns:a16="http://schemas.microsoft.com/office/drawing/2014/main" id="{D90BA543-4050-62DB-8E50-CADE5A3D9435}"/>
              </a:ext>
            </a:extLst>
          </p:cNvPr>
          <p:cNvSpPr>
            <a:spLocks noGrp="1"/>
          </p:cNvSpPr>
          <p:nvPr>
            <p:ph type="body" sz="quarter" idx="13"/>
          </p:nvPr>
        </p:nvSpPr>
        <p:spPr>
          <a:xfrm>
            <a:off x="555170" y="597893"/>
            <a:ext cx="11123387" cy="550009"/>
          </a:xfrm>
        </p:spPr>
        <p:txBody>
          <a:bodyPr/>
          <a:lstStyle/>
          <a:p>
            <a:pPr algn="just"/>
            <a:r>
              <a:rPr lang="en-US" sz="1400" dirty="0">
                <a:solidFill>
                  <a:schemeClr val="bg1"/>
                </a:solidFill>
              </a:rPr>
              <a:t>XX</a:t>
            </a:r>
          </a:p>
        </p:txBody>
      </p:sp>
      <p:cxnSp>
        <p:nvCxnSpPr>
          <p:cNvPr id="34" name="Straight Connector 33">
            <a:extLst>
              <a:ext uri="{FF2B5EF4-FFF2-40B4-BE49-F238E27FC236}">
                <a16:creationId xmlns:a16="http://schemas.microsoft.com/office/drawing/2014/main" id="{C64B3BBE-2752-0F5F-6AA3-836BA91F095C}"/>
              </a:ext>
            </a:extLst>
          </p:cNvPr>
          <p:cNvCxnSpPr/>
          <p:nvPr/>
        </p:nvCxnSpPr>
        <p:spPr>
          <a:xfrm flipV="1">
            <a:off x="514664" y="591227"/>
            <a:ext cx="11196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28" name="Straight Arrow Connector 327">
            <a:extLst>
              <a:ext uri="{FF2B5EF4-FFF2-40B4-BE49-F238E27FC236}">
                <a16:creationId xmlns:a16="http://schemas.microsoft.com/office/drawing/2014/main" id="{85A25165-BDF3-D5AC-EB25-28CAAD805EA9}"/>
              </a:ext>
            </a:extLst>
          </p:cNvPr>
          <p:cNvCxnSpPr>
            <a:cxnSpLocks/>
          </p:cNvCxnSpPr>
          <p:nvPr/>
        </p:nvCxnSpPr>
        <p:spPr>
          <a:xfrm>
            <a:off x="1293813" y="5919567"/>
            <a:ext cx="10416851" cy="1188"/>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26" name="Rectangle 325">
            <a:extLst>
              <a:ext uri="{FF2B5EF4-FFF2-40B4-BE49-F238E27FC236}">
                <a16:creationId xmlns:a16="http://schemas.microsoft.com/office/drawing/2014/main" id="{3CEEFEE3-E67C-3394-152B-8EA060626DC2}"/>
              </a:ext>
            </a:extLst>
          </p:cNvPr>
          <p:cNvSpPr/>
          <p:nvPr/>
        </p:nvSpPr>
        <p:spPr bwMode="gray">
          <a:xfrm>
            <a:off x="5262563" y="5798829"/>
            <a:ext cx="1591599" cy="238124"/>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t>Time (Hours)</a:t>
            </a:r>
          </a:p>
        </p:txBody>
      </p:sp>
      <p:cxnSp>
        <p:nvCxnSpPr>
          <p:cNvPr id="333" name="Straight Arrow Connector 332">
            <a:extLst>
              <a:ext uri="{FF2B5EF4-FFF2-40B4-BE49-F238E27FC236}">
                <a16:creationId xmlns:a16="http://schemas.microsoft.com/office/drawing/2014/main" id="{9C716DAF-2225-82C9-1B60-F50B060360DB}"/>
              </a:ext>
            </a:extLst>
          </p:cNvPr>
          <p:cNvCxnSpPr>
            <a:cxnSpLocks/>
          </p:cNvCxnSpPr>
          <p:nvPr/>
        </p:nvCxnSpPr>
        <p:spPr>
          <a:xfrm flipV="1">
            <a:off x="502047" y="1328889"/>
            <a:ext cx="0" cy="4482949"/>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36" name="Rectangle 335">
            <a:extLst>
              <a:ext uri="{FF2B5EF4-FFF2-40B4-BE49-F238E27FC236}">
                <a16:creationId xmlns:a16="http://schemas.microsoft.com/office/drawing/2014/main" id="{E0E06CA7-67CF-0374-5800-8D69E34DC3B7}"/>
              </a:ext>
            </a:extLst>
          </p:cNvPr>
          <p:cNvSpPr/>
          <p:nvPr/>
        </p:nvSpPr>
        <p:spPr bwMode="gray">
          <a:xfrm rot="16200000">
            <a:off x="11371" y="3055510"/>
            <a:ext cx="972270" cy="370799"/>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t>In MW</a:t>
            </a:r>
          </a:p>
        </p:txBody>
      </p:sp>
      <p:graphicFrame>
        <p:nvGraphicFramePr>
          <p:cNvPr id="58" name="Chart 57">
            <a:extLst>
              <a:ext uri="{FF2B5EF4-FFF2-40B4-BE49-F238E27FC236}">
                <a16:creationId xmlns:a16="http://schemas.microsoft.com/office/drawing/2014/main" id="{761BC2B9-E5B4-A1EE-F492-792A0022808A}"/>
              </a:ext>
            </a:extLst>
          </p:cNvPr>
          <p:cNvGraphicFramePr/>
          <p:nvPr>
            <p:extLst>
              <p:ext uri="{D42A27DB-BD31-4B8C-83A1-F6EECF244321}">
                <p14:modId xmlns:p14="http://schemas.microsoft.com/office/powerpoint/2010/main" val="325686049"/>
              </p:ext>
            </p:extLst>
          </p:nvPr>
        </p:nvGraphicFramePr>
        <p:xfrm>
          <a:off x="907149" y="729205"/>
          <a:ext cx="10782803" cy="5662018"/>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3438208517"/>
      </p:ext>
    </p:extLst>
  </p:cSld>
  <p:clrMapOvr>
    <a:masterClrMapping/>
  </p:clrMapOvr>
  <p:transition>
    <p:fad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F53E3122-8B80-4B2B-9425-C97F9D1809CD}"/>
              </a:ext>
            </a:extLst>
          </p:cNvPr>
          <p:cNvGraphicFramePr>
            <a:graphicFrameLocks noChangeAspect="1"/>
          </p:cNvGraphicFramePr>
          <p:nvPr>
            <p:custDataLst>
              <p:tags r:id="rId1"/>
            </p:custDataLst>
            <p:extLst>
              <p:ext uri="{D42A27DB-BD31-4B8C-83A1-F6EECF244321}">
                <p14:modId xmlns:p14="http://schemas.microsoft.com/office/powerpoint/2010/main" val="79617503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6" name="Object 5" hidden="1">
                        <a:extLst>
                          <a:ext uri="{FF2B5EF4-FFF2-40B4-BE49-F238E27FC236}">
                            <a16:creationId xmlns:a16="http://schemas.microsoft.com/office/drawing/2014/main" id="{F53E3122-8B80-4B2B-9425-C97F9D1809C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p:cNvSpPr>
            <a:spLocks noGrp="1"/>
          </p:cNvSpPr>
          <p:nvPr>
            <p:ph type="title"/>
          </p:nvPr>
        </p:nvSpPr>
        <p:spPr>
          <a:xfrm>
            <a:off x="555170" y="243252"/>
            <a:ext cx="11166932" cy="347321"/>
          </a:xfrm>
        </p:spPr>
        <p:txBody>
          <a:bodyPr vert="horz"/>
          <a:lstStyle/>
          <a:p>
            <a:r>
              <a:rPr lang="en-US" b="1" dirty="0"/>
              <a:t>17</a:t>
            </a:r>
            <a:r>
              <a:rPr lang="en-US" b="1" baseline="30000" dirty="0"/>
              <a:t>th</a:t>
            </a:r>
            <a:r>
              <a:rPr lang="en-US" b="1" dirty="0"/>
              <a:t> August 2023 – Hourly profile (Solar Hours)</a:t>
            </a:r>
            <a:endParaRPr lang="en-US" sz="1800" b="1" dirty="0"/>
          </a:p>
        </p:txBody>
      </p:sp>
      <p:sp>
        <p:nvSpPr>
          <p:cNvPr id="8" name="Text Placeholder 7">
            <a:extLst>
              <a:ext uri="{FF2B5EF4-FFF2-40B4-BE49-F238E27FC236}">
                <a16:creationId xmlns:a16="http://schemas.microsoft.com/office/drawing/2014/main" id="{D90BA543-4050-62DB-8E50-CADE5A3D9435}"/>
              </a:ext>
            </a:extLst>
          </p:cNvPr>
          <p:cNvSpPr>
            <a:spLocks noGrp="1"/>
          </p:cNvSpPr>
          <p:nvPr>
            <p:ph type="body" sz="quarter" idx="13"/>
          </p:nvPr>
        </p:nvSpPr>
        <p:spPr>
          <a:xfrm>
            <a:off x="555170" y="632617"/>
            <a:ext cx="11123387" cy="550009"/>
          </a:xfrm>
        </p:spPr>
        <p:txBody>
          <a:bodyPr/>
          <a:lstStyle/>
          <a:p>
            <a:pPr algn="just"/>
            <a:r>
              <a:rPr lang="en-US" sz="1400" dirty="0">
                <a:solidFill>
                  <a:schemeClr val="bg1"/>
                </a:solidFill>
              </a:rPr>
              <a:t>XX</a:t>
            </a:r>
          </a:p>
        </p:txBody>
      </p:sp>
      <p:cxnSp>
        <p:nvCxnSpPr>
          <p:cNvPr id="34" name="Straight Connector 33">
            <a:extLst>
              <a:ext uri="{FF2B5EF4-FFF2-40B4-BE49-F238E27FC236}">
                <a16:creationId xmlns:a16="http://schemas.microsoft.com/office/drawing/2014/main" id="{C64B3BBE-2752-0F5F-6AA3-836BA91F095C}"/>
              </a:ext>
            </a:extLst>
          </p:cNvPr>
          <p:cNvCxnSpPr/>
          <p:nvPr/>
        </p:nvCxnSpPr>
        <p:spPr>
          <a:xfrm flipV="1">
            <a:off x="514664" y="579649"/>
            <a:ext cx="11196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28" name="Straight Arrow Connector 327">
            <a:extLst>
              <a:ext uri="{FF2B5EF4-FFF2-40B4-BE49-F238E27FC236}">
                <a16:creationId xmlns:a16="http://schemas.microsoft.com/office/drawing/2014/main" id="{85A25165-BDF3-D5AC-EB25-28CAAD805EA9}"/>
              </a:ext>
            </a:extLst>
          </p:cNvPr>
          <p:cNvCxnSpPr>
            <a:cxnSpLocks/>
          </p:cNvCxnSpPr>
          <p:nvPr/>
        </p:nvCxnSpPr>
        <p:spPr>
          <a:xfrm>
            <a:off x="1293813" y="5919567"/>
            <a:ext cx="10416851" cy="1188"/>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26" name="Rectangle 325">
            <a:extLst>
              <a:ext uri="{FF2B5EF4-FFF2-40B4-BE49-F238E27FC236}">
                <a16:creationId xmlns:a16="http://schemas.microsoft.com/office/drawing/2014/main" id="{3CEEFEE3-E67C-3394-152B-8EA060626DC2}"/>
              </a:ext>
            </a:extLst>
          </p:cNvPr>
          <p:cNvSpPr/>
          <p:nvPr/>
        </p:nvSpPr>
        <p:spPr bwMode="gray">
          <a:xfrm>
            <a:off x="5262563" y="5798829"/>
            <a:ext cx="1591599" cy="238124"/>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t>Time (Hours)</a:t>
            </a:r>
          </a:p>
        </p:txBody>
      </p:sp>
      <p:cxnSp>
        <p:nvCxnSpPr>
          <p:cNvPr id="333" name="Straight Arrow Connector 332">
            <a:extLst>
              <a:ext uri="{FF2B5EF4-FFF2-40B4-BE49-F238E27FC236}">
                <a16:creationId xmlns:a16="http://schemas.microsoft.com/office/drawing/2014/main" id="{9C716DAF-2225-82C9-1B60-F50B060360DB}"/>
              </a:ext>
            </a:extLst>
          </p:cNvPr>
          <p:cNvCxnSpPr>
            <a:cxnSpLocks/>
          </p:cNvCxnSpPr>
          <p:nvPr/>
        </p:nvCxnSpPr>
        <p:spPr>
          <a:xfrm flipV="1">
            <a:off x="502047" y="1328889"/>
            <a:ext cx="0" cy="4482949"/>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36" name="Rectangle 335">
            <a:extLst>
              <a:ext uri="{FF2B5EF4-FFF2-40B4-BE49-F238E27FC236}">
                <a16:creationId xmlns:a16="http://schemas.microsoft.com/office/drawing/2014/main" id="{E0E06CA7-67CF-0374-5800-8D69E34DC3B7}"/>
              </a:ext>
            </a:extLst>
          </p:cNvPr>
          <p:cNvSpPr/>
          <p:nvPr/>
        </p:nvSpPr>
        <p:spPr bwMode="gray">
          <a:xfrm rot="16200000">
            <a:off x="11371" y="3055510"/>
            <a:ext cx="972270" cy="370799"/>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t>In MW</a:t>
            </a:r>
          </a:p>
        </p:txBody>
      </p:sp>
      <p:graphicFrame>
        <p:nvGraphicFramePr>
          <p:cNvPr id="58" name="Chart 57">
            <a:extLst>
              <a:ext uri="{FF2B5EF4-FFF2-40B4-BE49-F238E27FC236}">
                <a16:creationId xmlns:a16="http://schemas.microsoft.com/office/drawing/2014/main" id="{761BC2B9-E5B4-A1EE-F492-792A0022808A}"/>
              </a:ext>
            </a:extLst>
          </p:cNvPr>
          <p:cNvGraphicFramePr/>
          <p:nvPr>
            <p:extLst>
              <p:ext uri="{D42A27DB-BD31-4B8C-83A1-F6EECF244321}">
                <p14:modId xmlns:p14="http://schemas.microsoft.com/office/powerpoint/2010/main" val="3531504358"/>
              </p:ext>
            </p:extLst>
          </p:nvPr>
        </p:nvGraphicFramePr>
        <p:xfrm>
          <a:off x="907149" y="729207"/>
          <a:ext cx="10782803" cy="5662016"/>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3168395220"/>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27037&quot;&gt;&lt;version val=&quot;32830&quot;/&gt;&lt;CPresentation id=&quot;1&quot;&gt;&lt;m_precDefaultNumber&gt;&lt;m_bNumberIsYear val=&quot;1&quot;/&gt;&lt;m_chMinusSymbol&gt;-&lt;/m_chMinusSymbol&gt;&lt;m_chDecimalSymbol17909&gt;.&lt;/m_chDecimalSymbol17909&gt;&lt;m_nGroupingDigits17909 val=&quot;2147483647&quot;/&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2147483647&quot;/&gt;&lt;m_strSuffix17909&gt;%&lt;/m_strSuffix17909&gt;&lt;m_yearfmt&gt;&lt;begin val=&quot;0&quot;/&gt;&lt;end val=&quot;4&quot;/&gt;&lt;/m_yearfmt&gt;&lt;/m_precDefaultPercent&gt;&lt;m_precDefaultDate&gt;&lt;m_bNumberIsYear val=&quot;0&quot;/&gt;&lt;m_strFormatTime&gt;%d-%m-%Y&lt;/m_strFormatTime&gt;&lt;m_yearfmt&gt;&lt;begin val=&quot;0&quot;/&gt;&lt;end val=&quot;0&quot;/&gt;&lt;/m_yearfmt&gt;&lt;/m_precDefaultDate&gt;&lt;m_precDefaultDay&gt;&lt;m_yearfmt&gt;&lt;begin val=&quot;0&quot;/&gt;&lt;end val=&quot;4&quot;/&gt;&lt;/m_yearfmt&gt;&lt;/m_precDefaultDay&gt;&lt;m_precDefaultWeek&gt;&lt;m_yearfmt&gt;&lt;begin val=&quot;0&quot;/&gt;&lt;end val=&quot;4&quot;/&gt;&lt;/m_yearfmt&gt;&lt;/m_precDefaultWeek&gt;&lt;m_precDefaultMonth&gt;&lt;m_yearfmt&gt;&lt;begin val=&quot;0&quot;/&gt;&lt;end val=&quot;4&quot;/&gt;&lt;/m_yearfmt&gt;&lt;/m_precDefaultMonth&gt;&lt;m_precDefaultQuarter&gt;&lt;m_yearfmt&gt;&lt;begin val=&quot;0&quot;/&gt;&lt;end val=&quot;4&quot;/&gt;&lt;/m_yearfmt&gt;&lt;/m_precDefaultQuarter&gt;&lt;m_precDefaultYear&gt;&lt;m_yearfmt&gt;&lt;begin val=&quot;0&quot;/&gt;&lt;end val=&quot;4&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1&quot;&gt;&lt;elem m_fUsage=&quot;1.00000000000000000000E+00&quot;&gt;&lt;m_msothmcolidx val=&quot;0&quot;/&gt;&lt;m_rgb r=&quot;0C&quot; g=&quot;0C&quot; b=&quot;0C&quot;/&gt;&lt;/elem&gt;&lt;/m_vecMRU&gt;&lt;/m_mruColor&gt;&lt;m_eweekdayFirstOfWeek val=&quot;2&quot;/&gt;&lt;m_eweekdayFirstOfWorkweek val=&quot;2&quot;/&gt;&lt;m_eweekdayFirstOfWeekend val=&quot;7&quot;/&gt;&lt;/CPresentation&gt;&lt;/root&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qRvZVlYlwYHyZ._nOrIlp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SMARTREAD" val="{Smart Divider title}"/>
  <p:tag name="SMARTWRITE" val="{Smart Divider title}"/>
</p:tagLst>
</file>

<file path=ppt/tags/tag6.xml><?xml version="1.0" encoding="utf-8"?>
<p:tagLst xmlns:a="http://schemas.openxmlformats.org/drawingml/2006/main" xmlns:r="http://schemas.openxmlformats.org/officeDocument/2006/relationships" xmlns:p="http://schemas.openxmlformats.org/presentationml/2006/main">
  <p:tag name="SMARTSHAPETYPE" val="dividertocplaceholder"/>
</p:tagLst>
</file>

<file path=ppt/tags/tag7.xml><?xml version="1.0" encoding="utf-8"?>
<p:tagLst xmlns:a="http://schemas.openxmlformats.org/drawingml/2006/main" xmlns:r="http://schemas.openxmlformats.org/officeDocument/2006/relationships" xmlns:p="http://schemas.openxmlformats.org/presentationml/2006/main">
  <p:tag name="SMARTWRITE" val="{!PageNumber}"/>
  <p:tag name="SMARTLOCKSHAPE" val="Yes"/>
  <p:tag name="SMARTOBJECT" val="Page Number v.3"/>
</p:tagLst>
</file>

<file path=ppt/tags/tag8.xml><?xml version="1.0" encoding="utf-8"?>
<p:tagLst xmlns:a="http://schemas.openxmlformats.org/drawingml/2006/main" xmlns:r="http://schemas.openxmlformats.org/officeDocument/2006/relationships" xmlns:p="http://schemas.openxmlformats.org/presentationml/2006/main">
  <p:tag name="SMARTSHAPETYPE" val="HORIZONTALTOCPLACEHOLDER"/>
</p:tagLst>
</file>

<file path=ppt/tags/tag9.xml><?xml version="1.0" encoding="utf-8"?>
<p:tagLst xmlns:a="http://schemas.openxmlformats.org/drawingml/2006/main" xmlns:r="http://schemas.openxmlformats.org/officeDocument/2006/relationships" xmlns:p="http://schemas.openxmlformats.org/presentationml/2006/main">
  <p:tag name="SMARTLOCKSHAPE" val="Yes"/>
  <p:tag name="SMARTOBJECT" val="Section Footer v.2"/>
  <p:tag name="SMARTWRITE" val="{@Title}"/>
</p:tagLst>
</file>

<file path=ppt/tags/tag10.xml><?xml version="1.0" encoding="utf-8"?>
<p:tagLst xmlns:a="http://schemas.openxmlformats.org/drawingml/2006/main" xmlns:r="http://schemas.openxmlformats.org/officeDocument/2006/relationships" xmlns:p="http://schemas.openxmlformats.org/presentationml/2006/main">
  <p:tag name="SMARTLOCKSHAPE" val="Yes"/>
  <p:tag name="SMARTOBJECT" val="Section Header v.2"/>
  <p:tag name="SMARTISVISIBLE" val="{$SmartDividernumber}!=-1"/>
  <p:tag name="SMARTWRITE" val="{$SmartDividernumber} {$Smart Divider title}"/>
</p:tagLst>
</file>

<file path=ppt/tags/tag11.xml><?xml version="1.0" encoding="utf-8"?>
<p:tagLst xmlns:a="http://schemas.openxmlformats.org/drawingml/2006/main" xmlns:r="http://schemas.openxmlformats.org/officeDocument/2006/relationships" xmlns:p="http://schemas.openxmlformats.org/presentationml/2006/main">
  <p:tag name="SMARTISVISIBLE" val="{@Show Draft stamp} = Yes"/>
  <p:tag name="SMARTWRITE" val="{@Draft stamp}"/>
  <p:tag name="SMARTLOCKSHAPE" val="Yes"/>
</p:tagLst>
</file>

<file path=ppt/tags/tag12.xml><?xml version="1.0" encoding="utf-8"?>
<p:tagLst xmlns:a="http://schemas.openxmlformats.org/drawingml/2006/main" xmlns:r="http://schemas.openxmlformats.org/officeDocument/2006/relationships" xmlns:p="http://schemas.openxmlformats.org/presentationml/2006/main">
  <p:tag name="SMARTISVISIBLE" val="{@Show Date FilePath} = Yes"/>
  <p:tag name="SMARTWRITE" val="{!Today} {!FilePath}"/>
  <p:tag name="SMARTLOCKSHAPE" val="Yes"/>
</p:tagLst>
</file>

<file path=ppt/tags/tag13.xml><?xml version="1.0" encoding="utf-8"?>
<p:tagLst xmlns:a="http://schemas.openxmlformats.org/drawingml/2006/main" xmlns:r="http://schemas.openxmlformats.org/officeDocument/2006/relationships" xmlns:p="http://schemas.openxmlformats.org/presentationml/2006/main">
  <p:tag name="SMARTSLIDETYPE" val="Divider"/>
  <p:tag name="SMARTDIVIDERTYPE" val="Section"/>
  <p:tag name="SMARTDIVIDERTEXT" val="Section"/>
  <p:tag name="SMARTDIVIDERLEVEL" val="0"/>
  <p:tag name="SMARTDIVIDERTOCSTYLE" val="Section TOC"/>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JA4lrQMvEiU7iB1UYj6biw"/>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C3FWWLOyUFI8t_OPG8B4lg"/>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qqbYdb._myCKWOJ1BiRGFA"/>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7eqzJl3peHgC8q0TpJZzlw"/>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9Es.dUomUGaUNke6XBnm5Q"/>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aXz9oDzZiTsGKw1P9TQMXA"/>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Er360oFffntW.061yZ4n8A"/>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O4Y8G0_oTpkWTm6jqrfOBA"/>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tUHPHPtxI4wlB1UySZWjkA"/>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nb5D9J60jkEShe6oMR.FoQ"/>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kUbQ4viONd3xiLTq780Evg"/>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RZby4cBem7oh4pZp1NeW.g"/>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bXP3RRnL61Xt4HcdiEHe4Q"/>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rlLlcP8X6WHTtjn2bjFZAw"/>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BcSJytybLIIMfA_Ak_OfXw"/>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GiGyEi3iR.hTynUDJc1S1Q"/>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5qUIgo3XjTkxXSvVL2usGw"/>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Oz54X.Z6teRQf1t1aMp0pw"/>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DsTtFwoQfPT_wNDlYkTo2w"/>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4sf9BeYmXRpuW4W7Gl5Mfg"/>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1Nd6vpeOEZGaq96UracTsA"/>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azUDOVUMHHvs59KlPZR7Hw"/>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X85gIlBdYALJO8TuZIcI.A"/>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rheOY9.684sNiG.OuUSTcw"/>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O_.D2kKjKElFaESEOwkaLA"/>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xl8DN1prWw1vGobJijRq0g"/>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FqWawm.ruEBJZZsY0cB08g"/>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XazvFOWPq__uTcE9NKpUOQ"/>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CM1DHK_yWu1tAeFygbrWDA"/>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sNtyFe7xYUtBGmt4Yw_VDg"/>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daEoNFACjFmivA.ArN6z6Q"/>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BRlQGdhC4vBQq.thTtvq8g"/>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_H1BIKjoDhU2HfMJ3Lt_zA"/>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f6kBK_MqFlUXKz9rb7M2tw"/>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C66QAmYt8TUjIx56D_YLFw"/>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zJ4X0X9mPQWKxjtJzqteSA"/>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Zmx2psK50HsDESrZtnDdzQ"/>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iQsHiRjRjimUTp_8PQnzTA"/>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cBbxM5CVvEYXbuWQRzpUuw"/>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bvoog0dXOIkO.Ih0E6VIHw"/>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2S1WQ_YGT52oTPmUvB_7uQ"/>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iYPAhbs61PRZf2THIYvPxg"/>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rIEoQaNJFMIuwHdsgrzhiQ"/>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tY5Vprr.7GWNNarEwwoz2rg"/>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MUigO.5urC8Mv30f253vFw"/>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t9GLu5l58OYhJcTCL0CzNZA"/>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RNqEFQci9KdvM5d91uuC2g"/>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0.xml><?xml version="1.0" encoding="utf-8"?>
<p:tagLst xmlns:a="http://schemas.openxmlformats.org/drawingml/2006/main" xmlns:r="http://schemas.openxmlformats.org/officeDocument/2006/relationships" xmlns:p="http://schemas.openxmlformats.org/presentationml/2006/main">
  <p:tag name="THINKCELLSHAPEDONOTDELETE" val="tJA4lrQMvEiU7iB1UYj6biw"/>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tBcSJytybLIIMfA_Ak_OfXw"/>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5qUIgo3XjTkxXSvVL2usGw"/>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t4sf9BeYmXRpuW4W7Gl5Mfg"/>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tazUDOVUMHHvs59KlPZR7Hw"/>
</p:tagLst>
</file>

<file path=ppt/tags/tag85.xml><?xml version="1.0" encoding="utf-8"?>
<p:tagLst xmlns:a="http://schemas.openxmlformats.org/drawingml/2006/main" xmlns:r="http://schemas.openxmlformats.org/officeDocument/2006/relationships" xmlns:p="http://schemas.openxmlformats.org/presentationml/2006/main">
  <p:tag name="THINKCELLSHAPEDONOTDELETE" val="tX85gIlBdYALJO8TuZIcI.A"/>
</p:tagLst>
</file>

<file path=ppt/tags/tag86.xml><?xml version="1.0" encoding="utf-8"?>
<p:tagLst xmlns:a="http://schemas.openxmlformats.org/drawingml/2006/main" xmlns:r="http://schemas.openxmlformats.org/officeDocument/2006/relationships" xmlns:p="http://schemas.openxmlformats.org/presentationml/2006/main">
  <p:tag name="THINKCELLSHAPEDONOTDELETE" val="tZmx2psK50HsDESrZtnDdzQ"/>
</p:tagLst>
</file>

<file path=ppt/tags/tag87.xml><?xml version="1.0" encoding="utf-8"?>
<p:tagLst xmlns:a="http://schemas.openxmlformats.org/drawingml/2006/main" xmlns:r="http://schemas.openxmlformats.org/officeDocument/2006/relationships" xmlns:p="http://schemas.openxmlformats.org/presentationml/2006/main">
  <p:tag name="THINKCELLSHAPEDONOTDELETE" val="tBRlQGdhC4vBQq.thTtvq8g"/>
</p:tagLst>
</file>

<file path=ppt/tags/tag88.xml><?xml version="1.0" encoding="utf-8"?>
<p:tagLst xmlns:a="http://schemas.openxmlformats.org/drawingml/2006/main" xmlns:r="http://schemas.openxmlformats.org/officeDocument/2006/relationships" xmlns:p="http://schemas.openxmlformats.org/presentationml/2006/main">
  <p:tag name="THINKCELLSHAPEDONOTDELETE" val="tdaEoNFACjFmivA.ArN6z6Q"/>
</p:tagLst>
</file>

<file path=ppt/tags/tag89.xml><?xml version="1.0" encoding="utf-8"?>
<p:tagLst xmlns:a="http://schemas.openxmlformats.org/drawingml/2006/main" xmlns:r="http://schemas.openxmlformats.org/officeDocument/2006/relationships" xmlns:p="http://schemas.openxmlformats.org/presentationml/2006/main">
  <p:tag name="THINKCELLSHAPEDONOTDELETE" val="txl8DN1prWw1vGobJijRq0g"/>
</p:tagLst>
</file>

<file path=ppt/tags/tag90.xml><?xml version="1.0" encoding="utf-8"?>
<p:tagLst xmlns:a="http://schemas.openxmlformats.org/drawingml/2006/main" xmlns:r="http://schemas.openxmlformats.org/officeDocument/2006/relationships" xmlns:p="http://schemas.openxmlformats.org/presentationml/2006/main">
  <p:tag name="THINKCELLSHAPEDONOTDELETE" val="tFqWawm.ruEBJZZsY0cB08g"/>
</p:tagLst>
</file>

<file path=ppt/tags/tag91.xml><?xml version="1.0" encoding="utf-8"?>
<p:tagLst xmlns:a="http://schemas.openxmlformats.org/drawingml/2006/main" xmlns:r="http://schemas.openxmlformats.org/officeDocument/2006/relationships" xmlns:p="http://schemas.openxmlformats.org/presentationml/2006/main">
  <p:tag name="THINKCELLSHAPEDONOTDELETE" val="tXazvFOWPq__uTcE9NKpUOQ"/>
</p:tagLst>
</file>

<file path=ppt/tags/tag92.xml><?xml version="1.0" encoding="utf-8"?>
<p:tagLst xmlns:a="http://schemas.openxmlformats.org/drawingml/2006/main" xmlns:r="http://schemas.openxmlformats.org/officeDocument/2006/relationships" xmlns:p="http://schemas.openxmlformats.org/presentationml/2006/main">
  <p:tag name="THINKCELLSHAPEDONOTDELETE" val="t_H1BIKjoDhU2HfMJ3Lt_zA"/>
</p:tagLst>
</file>

<file path=ppt/tags/tag93.xml><?xml version="1.0" encoding="utf-8"?>
<p:tagLst xmlns:a="http://schemas.openxmlformats.org/drawingml/2006/main" xmlns:r="http://schemas.openxmlformats.org/officeDocument/2006/relationships" xmlns:p="http://schemas.openxmlformats.org/presentationml/2006/main">
  <p:tag name="THINKCELLSHAPEDONOTDELETE" val="tgihuZthdeWpCsVPdxBz13w"/>
</p:tagLst>
</file>

<file path=ppt/tags/tag94.xml><?xml version="1.0" encoding="utf-8"?>
<p:tagLst xmlns:a="http://schemas.openxmlformats.org/drawingml/2006/main" xmlns:r="http://schemas.openxmlformats.org/officeDocument/2006/relationships" xmlns:p="http://schemas.openxmlformats.org/presentationml/2006/main">
  <p:tag name="THINKCELLSHAPEDONOTDELETE" val="tGrdKXbW.7WG5acIJ4iNhng"/>
</p:tagLst>
</file>

<file path=ppt/tags/tag95.xml><?xml version="1.0" encoding="utf-8"?>
<p:tagLst xmlns:a="http://schemas.openxmlformats.org/drawingml/2006/main" xmlns:r="http://schemas.openxmlformats.org/officeDocument/2006/relationships" xmlns:p="http://schemas.openxmlformats.org/presentationml/2006/main">
  <p:tag name="THINKCELLSHAPEDONOTDELETE" val="tIghUOzkK1Sk1ooPeeUrEpg"/>
</p:tagLst>
</file>

<file path=ppt/tags/tag96.xml><?xml version="1.0" encoding="utf-8"?>
<p:tagLst xmlns:a="http://schemas.openxmlformats.org/drawingml/2006/main" xmlns:r="http://schemas.openxmlformats.org/officeDocument/2006/relationships" xmlns:p="http://schemas.openxmlformats.org/presentationml/2006/main">
  <p:tag name="THINKCELLSHAPEDONOTDELETE" val="tkLx8sInKr9vRy_Jw_iIyGg"/>
</p:tagLst>
</file>

<file path=ppt/tags/tag97.xml><?xml version="1.0" encoding="utf-8"?>
<p:tagLst xmlns:a="http://schemas.openxmlformats.org/drawingml/2006/main" xmlns:r="http://schemas.openxmlformats.org/officeDocument/2006/relationships" xmlns:p="http://schemas.openxmlformats.org/presentationml/2006/main">
  <p:tag name="THINKCELLSHAPEDONOTDELETE" val="tnYIQfKOdiTa469.X8B0o4A"/>
</p:tagLst>
</file>

<file path=ppt/tags/tag98.xml><?xml version="1.0" encoding="utf-8"?>
<p:tagLst xmlns:a="http://schemas.openxmlformats.org/drawingml/2006/main" xmlns:r="http://schemas.openxmlformats.org/officeDocument/2006/relationships" xmlns:p="http://schemas.openxmlformats.org/presentationml/2006/main">
  <p:tag name="THINKCELLSHAPEDONOTDELETE" val="t6OCCWQnMgJ0myJHLQohFXQ"/>
</p:tagLst>
</file>

<file path=ppt/tags/tag99.xml><?xml version="1.0" encoding="utf-8"?>
<p:tagLst xmlns:a="http://schemas.openxmlformats.org/drawingml/2006/main" xmlns:r="http://schemas.openxmlformats.org/officeDocument/2006/relationships" xmlns:p="http://schemas.openxmlformats.org/presentationml/2006/main">
  <p:tag name="THINKCELLSHAPEDONOTDELETE" val="t5WrqG.9wC0lWYq9OCkvu2w"/>
</p:tagLst>
</file>

<file path=ppt/tags/tag100.xml><?xml version="1.0" encoding="utf-8"?>
<p:tagLst xmlns:a="http://schemas.openxmlformats.org/drawingml/2006/main" xmlns:r="http://schemas.openxmlformats.org/officeDocument/2006/relationships" xmlns:p="http://schemas.openxmlformats.org/presentationml/2006/main">
  <p:tag name="THINKCELLSHAPEDONOTDELETE" val="tUe1Xmgo3Sw1T0GQ6CMQOkg"/>
</p:tagLst>
</file>

<file path=ppt/tags/tag101.xml><?xml version="1.0" encoding="utf-8"?>
<p:tagLst xmlns:a="http://schemas.openxmlformats.org/drawingml/2006/main" xmlns:r="http://schemas.openxmlformats.org/officeDocument/2006/relationships" xmlns:p="http://schemas.openxmlformats.org/presentationml/2006/main">
  <p:tag name="THINKCELLSHAPEDONOTDELETE" val="tMhxjQkot0a7xax2wBNZcJQ"/>
</p:tagLst>
</file>

<file path=ppt/tags/tag102.xml><?xml version="1.0" encoding="utf-8"?>
<p:tagLst xmlns:a="http://schemas.openxmlformats.org/drawingml/2006/main" xmlns:r="http://schemas.openxmlformats.org/officeDocument/2006/relationships" xmlns:p="http://schemas.openxmlformats.org/presentationml/2006/main">
  <p:tag name="THINKCELLSHAPEDONOTDELETE" val="tL4JC5ruSJucCzK.Uxu6S9w"/>
</p:tagLst>
</file>

<file path=ppt/tags/tag103.xml><?xml version="1.0" encoding="utf-8"?>
<p:tagLst xmlns:a="http://schemas.openxmlformats.org/drawingml/2006/main" xmlns:r="http://schemas.openxmlformats.org/officeDocument/2006/relationships" xmlns:p="http://schemas.openxmlformats.org/presentationml/2006/main">
  <p:tag name="THINKCELLSHAPEDONOTDELETE" val="tvmRLRzWiw8OyVhbQyNs.zg"/>
</p:tagLst>
</file>

<file path=ppt/tags/tag104.xml><?xml version="1.0" encoding="utf-8"?>
<p:tagLst xmlns:a="http://schemas.openxmlformats.org/drawingml/2006/main" xmlns:r="http://schemas.openxmlformats.org/officeDocument/2006/relationships" xmlns:p="http://schemas.openxmlformats.org/presentationml/2006/main">
  <p:tag name="THINKCELLSHAPEDONOTDELETE" val="tX45Fc_2XKW4_nHr9lKnyNw"/>
</p:tagLst>
</file>

<file path=ppt/tags/tag105.xml><?xml version="1.0" encoding="utf-8"?>
<p:tagLst xmlns:a="http://schemas.openxmlformats.org/drawingml/2006/main" xmlns:r="http://schemas.openxmlformats.org/officeDocument/2006/relationships" xmlns:p="http://schemas.openxmlformats.org/presentationml/2006/main">
  <p:tag name="THINKCELLSHAPEDONOTDELETE" val="taF.rUgo_rnd4S79lXddKug"/>
</p:tagLst>
</file>

<file path=ppt/tags/tag106.xml><?xml version="1.0" encoding="utf-8"?>
<p:tagLst xmlns:a="http://schemas.openxmlformats.org/drawingml/2006/main" xmlns:r="http://schemas.openxmlformats.org/officeDocument/2006/relationships" xmlns:p="http://schemas.openxmlformats.org/presentationml/2006/main">
  <p:tag name="THINKCELLSHAPEDONOTDELETE" val="tYQw.4xZvO.PTHJ8EqAYWbw"/>
</p:tagLst>
</file>

<file path=ppt/tags/tag107.xml><?xml version="1.0" encoding="utf-8"?>
<p:tagLst xmlns:a="http://schemas.openxmlformats.org/drawingml/2006/main" xmlns:r="http://schemas.openxmlformats.org/officeDocument/2006/relationships" xmlns:p="http://schemas.openxmlformats.org/presentationml/2006/main">
  <p:tag name="THINKCELLSHAPEDONOTDELETE" val="tAjsp5LIae179yQx9G0HZQw"/>
</p:tagLst>
</file>

<file path=ppt/tags/tag108.xml><?xml version="1.0" encoding="utf-8"?>
<p:tagLst xmlns:a="http://schemas.openxmlformats.org/drawingml/2006/main" xmlns:r="http://schemas.openxmlformats.org/officeDocument/2006/relationships" xmlns:p="http://schemas.openxmlformats.org/presentationml/2006/main">
  <p:tag name="THINKCELLSHAPEDONOTDELETE" val="t3fYpv7oCfqobvvUxbor__A"/>
</p:tagLst>
</file>

<file path=ppt/tags/tag109.xml><?xml version="1.0" encoding="utf-8"?>
<p:tagLst xmlns:a="http://schemas.openxmlformats.org/drawingml/2006/main" xmlns:r="http://schemas.openxmlformats.org/officeDocument/2006/relationships" xmlns:p="http://schemas.openxmlformats.org/presentationml/2006/main">
  <p:tag name="THINKCELLSHAPEDONOTDELETE" val="tsyUqInQIvJr2nsJ._yybgw"/>
</p:tagLst>
</file>

<file path=ppt/tags/tag110.xml><?xml version="1.0" encoding="utf-8"?>
<p:tagLst xmlns:a="http://schemas.openxmlformats.org/drawingml/2006/main" xmlns:r="http://schemas.openxmlformats.org/officeDocument/2006/relationships" xmlns:p="http://schemas.openxmlformats.org/presentationml/2006/main">
  <p:tag name="THINKCELLSHAPEDONOTDELETE" val="tsWIOh9bRcFKAk45oX1BW4Q"/>
</p:tagLst>
</file>

<file path=ppt/tags/tag111.xml><?xml version="1.0" encoding="utf-8"?>
<p:tagLst xmlns:a="http://schemas.openxmlformats.org/drawingml/2006/main" xmlns:r="http://schemas.openxmlformats.org/officeDocument/2006/relationships" xmlns:p="http://schemas.openxmlformats.org/presentationml/2006/main">
  <p:tag name="THINKCELLSHAPEDONOTDELETE" val="tSFbd32frTst1N64B_P7EvQ"/>
</p:tagLst>
</file>

<file path=ppt/tags/tag112.xml><?xml version="1.0" encoding="utf-8"?>
<p:tagLst xmlns:a="http://schemas.openxmlformats.org/drawingml/2006/main" xmlns:r="http://schemas.openxmlformats.org/officeDocument/2006/relationships" xmlns:p="http://schemas.openxmlformats.org/presentationml/2006/main">
  <p:tag name="THINKCELLSHAPEDONOTDELETE" val="tlWAROicrh47jHrMxEg7RZg"/>
</p:tagLst>
</file>

<file path=ppt/tags/tag113.xml><?xml version="1.0" encoding="utf-8"?>
<p:tagLst xmlns:a="http://schemas.openxmlformats.org/drawingml/2006/main" xmlns:r="http://schemas.openxmlformats.org/officeDocument/2006/relationships" xmlns:p="http://schemas.openxmlformats.org/presentationml/2006/main">
  <p:tag name="THINKCELLSHAPEDONOTDELETE" val="tFY4.UVgD_ufHikJKiHE4Ww"/>
</p:tagLst>
</file>

<file path=ppt/tags/tag114.xml><?xml version="1.0" encoding="utf-8"?>
<p:tagLst xmlns:a="http://schemas.openxmlformats.org/drawingml/2006/main" xmlns:r="http://schemas.openxmlformats.org/officeDocument/2006/relationships" xmlns:p="http://schemas.openxmlformats.org/presentationml/2006/main">
  <p:tag name="THINKCELLSHAPEDONOTDELETE" val="t98V5nqFxoGgACEDEUaHl_g"/>
</p:tagLst>
</file>

<file path=ppt/tags/tag115.xml><?xml version="1.0" encoding="utf-8"?>
<p:tagLst xmlns:a="http://schemas.openxmlformats.org/drawingml/2006/main" xmlns:r="http://schemas.openxmlformats.org/officeDocument/2006/relationships" xmlns:p="http://schemas.openxmlformats.org/presentationml/2006/main">
  <p:tag name="THINKCELLSHAPEDONOTDELETE" val="tUul2mm_jKNOxA2RlqRaTmg"/>
</p:tagLst>
</file>

<file path=ppt/tags/tag116.xml><?xml version="1.0" encoding="utf-8"?>
<p:tagLst xmlns:a="http://schemas.openxmlformats.org/drawingml/2006/main" xmlns:r="http://schemas.openxmlformats.org/officeDocument/2006/relationships" xmlns:p="http://schemas.openxmlformats.org/presentationml/2006/main">
  <p:tag name="THINKCELLSHAPEDONOTDELETE" val="tQmGP_Lpbr3.IzG4gxExVEg"/>
</p:tagLst>
</file>

<file path=ppt/tags/tag117.xml><?xml version="1.0" encoding="utf-8"?>
<p:tagLst xmlns:a="http://schemas.openxmlformats.org/drawingml/2006/main" xmlns:r="http://schemas.openxmlformats.org/officeDocument/2006/relationships" xmlns:p="http://schemas.openxmlformats.org/presentationml/2006/main">
  <p:tag name="THINKCELLSHAPEDONOTDELETE" val="txZMeD53fBvcLvW24eSHfVA"/>
</p:tagLst>
</file>

<file path=ppt/tags/tag118.xml><?xml version="1.0" encoding="utf-8"?>
<p:tagLst xmlns:a="http://schemas.openxmlformats.org/drawingml/2006/main" xmlns:r="http://schemas.openxmlformats.org/officeDocument/2006/relationships" xmlns:p="http://schemas.openxmlformats.org/presentationml/2006/main">
  <p:tag name="THINKCELLSHAPEDONOTDELETE" val="twH0wWCXZYhNvkBQnh7joVA"/>
</p:tagLst>
</file>

<file path=ppt/tags/tag119.xml><?xml version="1.0" encoding="utf-8"?>
<p:tagLst xmlns:a="http://schemas.openxmlformats.org/drawingml/2006/main" xmlns:r="http://schemas.openxmlformats.org/officeDocument/2006/relationships" xmlns:p="http://schemas.openxmlformats.org/presentationml/2006/main">
  <p:tag name="THINKCELLSHAPEDONOTDELETE" val="tmb5UMTh3KkZhoLkvUyT0lg"/>
</p:tagLst>
</file>

<file path=ppt/tags/tag120.xml><?xml version="1.0" encoding="utf-8"?>
<p:tagLst xmlns:a="http://schemas.openxmlformats.org/drawingml/2006/main" xmlns:r="http://schemas.openxmlformats.org/officeDocument/2006/relationships" xmlns:p="http://schemas.openxmlformats.org/presentationml/2006/main">
  <p:tag name="THINKCELLSHAPEDONOTDELETE" val="t.BLb03kOZ_S_3SrjAJRDfw"/>
</p:tagLst>
</file>

<file path=ppt/tags/tag121.xml><?xml version="1.0" encoding="utf-8"?>
<p:tagLst xmlns:a="http://schemas.openxmlformats.org/drawingml/2006/main" xmlns:r="http://schemas.openxmlformats.org/officeDocument/2006/relationships" xmlns:p="http://schemas.openxmlformats.org/presentationml/2006/main">
  <p:tag name="THINKCELLSHAPEDONOTDELETE" val="t7Tu0xvR3qAaGfLosANyIpg"/>
</p:tagLst>
</file>

<file path=ppt/tags/tag122.xml><?xml version="1.0" encoding="utf-8"?>
<p:tagLst xmlns:a="http://schemas.openxmlformats.org/drawingml/2006/main" xmlns:r="http://schemas.openxmlformats.org/officeDocument/2006/relationships" xmlns:p="http://schemas.openxmlformats.org/presentationml/2006/main">
  <p:tag name="THINKCELLSHAPEDONOTDELETE" val="tu.UJNCCSy8SPTuHf6ob2vQ"/>
</p:tagLst>
</file>

<file path=ppt/tags/tag123.xml><?xml version="1.0" encoding="utf-8"?>
<p:tagLst xmlns:a="http://schemas.openxmlformats.org/drawingml/2006/main" xmlns:r="http://schemas.openxmlformats.org/officeDocument/2006/relationships" xmlns:p="http://schemas.openxmlformats.org/presentationml/2006/main">
  <p:tag name="THINKCELLSHAPEDONOTDELETE" val="tkYaXACFf5By9SCQhVE53YA"/>
</p:tagLst>
</file>

<file path=ppt/tags/tag124.xml><?xml version="1.0" encoding="utf-8"?>
<p:tagLst xmlns:a="http://schemas.openxmlformats.org/drawingml/2006/main" xmlns:r="http://schemas.openxmlformats.org/officeDocument/2006/relationships" xmlns:p="http://schemas.openxmlformats.org/presentationml/2006/main">
  <p:tag name="THINKCELLSHAPEDONOTDELETE" val="tB8Dl5U2Ev66gsbwUmnjtVQ"/>
</p:tagLst>
</file>

<file path=ppt/tags/tag125.xml><?xml version="1.0" encoding="utf-8"?>
<p:tagLst xmlns:a="http://schemas.openxmlformats.org/drawingml/2006/main" xmlns:r="http://schemas.openxmlformats.org/officeDocument/2006/relationships" xmlns:p="http://schemas.openxmlformats.org/presentationml/2006/main">
  <p:tag name="THINKCELLSHAPEDONOTDELETE" val="toK5w2eWoVczZtjIk5XrBRQ"/>
</p:tagLst>
</file>

<file path=ppt/tags/tag126.xml><?xml version="1.0" encoding="utf-8"?>
<p:tagLst xmlns:a="http://schemas.openxmlformats.org/drawingml/2006/main" xmlns:r="http://schemas.openxmlformats.org/officeDocument/2006/relationships" xmlns:p="http://schemas.openxmlformats.org/presentationml/2006/main">
  <p:tag name="THINKCELLSHAPEDONOTDELETE" val="t6KLbWIQ26m9fNGxExhWNDQ"/>
</p:tagLst>
</file>

<file path=ppt/tags/tag127.xml><?xml version="1.0" encoding="utf-8"?>
<p:tagLst xmlns:a="http://schemas.openxmlformats.org/drawingml/2006/main" xmlns:r="http://schemas.openxmlformats.org/officeDocument/2006/relationships" xmlns:p="http://schemas.openxmlformats.org/presentationml/2006/main">
  <p:tag name="THINKCELLSHAPEDONOTDELETE" val="tb0e93ZI8.qDeLK_bdkW6CQ"/>
</p:tagLst>
</file>

<file path=ppt/tags/tag128.xml><?xml version="1.0" encoding="utf-8"?>
<p:tagLst xmlns:a="http://schemas.openxmlformats.org/drawingml/2006/main" xmlns:r="http://schemas.openxmlformats.org/officeDocument/2006/relationships" xmlns:p="http://schemas.openxmlformats.org/presentationml/2006/main">
  <p:tag name="THINKCELLSHAPEDONOTDELETE" val="tyGtAEROKotOyu1ab0UQYjQ"/>
</p:tagLst>
</file>

<file path=ppt/tags/tag129.xml><?xml version="1.0" encoding="utf-8"?>
<p:tagLst xmlns:a="http://schemas.openxmlformats.org/drawingml/2006/main" xmlns:r="http://schemas.openxmlformats.org/officeDocument/2006/relationships" xmlns:p="http://schemas.openxmlformats.org/presentationml/2006/main">
  <p:tag name="THINKCELLSHAPEDONOTDELETE" val="tT60BiVf8SvbqvAUHv18kQw"/>
</p:tagLst>
</file>

<file path=ppt/tags/tag130.xml><?xml version="1.0" encoding="utf-8"?>
<p:tagLst xmlns:a="http://schemas.openxmlformats.org/drawingml/2006/main" xmlns:r="http://schemas.openxmlformats.org/officeDocument/2006/relationships" xmlns:p="http://schemas.openxmlformats.org/presentationml/2006/main">
  <p:tag name="THINKCELLSHAPEDONOTDELETE" val="tJE4wm8BHXmFI2P9HFDfh1g"/>
</p:tagLst>
</file>

<file path=ppt/tags/tag131.xml><?xml version="1.0" encoding="utf-8"?>
<p:tagLst xmlns:a="http://schemas.openxmlformats.org/drawingml/2006/main" xmlns:r="http://schemas.openxmlformats.org/officeDocument/2006/relationships" xmlns:p="http://schemas.openxmlformats.org/presentationml/2006/main">
  <p:tag name="THINKCELLSHAPEDONOTDELETE" val="tYYEll_qDhXI1h9W9PJxWRg"/>
</p:tagLst>
</file>

<file path=ppt/tags/tag132.xml><?xml version="1.0" encoding="utf-8"?>
<p:tagLst xmlns:a="http://schemas.openxmlformats.org/drawingml/2006/main" xmlns:r="http://schemas.openxmlformats.org/officeDocument/2006/relationships" xmlns:p="http://schemas.openxmlformats.org/presentationml/2006/main">
  <p:tag name="THINKCELLSHAPEDONOTDELETE" val="ttPm0OkMOX0vHahGgbjcAJQ"/>
</p:tagLst>
</file>

<file path=ppt/tags/tag133.xml><?xml version="1.0" encoding="utf-8"?>
<p:tagLst xmlns:a="http://schemas.openxmlformats.org/drawingml/2006/main" xmlns:r="http://schemas.openxmlformats.org/officeDocument/2006/relationships" xmlns:p="http://schemas.openxmlformats.org/presentationml/2006/main">
  <p:tag name="THINKCELLSHAPEDONOTDELETE" val="t21_BvXWvpNsiHQkjeWUUIg"/>
</p:tagLst>
</file>

<file path=ppt/tags/tag134.xml><?xml version="1.0" encoding="utf-8"?>
<p:tagLst xmlns:a="http://schemas.openxmlformats.org/drawingml/2006/main" xmlns:r="http://schemas.openxmlformats.org/officeDocument/2006/relationships" xmlns:p="http://schemas.openxmlformats.org/presentationml/2006/main">
  <p:tag name="THINKCELLSHAPEDONOTDELETE" val="tNg5ufLYTUagiD_JUUQEKhA"/>
</p:tagLst>
</file>

<file path=ppt/tags/tag135.xml><?xml version="1.0" encoding="utf-8"?>
<p:tagLst xmlns:a="http://schemas.openxmlformats.org/drawingml/2006/main" xmlns:r="http://schemas.openxmlformats.org/officeDocument/2006/relationships" xmlns:p="http://schemas.openxmlformats.org/presentationml/2006/main">
  <p:tag name="THINKCELLSHAPEDONOTDELETE" val="tH8S1SeFvQanAygfZsS35rA"/>
</p:tagLst>
</file>

<file path=ppt/tags/tag136.xml><?xml version="1.0" encoding="utf-8"?>
<p:tagLst xmlns:a="http://schemas.openxmlformats.org/drawingml/2006/main" xmlns:r="http://schemas.openxmlformats.org/officeDocument/2006/relationships" xmlns:p="http://schemas.openxmlformats.org/presentationml/2006/main">
  <p:tag name="THINKCELLSHAPEDONOTDELETE" val="tAO8gSHuI54zeRpY85cX3.g"/>
</p:tagLst>
</file>

<file path=ppt/tags/tag137.xml><?xml version="1.0" encoding="utf-8"?>
<p:tagLst xmlns:a="http://schemas.openxmlformats.org/drawingml/2006/main" xmlns:r="http://schemas.openxmlformats.org/officeDocument/2006/relationships" xmlns:p="http://schemas.openxmlformats.org/presentationml/2006/main">
  <p:tag name="THINKCELLSHAPEDONOTDELETE" val="t6aAFwTuK5bNvzPU.2elTrw"/>
</p:tagLst>
</file>

<file path=ppt/tags/tag138.xml><?xml version="1.0" encoding="utf-8"?>
<p:tagLst xmlns:a="http://schemas.openxmlformats.org/drawingml/2006/main" xmlns:r="http://schemas.openxmlformats.org/officeDocument/2006/relationships" xmlns:p="http://schemas.openxmlformats.org/presentationml/2006/main">
  <p:tag name="THINKCELLSHAPEDONOTDELETE" val="tsiW.rosp_QS46SqAlRaeRQ"/>
</p:tagLst>
</file>

<file path=ppt/tags/tag139.xml><?xml version="1.0" encoding="utf-8"?>
<p:tagLst xmlns:a="http://schemas.openxmlformats.org/drawingml/2006/main" xmlns:r="http://schemas.openxmlformats.org/officeDocument/2006/relationships" xmlns:p="http://schemas.openxmlformats.org/presentationml/2006/main">
  <p:tag name="THINKCELLSHAPEDONOTDELETE" val="tRU9aXJbOeLI93UokcCssyA"/>
</p:tagLst>
</file>

<file path=ppt/tags/tag140.xml><?xml version="1.0" encoding="utf-8"?>
<p:tagLst xmlns:a="http://schemas.openxmlformats.org/drawingml/2006/main" xmlns:r="http://schemas.openxmlformats.org/officeDocument/2006/relationships" xmlns:p="http://schemas.openxmlformats.org/presentationml/2006/main">
  <p:tag name="THINKCELLSHAPEDONOTDELETE" val="tQyJAc56wV5InlGrTMPeOvw"/>
</p:tagLst>
</file>

<file path=ppt/tags/tag141.xml><?xml version="1.0" encoding="utf-8"?>
<p:tagLst xmlns:a="http://schemas.openxmlformats.org/drawingml/2006/main" xmlns:r="http://schemas.openxmlformats.org/officeDocument/2006/relationships" xmlns:p="http://schemas.openxmlformats.org/presentationml/2006/main">
  <p:tag name="THINKCELLSHAPEDONOTDELETE" val="tythBjR5BHSVeFnlVPV29Iw"/>
</p:tagLst>
</file>

<file path=ppt/tags/tag142.xml><?xml version="1.0" encoding="utf-8"?>
<p:tagLst xmlns:a="http://schemas.openxmlformats.org/drawingml/2006/main" xmlns:r="http://schemas.openxmlformats.org/officeDocument/2006/relationships" xmlns:p="http://schemas.openxmlformats.org/presentationml/2006/main">
  <p:tag name="THINKCELLSHAPEDONOTDELETE" val="tuWuSdywvuRSb2ZbROzaTxA"/>
</p:tagLst>
</file>

<file path=ppt/tags/tag143.xml><?xml version="1.0" encoding="utf-8"?>
<p:tagLst xmlns:a="http://schemas.openxmlformats.org/drawingml/2006/main" xmlns:r="http://schemas.openxmlformats.org/officeDocument/2006/relationships" xmlns:p="http://schemas.openxmlformats.org/presentationml/2006/main">
  <p:tag name="THINKCELLSHAPEDONOTDELETE" val="tjyxvB_NWSAE0lIWAT2RZbQ"/>
</p:tagLst>
</file>

<file path=ppt/tags/tag144.xml><?xml version="1.0" encoding="utf-8"?>
<p:tagLst xmlns:a="http://schemas.openxmlformats.org/drawingml/2006/main" xmlns:r="http://schemas.openxmlformats.org/officeDocument/2006/relationships" xmlns:p="http://schemas.openxmlformats.org/presentationml/2006/main">
  <p:tag name="THINKCELLSHAPEDONOTDELETE" val="tX_udIvX8mQ1I7zgDLsRKPw"/>
</p:tagLst>
</file>

<file path=ppt/tags/tag145.xml><?xml version="1.0" encoding="utf-8"?>
<p:tagLst xmlns:a="http://schemas.openxmlformats.org/drawingml/2006/main" xmlns:r="http://schemas.openxmlformats.org/officeDocument/2006/relationships" xmlns:p="http://schemas.openxmlformats.org/presentationml/2006/main">
  <p:tag name="THINKCELLSHAPEDONOTDELETE" val="tducWinol8fuUZDOooc.YrA"/>
</p:tagLst>
</file>

<file path=ppt/tags/tag146.xml><?xml version="1.0" encoding="utf-8"?>
<p:tagLst xmlns:a="http://schemas.openxmlformats.org/drawingml/2006/main" xmlns:r="http://schemas.openxmlformats.org/officeDocument/2006/relationships" xmlns:p="http://schemas.openxmlformats.org/presentationml/2006/main">
  <p:tag name="THINKCELLSHAPEDONOTDELETE" val="tW.oi_fPuatLSvYIgK6FRcQ"/>
</p:tagLst>
</file>

<file path=ppt/tags/tag147.xml><?xml version="1.0" encoding="utf-8"?>
<p:tagLst xmlns:a="http://schemas.openxmlformats.org/drawingml/2006/main" xmlns:r="http://schemas.openxmlformats.org/officeDocument/2006/relationships" xmlns:p="http://schemas.openxmlformats.org/presentationml/2006/main">
  <p:tag name="THINKCELLSHAPEDONOTDELETE" val="t1kv8qgdJurmpmYRdS.KBHA"/>
</p:tagLst>
</file>

<file path=ppt/tags/tag148.xml><?xml version="1.0" encoding="utf-8"?>
<p:tagLst xmlns:a="http://schemas.openxmlformats.org/drawingml/2006/main" xmlns:r="http://schemas.openxmlformats.org/officeDocument/2006/relationships" xmlns:p="http://schemas.openxmlformats.org/presentationml/2006/main">
  <p:tag name="THINKCELLSHAPEDONOTDELETE" val="tEhDVj6DReCiPDxLO1d94cA"/>
</p:tagLst>
</file>

<file path=ppt/tags/tag149.xml><?xml version="1.0" encoding="utf-8"?>
<p:tagLst xmlns:a="http://schemas.openxmlformats.org/drawingml/2006/main" xmlns:r="http://schemas.openxmlformats.org/officeDocument/2006/relationships" xmlns:p="http://schemas.openxmlformats.org/presentationml/2006/main">
  <p:tag name="THINKCELLSHAPEDONOTDELETE" val="tQJb29hkRPrOoTQ2FplTQ1A"/>
</p:tagLst>
</file>

<file path=ppt/tags/tag150.xml><?xml version="1.0" encoding="utf-8"?>
<p:tagLst xmlns:a="http://schemas.openxmlformats.org/drawingml/2006/main" xmlns:r="http://schemas.openxmlformats.org/officeDocument/2006/relationships" xmlns:p="http://schemas.openxmlformats.org/presentationml/2006/main">
  <p:tag name="THINKCELLSHAPEDONOTDELETE" val="tESr2kx4E8NUf6g34bJHyYA"/>
</p:tagLst>
</file>

<file path=ppt/tags/tag151.xml><?xml version="1.0" encoding="utf-8"?>
<p:tagLst xmlns:a="http://schemas.openxmlformats.org/drawingml/2006/main" xmlns:r="http://schemas.openxmlformats.org/officeDocument/2006/relationships" xmlns:p="http://schemas.openxmlformats.org/presentationml/2006/main">
  <p:tag name="THINKCELLSHAPEDONOTDELETE" val="tBFxnegZlYBKT7rDjkPeY7A"/>
</p:tagLst>
</file>

<file path=ppt/tags/tag152.xml><?xml version="1.0" encoding="utf-8"?>
<p:tagLst xmlns:a="http://schemas.openxmlformats.org/drawingml/2006/main" xmlns:r="http://schemas.openxmlformats.org/officeDocument/2006/relationships" xmlns:p="http://schemas.openxmlformats.org/presentationml/2006/main">
  <p:tag name="THINKCELLSHAPEDONOTDELETE" val="tU2eoxnHxgpnU6dh1tTFiMQ"/>
</p:tagLst>
</file>

<file path=ppt/tags/tag1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4.xml><?xml version="1.0" encoding="utf-8"?>
<p:tagLst xmlns:a="http://schemas.openxmlformats.org/drawingml/2006/main" xmlns:r="http://schemas.openxmlformats.org/officeDocument/2006/relationships" xmlns:p="http://schemas.openxmlformats.org/presentationml/2006/main">
  <p:tag name="THINKCELLSHAPEDONOTDELETE" val="tJA4lrQMvEiU7iB1UYj6biw"/>
</p:tagLst>
</file>

<file path=ppt/tags/tag155.xml><?xml version="1.0" encoding="utf-8"?>
<p:tagLst xmlns:a="http://schemas.openxmlformats.org/drawingml/2006/main" xmlns:r="http://schemas.openxmlformats.org/officeDocument/2006/relationships" xmlns:p="http://schemas.openxmlformats.org/presentationml/2006/main">
  <p:tag name="THINKCELLSHAPEDONOTDELETE" val="tBcSJytybLIIMfA_Ak_OfXw"/>
</p:tagLst>
</file>

<file path=ppt/tags/tag156.xml><?xml version="1.0" encoding="utf-8"?>
<p:tagLst xmlns:a="http://schemas.openxmlformats.org/drawingml/2006/main" xmlns:r="http://schemas.openxmlformats.org/officeDocument/2006/relationships" xmlns:p="http://schemas.openxmlformats.org/presentationml/2006/main">
  <p:tag name="THINKCELLSHAPEDONOTDELETE" val="t5qUIgo3XjTkxXSvVL2usGw"/>
</p:tagLst>
</file>

<file path=ppt/tags/tag157.xml><?xml version="1.0" encoding="utf-8"?>
<p:tagLst xmlns:a="http://schemas.openxmlformats.org/drawingml/2006/main" xmlns:r="http://schemas.openxmlformats.org/officeDocument/2006/relationships" xmlns:p="http://schemas.openxmlformats.org/presentationml/2006/main">
  <p:tag name="THINKCELLSHAPEDONOTDELETE" val="t4sf9BeYmXRpuW4W7Gl5Mfg"/>
</p:tagLst>
</file>

<file path=ppt/tags/tag158.xml><?xml version="1.0" encoding="utf-8"?>
<p:tagLst xmlns:a="http://schemas.openxmlformats.org/drawingml/2006/main" xmlns:r="http://schemas.openxmlformats.org/officeDocument/2006/relationships" xmlns:p="http://schemas.openxmlformats.org/presentationml/2006/main">
  <p:tag name="THINKCELLSHAPEDONOTDELETE" val="tazUDOVUMHHvs59KlPZR7Hw"/>
</p:tagLst>
</file>

<file path=ppt/tags/tag159.xml><?xml version="1.0" encoding="utf-8"?>
<p:tagLst xmlns:a="http://schemas.openxmlformats.org/drawingml/2006/main" xmlns:r="http://schemas.openxmlformats.org/officeDocument/2006/relationships" xmlns:p="http://schemas.openxmlformats.org/presentationml/2006/main">
  <p:tag name="THINKCELLSHAPEDONOTDELETE" val="tX85gIlBdYALJO8TuZIcI.A"/>
</p:tagLst>
</file>

<file path=ppt/tags/tag160.xml><?xml version="1.0" encoding="utf-8"?>
<p:tagLst xmlns:a="http://schemas.openxmlformats.org/drawingml/2006/main" xmlns:r="http://schemas.openxmlformats.org/officeDocument/2006/relationships" xmlns:p="http://schemas.openxmlformats.org/presentationml/2006/main">
  <p:tag name="THINKCELLSHAPEDONOTDELETE" val="tZmx2psK50HsDESrZtnDdzQ"/>
</p:tagLst>
</file>

<file path=ppt/tags/tag161.xml><?xml version="1.0" encoding="utf-8"?>
<p:tagLst xmlns:a="http://schemas.openxmlformats.org/drawingml/2006/main" xmlns:r="http://schemas.openxmlformats.org/officeDocument/2006/relationships" xmlns:p="http://schemas.openxmlformats.org/presentationml/2006/main">
  <p:tag name="THINKCELLSHAPEDONOTDELETE" val="tBRlQGdhC4vBQq.thTtvq8g"/>
</p:tagLst>
</file>

<file path=ppt/tags/tag162.xml><?xml version="1.0" encoding="utf-8"?>
<p:tagLst xmlns:a="http://schemas.openxmlformats.org/drawingml/2006/main" xmlns:r="http://schemas.openxmlformats.org/officeDocument/2006/relationships" xmlns:p="http://schemas.openxmlformats.org/presentationml/2006/main">
  <p:tag name="THINKCELLSHAPEDONOTDELETE" val="tdaEoNFACjFmivA.ArN6z6Q"/>
</p:tagLst>
</file>

<file path=ppt/tags/tag163.xml><?xml version="1.0" encoding="utf-8"?>
<p:tagLst xmlns:a="http://schemas.openxmlformats.org/drawingml/2006/main" xmlns:r="http://schemas.openxmlformats.org/officeDocument/2006/relationships" xmlns:p="http://schemas.openxmlformats.org/presentationml/2006/main">
  <p:tag name="THINKCELLSHAPEDONOTDELETE" val="txl8DN1prWw1vGobJijRq0g"/>
</p:tagLst>
</file>

<file path=ppt/tags/tag164.xml><?xml version="1.0" encoding="utf-8"?>
<p:tagLst xmlns:a="http://schemas.openxmlformats.org/drawingml/2006/main" xmlns:r="http://schemas.openxmlformats.org/officeDocument/2006/relationships" xmlns:p="http://schemas.openxmlformats.org/presentationml/2006/main">
  <p:tag name="THINKCELLSHAPEDONOTDELETE" val="tFqWawm.ruEBJZZsY0cB08g"/>
</p:tagLst>
</file>

<file path=ppt/tags/tag165.xml><?xml version="1.0" encoding="utf-8"?>
<p:tagLst xmlns:a="http://schemas.openxmlformats.org/drawingml/2006/main" xmlns:r="http://schemas.openxmlformats.org/officeDocument/2006/relationships" xmlns:p="http://schemas.openxmlformats.org/presentationml/2006/main">
  <p:tag name="THINKCELLSHAPEDONOTDELETE" val="tXazvFOWPq__uTcE9NKpUOQ"/>
</p:tagLst>
</file>

<file path=ppt/tags/tag166.xml><?xml version="1.0" encoding="utf-8"?>
<p:tagLst xmlns:a="http://schemas.openxmlformats.org/drawingml/2006/main" xmlns:r="http://schemas.openxmlformats.org/officeDocument/2006/relationships" xmlns:p="http://schemas.openxmlformats.org/presentationml/2006/main">
  <p:tag name="THINKCELLSHAPEDONOTDELETE" val="t_H1BIKjoDhU2HfMJ3Lt_zA"/>
</p:tagLst>
</file>

<file path=ppt/tags/tag167.xml><?xml version="1.0" encoding="utf-8"?>
<p:tagLst xmlns:a="http://schemas.openxmlformats.org/drawingml/2006/main" xmlns:r="http://schemas.openxmlformats.org/officeDocument/2006/relationships" xmlns:p="http://schemas.openxmlformats.org/presentationml/2006/main">
  <p:tag name="THINKCELLSHAPEDONOTDELETE" val="tgihuZthdeWpCsVPdxBz13w"/>
</p:tagLst>
</file>

<file path=ppt/tags/tag168.xml><?xml version="1.0" encoding="utf-8"?>
<p:tagLst xmlns:a="http://schemas.openxmlformats.org/drawingml/2006/main" xmlns:r="http://schemas.openxmlformats.org/officeDocument/2006/relationships" xmlns:p="http://schemas.openxmlformats.org/presentationml/2006/main">
  <p:tag name="THINKCELLSHAPEDONOTDELETE" val="tiQsHiRjRjimUTp_8PQnzTA"/>
</p:tagLst>
</file>

<file path=ppt/tags/tag169.xml><?xml version="1.0" encoding="utf-8"?>
<p:tagLst xmlns:a="http://schemas.openxmlformats.org/drawingml/2006/main" xmlns:r="http://schemas.openxmlformats.org/officeDocument/2006/relationships" xmlns:p="http://schemas.openxmlformats.org/presentationml/2006/main">
  <p:tag name="THINKCELLSHAPEDONOTDELETE" val="tsWIOh9bRcFKAk45oX1BW4Q"/>
</p:tagLst>
</file>

<file path=ppt/tags/tag170.xml><?xml version="1.0" encoding="utf-8"?>
<p:tagLst xmlns:a="http://schemas.openxmlformats.org/drawingml/2006/main" xmlns:r="http://schemas.openxmlformats.org/officeDocument/2006/relationships" xmlns:p="http://schemas.openxmlformats.org/presentationml/2006/main">
  <p:tag name="THINKCELLSHAPEDONOTDELETE" val="tkLx8sInKr9vRy_Jw_iIyGg"/>
</p:tagLst>
</file>

<file path=ppt/tags/tag171.xml><?xml version="1.0" encoding="utf-8"?>
<p:tagLst xmlns:a="http://schemas.openxmlformats.org/drawingml/2006/main" xmlns:r="http://schemas.openxmlformats.org/officeDocument/2006/relationships" xmlns:p="http://schemas.openxmlformats.org/presentationml/2006/main">
  <p:tag name="THINKCELLSHAPEDONOTDELETE" val="twH0wWCXZYhNvkBQnh7joVA"/>
</p:tagLst>
</file>

<file path=ppt/tags/tag172.xml><?xml version="1.0" encoding="utf-8"?>
<p:tagLst xmlns:a="http://schemas.openxmlformats.org/drawingml/2006/main" xmlns:r="http://schemas.openxmlformats.org/officeDocument/2006/relationships" xmlns:p="http://schemas.openxmlformats.org/presentationml/2006/main">
  <p:tag name="THINKCELLSHAPEDONOTDELETE" val="t6OCCWQnMgJ0myJHLQohFXQ"/>
</p:tagLst>
</file>

<file path=ppt/tags/tag173.xml><?xml version="1.0" encoding="utf-8"?>
<p:tagLst xmlns:a="http://schemas.openxmlformats.org/drawingml/2006/main" xmlns:r="http://schemas.openxmlformats.org/officeDocument/2006/relationships" xmlns:p="http://schemas.openxmlformats.org/presentationml/2006/main">
  <p:tag name="THINKCELLSHAPEDONOTDELETE" val="tlWAROicrh47jHrMxEg7RZg"/>
</p:tagLst>
</file>

<file path=ppt/tags/tag174.xml><?xml version="1.0" encoding="utf-8"?>
<p:tagLst xmlns:a="http://schemas.openxmlformats.org/drawingml/2006/main" xmlns:r="http://schemas.openxmlformats.org/officeDocument/2006/relationships" xmlns:p="http://schemas.openxmlformats.org/presentationml/2006/main">
  <p:tag name="THINKCELLSHAPEDONOTDELETE" val="tbOaAlscCP_x9YAkwF776kQ"/>
</p:tagLst>
</file>

<file path=ppt/tags/tag175.xml><?xml version="1.0" encoding="utf-8"?>
<p:tagLst xmlns:a="http://schemas.openxmlformats.org/drawingml/2006/main" xmlns:r="http://schemas.openxmlformats.org/officeDocument/2006/relationships" xmlns:p="http://schemas.openxmlformats.org/presentationml/2006/main">
  <p:tag name="THINKCELLSHAPEDONOTDELETE" val="tu.UJNCCSy8SPTuHf6ob2vQ"/>
</p:tagLst>
</file>

<file path=ppt/tags/tag176.xml><?xml version="1.0" encoding="utf-8"?>
<p:tagLst xmlns:a="http://schemas.openxmlformats.org/drawingml/2006/main" xmlns:r="http://schemas.openxmlformats.org/officeDocument/2006/relationships" xmlns:p="http://schemas.openxmlformats.org/presentationml/2006/main">
  <p:tag name="THINKCELLSHAPEDONOTDELETE" val="tL4JC5ruSJucCzK.Uxu6S9w"/>
</p:tagLst>
</file>

<file path=ppt/tags/tag177.xml><?xml version="1.0" encoding="utf-8"?>
<p:tagLst xmlns:a="http://schemas.openxmlformats.org/drawingml/2006/main" xmlns:r="http://schemas.openxmlformats.org/officeDocument/2006/relationships" xmlns:p="http://schemas.openxmlformats.org/presentationml/2006/main">
  <p:tag name="THINKCELLSHAPEDONOTDELETE" val="t98V5nqFxoGgACEDEUaHl_g"/>
</p:tagLst>
</file>

<file path=ppt/tags/tag178.xml><?xml version="1.0" encoding="utf-8"?>
<p:tagLst xmlns:a="http://schemas.openxmlformats.org/drawingml/2006/main" xmlns:r="http://schemas.openxmlformats.org/officeDocument/2006/relationships" xmlns:p="http://schemas.openxmlformats.org/presentationml/2006/main">
  <p:tag name="THINKCELLSHAPEDONOTDELETE" val="tX45Fc_2XKW4_nHr9lKnyNw"/>
</p:tagLst>
</file>

<file path=ppt/tags/tag179.xml><?xml version="1.0" encoding="utf-8"?>
<p:tagLst xmlns:a="http://schemas.openxmlformats.org/drawingml/2006/main" xmlns:r="http://schemas.openxmlformats.org/officeDocument/2006/relationships" xmlns:p="http://schemas.openxmlformats.org/presentationml/2006/main">
  <p:tag name="THINKCELLSHAPEDONOTDELETE" val="t.BLb03kOZ_S_3SrjAJRDfw"/>
</p:tagLst>
</file>

<file path=ppt/tags/tag180.xml><?xml version="1.0" encoding="utf-8"?>
<p:tagLst xmlns:a="http://schemas.openxmlformats.org/drawingml/2006/main" xmlns:r="http://schemas.openxmlformats.org/officeDocument/2006/relationships" xmlns:p="http://schemas.openxmlformats.org/presentationml/2006/main">
  <p:tag name="THINKCELLSHAPEDONOTDELETE" val="tYQw.4xZvO.PTHJ8EqAYWbw"/>
</p:tagLst>
</file>

<file path=ppt/tags/tag181.xml><?xml version="1.0" encoding="utf-8"?>
<p:tagLst xmlns:a="http://schemas.openxmlformats.org/drawingml/2006/main" xmlns:r="http://schemas.openxmlformats.org/officeDocument/2006/relationships" xmlns:p="http://schemas.openxmlformats.org/presentationml/2006/main">
  <p:tag name="THINKCELLSHAPEDONOTDELETE" val="tQmGP_Lpbr3.IzG4gxExVEg"/>
</p:tagLst>
</file>

<file path=ppt/tags/tag182.xml><?xml version="1.0" encoding="utf-8"?>
<p:tagLst xmlns:a="http://schemas.openxmlformats.org/drawingml/2006/main" xmlns:r="http://schemas.openxmlformats.org/officeDocument/2006/relationships" xmlns:p="http://schemas.openxmlformats.org/presentationml/2006/main">
  <p:tag name="THINKCELLSHAPEDONOTDELETE" val="t3fYpv7oCfqobvvUxbor__A"/>
</p:tagLst>
</file>

<file path=ppt/tags/tag183.xml><?xml version="1.0" encoding="utf-8"?>
<p:tagLst xmlns:a="http://schemas.openxmlformats.org/drawingml/2006/main" xmlns:r="http://schemas.openxmlformats.org/officeDocument/2006/relationships" xmlns:p="http://schemas.openxmlformats.org/presentationml/2006/main">
  <p:tag name="THINKCELLSHAPEDONOTDELETE" val="tnYIQfKOdiTa469.X8B0o4A"/>
</p:tagLst>
</file>

<file path=ppt/tags/tag184.xml><?xml version="1.0" encoding="utf-8"?>
<p:tagLst xmlns:a="http://schemas.openxmlformats.org/drawingml/2006/main" xmlns:r="http://schemas.openxmlformats.org/officeDocument/2006/relationships" xmlns:p="http://schemas.openxmlformats.org/presentationml/2006/main">
  <p:tag name="THINKCELLSHAPEDONOTDELETE" val="t5WrqG.9wC0lWYq9OCkvu2w"/>
</p:tagLst>
</file>

<file path=ppt/tags/tag185.xml><?xml version="1.0" encoding="utf-8"?>
<p:tagLst xmlns:a="http://schemas.openxmlformats.org/drawingml/2006/main" xmlns:r="http://schemas.openxmlformats.org/officeDocument/2006/relationships" xmlns:p="http://schemas.openxmlformats.org/presentationml/2006/main">
  <p:tag name="THINKCELLSHAPEDONOTDELETE" val="tMhxjQkot0a7xax2wBNZcJQ"/>
</p:tagLst>
</file>

<file path=ppt/tags/tag186.xml><?xml version="1.0" encoding="utf-8"?>
<p:tagLst xmlns:a="http://schemas.openxmlformats.org/drawingml/2006/main" xmlns:r="http://schemas.openxmlformats.org/officeDocument/2006/relationships" xmlns:p="http://schemas.openxmlformats.org/presentationml/2006/main">
  <p:tag name="THINKCELLSHAPEDONOTDELETE" val="tUe1Xmgo3Sw1T0GQ6CMQOkg"/>
</p:tagLst>
</file>

<file path=ppt/tags/tag187.xml><?xml version="1.0" encoding="utf-8"?>
<p:tagLst xmlns:a="http://schemas.openxmlformats.org/drawingml/2006/main" xmlns:r="http://schemas.openxmlformats.org/officeDocument/2006/relationships" xmlns:p="http://schemas.openxmlformats.org/presentationml/2006/main">
  <p:tag name="THINKCELLSHAPEDONOTDELETE" val="tvmRLRzWiw8OyVhbQyNs.zg"/>
</p:tagLst>
</file>

<file path=ppt/tags/tag188.xml><?xml version="1.0" encoding="utf-8"?>
<p:tagLst xmlns:a="http://schemas.openxmlformats.org/drawingml/2006/main" xmlns:r="http://schemas.openxmlformats.org/officeDocument/2006/relationships" xmlns:p="http://schemas.openxmlformats.org/presentationml/2006/main">
  <p:tag name="THINKCELLSHAPEDONOTDELETE" val="taF.rUgo_rnd4S79lXddKug"/>
</p:tagLst>
</file>

<file path=ppt/tags/tag189.xml><?xml version="1.0" encoding="utf-8"?>
<p:tagLst xmlns:a="http://schemas.openxmlformats.org/drawingml/2006/main" xmlns:r="http://schemas.openxmlformats.org/officeDocument/2006/relationships" xmlns:p="http://schemas.openxmlformats.org/presentationml/2006/main">
  <p:tag name="THINKCELLSHAPEDONOTDELETE" val="tAjsp5LIae179yQx9G0HZQw"/>
</p:tagLst>
</file>

<file path=ppt/tags/tag190.xml><?xml version="1.0" encoding="utf-8"?>
<p:tagLst xmlns:a="http://schemas.openxmlformats.org/drawingml/2006/main" xmlns:r="http://schemas.openxmlformats.org/officeDocument/2006/relationships" xmlns:p="http://schemas.openxmlformats.org/presentationml/2006/main">
  <p:tag name="THINKCELLSHAPEDONOTDELETE" val="tsyUqInQIvJr2nsJ._yybgw"/>
</p:tagLst>
</file>

<file path=ppt/tags/tag191.xml><?xml version="1.0" encoding="utf-8"?>
<p:tagLst xmlns:a="http://schemas.openxmlformats.org/drawingml/2006/main" xmlns:r="http://schemas.openxmlformats.org/officeDocument/2006/relationships" xmlns:p="http://schemas.openxmlformats.org/presentationml/2006/main">
  <p:tag name="THINKCELLSHAPEDONOTDELETE" val="tSFbd32frTst1N64B_P7EvQ"/>
</p:tagLst>
</file>

<file path=ppt/tags/tag192.xml><?xml version="1.0" encoding="utf-8"?>
<p:tagLst xmlns:a="http://schemas.openxmlformats.org/drawingml/2006/main" xmlns:r="http://schemas.openxmlformats.org/officeDocument/2006/relationships" xmlns:p="http://schemas.openxmlformats.org/presentationml/2006/main">
  <p:tag name="THINKCELLSHAPEDONOTDELETE" val="tFY4.UVgD_ufHikJKiHE4Ww"/>
</p:tagLst>
</file>

<file path=ppt/tags/tag193.xml><?xml version="1.0" encoding="utf-8"?>
<p:tagLst xmlns:a="http://schemas.openxmlformats.org/drawingml/2006/main" xmlns:r="http://schemas.openxmlformats.org/officeDocument/2006/relationships" xmlns:p="http://schemas.openxmlformats.org/presentationml/2006/main">
  <p:tag name="THINKCELLSHAPEDONOTDELETE" val="tUul2mm_jKNOxA2RlqRaTmg"/>
</p:tagLst>
</file>

<file path=ppt/tags/tag194.xml><?xml version="1.0" encoding="utf-8"?>
<p:tagLst xmlns:a="http://schemas.openxmlformats.org/drawingml/2006/main" xmlns:r="http://schemas.openxmlformats.org/officeDocument/2006/relationships" xmlns:p="http://schemas.openxmlformats.org/presentationml/2006/main">
  <p:tag name="THINKCELLSHAPEDONOTDELETE" val="txZMeD53fBvcLvW24eSHfVA"/>
</p:tagLst>
</file>

<file path=ppt/tags/tag195.xml><?xml version="1.0" encoding="utf-8"?>
<p:tagLst xmlns:a="http://schemas.openxmlformats.org/drawingml/2006/main" xmlns:r="http://schemas.openxmlformats.org/officeDocument/2006/relationships" xmlns:p="http://schemas.openxmlformats.org/presentationml/2006/main">
  <p:tag name="THINKCELLSHAPEDONOTDELETE" val="tmb5UMTh3KkZhoLkvUyT0lg"/>
</p:tagLst>
</file>

<file path=ppt/tags/tag196.xml><?xml version="1.0" encoding="utf-8"?>
<p:tagLst xmlns:a="http://schemas.openxmlformats.org/drawingml/2006/main" xmlns:r="http://schemas.openxmlformats.org/officeDocument/2006/relationships" xmlns:p="http://schemas.openxmlformats.org/presentationml/2006/main">
  <p:tag name="THINKCELLSHAPEDONOTDELETE" val="t7Tu0xvR3qAaGfLosANyIpg"/>
</p:tagLst>
</file>

<file path=ppt/tags/tag197.xml><?xml version="1.0" encoding="utf-8"?>
<p:tagLst xmlns:a="http://schemas.openxmlformats.org/drawingml/2006/main" xmlns:r="http://schemas.openxmlformats.org/officeDocument/2006/relationships" xmlns:p="http://schemas.openxmlformats.org/presentationml/2006/main">
  <p:tag name="THINKCELLSHAPEDONOTDELETE" val="tIghUOzkK1Sk1ooPeeUrEpg"/>
</p:tagLst>
</file>

<file path=ppt/tags/tag198.xml><?xml version="1.0" encoding="utf-8"?>
<p:tagLst xmlns:a="http://schemas.openxmlformats.org/drawingml/2006/main" xmlns:r="http://schemas.openxmlformats.org/officeDocument/2006/relationships" xmlns:p="http://schemas.openxmlformats.org/presentationml/2006/main">
  <p:tag name="THINKCELLSHAPEDONOTDELETE" val="trIEoQaNJFMIuwHdsgrzhiQ"/>
</p:tagLst>
</file>

<file path=ppt/tags/tag199.xml><?xml version="1.0" encoding="utf-8"?>
<p:tagLst xmlns:a="http://schemas.openxmlformats.org/drawingml/2006/main" xmlns:r="http://schemas.openxmlformats.org/officeDocument/2006/relationships" xmlns:p="http://schemas.openxmlformats.org/presentationml/2006/main">
  <p:tag name="THINKCELLSHAPEDONOTDELETE" val="tW.oi_fPuatLSvYIgK6FRcQ"/>
</p:tagLst>
</file>

<file path=ppt/tags/tag200.xml><?xml version="1.0" encoding="utf-8"?>
<p:tagLst xmlns:a="http://schemas.openxmlformats.org/drawingml/2006/main" xmlns:r="http://schemas.openxmlformats.org/officeDocument/2006/relationships" xmlns:p="http://schemas.openxmlformats.org/presentationml/2006/main">
  <p:tag name="THINKCELLSHAPEDONOTDELETE" val="tkYaXACFf5By9SCQhVE53YA"/>
</p:tagLst>
</file>

<file path=ppt/tags/tag201.xml><?xml version="1.0" encoding="utf-8"?>
<p:tagLst xmlns:a="http://schemas.openxmlformats.org/drawingml/2006/main" xmlns:r="http://schemas.openxmlformats.org/officeDocument/2006/relationships" xmlns:p="http://schemas.openxmlformats.org/presentationml/2006/main">
  <p:tag name="THINKCELLSHAPEDONOTDELETE" val="tuWuSdywvuRSb2ZbROzaTxA"/>
</p:tagLst>
</file>

<file path=ppt/tags/tag202.xml><?xml version="1.0" encoding="utf-8"?>
<p:tagLst xmlns:a="http://schemas.openxmlformats.org/drawingml/2006/main" xmlns:r="http://schemas.openxmlformats.org/officeDocument/2006/relationships" xmlns:p="http://schemas.openxmlformats.org/presentationml/2006/main">
  <p:tag name="THINKCELLSHAPEDONOTDELETE" val="tB8Dl5U2Ev66gsbwUmnjtVQ"/>
</p:tagLst>
</file>

<file path=ppt/tags/tag203.xml><?xml version="1.0" encoding="utf-8"?>
<p:tagLst xmlns:a="http://schemas.openxmlformats.org/drawingml/2006/main" xmlns:r="http://schemas.openxmlformats.org/officeDocument/2006/relationships" xmlns:p="http://schemas.openxmlformats.org/presentationml/2006/main">
  <p:tag name="THINKCELLSHAPEDONOTDELETE" val="tESr2kx4E8NUf6g34bJHyYA"/>
</p:tagLst>
</file>

<file path=ppt/tags/tag204.xml><?xml version="1.0" encoding="utf-8"?>
<p:tagLst xmlns:a="http://schemas.openxmlformats.org/drawingml/2006/main" xmlns:r="http://schemas.openxmlformats.org/officeDocument/2006/relationships" xmlns:p="http://schemas.openxmlformats.org/presentationml/2006/main">
  <p:tag name="THINKCELLSHAPEDONOTDELETE" val="toK5w2eWoVczZtjIk5XrBRQ"/>
</p:tagLst>
</file>

<file path=ppt/tags/tag205.xml><?xml version="1.0" encoding="utf-8"?>
<p:tagLst xmlns:a="http://schemas.openxmlformats.org/drawingml/2006/main" xmlns:r="http://schemas.openxmlformats.org/officeDocument/2006/relationships" xmlns:p="http://schemas.openxmlformats.org/presentationml/2006/main">
  <p:tag name="THINKCELLSHAPEDONOTDELETE" val="tQyJAc56wV5InlGrTMPeOvw"/>
</p:tagLst>
</file>

<file path=ppt/tags/tag206.xml><?xml version="1.0" encoding="utf-8"?>
<p:tagLst xmlns:a="http://schemas.openxmlformats.org/drawingml/2006/main" xmlns:r="http://schemas.openxmlformats.org/officeDocument/2006/relationships" xmlns:p="http://schemas.openxmlformats.org/presentationml/2006/main">
  <p:tag name="THINKCELLSHAPEDONOTDELETE" val="t6KLbWIQ26m9fNGxExhWNDQ"/>
</p:tagLst>
</file>

<file path=ppt/tags/tag207.xml><?xml version="1.0" encoding="utf-8"?>
<p:tagLst xmlns:a="http://schemas.openxmlformats.org/drawingml/2006/main" xmlns:r="http://schemas.openxmlformats.org/officeDocument/2006/relationships" xmlns:p="http://schemas.openxmlformats.org/presentationml/2006/main">
  <p:tag name="THINKCELLSHAPEDONOTDELETE" val="tX_udIvX8mQ1I7zgDLsRKPw"/>
</p:tagLst>
</file>

<file path=ppt/tags/tag208.xml><?xml version="1.0" encoding="utf-8"?>
<p:tagLst xmlns:a="http://schemas.openxmlformats.org/drawingml/2006/main" xmlns:r="http://schemas.openxmlformats.org/officeDocument/2006/relationships" xmlns:p="http://schemas.openxmlformats.org/presentationml/2006/main">
  <p:tag name="THINKCELLSHAPEDONOTDELETE" val="tb0e93ZI8.qDeLK_bdkW6CQ"/>
</p:tagLst>
</file>

<file path=ppt/tags/tag209.xml><?xml version="1.0" encoding="utf-8"?>
<p:tagLst xmlns:a="http://schemas.openxmlformats.org/drawingml/2006/main" xmlns:r="http://schemas.openxmlformats.org/officeDocument/2006/relationships" xmlns:p="http://schemas.openxmlformats.org/presentationml/2006/main">
  <p:tag name="THINKCELLSHAPEDONOTDELETE" val="tEhDVj6DReCiPDxLO1d94cA"/>
</p:tagLst>
</file>

<file path=ppt/tags/tag210.xml><?xml version="1.0" encoding="utf-8"?>
<p:tagLst xmlns:a="http://schemas.openxmlformats.org/drawingml/2006/main" xmlns:r="http://schemas.openxmlformats.org/officeDocument/2006/relationships" xmlns:p="http://schemas.openxmlformats.org/presentationml/2006/main">
  <p:tag name="THINKCELLSHAPEDONOTDELETE" val="tyGtAEROKotOyu1ab0UQYjQ"/>
</p:tagLst>
</file>

<file path=ppt/tags/tag211.xml><?xml version="1.0" encoding="utf-8"?>
<p:tagLst xmlns:a="http://schemas.openxmlformats.org/drawingml/2006/main" xmlns:r="http://schemas.openxmlformats.org/officeDocument/2006/relationships" xmlns:p="http://schemas.openxmlformats.org/presentationml/2006/main">
  <p:tag name="THINKCELLSHAPEDONOTDELETE" val="t6aAFwTuK5bNvzPU.2elTrw"/>
</p:tagLst>
</file>

<file path=ppt/tags/tag212.xml><?xml version="1.0" encoding="utf-8"?>
<p:tagLst xmlns:a="http://schemas.openxmlformats.org/drawingml/2006/main" xmlns:r="http://schemas.openxmlformats.org/officeDocument/2006/relationships" xmlns:p="http://schemas.openxmlformats.org/presentationml/2006/main">
  <p:tag name="THINKCELLSHAPEDONOTDELETE" val="tT60BiVf8SvbqvAUHv18kQw"/>
</p:tagLst>
</file>

<file path=ppt/tags/tag213.xml><?xml version="1.0" encoding="utf-8"?>
<p:tagLst xmlns:a="http://schemas.openxmlformats.org/drawingml/2006/main" xmlns:r="http://schemas.openxmlformats.org/officeDocument/2006/relationships" xmlns:p="http://schemas.openxmlformats.org/presentationml/2006/main">
  <p:tag name="THINKCELLSHAPEDONOTDELETE" val="tRU9aXJbOeLI93UokcCssyA"/>
</p:tagLst>
</file>

<file path=ppt/tags/tag214.xml><?xml version="1.0" encoding="utf-8"?>
<p:tagLst xmlns:a="http://schemas.openxmlformats.org/drawingml/2006/main" xmlns:r="http://schemas.openxmlformats.org/officeDocument/2006/relationships" xmlns:p="http://schemas.openxmlformats.org/presentationml/2006/main">
  <p:tag name="THINKCELLSHAPEDONOTDELETE" val="tJE4wm8BHXmFI2P9HFDfh1g"/>
</p:tagLst>
</file>

<file path=ppt/tags/tag215.xml><?xml version="1.0" encoding="utf-8"?>
<p:tagLst xmlns:a="http://schemas.openxmlformats.org/drawingml/2006/main" xmlns:r="http://schemas.openxmlformats.org/officeDocument/2006/relationships" xmlns:p="http://schemas.openxmlformats.org/presentationml/2006/main">
  <p:tag name="THINKCELLSHAPEDONOTDELETE" val="tythBjR5BHSVeFnlVPV29Iw"/>
</p:tagLst>
</file>

<file path=ppt/tags/tag216.xml><?xml version="1.0" encoding="utf-8"?>
<p:tagLst xmlns:a="http://schemas.openxmlformats.org/drawingml/2006/main" xmlns:r="http://schemas.openxmlformats.org/officeDocument/2006/relationships" xmlns:p="http://schemas.openxmlformats.org/presentationml/2006/main">
  <p:tag name="THINKCELLSHAPEDONOTDELETE" val="tYYEll_qDhXI1h9W9PJxWRg"/>
</p:tagLst>
</file>

<file path=ppt/tags/tag217.xml><?xml version="1.0" encoding="utf-8"?>
<p:tagLst xmlns:a="http://schemas.openxmlformats.org/drawingml/2006/main" xmlns:r="http://schemas.openxmlformats.org/officeDocument/2006/relationships" xmlns:p="http://schemas.openxmlformats.org/presentationml/2006/main">
  <p:tag name="THINKCELLSHAPEDONOTDELETE" val="tjyxvB_NWSAE0lIWAT2RZbQ"/>
</p:tagLst>
</file>

<file path=ppt/tags/tag218.xml><?xml version="1.0" encoding="utf-8"?>
<p:tagLst xmlns:a="http://schemas.openxmlformats.org/drawingml/2006/main" xmlns:r="http://schemas.openxmlformats.org/officeDocument/2006/relationships" xmlns:p="http://schemas.openxmlformats.org/presentationml/2006/main">
  <p:tag name="THINKCELLSHAPEDONOTDELETE" val="ttPm0OkMOX0vHahGgbjcAJQ"/>
</p:tagLst>
</file>

<file path=ppt/tags/tag219.xml><?xml version="1.0" encoding="utf-8"?>
<p:tagLst xmlns:a="http://schemas.openxmlformats.org/drawingml/2006/main" xmlns:r="http://schemas.openxmlformats.org/officeDocument/2006/relationships" xmlns:p="http://schemas.openxmlformats.org/presentationml/2006/main">
  <p:tag name="THINKCELLSHAPEDONOTDELETE" val="tU2eoxnHxgpnU6dh1tTFiMQ"/>
</p:tagLst>
</file>

<file path=ppt/tags/tag220.xml><?xml version="1.0" encoding="utf-8"?>
<p:tagLst xmlns:a="http://schemas.openxmlformats.org/drawingml/2006/main" xmlns:r="http://schemas.openxmlformats.org/officeDocument/2006/relationships" xmlns:p="http://schemas.openxmlformats.org/presentationml/2006/main">
  <p:tag name="THINKCELLSHAPEDONOTDELETE" val="t21_BvXWvpNsiHQkjeWUUIg"/>
</p:tagLst>
</file>

<file path=ppt/tags/tag221.xml><?xml version="1.0" encoding="utf-8"?>
<p:tagLst xmlns:a="http://schemas.openxmlformats.org/drawingml/2006/main" xmlns:r="http://schemas.openxmlformats.org/officeDocument/2006/relationships" xmlns:p="http://schemas.openxmlformats.org/presentationml/2006/main">
  <p:tag name="THINKCELLSHAPEDONOTDELETE" val="tNg5ufLYTUagiD_JUUQEKhA"/>
</p:tagLst>
</file>

<file path=ppt/tags/tag222.xml><?xml version="1.0" encoding="utf-8"?>
<p:tagLst xmlns:a="http://schemas.openxmlformats.org/drawingml/2006/main" xmlns:r="http://schemas.openxmlformats.org/officeDocument/2006/relationships" xmlns:p="http://schemas.openxmlformats.org/presentationml/2006/main">
  <p:tag name="THINKCELLSHAPEDONOTDELETE" val="tH8S1SeFvQanAygfZsS35rA"/>
</p:tagLst>
</file>

<file path=ppt/tags/tag223.xml><?xml version="1.0" encoding="utf-8"?>
<p:tagLst xmlns:a="http://schemas.openxmlformats.org/drawingml/2006/main" xmlns:r="http://schemas.openxmlformats.org/officeDocument/2006/relationships" xmlns:p="http://schemas.openxmlformats.org/presentationml/2006/main">
  <p:tag name="THINKCELLSHAPEDONOTDELETE" val="tQJb29hkRPrOoTQ2FplTQ1A"/>
</p:tagLst>
</file>

<file path=ppt/tags/tag224.xml><?xml version="1.0" encoding="utf-8"?>
<p:tagLst xmlns:a="http://schemas.openxmlformats.org/drawingml/2006/main" xmlns:r="http://schemas.openxmlformats.org/officeDocument/2006/relationships" xmlns:p="http://schemas.openxmlformats.org/presentationml/2006/main">
  <p:tag name="THINKCELLSHAPEDONOTDELETE" val="tAO8gSHuI54zeRpY85cX3.g"/>
</p:tagLst>
</file>

<file path=ppt/tags/tag225.xml><?xml version="1.0" encoding="utf-8"?>
<p:tagLst xmlns:a="http://schemas.openxmlformats.org/drawingml/2006/main" xmlns:r="http://schemas.openxmlformats.org/officeDocument/2006/relationships" xmlns:p="http://schemas.openxmlformats.org/presentationml/2006/main">
  <p:tag name="THINKCELLSHAPEDONOTDELETE" val="tBFxnegZlYBKT7rDjkPeY7A"/>
</p:tagLst>
</file>

<file path=ppt/tags/tag226.xml><?xml version="1.0" encoding="utf-8"?>
<p:tagLst xmlns:a="http://schemas.openxmlformats.org/drawingml/2006/main" xmlns:r="http://schemas.openxmlformats.org/officeDocument/2006/relationships" xmlns:p="http://schemas.openxmlformats.org/presentationml/2006/main">
  <p:tag name="THINKCELLSHAPEDONOTDELETE" val="tsiW.rosp_QS46SqAlRaeRQ"/>
</p:tagLst>
</file>

<file path=ppt/tags/tag227.xml><?xml version="1.0" encoding="utf-8"?>
<p:tagLst xmlns:a="http://schemas.openxmlformats.org/drawingml/2006/main" xmlns:r="http://schemas.openxmlformats.org/officeDocument/2006/relationships" xmlns:p="http://schemas.openxmlformats.org/presentationml/2006/main">
  <p:tag name="THINKCELLSHAPEDONOTDELETE" val="trkuWSM0ERjiD.wABYK5tLQ"/>
</p:tagLst>
</file>

<file path=ppt/tags/tag228.xml><?xml version="1.0" encoding="utf-8"?>
<p:tagLst xmlns:a="http://schemas.openxmlformats.org/drawingml/2006/main" xmlns:r="http://schemas.openxmlformats.org/officeDocument/2006/relationships" xmlns:p="http://schemas.openxmlformats.org/presentationml/2006/main">
  <p:tag name="THINKCELLSHAPEDONOTDELETE" val="t1kv8qgdJurmpmYRdS.KBHA"/>
</p:tagLst>
</file>

<file path=ppt/tags/tag2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0.xml><?xml version="1.0" encoding="utf-8"?>
<p:tagLst xmlns:a="http://schemas.openxmlformats.org/drawingml/2006/main" xmlns:r="http://schemas.openxmlformats.org/officeDocument/2006/relationships" xmlns:p="http://schemas.openxmlformats.org/presentationml/2006/main">
  <p:tag name="THINKCELLSHAPEDONOTDELETE" val="tJA4lrQMvEiU7iB1UYj6biw"/>
</p:tagLst>
</file>

<file path=ppt/tags/tag231.xml><?xml version="1.0" encoding="utf-8"?>
<p:tagLst xmlns:a="http://schemas.openxmlformats.org/drawingml/2006/main" xmlns:r="http://schemas.openxmlformats.org/officeDocument/2006/relationships" xmlns:p="http://schemas.openxmlformats.org/presentationml/2006/main">
  <p:tag name="THINKCELLSHAPEDONOTDELETE" val="tBcSJytybLIIMfA_Ak_OfXw"/>
</p:tagLst>
</file>

<file path=ppt/tags/tag232.xml><?xml version="1.0" encoding="utf-8"?>
<p:tagLst xmlns:a="http://schemas.openxmlformats.org/drawingml/2006/main" xmlns:r="http://schemas.openxmlformats.org/officeDocument/2006/relationships" xmlns:p="http://schemas.openxmlformats.org/presentationml/2006/main">
  <p:tag name="THINKCELLSHAPEDONOTDELETE" val="t5qUIgo3XjTkxXSvVL2usGw"/>
</p:tagLst>
</file>

<file path=ppt/tags/tag233.xml><?xml version="1.0" encoding="utf-8"?>
<p:tagLst xmlns:a="http://schemas.openxmlformats.org/drawingml/2006/main" xmlns:r="http://schemas.openxmlformats.org/officeDocument/2006/relationships" xmlns:p="http://schemas.openxmlformats.org/presentationml/2006/main">
  <p:tag name="THINKCELLSHAPEDONOTDELETE" val="t4sf9BeYmXRpuW4W7Gl5Mfg"/>
</p:tagLst>
</file>

<file path=ppt/tags/tag234.xml><?xml version="1.0" encoding="utf-8"?>
<p:tagLst xmlns:a="http://schemas.openxmlformats.org/drawingml/2006/main" xmlns:r="http://schemas.openxmlformats.org/officeDocument/2006/relationships" xmlns:p="http://schemas.openxmlformats.org/presentationml/2006/main">
  <p:tag name="THINKCELLSHAPEDONOTDELETE" val="tazUDOVUMHHvs59KlPZR7Hw"/>
</p:tagLst>
</file>

<file path=ppt/tags/tag235.xml><?xml version="1.0" encoding="utf-8"?>
<p:tagLst xmlns:a="http://schemas.openxmlformats.org/drawingml/2006/main" xmlns:r="http://schemas.openxmlformats.org/officeDocument/2006/relationships" xmlns:p="http://schemas.openxmlformats.org/presentationml/2006/main">
  <p:tag name="THINKCELLSHAPEDONOTDELETE" val="tX85gIlBdYALJO8TuZIcI.A"/>
</p:tagLst>
</file>

<file path=ppt/tags/tag236.xml><?xml version="1.0" encoding="utf-8"?>
<p:tagLst xmlns:a="http://schemas.openxmlformats.org/drawingml/2006/main" xmlns:r="http://schemas.openxmlformats.org/officeDocument/2006/relationships" xmlns:p="http://schemas.openxmlformats.org/presentationml/2006/main">
  <p:tag name="THINKCELLSHAPEDONOTDELETE" val="tZmx2psK50HsDESrZtnDdzQ"/>
</p:tagLst>
</file>

<file path=ppt/tags/tag237.xml><?xml version="1.0" encoding="utf-8"?>
<p:tagLst xmlns:a="http://schemas.openxmlformats.org/drawingml/2006/main" xmlns:r="http://schemas.openxmlformats.org/officeDocument/2006/relationships" xmlns:p="http://schemas.openxmlformats.org/presentationml/2006/main">
  <p:tag name="THINKCELLSHAPEDONOTDELETE" val="tBRlQGdhC4vBQq.thTtvq8g"/>
</p:tagLst>
</file>

<file path=ppt/tags/tag238.xml><?xml version="1.0" encoding="utf-8"?>
<p:tagLst xmlns:a="http://schemas.openxmlformats.org/drawingml/2006/main" xmlns:r="http://schemas.openxmlformats.org/officeDocument/2006/relationships" xmlns:p="http://schemas.openxmlformats.org/presentationml/2006/main">
  <p:tag name="THINKCELLSHAPEDONOTDELETE" val="tdaEoNFACjFmivA.ArN6z6Q"/>
</p:tagLst>
</file>

<file path=ppt/tags/tag239.xml><?xml version="1.0" encoding="utf-8"?>
<p:tagLst xmlns:a="http://schemas.openxmlformats.org/drawingml/2006/main" xmlns:r="http://schemas.openxmlformats.org/officeDocument/2006/relationships" xmlns:p="http://schemas.openxmlformats.org/presentationml/2006/main">
  <p:tag name="THINKCELLSHAPEDONOTDELETE" val="txl8DN1prWw1vGobJijRq0g"/>
</p:tagLst>
</file>

<file path=ppt/tags/tag240.xml><?xml version="1.0" encoding="utf-8"?>
<p:tagLst xmlns:a="http://schemas.openxmlformats.org/drawingml/2006/main" xmlns:r="http://schemas.openxmlformats.org/officeDocument/2006/relationships" xmlns:p="http://schemas.openxmlformats.org/presentationml/2006/main">
  <p:tag name="THINKCELLSHAPEDONOTDELETE" val="tFqWawm.ruEBJZZsY0cB08g"/>
</p:tagLst>
</file>

<file path=ppt/tags/tag241.xml><?xml version="1.0" encoding="utf-8"?>
<p:tagLst xmlns:a="http://schemas.openxmlformats.org/drawingml/2006/main" xmlns:r="http://schemas.openxmlformats.org/officeDocument/2006/relationships" xmlns:p="http://schemas.openxmlformats.org/presentationml/2006/main">
  <p:tag name="THINKCELLSHAPEDONOTDELETE" val="tXazvFOWPq__uTcE9NKpUOQ"/>
</p:tagLst>
</file>

<file path=ppt/tags/tag242.xml><?xml version="1.0" encoding="utf-8"?>
<p:tagLst xmlns:a="http://schemas.openxmlformats.org/drawingml/2006/main" xmlns:r="http://schemas.openxmlformats.org/officeDocument/2006/relationships" xmlns:p="http://schemas.openxmlformats.org/presentationml/2006/main">
  <p:tag name="THINKCELLSHAPEDONOTDELETE" val="t_H1BIKjoDhU2HfMJ3Lt_zA"/>
</p:tagLst>
</file>

<file path=ppt/tags/tag243.xml><?xml version="1.0" encoding="utf-8"?>
<p:tagLst xmlns:a="http://schemas.openxmlformats.org/drawingml/2006/main" xmlns:r="http://schemas.openxmlformats.org/officeDocument/2006/relationships" xmlns:p="http://schemas.openxmlformats.org/presentationml/2006/main">
  <p:tag name="THINKCELLSHAPEDONOTDELETE" val="tgihuZthdeWpCsVPdxBz13w"/>
</p:tagLst>
</file>

<file path=ppt/tags/tag244.xml><?xml version="1.0" encoding="utf-8"?>
<p:tagLst xmlns:a="http://schemas.openxmlformats.org/drawingml/2006/main" xmlns:r="http://schemas.openxmlformats.org/officeDocument/2006/relationships" xmlns:p="http://schemas.openxmlformats.org/presentationml/2006/main">
  <p:tag name="THINKCELLSHAPEDONOTDELETE" val="tiQsHiRjRjimUTp_8PQnzTA"/>
</p:tagLst>
</file>

<file path=ppt/tags/tag245.xml><?xml version="1.0" encoding="utf-8"?>
<p:tagLst xmlns:a="http://schemas.openxmlformats.org/drawingml/2006/main" xmlns:r="http://schemas.openxmlformats.org/officeDocument/2006/relationships" xmlns:p="http://schemas.openxmlformats.org/presentationml/2006/main">
  <p:tag name="THINKCELLSHAPEDONOTDELETE" val="tIghUOzkK1Sk1ooPeeUrEpg"/>
</p:tagLst>
</file>

<file path=ppt/tags/tag246.xml><?xml version="1.0" encoding="utf-8"?>
<p:tagLst xmlns:a="http://schemas.openxmlformats.org/drawingml/2006/main" xmlns:r="http://schemas.openxmlformats.org/officeDocument/2006/relationships" xmlns:p="http://schemas.openxmlformats.org/presentationml/2006/main">
  <p:tag name="THINKCELLSHAPEDONOTDELETE" val="tkLx8sInKr9vRy_Jw_iIyGg"/>
</p:tagLst>
</file>

<file path=ppt/tags/tag247.xml><?xml version="1.0" encoding="utf-8"?>
<p:tagLst xmlns:a="http://schemas.openxmlformats.org/drawingml/2006/main" xmlns:r="http://schemas.openxmlformats.org/officeDocument/2006/relationships" xmlns:p="http://schemas.openxmlformats.org/presentationml/2006/main">
  <p:tag name="THINKCELLSHAPEDONOTDELETE" val="tnYIQfKOdiTa469.X8B0o4A"/>
</p:tagLst>
</file>

<file path=ppt/tags/tag248.xml><?xml version="1.0" encoding="utf-8"?>
<p:tagLst xmlns:a="http://schemas.openxmlformats.org/drawingml/2006/main" xmlns:r="http://schemas.openxmlformats.org/officeDocument/2006/relationships" xmlns:p="http://schemas.openxmlformats.org/presentationml/2006/main">
  <p:tag name="THINKCELLSHAPEDONOTDELETE" val="t6OCCWQnMgJ0myJHLQohFXQ"/>
</p:tagLst>
</file>

<file path=ppt/tags/tag249.xml><?xml version="1.0" encoding="utf-8"?>
<p:tagLst xmlns:a="http://schemas.openxmlformats.org/drawingml/2006/main" xmlns:r="http://schemas.openxmlformats.org/officeDocument/2006/relationships" xmlns:p="http://schemas.openxmlformats.org/presentationml/2006/main">
  <p:tag name="THINKCELLSHAPEDONOTDELETE" val="t5WrqG.9wC0lWYq9OCkvu2w"/>
</p:tagLst>
</file>

<file path=ppt/tags/tag250.xml><?xml version="1.0" encoding="utf-8"?>
<p:tagLst xmlns:a="http://schemas.openxmlformats.org/drawingml/2006/main" xmlns:r="http://schemas.openxmlformats.org/officeDocument/2006/relationships" xmlns:p="http://schemas.openxmlformats.org/presentationml/2006/main">
  <p:tag name="THINKCELLSHAPEDONOTDELETE" val="tUe1Xmgo3Sw1T0GQ6CMQOkg"/>
</p:tagLst>
</file>

<file path=ppt/tags/tag251.xml><?xml version="1.0" encoding="utf-8"?>
<p:tagLst xmlns:a="http://schemas.openxmlformats.org/drawingml/2006/main" xmlns:r="http://schemas.openxmlformats.org/officeDocument/2006/relationships" xmlns:p="http://schemas.openxmlformats.org/presentationml/2006/main">
  <p:tag name="THINKCELLSHAPEDONOTDELETE" val="tMhxjQkot0a7xax2wBNZcJQ"/>
</p:tagLst>
</file>

<file path=ppt/tags/tag252.xml><?xml version="1.0" encoding="utf-8"?>
<p:tagLst xmlns:a="http://schemas.openxmlformats.org/drawingml/2006/main" xmlns:r="http://schemas.openxmlformats.org/officeDocument/2006/relationships" xmlns:p="http://schemas.openxmlformats.org/presentationml/2006/main">
  <p:tag name="THINKCELLSHAPEDONOTDELETE" val="tL4JC5ruSJucCzK.Uxu6S9w"/>
</p:tagLst>
</file>

<file path=ppt/tags/tag253.xml><?xml version="1.0" encoding="utf-8"?>
<p:tagLst xmlns:a="http://schemas.openxmlformats.org/drawingml/2006/main" xmlns:r="http://schemas.openxmlformats.org/officeDocument/2006/relationships" xmlns:p="http://schemas.openxmlformats.org/presentationml/2006/main">
  <p:tag name="THINKCELLSHAPEDONOTDELETE" val="tvmRLRzWiw8OyVhbQyNs.zg"/>
</p:tagLst>
</file>

<file path=ppt/tags/tag254.xml><?xml version="1.0" encoding="utf-8"?>
<p:tagLst xmlns:a="http://schemas.openxmlformats.org/drawingml/2006/main" xmlns:r="http://schemas.openxmlformats.org/officeDocument/2006/relationships" xmlns:p="http://schemas.openxmlformats.org/presentationml/2006/main">
  <p:tag name="THINKCELLSHAPEDONOTDELETE" val="tX45Fc_2XKW4_nHr9lKnyNw"/>
</p:tagLst>
</file>

<file path=ppt/tags/tag255.xml><?xml version="1.0" encoding="utf-8"?>
<p:tagLst xmlns:a="http://schemas.openxmlformats.org/drawingml/2006/main" xmlns:r="http://schemas.openxmlformats.org/officeDocument/2006/relationships" xmlns:p="http://schemas.openxmlformats.org/presentationml/2006/main">
  <p:tag name="THINKCELLSHAPEDONOTDELETE" val="taF.rUgo_rnd4S79lXddKug"/>
</p:tagLst>
</file>

<file path=ppt/tags/tag256.xml><?xml version="1.0" encoding="utf-8"?>
<p:tagLst xmlns:a="http://schemas.openxmlformats.org/drawingml/2006/main" xmlns:r="http://schemas.openxmlformats.org/officeDocument/2006/relationships" xmlns:p="http://schemas.openxmlformats.org/presentationml/2006/main">
  <p:tag name="THINKCELLSHAPEDONOTDELETE" val="tYQw.4xZvO.PTHJ8EqAYWbw"/>
</p:tagLst>
</file>

<file path=ppt/tags/tag257.xml><?xml version="1.0" encoding="utf-8"?>
<p:tagLst xmlns:a="http://schemas.openxmlformats.org/drawingml/2006/main" xmlns:r="http://schemas.openxmlformats.org/officeDocument/2006/relationships" xmlns:p="http://schemas.openxmlformats.org/presentationml/2006/main">
  <p:tag name="THINKCELLSHAPEDONOTDELETE" val="tAjsp5LIae179yQx9G0HZQw"/>
</p:tagLst>
</file>

<file path=ppt/tags/tag258.xml><?xml version="1.0" encoding="utf-8"?>
<p:tagLst xmlns:a="http://schemas.openxmlformats.org/drawingml/2006/main" xmlns:r="http://schemas.openxmlformats.org/officeDocument/2006/relationships" xmlns:p="http://schemas.openxmlformats.org/presentationml/2006/main">
  <p:tag name="THINKCELLSHAPEDONOTDELETE" val="t3fYpv7oCfqobvvUxbor__A"/>
</p:tagLst>
</file>

<file path=ppt/tags/tag259.xml><?xml version="1.0" encoding="utf-8"?>
<p:tagLst xmlns:a="http://schemas.openxmlformats.org/drawingml/2006/main" xmlns:r="http://schemas.openxmlformats.org/officeDocument/2006/relationships" xmlns:p="http://schemas.openxmlformats.org/presentationml/2006/main">
  <p:tag name="THINKCELLSHAPEDONOTDELETE" val="tsyUqInQIvJr2nsJ._yybgw"/>
</p:tagLst>
</file>

<file path=ppt/tags/tag260.xml><?xml version="1.0" encoding="utf-8"?>
<p:tagLst xmlns:a="http://schemas.openxmlformats.org/drawingml/2006/main" xmlns:r="http://schemas.openxmlformats.org/officeDocument/2006/relationships" xmlns:p="http://schemas.openxmlformats.org/presentationml/2006/main">
  <p:tag name="THINKCELLSHAPEDONOTDELETE" val="tsWIOh9bRcFKAk45oX1BW4Q"/>
</p:tagLst>
</file>

<file path=ppt/tags/tag261.xml><?xml version="1.0" encoding="utf-8"?>
<p:tagLst xmlns:a="http://schemas.openxmlformats.org/drawingml/2006/main" xmlns:r="http://schemas.openxmlformats.org/officeDocument/2006/relationships" xmlns:p="http://schemas.openxmlformats.org/presentationml/2006/main">
  <p:tag name="THINKCELLSHAPEDONOTDELETE" val="tSFbd32frTst1N64B_P7EvQ"/>
</p:tagLst>
</file>

<file path=ppt/tags/tag262.xml><?xml version="1.0" encoding="utf-8"?>
<p:tagLst xmlns:a="http://schemas.openxmlformats.org/drawingml/2006/main" xmlns:r="http://schemas.openxmlformats.org/officeDocument/2006/relationships" xmlns:p="http://schemas.openxmlformats.org/presentationml/2006/main">
  <p:tag name="THINKCELLSHAPEDONOTDELETE" val="tlWAROicrh47jHrMxEg7RZg"/>
</p:tagLst>
</file>

<file path=ppt/tags/tag263.xml><?xml version="1.0" encoding="utf-8"?>
<p:tagLst xmlns:a="http://schemas.openxmlformats.org/drawingml/2006/main" xmlns:r="http://schemas.openxmlformats.org/officeDocument/2006/relationships" xmlns:p="http://schemas.openxmlformats.org/presentationml/2006/main">
  <p:tag name="THINKCELLSHAPEDONOTDELETE" val="tFY4.UVgD_ufHikJKiHE4Ww"/>
</p:tagLst>
</file>

<file path=ppt/tags/tag264.xml><?xml version="1.0" encoding="utf-8"?>
<p:tagLst xmlns:a="http://schemas.openxmlformats.org/drawingml/2006/main" xmlns:r="http://schemas.openxmlformats.org/officeDocument/2006/relationships" xmlns:p="http://schemas.openxmlformats.org/presentationml/2006/main">
  <p:tag name="THINKCELLSHAPEDONOTDELETE" val="t98V5nqFxoGgACEDEUaHl_g"/>
</p:tagLst>
</file>

<file path=ppt/tags/tag265.xml><?xml version="1.0" encoding="utf-8"?>
<p:tagLst xmlns:a="http://schemas.openxmlformats.org/drawingml/2006/main" xmlns:r="http://schemas.openxmlformats.org/officeDocument/2006/relationships" xmlns:p="http://schemas.openxmlformats.org/presentationml/2006/main">
  <p:tag name="THINKCELLSHAPEDONOTDELETE" val="tUul2mm_jKNOxA2RlqRaTmg"/>
</p:tagLst>
</file>

<file path=ppt/tags/tag266.xml><?xml version="1.0" encoding="utf-8"?>
<p:tagLst xmlns:a="http://schemas.openxmlformats.org/drawingml/2006/main" xmlns:r="http://schemas.openxmlformats.org/officeDocument/2006/relationships" xmlns:p="http://schemas.openxmlformats.org/presentationml/2006/main">
  <p:tag name="THINKCELLSHAPEDONOTDELETE" val="tQmGP_Lpbr3.IzG4gxExVEg"/>
</p:tagLst>
</file>

<file path=ppt/tags/tag267.xml><?xml version="1.0" encoding="utf-8"?>
<p:tagLst xmlns:a="http://schemas.openxmlformats.org/drawingml/2006/main" xmlns:r="http://schemas.openxmlformats.org/officeDocument/2006/relationships" xmlns:p="http://schemas.openxmlformats.org/presentationml/2006/main">
  <p:tag name="THINKCELLSHAPEDONOTDELETE" val="txZMeD53fBvcLvW24eSHfVA"/>
</p:tagLst>
</file>

<file path=ppt/tags/tag268.xml><?xml version="1.0" encoding="utf-8"?>
<p:tagLst xmlns:a="http://schemas.openxmlformats.org/drawingml/2006/main" xmlns:r="http://schemas.openxmlformats.org/officeDocument/2006/relationships" xmlns:p="http://schemas.openxmlformats.org/presentationml/2006/main">
  <p:tag name="THINKCELLSHAPEDONOTDELETE" val="twH0wWCXZYhNvkBQnh7joVA"/>
</p:tagLst>
</file>

<file path=ppt/tags/tag269.xml><?xml version="1.0" encoding="utf-8"?>
<p:tagLst xmlns:a="http://schemas.openxmlformats.org/drawingml/2006/main" xmlns:r="http://schemas.openxmlformats.org/officeDocument/2006/relationships" xmlns:p="http://schemas.openxmlformats.org/presentationml/2006/main">
  <p:tag name="THINKCELLSHAPEDONOTDELETE" val="tmb5UMTh3KkZhoLkvUyT0lg"/>
</p:tagLst>
</file>

<file path=ppt/tags/tag270.xml><?xml version="1.0" encoding="utf-8"?>
<p:tagLst xmlns:a="http://schemas.openxmlformats.org/drawingml/2006/main" xmlns:r="http://schemas.openxmlformats.org/officeDocument/2006/relationships" xmlns:p="http://schemas.openxmlformats.org/presentationml/2006/main">
  <p:tag name="THINKCELLSHAPEDONOTDELETE" val="t.BLb03kOZ_S_3SrjAJRDfw"/>
</p:tagLst>
</file>

<file path=ppt/tags/tag271.xml><?xml version="1.0" encoding="utf-8"?>
<p:tagLst xmlns:a="http://schemas.openxmlformats.org/drawingml/2006/main" xmlns:r="http://schemas.openxmlformats.org/officeDocument/2006/relationships" xmlns:p="http://schemas.openxmlformats.org/presentationml/2006/main">
  <p:tag name="THINKCELLSHAPEDONOTDELETE" val="t7Tu0xvR3qAaGfLosANyIpg"/>
</p:tagLst>
</file>

<file path=ppt/tags/tag272.xml><?xml version="1.0" encoding="utf-8"?>
<p:tagLst xmlns:a="http://schemas.openxmlformats.org/drawingml/2006/main" xmlns:r="http://schemas.openxmlformats.org/officeDocument/2006/relationships" xmlns:p="http://schemas.openxmlformats.org/presentationml/2006/main">
  <p:tag name="THINKCELLSHAPEDONOTDELETE" val="tu.UJNCCSy8SPTuHf6ob2vQ"/>
</p:tagLst>
</file>

<file path=ppt/tags/tag273.xml><?xml version="1.0" encoding="utf-8"?>
<p:tagLst xmlns:a="http://schemas.openxmlformats.org/drawingml/2006/main" xmlns:r="http://schemas.openxmlformats.org/officeDocument/2006/relationships" xmlns:p="http://schemas.openxmlformats.org/presentationml/2006/main">
  <p:tag name="THINKCELLSHAPEDONOTDELETE" val="tkYaXACFf5By9SCQhVE53YA"/>
</p:tagLst>
</file>

<file path=ppt/tags/tag274.xml><?xml version="1.0" encoding="utf-8"?>
<p:tagLst xmlns:a="http://schemas.openxmlformats.org/drawingml/2006/main" xmlns:r="http://schemas.openxmlformats.org/officeDocument/2006/relationships" xmlns:p="http://schemas.openxmlformats.org/presentationml/2006/main">
  <p:tag name="THINKCELLSHAPEDONOTDELETE" val="tB8Dl5U2Ev66gsbwUmnjtVQ"/>
</p:tagLst>
</file>

<file path=ppt/tags/tag275.xml><?xml version="1.0" encoding="utf-8"?>
<p:tagLst xmlns:a="http://schemas.openxmlformats.org/drawingml/2006/main" xmlns:r="http://schemas.openxmlformats.org/officeDocument/2006/relationships" xmlns:p="http://schemas.openxmlformats.org/presentationml/2006/main">
  <p:tag name="THINKCELLSHAPEDONOTDELETE" val="toK5w2eWoVczZtjIk5XrBRQ"/>
</p:tagLst>
</file>

<file path=ppt/tags/tag276.xml><?xml version="1.0" encoding="utf-8"?>
<p:tagLst xmlns:a="http://schemas.openxmlformats.org/drawingml/2006/main" xmlns:r="http://schemas.openxmlformats.org/officeDocument/2006/relationships" xmlns:p="http://schemas.openxmlformats.org/presentationml/2006/main">
  <p:tag name="THINKCELLSHAPEDONOTDELETE" val="t6KLbWIQ26m9fNGxExhWNDQ"/>
</p:tagLst>
</file>

<file path=ppt/tags/tag277.xml><?xml version="1.0" encoding="utf-8"?>
<p:tagLst xmlns:a="http://schemas.openxmlformats.org/drawingml/2006/main" xmlns:r="http://schemas.openxmlformats.org/officeDocument/2006/relationships" xmlns:p="http://schemas.openxmlformats.org/presentationml/2006/main">
  <p:tag name="THINKCELLSHAPEDONOTDELETE" val="tb0e93ZI8.qDeLK_bdkW6CQ"/>
</p:tagLst>
</file>

<file path=ppt/tags/tag278.xml><?xml version="1.0" encoding="utf-8"?>
<p:tagLst xmlns:a="http://schemas.openxmlformats.org/drawingml/2006/main" xmlns:r="http://schemas.openxmlformats.org/officeDocument/2006/relationships" xmlns:p="http://schemas.openxmlformats.org/presentationml/2006/main">
  <p:tag name="THINKCELLSHAPEDONOTDELETE" val="tyGtAEROKotOyu1ab0UQYjQ"/>
</p:tagLst>
</file>

<file path=ppt/tags/tag279.xml><?xml version="1.0" encoding="utf-8"?>
<p:tagLst xmlns:a="http://schemas.openxmlformats.org/drawingml/2006/main" xmlns:r="http://schemas.openxmlformats.org/officeDocument/2006/relationships" xmlns:p="http://schemas.openxmlformats.org/presentationml/2006/main">
  <p:tag name="THINKCELLSHAPEDONOTDELETE" val="tT60BiVf8SvbqvAUHv18kQw"/>
</p:tagLst>
</file>

<file path=ppt/tags/tag280.xml><?xml version="1.0" encoding="utf-8"?>
<p:tagLst xmlns:a="http://schemas.openxmlformats.org/drawingml/2006/main" xmlns:r="http://schemas.openxmlformats.org/officeDocument/2006/relationships" xmlns:p="http://schemas.openxmlformats.org/presentationml/2006/main">
  <p:tag name="THINKCELLSHAPEDONOTDELETE" val="tJE4wm8BHXmFI2P9HFDfh1g"/>
</p:tagLst>
</file>

<file path=ppt/tags/tag281.xml><?xml version="1.0" encoding="utf-8"?>
<p:tagLst xmlns:a="http://schemas.openxmlformats.org/drawingml/2006/main" xmlns:r="http://schemas.openxmlformats.org/officeDocument/2006/relationships" xmlns:p="http://schemas.openxmlformats.org/presentationml/2006/main">
  <p:tag name="THINKCELLSHAPEDONOTDELETE" val="tYYEll_qDhXI1h9W9PJxWRg"/>
</p:tagLst>
</file>

<file path=ppt/tags/tag282.xml><?xml version="1.0" encoding="utf-8"?>
<p:tagLst xmlns:a="http://schemas.openxmlformats.org/drawingml/2006/main" xmlns:r="http://schemas.openxmlformats.org/officeDocument/2006/relationships" xmlns:p="http://schemas.openxmlformats.org/presentationml/2006/main">
  <p:tag name="THINKCELLSHAPEDONOTDELETE" val="ttPm0OkMOX0vHahGgbjcAJQ"/>
</p:tagLst>
</file>

<file path=ppt/tags/tag283.xml><?xml version="1.0" encoding="utf-8"?>
<p:tagLst xmlns:a="http://schemas.openxmlformats.org/drawingml/2006/main" xmlns:r="http://schemas.openxmlformats.org/officeDocument/2006/relationships" xmlns:p="http://schemas.openxmlformats.org/presentationml/2006/main">
  <p:tag name="THINKCELLSHAPEDONOTDELETE" val="t21_BvXWvpNsiHQkjeWUUIg"/>
</p:tagLst>
</file>

<file path=ppt/tags/tag284.xml><?xml version="1.0" encoding="utf-8"?>
<p:tagLst xmlns:a="http://schemas.openxmlformats.org/drawingml/2006/main" xmlns:r="http://schemas.openxmlformats.org/officeDocument/2006/relationships" xmlns:p="http://schemas.openxmlformats.org/presentationml/2006/main">
  <p:tag name="THINKCELLSHAPEDONOTDELETE" val="tNg5ufLYTUagiD_JUUQEKhA"/>
</p:tagLst>
</file>

<file path=ppt/tags/tag285.xml><?xml version="1.0" encoding="utf-8"?>
<p:tagLst xmlns:a="http://schemas.openxmlformats.org/drawingml/2006/main" xmlns:r="http://schemas.openxmlformats.org/officeDocument/2006/relationships" xmlns:p="http://schemas.openxmlformats.org/presentationml/2006/main">
  <p:tag name="THINKCELLSHAPEDONOTDELETE" val="tH8S1SeFvQanAygfZsS35rA"/>
</p:tagLst>
</file>

<file path=ppt/tags/tag286.xml><?xml version="1.0" encoding="utf-8"?>
<p:tagLst xmlns:a="http://schemas.openxmlformats.org/drawingml/2006/main" xmlns:r="http://schemas.openxmlformats.org/officeDocument/2006/relationships" xmlns:p="http://schemas.openxmlformats.org/presentationml/2006/main">
  <p:tag name="THINKCELLSHAPEDONOTDELETE" val="tAO8gSHuI54zeRpY85cX3.g"/>
</p:tagLst>
</file>

<file path=ppt/tags/tag287.xml><?xml version="1.0" encoding="utf-8"?>
<p:tagLst xmlns:a="http://schemas.openxmlformats.org/drawingml/2006/main" xmlns:r="http://schemas.openxmlformats.org/officeDocument/2006/relationships" xmlns:p="http://schemas.openxmlformats.org/presentationml/2006/main">
  <p:tag name="THINKCELLSHAPEDONOTDELETE" val="t6aAFwTuK5bNvzPU.2elTrw"/>
</p:tagLst>
</file>

<file path=ppt/tags/tag288.xml><?xml version="1.0" encoding="utf-8"?>
<p:tagLst xmlns:a="http://schemas.openxmlformats.org/drawingml/2006/main" xmlns:r="http://schemas.openxmlformats.org/officeDocument/2006/relationships" xmlns:p="http://schemas.openxmlformats.org/presentationml/2006/main">
  <p:tag name="THINKCELLSHAPEDONOTDELETE" val="tsiW.rosp_QS46SqAlRaeRQ"/>
</p:tagLst>
</file>

<file path=ppt/tags/tag289.xml><?xml version="1.0" encoding="utf-8"?>
<p:tagLst xmlns:a="http://schemas.openxmlformats.org/drawingml/2006/main" xmlns:r="http://schemas.openxmlformats.org/officeDocument/2006/relationships" xmlns:p="http://schemas.openxmlformats.org/presentationml/2006/main">
  <p:tag name="THINKCELLSHAPEDONOTDELETE" val="tRU9aXJbOeLI93UokcCssyA"/>
</p:tagLst>
</file>

<file path=ppt/tags/tag290.xml><?xml version="1.0" encoding="utf-8"?>
<p:tagLst xmlns:a="http://schemas.openxmlformats.org/drawingml/2006/main" xmlns:r="http://schemas.openxmlformats.org/officeDocument/2006/relationships" xmlns:p="http://schemas.openxmlformats.org/presentationml/2006/main">
  <p:tag name="THINKCELLSHAPEDONOTDELETE" val="tQyJAc56wV5InlGrTMPeOvw"/>
</p:tagLst>
</file>

<file path=ppt/tags/tag291.xml><?xml version="1.0" encoding="utf-8"?>
<p:tagLst xmlns:a="http://schemas.openxmlformats.org/drawingml/2006/main" xmlns:r="http://schemas.openxmlformats.org/officeDocument/2006/relationships" xmlns:p="http://schemas.openxmlformats.org/presentationml/2006/main">
  <p:tag name="THINKCELLSHAPEDONOTDELETE" val="tythBjR5BHSVeFnlVPV29Iw"/>
</p:tagLst>
</file>

<file path=ppt/tags/tag292.xml><?xml version="1.0" encoding="utf-8"?>
<p:tagLst xmlns:a="http://schemas.openxmlformats.org/drawingml/2006/main" xmlns:r="http://schemas.openxmlformats.org/officeDocument/2006/relationships" xmlns:p="http://schemas.openxmlformats.org/presentationml/2006/main">
  <p:tag name="THINKCELLSHAPEDONOTDELETE" val="tuWuSdywvuRSb2ZbROzaTxA"/>
</p:tagLst>
</file>

<file path=ppt/tags/tag293.xml><?xml version="1.0" encoding="utf-8"?>
<p:tagLst xmlns:a="http://schemas.openxmlformats.org/drawingml/2006/main" xmlns:r="http://schemas.openxmlformats.org/officeDocument/2006/relationships" xmlns:p="http://schemas.openxmlformats.org/presentationml/2006/main">
  <p:tag name="THINKCELLSHAPEDONOTDELETE" val="tjyxvB_NWSAE0lIWAT2RZbQ"/>
</p:tagLst>
</file>

<file path=ppt/tags/tag294.xml><?xml version="1.0" encoding="utf-8"?>
<p:tagLst xmlns:a="http://schemas.openxmlformats.org/drawingml/2006/main" xmlns:r="http://schemas.openxmlformats.org/officeDocument/2006/relationships" xmlns:p="http://schemas.openxmlformats.org/presentationml/2006/main">
  <p:tag name="THINKCELLSHAPEDONOTDELETE" val="tX_udIvX8mQ1I7zgDLsRKPw"/>
</p:tagLst>
</file>

<file path=ppt/tags/tag295.xml><?xml version="1.0" encoding="utf-8"?>
<p:tagLst xmlns:a="http://schemas.openxmlformats.org/drawingml/2006/main" xmlns:r="http://schemas.openxmlformats.org/officeDocument/2006/relationships" xmlns:p="http://schemas.openxmlformats.org/presentationml/2006/main">
  <p:tag name="THINKCELLSHAPEDONOTDELETE" val="trIEoQaNJFMIuwHdsgrzhiQ"/>
</p:tagLst>
</file>

<file path=ppt/tags/tag296.xml><?xml version="1.0" encoding="utf-8"?>
<p:tagLst xmlns:a="http://schemas.openxmlformats.org/drawingml/2006/main" xmlns:r="http://schemas.openxmlformats.org/officeDocument/2006/relationships" xmlns:p="http://schemas.openxmlformats.org/presentationml/2006/main">
  <p:tag name="THINKCELLSHAPEDONOTDELETE" val="tW.oi_fPuatLSvYIgK6FRcQ"/>
</p:tagLst>
</file>

<file path=ppt/tags/tag297.xml><?xml version="1.0" encoding="utf-8"?>
<p:tagLst xmlns:a="http://schemas.openxmlformats.org/drawingml/2006/main" xmlns:r="http://schemas.openxmlformats.org/officeDocument/2006/relationships" xmlns:p="http://schemas.openxmlformats.org/presentationml/2006/main">
  <p:tag name="THINKCELLSHAPEDONOTDELETE" val="t1kv8qgdJurmpmYRdS.KBHA"/>
</p:tagLst>
</file>

<file path=ppt/tags/tag298.xml><?xml version="1.0" encoding="utf-8"?>
<p:tagLst xmlns:a="http://schemas.openxmlformats.org/drawingml/2006/main" xmlns:r="http://schemas.openxmlformats.org/officeDocument/2006/relationships" xmlns:p="http://schemas.openxmlformats.org/presentationml/2006/main">
  <p:tag name="THINKCELLSHAPEDONOTDELETE" val="tEhDVj6DReCiPDxLO1d94cA"/>
</p:tagLst>
</file>

<file path=ppt/tags/tag299.xml><?xml version="1.0" encoding="utf-8"?>
<p:tagLst xmlns:a="http://schemas.openxmlformats.org/drawingml/2006/main" xmlns:r="http://schemas.openxmlformats.org/officeDocument/2006/relationships" xmlns:p="http://schemas.openxmlformats.org/presentationml/2006/main">
  <p:tag name="THINKCELLSHAPEDONOTDELETE" val="tQJb29hkRPrOoTQ2FplTQ1A"/>
</p:tagLst>
</file>

<file path=ppt/tags/tag300.xml><?xml version="1.0" encoding="utf-8"?>
<p:tagLst xmlns:a="http://schemas.openxmlformats.org/drawingml/2006/main" xmlns:r="http://schemas.openxmlformats.org/officeDocument/2006/relationships" xmlns:p="http://schemas.openxmlformats.org/presentationml/2006/main">
  <p:tag name="THINKCELLSHAPEDONOTDELETE" val="tESr2kx4E8NUf6g34bJHyYA"/>
</p:tagLst>
</file>

<file path=ppt/tags/tag301.xml><?xml version="1.0" encoding="utf-8"?>
<p:tagLst xmlns:a="http://schemas.openxmlformats.org/drawingml/2006/main" xmlns:r="http://schemas.openxmlformats.org/officeDocument/2006/relationships" xmlns:p="http://schemas.openxmlformats.org/presentationml/2006/main">
  <p:tag name="THINKCELLSHAPEDONOTDELETE" val="tBFxnegZlYBKT7rDjkPeY7A"/>
</p:tagLst>
</file>

<file path=ppt/tags/tag302.xml><?xml version="1.0" encoding="utf-8"?>
<p:tagLst xmlns:a="http://schemas.openxmlformats.org/drawingml/2006/main" xmlns:r="http://schemas.openxmlformats.org/officeDocument/2006/relationships" xmlns:p="http://schemas.openxmlformats.org/presentationml/2006/main">
  <p:tag name="THINKCELLSHAPEDONOTDELETE" val="tU2eoxnHxgpnU6dh1tTFiMQ"/>
</p:tagLst>
</file>

<file path=ppt/tags/tag30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4.xml><?xml version="1.0" encoding="utf-8"?>
<p:tagLst xmlns:a="http://schemas.openxmlformats.org/drawingml/2006/main" xmlns:r="http://schemas.openxmlformats.org/officeDocument/2006/relationships" xmlns:p="http://schemas.openxmlformats.org/presentationml/2006/main">
  <p:tag name="THINKCELLSHAPEDONOTDELETE" val="tJA4lrQMvEiU7iB1UYj6biw"/>
</p:tagLst>
</file>

<file path=ppt/tags/tag305.xml><?xml version="1.0" encoding="utf-8"?>
<p:tagLst xmlns:a="http://schemas.openxmlformats.org/drawingml/2006/main" xmlns:r="http://schemas.openxmlformats.org/officeDocument/2006/relationships" xmlns:p="http://schemas.openxmlformats.org/presentationml/2006/main">
  <p:tag name="THINKCELLSHAPEDONOTDELETE" val="tBcSJytybLIIMfA_Ak_OfXw"/>
</p:tagLst>
</file>

<file path=ppt/tags/tag306.xml><?xml version="1.0" encoding="utf-8"?>
<p:tagLst xmlns:a="http://schemas.openxmlformats.org/drawingml/2006/main" xmlns:r="http://schemas.openxmlformats.org/officeDocument/2006/relationships" xmlns:p="http://schemas.openxmlformats.org/presentationml/2006/main">
  <p:tag name="THINKCELLSHAPEDONOTDELETE" val="t5qUIgo3XjTkxXSvVL2usGw"/>
</p:tagLst>
</file>

<file path=ppt/tags/tag307.xml><?xml version="1.0" encoding="utf-8"?>
<p:tagLst xmlns:a="http://schemas.openxmlformats.org/drawingml/2006/main" xmlns:r="http://schemas.openxmlformats.org/officeDocument/2006/relationships" xmlns:p="http://schemas.openxmlformats.org/presentationml/2006/main">
  <p:tag name="THINKCELLSHAPEDONOTDELETE" val="t4sf9BeYmXRpuW4W7Gl5Mfg"/>
</p:tagLst>
</file>

<file path=ppt/tags/tag308.xml><?xml version="1.0" encoding="utf-8"?>
<p:tagLst xmlns:a="http://schemas.openxmlformats.org/drawingml/2006/main" xmlns:r="http://schemas.openxmlformats.org/officeDocument/2006/relationships" xmlns:p="http://schemas.openxmlformats.org/presentationml/2006/main">
  <p:tag name="THINKCELLSHAPEDONOTDELETE" val="tazUDOVUMHHvs59KlPZR7Hw"/>
</p:tagLst>
</file>

<file path=ppt/tags/tag309.xml><?xml version="1.0" encoding="utf-8"?>
<p:tagLst xmlns:a="http://schemas.openxmlformats.org/drawingml/2006/main" xmlns:r="http://schemas.openxmlformats.org/officeDocument/2006/relationships" xmlns:p="http://schemas.openxmlformats.org/presentationml/2006/main">
  <p:tag name="THINKCELLSHAPEDONOTDELETE" val="tX85gIlBdYALJO8TuZIcI.A"/>
</p:tagLst>
</file>

<file path=ppt/tags/tag310.xml><?xml version="1.0" encoding="utf-8"?>
<p:tagLst xmlns:a="http://schemas.openxmlformats.org/drawingml/2006/main" xmlns:r="http://schemas.openxmlformats.org/officeDocument/2006/relationships" xmlns:p="http://schemas.openxmlformats.org/presentationml/2006/main">
  <p:tag name="THINKCELLSHAPEDONOTDELETE" val="tZmx2psK50HsDESrZtnDdzQ"/>
</p:tagLst>
</file>

<file path=ppt/tags/tag311.xml><?xml version="1.0" encoding="utf-8"?>
<p:tagLst xmlns:a="http://schemas.openxmlformats.org/drawingml/2006/main" xmlns:r="http://schemas.openxmlformats.org/officeDocument/2006/relationships" xmlns:p="http://schemas.openxmlformats.org/presentationml/2006/main">
  <p:tag name="THINKCELLSHAPEDONOTDELETE" val="tBRlQGdhC4vBQq.thTtvq8g"/>
</p:tagLst>
</file>

<file path=ppt/tags/tag312.xml><?xml version="1.0" encoding="utf-8"?>
<p:tagLst xmlns:a="http://schemas.openxmlformats.org/drawingml/2006/main" xmlns:r="http://schemas.openxmlformats.org/officeDocument/2006/relationships" xmlns:p="http://schemas.openxmlformats.org/presentationml/2006/main">
  <p:tag name="THINKCELLSHAPEDONOTDELETE" val="tdaEoNFACjFmivA.ArN6z6Q"/>
</p:tagLst>
</file>

<file path=ppt/tags/tag313.xml><?xml version="1.0" encoding="utf-8"?>
<p:tagLst xmlns:a="http://schemas.openxmlformats.org/drawingml/2006/main" xmlns:r="http://schemas.openxmlformats.org/officeDocument/2006/relationships" xmlns:p="http://schemas.openxmlformats.org/presentationml/2006/main">
  <p:tag name="THINKCELLSHAPEDONOTDELETE" val="txl8DN1prWw1vGobJijRq0g"/>
</p:tagLst>
</file>

<file path=ppt/tags/tag314.xml><?xml version="1.0" encoding="utf-8"?>
<p:tagLst xmlns:a="http://schemas.openxmlformats.org/drawingml/2006/main" xmlns:r="http://schemas.openxmlformats.org/officeDocument/2006/relationships" xmlns:p="http://schemas.openxmlformats.org/presentationml/2006/main">
  <p:tag name="THINKCELLSHAPEDONOTDELETE" val="tFqWawm.ruEBJZZsY0cB08g"/>
</p:tagLst>
</file>

<file path=ppt/tags/tag315.xml><?xml version="1.0" encoding="utf-8"?>
<p:tagLst xmlns:a="http://schemas.openxmlformats.org/drawingml/2006/main" xmlns:r="http://schemas.openxmlformats.org/officeDocument/2006/relationships" xmlns:p="http://schemas.openxmlformats.org/presentationml/2006/main">
  <p:tag name="THINKCELLSHAPEDONOTDELETE" val="tXazvFOWPq__uTcE9NKpUOQ"/>
</p:tagLst>
</file>

<file path=ppt/tags/tag316.xml><?xml version="1.0" encoding="utf-8"?>
<p:tagLst xmlns:a="http://schemas.openxmlformats.org/drawingml/2006/main" xmlns:r="http://schemas.openxmlformats.org/officeDocument/2006/relationships" xmlns:p="http://schemas.openxmlformats.org/presentationml/2006/main">
  <p:tag name="THINKCELLSHAPEDONOTDELETE" val="t_H1BIKjoDhU2HfMJ3Lt_zA"/>
</p:tagLst>
</file>

<file path=ppt/tags/tag317.xml><?xml version="1.0" encoding="utf-8"?>
<p:tagLst xmlns:a="http://schemas.openxmlformats.org/drawingml/2006/main" xmlns:r="http://schemas.openxmlformats.org/officeDocument/2006/relationships" xmlns:p="http://schemas.openxmlformats.org/presentationml/2006/main">
  <p:tag name="THINKCELLSHAPEDONOTDELETE" val="tdiR3w9Vjk8GdqVbGts5l_w"/>
</p:tagLst>
</file>

<file path=ppt/tags/tag318.xml><?xml version="1.0" encoding="utf-8"?>
<p:tagLst xmlns:a="http://schemas.openxmlformats.org/drawingml/2006/main" xmlns:r="http://schemas.openxmlformats.org/officeDocument/2006/relationships" xmlns:p="http://schemas.openxmlformats.org/presentationml/2006/main">
  <p:tag name="THINKCELLSHAPEDONOTDELETE" val="t59r_L83Ftp3a25PPOKXwcw"/>
</p:tagLst>
</file>

<file path=ppt/tags/tag319.xml><?xml version="1.0" encoding="utf-8"?>
<p:tagLst xmlns:a="http://schemas.openxmlformats.org/drawingml/2006/main" xmlns:r="http://schemas.openxmlformats.org/officeDocument/2006/relationships" xmlns:p="http://schemas.openxmlformats.org/presentationml/2006/main">
  <p:tag name="THINKCELLSHAPEDONOTDELETE" val="tkXP5p9UNBgbm37kGJxLpHA"/>
</p:tagLst>
</file>

<file path=ppt/tags/tag320.xml><?xml version="1.0" encoding="utf-8"?>
<p:tagLst xmlns:a="http://schemas.openxmlformats.org/drawingml/2006/main" xmlns:r="http://schemas.openxmlformats.org/officeDocument/2006/relationships" xmlns:p="http://schemas.openxmlformats.org/presentationml/2006/main">
  <p:tag name="THINKCELLSHAPEDONOTDELETE" val="t0zmdNMZ1MJpuElS0YIUqHA"/>
</p:tagLst>
</file>

<file path=ppt/tags/tag321.xml><?xml version="1.0" encoding="utf-8"?>
<p:tagLst xmlns:a="http://schemas.openxmlformats.org/drawingml/2006/main" xmlns:r="http://schemas.openxmlformats.org/officeDocument/2006/relationships" xmlns:p="http://schemas.openxmlformats.org/presentationml/2006/main">
  <p:tag name="THINKCELLSHAPEDONOTDELETE" val="tt6mwoc.L144syDrrnI1MMA"/>
</p:tagLst>
</file>

<file path=ppt/tags/tag322.xml><?xml version="1.0" encoding="utf-8"?>
<p:tagLst xmlns:a="http://schemas.openxmlformats.org/drawingml/2006/main" xmlns:r="http://schemas.openxmlformats.org/officeDocument/2006/relationships" xmlns:p="http://schemas.openxmlformats.org/presentationml/2006/main">
  <p:tag name="THINKCELLSHAPEDONOTDELETE" val="tgihuZthdeWpCsVPdxBz13w"/>
</p:tagLst>
</file>

<file path=ppt/tags/tag323.xml><?xml version="1.0" encoding="utf-8"?>
<p:tagLst xmlns:a="http://schemas.openxmlformats.org/drawingml/2006/main" xmlns:r="http://schemas.openxmlformats.org/officeDocument/2006/relationships" xmlns:p="http://schemas.openxmlformats.org/presentationml/2006/main">
  <p:tag name="THINKCELLSHAPEDONOTDELETE" val="tiQsHiRjRjimUTp_8PQnzTA"/>
</p:tagLst>
</file>

<file path=ppt/tags/tag324.xml><?xml version="1.0" encoding="utf-8"?>
<p:tagLst xmlns:a="http://schemas.openxmlformats.org/drawingml/2006/main" xmlns:r="http://schemas.openxmlformats.org/officeDocument/2006/relationships" xmlns:p="http://schemas.openxmlformats.org/presentationml/2006/main">
  <p:tag name="THINKCELLSHAPEDONOTDELETE" val="tsWIOh9bRcFKAk45oX1BW4Q"/>
</p:tagLst>
</file>

<file path=ppt/tags/tag325.xml><?xml version="1.0" encoding="utf-8"?>
<p:tagLst xmlns:a="http://schemas.openxmlformats.org/drawingml/2006/main" xmlns:r="http://schemas.openxmlformats.org/officeDocument/2006/relationships" xmlns:p="http://schemas.openxmlformats.org/presentationml/2006/main">
  <p:tag name="THINKCELLSHAPEDONOTDELETE" val="tkLx8sInKr9vRy_Jw_iIyGg"/>
</p:tagLst>
</file>

<file path=ppt/tags/tag326.xml><?xml version="1.0" encoding="utf-8"?>
<p:tagLst xmlns:a="http://schemas.openxmlformats.org/drawingml/2006/main" xmlns:r="http://schemas.openxmlformats.org/officeDocument/2006/relationships" xmlns:p="http://schemas.openxmlformats.org/presentationml/2006/main">
  <p:tag name="THINKCELLSHAPEDONOTDELETE" val="twH0wWCXZYhNvkBQnh7joVA"/>
</p:tagLst>
</file>

<file path=ppt/tags/tag327.xml><?xml version="1.0" encoding="utf-8"?>
<p:tagLst xmlns:a="http://schemas.openxmlformats.org/drawingml/2006/main" xmlns:r="http://schemas.openxmlformats.org/officeDocument/2006/relationships" xmlns:p="http://schemas.openxmlformats.org/presentationml/2006/main">
  <p:tag name="THINKCELLSHAPEDONOTDELETE" val="t6OCCWQnMgJ0myJHLQohFXQ"/>
</p:tagLst>
</file>

<file path=ppt/tags/tag328.xml><?xml version="1.0" encoding="utf-8"?>
<p:tagLst xmlns:a="http://schemas.openxmlformats.org/drawingml/2006/main" xmlns:r="http://schemas.openxmlformats.org/officeDocument/2006/relationships" xmlns:p="http://schemas.openxmlformats.org/presentationml/2006/main">
  <p:tag name="THINKCELLSHAPEDONOTDELETE" val="tlWAROicrh47jHrMxEg7RZg"/>
</p:tagLst>
</file>

<file path=ppt/tags/tag329.xml><?xml version="1.0" encoding="utf-8"?>
<p:tagLst xmlns:a="http://schemas.openxmlformats.org/drawingml/2006/main" xmlns:r="http://schemas.openxmlformats.org/officeDocument/2006/relationships" xmlns:p="http://schemas.openxmlformats.org/presentationml/2006/main">
  <p:tag name="THINKCELLSHAPEDONOTDELETE" val="tjJdF5SBfXYzZWE0FhoLl3w"/>
</p:tagLst>
</file>

<file path=ppt/tags/tag330.xml><?xml version="1.0" encoding="utf-8"?>
<p:tagLst xmlns:a="http://schemas.openxmlformats.org/drawingml/2006/main" xmlns:r="http://schemas.openxmlformats.org/officeDocument/2006/relationships" xmlns:p="http://schemas.openxmlformats.org/presentationml/2006/main">
  <p:tag name="THINKCELLSHAPEDONOTDELETE" val="tu.UJNCCSy8SPTuHf6ob2vQ"/>
</p:tagLst>
</file>

<file path=ppt/tags/tag331.xml><?xml version="1.0" encoding="utf-8"?>
<p:tagLst xmlns:a="http://schemas.openxmlformats.org/drawingml/2006/main" xmlns:r="http://schemas.openxmlformats.org/officeDocument/2006/relationships" xmlns:p="http://schemas.openxmlformats.org/presentationml/2006/main">
  <p:tag name="THINKCELLSHAPEDONOTDELETE" val="tL4JC5ruSJucCzK.Uxu6S9w"/>
</p:tagLst>
</file>

<file path=ppt/tags/tag332.xml><?xml version="1.0" encoding="utf-8"?>
<p:tagLst xmlns:a="http://schemas.openxmlformats.org/drawingml/2006/main" xmlns:r="http://schemas.openxmlformats.org/officeDocument/2006/relationships" xmlns:p="http://schemas.openxmlformats.org/presentationml/2006/main">
  <p:tag name="THINKCELLSHAPEDONOTDELETE" val="t98V5nqFxoGgACEDEUaHl_g"/>
</p:tagLst>
</file>

<file path=ppt/tags/tag333.xml><?xml version="1.0" encoding="utf-8"?>
<p:tagLst xmlns:a="http://schemas.openxmlformats.org/drawingml/2006/main" xmlns:r="http://schemas.openxmlformats.org/officeDocument/2006/relationships" xmlns:p="http://schemas.openxmlformats.org/presentationml/2006/main">
  <p:tag name="THINKCELLSHAPEDONOTDELETE" val="tX45Fc_2XKW4_nHr9lKnyNw"/>
</p:tagLst>
</file>

<file path=ppt/tags/tag334.xml><?xml version="1.0" encoding="utf-8"?>
<p:tagLst xmlns:a="http://schemas.openxmlformats.org/drawingml/2006/main" xmlns:r="http://schemas.openxmlformats.org/officeDocument/2006/relationships" xmlns:p="http://schemas.openxmlformats.org/presentationml/2006/main">
  <p:tag name="THINKCELLSHAPEDONOTDELETE" val="t.BLb03kOZ_S_3SrjAJRDfw"/>
</p:tagLst>
</file>

<file path=ppt/tags/tag335.xml><?xml version="1.0" encoding="utf-8"?>
<p:tagLst xmlns:a="http://schemas.openxmlformats.org/drawingml/2006/main" xmlns:r="http://schemas.openxmlformats.org/officeDocument/2006/relationships" xmlns:p="http://schemas.openxmlformats.org/presentationml/2006/main">
  <p:tag name="THINKCELLSHAPEDONOTDELETE" val="tYQw.4xZvO.PTHJ8EqAYWbw"/>
</p:tagLst>
</file>

<file path=ppt/tags/tag336.xml><?xml version="1.0" encoding="utf-8"?>
<p:tagLst xmlns:a="http://schemas.openxmlformats.org/drawingml/2006/main" xmlns:r="http://schemas.openxmlformats.org/officeDocument/2006/relationships" xmlns:p="http://schemas.openxmlformats.org/presentationml/2006/main">
  <p:tag name="THINKCELLSHAPEDONOTDELETE" val="tQmGP_Lpbr3.IzG4gxExVEg"/>
</p:tagLst>
</file>

<file path=ppt/tags/tag337.xml><?xml version="1.0" encoding="utf-8"?>
<p:tagLst xmlns:a="http://schemas.openxmlformats.org/drawingml/2006/main" xmlns:r="http://schemas.openxmlformats.org/officeDocument/2006/relationships" xmlns:p="http://schemas.openxmlformats.org/presentationml/2006/main">
  <p:tag name="THINKCELLSHAPEDONOTDELETE" val="t3fYpv7oCfqobvvUxbor__A"/>
</p:tagLst>
</file>

<file path=ppt/tags/tag338.xml><?xml version="1.0" encoding="utf-8"?>
<p:tagLst xmlns:a="http://schemas.openxmlformats.org/drawingml/2006/main" xmlns:r="http://schemas.openxmlformats.org/officeDocument/2006/relationships" xmlns:p="http://schemas.openxmlformats.org/presentationml/2006/main">
  <p:tag name="THINKCELLSHAPEDONOTDELETE" val="tnYIQfKOdiTa469.X8B0o4A"/>
</p:tagLst>
</file>

<file path=ppt/tags/tag339.xml><?xml version="1.0" encoding="utf-8"?>
<p:tagLst xmlns:a="http://schemas.openxmlformats.org/drawingml/2006/main" xmlns:r="http://schemas.openxmlformats.org/officeDocument/2006/relationships" xmlns:p="http://schemas.openxmlformats.org/presentationml/2006/main">
  <p:tag name="THINKCELLSHAPEDONOTDELETE" val="t5WrqG.9wC0lWYq9OCkvu2w"/>
</p:tagLst>
</file>

<file path=ppt/tags/tag340.xml><?xml version="1.0" encoding="utf-8"?>
<p:tagLst xmlns:a="http://schemas.openxmlformats.org/drawingml/2006/main" xmlns:r="http://schemas.openxmlformats.org/officeDocument/2006/relationships" xmlns:p="http://schemas.openxmlformats.org/presentationml/2006/main">
  <p:tag name="THINKCELLSHAPEDONOTDELETE" val="tMhxjQkot0a7xax2wBNZcJQ"/>
</p:tagLst>
</file>

<file path=ppt/tags/tag341.xml><?xml version="1.0" encoding="utf-8"?>
<p:tagLst xmlns:a="http://schemas.openxmlformats.org/drawingml/2006/main" xmlns:r="http://schemas.openxmlformats.org/officeDocument/2006/relationships" xmlns:p="http://schemas.openxmlformats.org/presentationml/2006/main">
  <p:tag name="THINKCELLSHAPEDONOTDELETE" val="tUe1Xmgo3Sw1T0GQ6CMQOkg"/>
</p:tagLst>
</file>

<file path=ppt/tags/tag342.xml><?xml version="1.0" encoding="utf-8"?>
<p:tagLst xmlns:a="http://schemas.openxmlformats.org/drawingml/2006/main" xmlns:r="http://schemas.openxmlformats.org/officeDocument/2006/relationships" xmlns:p="http://schemas.openxmlformats.org/presentationml/2006/main">
  <p:tag name="THINKCELLSHAPEDONOTDELETE" val="tvmRLRzWiw8OyVhbQyNs.zg"/>
</p:tagLst>
</file>

<file path=ppt/tags/tag343.xml><?xml version="1.0" encoding="utf-8"?>
<p:tagLst xmlns:a="http://schemas.openxmlformats.org/drawingml/2006/main" xmlns:r="http://schemas.openxmlformats.org/officeDocument/2006/relationships" xmlns:p="http://schemas.openxmlformats.org/presentationml/2006/main">
  <p:tag name="THINKCELLSHAPEDONOTDELETE" val="taF.rUgo_rnd4S79lXddKug"/>
</p:tagLst>
</file>

<file path=ppt/tags/tag344.xml><?xml version="1.0" encoding="utf-8"?>
<p:tagLst xmlns:a="http://schemas.openxmlformats.org/drawingml/2006/main" xmlns:r="http://schemas.openxmlformats.org/officeDocument/2006/relationships" xmlns:p="http://schemas.openxmlformats.org/presentationml/2006/main">
  <p:tag name="THINKCELLSHAPEDONOTDELETE" val="tAjsp5LIae179yQx9G0HZQw"/>
</p:tagLst>
</file>

<file path=ppt/tags/tag345.xml><?xml version="1.0" encoding="utf-8"?>
<p:tagLst xmlns:a="http://schemas.openxmlformats.org/drawingml/2006/main" xmlns:r="http://schemas.openxmlformats.org/officeDocument/2006/relationships" xmlns:p="http://schemas.openxmlformats.org/presentationml/2006/main">
  <p:tag name="THINKCELLSHAPEDONOTDELETE" val="tsyUqInQIvJr2nsJ._yybgw"/>
</p:tagLst>
</file>

<file path=ppt/tags/tag346.xml><?xml version="1.0" encoding="utf-8"?>
<p:tagLst xmlns:a="http://schemas.openxmlformats.org/drawingml/2006/main" xmlns:r="http://schemas.openxmlformats.org/officeDocument/2006/relationships" xmlns:p="http://schemas.openxmlformats.org/presentationml/2006/main">
  <p:tag name="THINKCELLSHAPEDONOTDELETE" val="tSFbd32frTst1N64B_P7EvQ"/>
</p:tagLst>
</file>

<file path=ppt/tags/tag347.xml><?xml version="1.0" encoding="utf-8"?>
<p:tagLst xmlns:a="http://schemas.openxmlformats.org/drawingml/2006/main" xmlns:r="http://schemas.openxmlformats.org/officeDocument/2006/relationships" xmlns:p="http://schemas.openxmlformats.org/presentationml/2006/main">
  <p:tag name="THINKCELLSHAPEDONOTDELETE" val="tFY4.UVgD_ufHikJKiHE4Ww"/>
</p:tagLst>
</file>

<file path=ppt/tags/tag348.xml><?xml version="1.0" encoding="utf-8"?>
<p:tagLst xmlns:a="http://schemas.openxmlformats.org/drawingml/2006/main" xmlns:r="http://schemas.openxmlformats.org/officeDocument/2006/relationships" xmlns:p="http://schemas.openxmlformats.org/presentationml/2006/main">
  <p:tag name="THINKCELLSHAPEDONOTDELETE" val="tUul2mm_jKNOxA2RlqRaTmg"/>
</p:tagLst>
</file>

<file path=ppt/tags/tag349.xml><?xml version="1.0" encoding="utf-8"?>
<p:tagLst xmlns:a="http://schemas.openxmlformats.org/drawingml/2006/main" xmlns:r="http://schemas.openxmlformats.org/officeDocument/2006/relationships" xmlns:p="http://schemas.openxmlformats.org/presentationml/2006/main">
  <p:tag name="THINKCELLSHAPEDONOTDELETE" val="txZMeD53fBvcLvW24eSHfVA"/>
</p:tagLst>
</file>

<file path=ppt/tags/tag350.xml><?xml version="1.0" encoding="utf-8"?>
<p:tagLst xmlns:a="http://schemas.openxmlformats.org/drawingml/2006/main" xmlns:r="http://schemas.openxmlformats.org/officeDocument/2006/relationships" xmlns:p="http://schemas.openxmlformats.org/presentationml/2006/main">
  <p:tag name="THINKCELLSHAPEDONOTDELETE" val="tmb5UMTh3KkZhoLkvUyT0lg"/>
</p:tagLst>
</file>

<file path=ppt/tags/tag351.xml><?xml version="1.0" encoding="utf-8"?>
<p:tagLst xmlns:a="http://schemas.openxmlformats.org/drawingml/2006/main" xmlns:r="http://schemas.openxmlformats.org/officeDocument/2006/relationships" xmlns:p="http://schemas.openxmlformats.org/presentationml/2006/main">
  <p:tag name="THINKCELLSHAPEDONOTDELETE" val="t7Tu0xvR3qAaGfLosANyIpg"/>
</p:tagLst>
</file>

<file path=ppt/tags/tag352.xml><?xml version="1.0" encoding="utf-8"?>
<p:tagLst xmlns:a="http://schemas.openxmlformats.org/drawingml/2006/main" xmlns:r="http://schemas.openxmlformats.org/officeDocument/2006/relationships" xmlns:p="http://schemas.openxmlformats.org/presentationml/2006/main">
  <p:tag name="THINKCELLSHAPEDONOTDELETE" val="tIghUOzkK1Sk1ooPeeUrEpg"/>
</p:tagLst>
</file>

<file path=ppt/tags/tag353.xml><?xml version="1.0" encoding="utf-8"?>
<p:tagLst xmlns:a="http://schemas.openxmlformats.org/drawingml/2006/main" xmlns:r="http://schemas.openxmlformats.org/officeDocument/2006/relationships" xmlns:p="http://schemas.openxmlformats.org/presentationml/2006/main">
  <p:tag name="THINKCELLSHAPEDONOTDELETE" val="trIEoQaNJFMIuwHdsgrzhiQ"/>
</p:tagLst>
</file>

<file path=ppt/tags/tag354.xml><?xml version="1.0" encoding="utf-8"?>
<p:tagLst xmlns:a="http://schemas.openxmlformats.org/drawingml/2006/main" xmlns:r="http://schemas.openxmlformats.org/officeDocument/2006/relationships" xmlns:p="http://schemas.openxmlformats.org/presentationml/2006/main">
  <p:tag name="THINKCELLSHAPEDONOTDELETE" val="tW.oi_fPuatLSvYIgK6FRcQ"/>
</p:tagLst>
</file>

<file path=ppt/tags/tag355.xml><?xml version="1.0" encoding="utf-8"?>
<p:tagLst xmlns:a="http://schemas.openxmlformats.org/drawingml/2006/main" xmlns:r="http://schemas.openxmlformats.org/officeDocument/2006/relationships" xmlns:p="http://schemas.openxmlformats.org/presentationml/2006/main">
  <p:tag name="THINKCELLSHAPEDONOTDELETE" val="tkYaXACFf5By9SCQhVE53YA"/>
</p:tagLst>
</file>

<file path=ppt/tags/tag356.xml><?xml version="1.0" encoding="utf-8"?>
<p:tagLst xmlns:a="http://schemas.openxmlformats.org/drawingml/2006/main" xmlns:r="http://schemas.openxmlformats.org/officeDocument/2006/relationships" xmlns:p="http://schemas.openxmlformats.org/presentationml/2006/main">
  <p:tag name="THINKCELLSHAPEDONOTDELETE" val="tuWuSdywvuRSb2ZbROzaTxA"/>
</p:tagLst>
</file>

<file path=ppt/tags/tag357.xml><?xml version="1.0" encoding="utf-8"?>
<p:tagLst xmlns:a="http://schemas.openxmlformats.org/drawingml/2006/main" xmlns:r="http://schemas.openxmlformats.org/officeDocument/2006/relationships" xmlns:p="http://schemas.openxmlformats.org/presentationml/2006/main">
  <p:tag name="THINKCELLSHAPEDONOTDELETE" val="tB8Dl5U2Ev66gsbwUmnjtVQ"/>
</p:tagLst>
</file>

<file path=ppt/tags/tag358.xml><?xml version="1.0" encoding="utf-8"?>
<p:tagLst xmlns:a="http://schemas.openxmlformats.org/drawingml/2006/main" xmlns:r="http://schemas.openxmlformats.org/officeDocument/2006/relationships" xmlns:p="http://schemas.openxmlformats.org/presentationml/2006/main">
  <p:tag name="THINKCELLSHAPEDONOTDELETE" val="tESr2kx4E8NUf6g34bJHyYA"/>
</p:tagLst>
</file>

<file path=ppt/tags/tag359.xml><?xml version="1.0" encoding="utf-8"?>
<p:tagLst xmlns:a="http://schemas.openxmlformats.org/drawingml/2006/main" xmlns:r="http://schemas.openxmlformats.org/officeDocument/2006/relationships" xmlns:p="http://schemas.openxmlformats.org/presentationml/2006/main">
  <p:tag name="THINKCELLSHAPEDONOTDELETE" val="toK5w2eWoVczZtjIk5XrBRQ"/>
</p:tagLst>
</file>

<file path=ppt/tags/tag360.xml><?xml version="1.0" encoding="utf-8"?>
<p:tagLst xmlns:a="http://schemas.openxmlformats.org/drawingml/2006/main" xmlns:r="http://schemas.openxmlformats.org/officeDocument/2006/relationships" xmlns:p="http://schemas.openxmlformats.org/presentationml/2006/main">
  <p:tag name="THINKCELLSHAPEDONOTDELETE" val="tQyJAc56wV5InlGrTMPeOvw"/>
</p:tagLst>
</file>

<file path=ppt/tags/tag361.xml><?xml version="1.0" encoding="utf-8"?>
<p:tagLst xmlns:a="http://schemas.openxmlformats.org/drawingml/2006/main" xmlns:r="http://schemas.openxmlformats.org/officeDocument/2006/relationships" xmlns:p="http://schemas.openxmlformats.org/presentationml/2006/main">
  <p:tag name="THINKCELLSHAPEDONOTDELETE" val="t6KLbWIQ26m9fNGxExhWNDQ"/>
</p:tagLst>
</file>

<file path=ppt/tags/tag362.xml><?xml version="1.0" encoding="utf-8"?>
<p:tagLst xmlns:a="http://schemas.openxmlformats.org/drawingml/2006/main" xmlns:r="http://schemas.openxmlformats.org/officeDocument/2006/relationships" xmlns:p="http://schemas.openxmlformats.org/presentationml/2006/main">
  <p:tag name="THINKCELLSHAPEDONOTDELETE" val="tX_udIvX8mQ1I7zgDLsRKPw"/>
</p:tagLst>
</file>

<file path=ppt/tags/tag363.xml><?xml version="1.0" encoding="utf-8"?>
<p:tagLst xmlns:a="http://schemas.openxmlformats.org/drawingml/2006/main" xmlns:r="http://schemas.openxmlformats.org/officeDocument/2006/relationships" xmlns:p="http://schemas.openxmlformats.org/presentationml/2006/main">
  <p:tag name="THINKCELLSHAPEDONOTDELETE" val="tb0e93ZI8.qDeLK_bdkW6CQ"/>
</p:tagLst>
</file>

<file path=ppt/tags/tag364.xml><?xml version="1.0" encoding="utf-8"?>
<p:tagLst xmlns:a="http://schemas.openxmlformats.org/drawingml/2006/main" xmlns:r="http://schemas.openxmlformats.org/officeDocument/2006/relationships" xmlns:p="http://schemas.openxmlformats.org/presentationml/2006/main">
  <p:tag name="THINKCELLSHAPEDONOTDELETE" val="tEhDVj6DReCiPDxLO1d94cA"/>
</p:tagLst>
</file>

<file path=ppt/tags/tag365.xml><?xml version="1.0" encoding="utf-8"?>
<p:tagLst xmlns:a="http://schemas.openxmlformats.org/drawingml/2006/main" xmlns:r="http://schemas.openxmlformats.org/officeDocument/2006/relationships" xmlns:p="http://schemas.openxmlformats.org/presentationml/2006/main">
  <p:tag name="THINKCELLSHAPEDONOTDELETE" val="tyGtAEROKotOyu1ab0UQYjQ"/>
</p:tagLst>
</file>

<file path=ppt/tags/tag366.xml><?xml version="1.0" encoding="utf-8"?>
<p:tagLst xmlns:a="http://schemas.openxmlformats.org/drawingml/2006/main" xmlns:r="http://schemas.openxmlformats.org/officeDocument/2006/relationships" xmlns:p="http://schemas.openxmlformats.org/presentationml/2006/main">
  <p:tag name="THINKCELLSHAPEDONOTDELETE" val="t6aAFwTuK5bNvzPU.2elTrw"/>
</p:tagLst>
</file>

<file path=ppt/tags/tag367.xml><?xml version="1.0" encoding="utf-8"?>
<p:tagLst xmlns:a="http://schemas.openxmlformats.org/drawingml/2006/main" xmlns:r="http://schemas.openxmlformats.org/officeDocument/2006/relationships" xmlns:p="http://schemas.openxmlformats.org/presentationml/2006/main">
  <p:tag name="THINKCELLSHAPEDONOTDELETE" val="tT60BiVf8SvbqvAUHv18kQw"/>
</p:tagLst>
</file>

<file path=ppt/tags/tag368.xml><?xml version="1.0" encoding="utf-8"?>
<p:tagLst xmlns:a="http://schemas.openxmlformats.org/drawingml/2006/main" xmlns:r="http://schemas.openxmlformats.org/officeDocument/2006/relationships" xmlns:p="http://schemas.openxmlformats.org/presentationml/2006/main">
  <p:tag name="THINKCELLSHAPEDONOTDELETE" val="tRU9aXJbOeLI93UokcCssyA"/>
</p:tagLst>
</file>

<file path=ppt/tags/tag369.xml><?xml version="1.0" encoding="utf-8"?>
<p:tagLst xmlns:a="http://schemas.openxmlformats.org/drawingml/2006/main" xmlns:r="http://schemas.openxmlformats.org/officeDocument/2006/relationships" xmlns:p="http://schemas.openxmlformats.org/presentationml/2006/main">
  <p:tag name="THINKCELLSHAPEDONOTDELETE" val="tJE4wm8BHXmFI2P9HFDfh1g"/>
</p:tagLst>
</file>

<file path=ppt/tags/tag370.xml><?xml version="1.0" encoding="utf-8"?>
<p:tagLst xmlns:a="http://schemas.openxmlformats.org/drawingml/2006/main" xmlns:r="http://schemas.openxmlformats.org/officeDocument/2006/relationships" xmlns:p="http://schemas.openxmlformats.org/presentationml/2006/main">
  <p:tag name="THINKCELLSHAPEDONOTDELETE" val="tythBjR5BHSVeFnlVPV29Iw"/>
</p:tagLst>
</file>

<file path=ppt/tags/tag371.xml><?xml version="1.0" encoding="utf-8"?>
<p:tagLst xmlns:a="http://schemas.openxmlformats.org/drawingml/2006/main" xmlns:r="http://schemas.openxmlformats.org/officeDocument/2006/relationships" xmlns:p="http://schemas.openxmlformats.org/presentationml/2006/main">
  <p:tag name="THINKCELLSHAPEDONOTDELETE" val="tYYEll_qDhXI1h9W9PJxWRg"/>
</p:tagLst>
</file>

<file path=ppt/tags/tag372.xml><?xml version="1.0" encoding="utf-8"?>
<p:tagLst xmlns:a="http://schemas.openxmlformats.org/drawingml/2006/main" xmlns:r="http://schemas.openxmlformats.org/officeDocument/2006/relationships" xmlns:p="http://schemas.openxmlformats.org/presentationml/2006/main">
  <p:tag name="THINKCELLSHAPEDONOTDELETE" val="tjyxvB_NWSAE0lIWAT2RZbQ"/>
</p:tagLst>
</file>

<file path=ppt/tags/tag373.xml><?xml version="1.0" encoding="utf-8"?>
<p:tagLst xmlns:a="http://schemas.openxmlformats.org/drawingml/2006/main" xmlns:r="http://schemas.openxmlformats.org/officeDocument/2006/relationships" xmlns:p="http://schemas.openxmlformats.org/presentationml/2006/main">
  <p:tag name="THINKCELLSHAPEDONOTDELETE" val="ttPm0OkMOX0vHahGgbjcAJQ"/>
</p:tagLst>
</file>

<file path=ppt/tags/tag374.xml><?xml version="1.0" encoding="utf-8"?>
<p:tagLst xmlns:a="http://schemas.openxmlformats.org/drawingml/2006/main" xmlns:r="http://schemas.openxmlformats.org/officeDocument/2006/relationships" xmlns:p="http://schemas.openxmlformats.org/presentationml/2006/main">
  <p:tag name="THINKCELLSHAPEDONOTDELETE" val="tU2eoxnHxgpnU6dh1tTFiMQ"/>
</p:tagLst>
</file>

<file path=ppt/tags/tag375.xml><?xml version="1.0" encoding="utf-8"?>
<p:tagLst xmlns:a="http://schemas.openxmlformats.org/drawingml/2006/main" xmlns:r="http://schemas.openxmlformats.org/officeDocument/2006/relationships" xmlns:p="http://schemas.openxmlformats.org/presentationml/2006/main">
  <p:tag name="THINKCELLSHAPEDONOTDELETE" val="t21_BvXWvpNsiHQkjeWUUIg"/>
</p:tagLst>
</file>

<file path=ppt/tags/tag376.xml><?xml version="1.0" encoding="utf-8"?>
<p:tagLst xmlns:a="http://schemas.openxmlformats.org/drawingml/2006/main" xmlns:r="http://schemas.openxmlformats.org/officeDocument/2006/relationships" xmlns:p="http://schemas.openxmlformats.org/presentationml/2006/main">
  <p:tag name="THINKCELLSHAPEDONOTDELETE" val="tNg5ufLYTUagiD_JUUQEKhA"/>
</p:tagLst>
</file>

<file path=ppt/tags/tag377.xml><?xml version="1.0" encoding="utf-8"?>
<p:tagLst xmlns:a="http://schemas.openxmlformats.org/drawingml/2006/main" xmlns:r="http://schemas.openxmlformats.org/officeDocument/2006/relationships" xmlns:p="http://schemas.openxmlformats.org/presentationml/2006/main">
  <p:tag name="THINKCELLSHAPEDONOTDELETE" val="tH8S1SeFvQanAygfZsS35rA"/>
</p:tagLst>
</file>

<file path=ppt/tags/tag378.xml><?xml version="1.0" encoding="utf-8"?>
<p:tagLst xmlns:a="http://schemas.openxmlformats.org/drawingml/2006/main" xmlns:r="http://schemas.openxmlformats.org/officeDocument/2006/relationships" xmlns:p="http://schemas.openxmlformats.org/presentationml/2006/main">
  <p:tag name="THINKCELLSHAPEDONOTDELETE" val="tQJb29hkRPrOoTQ2FplTQ1A"/>
</p:tagLst>
</file>

<file path=ppt/tags/tag379.xml><?xml version="1.0" encoding="utf-8"?>
<p:tagLst xmlns:a="http://schemas.openxmlformats.org/drawingml/2006/main" xmlns:r="http://schemas.openxmlformats.org/officeDocument/2006/relationships" xmlns:p="http://schemas.openxmlformats.org/presentationml/2006/main">
  <p:tag name="THINKCELLSHAPEDONOTDELETE" val="tAO8gSHuI54zeRpY85cX3.g"/>
</p:tagLst>
</file>

<file path=ppt/tags/tag380.xml><?xml version="1.0" encoding="utf-8"?>
<p:tagLst xmlns:a="http://schemas.openxmlformats.org/drawingml/2006/main" xmlns:r="http://schemas.openxmlformats.org/officeDocument/2006/relationships" xmlns:p="http://schemas.openxmlformats.org/presentationml/2006/main">
  <p:tag name="THINKCELLSHAPEDONOTDELETE" val="tBFxnegZlYBKT7rDjkPeY7A"/>
</p:tagLst>
</file>

<file path=ppt/tags/tag381.xml><?xml version="1.0" encoding="utf-8"?>
<p:tagLst xmlns:a="http://schemas.openxmlformats.org/drawingml/2006/main" xmlns:r="http://schemas.openxmlformats.org/officeDocument/2006/relationships" xmlns:p="http://schemas.openxmlformats.org/presentationml/2006/main">
  <p:tag name="THINKCELLSHAPEDONOTDELETE" val="tsiW.rosp_QS46SqAlRaeRQ"/>
</p:tagLst>
</file>

<file path=ppt/tags/tag382.xml><?xml version="1.0" encoding="utf-8"?>
<p:tagLst xmlns:a="http://schemas.openxmlformats.org/drawingml/2006/main" xmlns:r="http://schemas.openxmlformats.org/officeDocument/2006/relationships" xmlns:p="http://schemas.openxmlformats.org/presentationml/2006/main">
  <p:tag name="THINKCELLSHAPEDONOTDELETE" val="t9BNv3gBTnOjYR66nMqSwzA"/>
</p:tagLst>
</file>

<file path=ppt/tags/tag383.xml><?xml version="1.0" encoding="utf-8"?>
<p:tagLst xmlns:a="http://schemas.openxmlformats.org/drawingml/2006/main" xmlns:r="http://schemas.openxmlformats.org/officeDocument/2006/relationships" xmlns:p="http://schemas.openxmlformats.org/presentationml/2006/main">
  <p:tag name="THINKCELLSHAPEDONOTDELETE" val="t1kv8qgdJurmpmYRdS.KBHA"/>
</p:tagLst>
</file>

<file path=ppt/tags/tag38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5.xml><?xml version="1.0" encoding="utf-8"?>
<p:tagLst xmlns:a="http://schemas.openxmlformats.org/drawingml/2006/main" xmlns:r="http://schemas.openxmlformats.org/officeDocument/2006/relationships" xmlns:p="http://schemas.openxmlformats.org/presentationml/2006/main">
  <p:tag name="THINKCELLSHAPEDONOTDELETE" val="tJA4lrQMvEiU7iB1UYj6biw"/>
</p:tagLst>
</file>

<file path=ppt/tags/tag386.xml><?xml version="1.0" encoding="utf-8"?>
<p:tagLst xmlns:a="http://schemas.openxmlformats.org/drawingml/2006/main" xmlns:r="http://schemas.openxmlformats.org/officeDocument/2006/relationships" xmlns:p="http://schemas.openxmlformats.org/presentationml/2006/main">
  <p:tag name="THINKCELLSHAPEDONOTDELETE" val="tBcSJytybLIIMfA_Ak_OfXw"/>
</p:tagLst>
</file>

<file path=ppt/tags/tag387.xml><?xml version="1.0" encoding="utf-8"?>
<p:tagLst xmlns:a="http://schemas.openxmlformats.org/drawingml/2006/main" xmlns:r="http://schemas.openxmlformats.org/officeDocument/2006/relationships" xmlns:p="http://schemas.openxmlformats.org/presentationml/2006/main">
  <p:tag name="THINKCELLSHAPEDONOTDELETE" val="t5qUIgo3XjTkxXSvVL2usGw"/>
</p:tagLst>
</file>

<file path=ppt/tags/tag388.xml><?xml version="1.0" encoding="utf-8"?>
<p:tagLst xmlns:a="http://schemas.openxmlformats.org/drawingml/2006/main" xmlns:r="http://schemas.openxmlformats.org/officeDocument/2006/relationships" xmlns:p="http://schemas.openxmlformats.org/presentationml/2006/main">
  <p:tag name="THINKCELLSHAPEDONOTDELETE" val="t4sf9BeYmXRpuW4W7Gl5Mfg"/>
</p:tagLst>
</file>

<file path=ppt/tags/tag389.xml><?xml version="1.0" encoding="utf-8"?>
<p:tagLst xmlns:a="http://schemas.openxmlformats.org/drawingml/2006/main" xmlns:r="http://schemas.openxmlformats.org/officeDocument/2006/relationships" xmlns:p="http://schemas.openxmlformats.org/presentationml/2006/main">
  <p:tag name="THINKCELLSHAPEDONOTDELETE" val="tazUDOVUMHHvs59KlPZR7Hw"/>
</p:tagLst>
</file>

<file path=ppt/tags/tag390.xml><?xml version="1.0" encoding="utf-8"?>
<p:tagLst xmlns:a="http://schemas.openxmlformats.org/drawingml/2006/main" xmlns:r="http://schemas.openxmlformats.org/officeDocument/2006/relationships" xmlns:p="http://schemas.openxmlformats.org/presentationml/2006/main">
  <p:tag name="THINKCELLSHAPEDONOTDELETE" val="tX85gIlBdYALJO8TuZIcI.A"/>
</p:tagLst>
</file>

<file path=ppt/tags/tag391.xml><?xml version="1.0" encoding="utf-8"?>
<p:tagLst xmlns:a="http://schemas.openxmlformats.org/drawingml/2006/main" xmlns:r="http://schemas.openxmlformats.org/officeDocument/2006/relationships" xmlns:p="http://schemas.openxmlformats.org/presentationml/2006/main">
  <p:tag name="THINKCELLSHAPEDONOTDELETE" val="tZmx2psK50HsDESrZtnDdzQ"/>
</p:tagLst>
</file>

<file path=ppt/tags/tag392.xml><?xml version="1.0" encoding="utf-8"?>
<p:tagLst xmlns:a="http://schemas.openxmlformats.org/drawingml/2006/main" xmlns:r="http://schemas.openxmlformats.org/officeDocument/2006/relationships" xmlns:p="http://schemas.openxmlformats.org/presentationml/2006/main">
  <p:tag name="THINKCELLSHAPEDONOTDELETE" val="tBRlQGdhC4vBQq.thTtvq8g"/>
</p:tagLst>
</file>

<file path=ppt/tags/tag393.xml><?xml version="1.0" encoding="utf-8"?>
<p:tagLst xmlns:a="http://schemas.openxmlformats.org/drawingml/2006/main" xmlns:r="http://schemas.openxmlformats.org/officeDocument/2006/relationships" xmlns:p="http://schemas.openxmlformats.org/presentationml/2006/main">
  <p:tag name="THINKCELLSHAPEDONOTDELETE" val="tdaEoNFACjFmivA.ArN6z6Q"/>
</p:tagLst>
</file>

<file path=ppt/tags/tag394.xml><?xml version="1.0" encoding="utf-8"?>
<p:tagLst xmlns:a="http://schemas.openxmlformats.org/drawingml/2006/main" xmlns:r="http://schemas.openxmlformats.org/officeDocument/2006/relationships" xmlns:p="http://schemas.openxmlformats.org/presentationml/2006/main">
  <p:tag name="THINKCELLSHAPEDONOTDELETE" val="txl8DN1prWw1vGobJijRq0g"/>
</p:tagLst>
</file>

<file path=ppt/tags/tag395.xml><?xml version="1.0" encoding="utf-8"?>
<p:tagLst xmlns:a="http://schemas.openxmlformats.org/drawingml/2006/main" xmlns:r="http://schemas.openxmlformats.org/officeDocument/2006/relationships" xmlns:p="http://schemas.openxmlformats.org/presentationml/2006/main">
  <p:tag name="THINKCELLSHAPEDONOTDELETE" val="tFqWawm.ruEBJZZsY0cB08g"/>
</p:tagLst>
</file>

<file path=ppt/tags/tag396.xml><?xml version="1.0" encoding="utf-8"?>
<p:tagLst xmlns:a="http://schemas.openxmlformats.org/drawingml/2006/main" xmlns:r="http://schemas.openxmlformats.org/officeDocument/2006/relationships" xmlns:p="http://schemas.openxmlformats.org/presentationml/2006/main">
  <p:tag name="THINKCELLSHAPEDONOTDELETE" val="tXazvFOWPq__uTcE9NKpUOQ"/>
</p:tagLst>
</file>

<file path=ppt/tags/tag397.xml><?xml version="1.0" encoding="utf-8"?>
<p:tagLst xmlns:a="http://schemas.openxmlformats.org/drawingml/2006/main" xmlns:r="http://schemas.openxmlformats.org/officeDocument/2006/relationships" xmlns:p="http://schemas.openxmlformats.org/presentationml/2006/main">
  <p:tag name="THINKCELLSHAPEDONOTDELETE" val="t_H1BIKjoDhU2HfMJ3Lt_zA"/>
</p:tagLst>
</file>

<file path=ppt/tags/tag398.xml><?xml version="1.0" encoding="utf-8"?>
<p:tagLst xmlns:a="http://schemas.openxmlformats.org/drawingml/2006/main" xmlns:r="http://schemas.openxmlformats.org/officeDocument/2006/relationships" xmlns:p="http://schemas.openxmlformats.org/presentationml/2006/main">
  <p:tag name="THINKCELLSHAPEDONOTDELETE" val="tdiR3w9Vjk8GdqVbGts5l_w"/>
</p:tagLst>
</file>

<file path=ppt/tags/tag399.xml><?xml version="1.0" encoding="utf-8"?>
<p:tagLst xmlns:a="http://schemas.openxmlformats.org/drawingml/2006/main" xmlns:r="http://schemas.openxmlformats.org/officeDocument/2006/relationships" xmlns:p="http://schemas.openxmlformats.org/presentationml/2006/main">
  <p:tag name="THINKCELLSHAPEDONOTDELETE" val="t59r_L83Ftp3a25PPOKXwcw"/>
</p:tagLst>
</file>

<file path=ppt/tags/tag400.xml><?xml version="1.0" encoding="utf-8"?>
<p:tagLst xmlns:a="http://schemas.openxmlformats.org/drawingml/2006/main" xmlns:r="http://schemas.openxmlformats.org/officeDocument/2006/relationships" xmlns:p="http://schemas.openxmlformats.org/presentationml/2006/main">
  <p:tag name="THINKCELLSHAPEDONOTDELETE" val="tkXP5p9UNBgbm37kGJxLpHA"/>
</p:tagLst>
</file>

<file path=ppt/tags/tag401.xml><?xml version="1.0" encoding="utf-8"?>
<p:tagLst xmlns:a="http://schemas.openxmlformats.org/drawingml/2006/main" xmlns:r="http://schemas.openxmlformats.org/officeDocument/2006/relationships" xmlns:p="http://schemas.openxmlformats.org/presentationml/2006/main">
  <p:tag name="THINKCELLSHAPEDONOTDELETE" val="t0zmdNMZ1MJpuElS0YIUqHA"/>
</p:tagLst>
</file>

<file path=ppt/tags/tag402.xml><?xml version="1.0" encoding="utf-8"?>
<p:tagLst xmlns:a="http://schemas.openxmlformats.org/drawingml/2006/main" xmlns:r="http://schemas.openxmlformats.org/officeDocument/2006/relationships" xmlns:p="http://schemas.openxmlformats.org/presentationml/2006/main">
  <p:tag name="THINKCELLSHAPEDONOTDELETE" val="tt6mwoc.L144syDrrnI1MMA"/>
</p:tagLst>
</file>

<file path=ppt/tags/tag403.xml><?xml version="1.0" encoding="utf-8"?>
<p:tagLst xmlns:a="http://schemas.openxmlformats.org/drawingml/2006/main" xmlns:r="http://schemas.openxmlformats.org/officeDocument/2006/relationships" xmlns:p="http://schemas.openxmlformats.org/presentationml/2006/main">
  <p:tag name="THINKCELLSHAPEDONOTDELETE" val="tgihuZthdeWpCsVPdxBz13w"/>
</p:tagLst>
</file>

<file path=ppt/tags/tag404.xml><?xml version="1.0" encoding="utf-8"?>
<p:tagLst xmlns:a="http://schemas.openxmlformats.org/drawingml/2006/main" xmlns:r="http://schemas.openxmlformats.org/officeDocument/2006/relationships" xmlns:p="http://schemas.openxmlformats.org/presentationml/2006/main">
  <p:tag name="THINKCELLSHAPEDONOTDELETE" val="tiQsHiRjRjimUTp_8PQnzTA"/>
</p:tagLst>
</file>

<file path=ppt/tags/tag405.xml><?xml version="1.0" encoding="utf-8"?>
<p:tagLst xmlns:a="http://schemas.openxmlformats.org/drawingml/2006/main" xmlns:r="http://schemas.openxmlformats.org/officeDocument/2006/relationships" xmlns:p="http://schemas.openxmlformats.org/presentationml/2006/main">
  <p:tag name="THINKCELLSHAPEDONOTDELETE" val="tsWIOh9bRcFKAk45oX1BW4Q"/>
</p:tagLst>
</file>

<file path=ppt/tags/tag406.xml><?xml version="1.0" encoding="utf-8"?>
<p:tagLst xmlns:a="http://schemas.openxmlformats.org/drawingml/2006/main" xmlns:r="http://schemas.openxmlformats.org/officeDocument/2006/relationships" xmlns:p="http://schemas.openxmlformats.org/presentationml/2006/main">
  <p:tag name="THINKCELLSHAPEDONOTDELETE" val="tkLx8sInKr9vRy_Jw_iIyGg"/>
</p:tagLst>
</file>

<file path=ppt/tags/tag407.xml><?xml version="1.0" encoding="utf-8"?>
<p:tagLst xmlns:a="http://schemas.openxmlformats.org/drawingml/2006/main" xmlns:r="http://schemas.openxmlformats.org/officeDocument/2006/relationships" xmlns:p="http://schemas.openxmlformats.org/presentationml/2006/main">
  <p:tag name="THINKCELLSHAPEDONOTDELETE" val="twH0wWCXZYhNvkBQnh7joVA"/>
</p:tagLst>
</file>

<file path=ppt/tags/tag408.xml><?xml version="1.0" encoding="utf-8"?>
<p:tagLst xmlns:a="http://schemas.openxmlformats.org/drawingml/2006/main" xmlns:r="http://schemas.openxmlformats.org/officeDocument/2006/relationships" xmlns:p="http://schemas.openxmlformats.org/presentationml/2006/main">
  <p:tag name="THINKCELLSHAPEDONOTDELETE" val="t6OCCWQnMgJ0myJHLQohFXQ"/>
</p:tagLst>
</file>

<file path=ppt/tags/tag409.xml><?xml version="1.0" encoding="utf-8"?>
<p:tagLst xmlns:a="http://schemas.openxmlformats.org/drawingml/2006/main" xmlns:r="http://schemas.openxmlformats.org/officeDocument/2006/relationships" xmlns:p="http://schemas.openxmlformats.org/presentationml/2006/main">
  <p:tag name="THINKCELLSHAPEDONOTDELETE" val="tlWAROicrh47jHrMxEg7RZg"/>
</p:tagLst>
</file>

<file path=ppt/tags/tag410.xml><?xml version="1.0" encoding="utf-8"?>
<p:tagLst xmlns:a="http://schemas.openxmlformats.org/drawingml/2006/main" xmlns:r="http://schemas.openxmlformats.org/officeDocument/2006/relationships" xmlns:p="http://schemas.openxmlformats.org/presentationml/2006/main">
  <p:tag name="THINKCELLSHAPEDONOTDELETE" val="tjJdF5SBfXYzZWE0FhoLl3w"/>
</p:tagLst>
</file>

<file path=ppt/tags/tag411.xml><?xml version="1.0" encoding="utf-8"?>
<p:tagLst xmlns:a="http://schemas.openxmlformats.org/drawingml/2006/main" xmlns:r="http://schemas.openxmlformats.org/officeDocument/2006/relationships" xmlns:p="http://schemas.openxmlformats.org/presentationml/2006/main">
  <p:tag name="THINKCELLSHAPEDONOTDELETE" val="tu.UJNCCSy8SPTuHf6ob2vQ"/>
</p:tagLst>
</file>

<file path=ppt/tags/tag412.xml><?xml version="1.0" encoding="utf-8"?>
<p:tagLst xmlns:a="http://schemas.openxmlformats.org/drawingml/2006/main" xmlns:r="http://schemas.openxmlformats.org/officeDocument/2006/relationships" xmlns:p="http://schemas.openxmlformats.org/presentationml/2006/main">
  <p:tag name="THINKCELLSHAPEDONOTDELETE" val="tL4JC5ruSJucCzK.Uxu6S9w"/>
</p:tagLst>
</file>

<file path=ppt/tags/tag413.xml><?xml version="1.0" encoding="utf-8"?>
<p:tagLst xmlns:a="http://schemas.openxmlformats.org/drawingml/2006/main" xmlns:r="http://schemas.openxmlformats.org/officeDocument/2006/relationships" xmlns:p="http://schemas.openxmlformats.org/presentationml/2006/main">
  <p:tag name="THINKCELLSHAPEDONOTDELETE" val="t98V5nqFxoGgACEDEUaHl_g"/>
</p:tagLst>
</file>

<file path=ppt/tags/tag414.xml><?xml version="1.0" encoding="utf-8"?>
<p:tagLst xmlns:a="http://schemas.openxmlformats.org/drawingml/2006/main" xmlns:r="http://schemas.openxmlformats.org/officeDocument/2006/relationships" xmlns:p="http://schemas.openxmlformats.org/presentationml/2006/main">
  <p:tag name="THINKCELLSHAPEDONOTDELETE" val="tX45Fc_2XKW4_nHr9lKnyNw"/>
</p:tagLst>
</file>

<file path=ppt/tags/tag415.xml><?xml version="1.0" encoding="utf-8"?>
<p:tagLst xmlns:a="http://schemas.openxmlformats.org/drawingml/2006/main" xmlns:r="http://schemas.openxmlformats.org/officeDocument/2006/relationships" xmlns:p="http://schemas.openxmlformats.org/presentationml/2006/main">
  <p:tag name="THINKCELLSHAPEDONOTDELETE" val="t.BLb03kOZ_S_3SrjAJRDfw"/>
</p:tagLst>
</file>

<file path=ppt/tags/tag416.xml><?xml version="1.0" encoding="utf-8"?>
<p:tagLst xmlns:a="http://schemas.openxmlformats.org/drawingml/2006/main" xmlns:r="http://schemas.openxmlformats.org/officeDocument/2006/relationships" xmlns:p="http://schemas.openxmlformats.org/presentationml/2006/main">
  <p:tag name="THINKCELLSHAPEDONOTDELETE" val="tYQw.4xZvO.PTHJ8EqAYWbw"/>
</p:tagLst>
</file>

<file path=ppt/tags/tag417.xml><?xml version="1.0" encoding="utf-8"?>
<p:tagLst xmlns:a="http://schemas.openxmlformats.org/drawingml/2006/main" xmlns:r="http://schemas.openxmlformats.org/officeDocument/2006/relationships" xmlns:p="http://schemas.openxmlformats.org/presentationml/2006/main">
  <p:tag name="THINKCELLSHAPEDONOTDELETE" val="tQmGP_Lpbr3.IzG4gxExVEg"/>
</p:tagLst>
</file>

<file path=ppt/tags/tag418.xml><?xml version="1.0" encoding="utf-8"?>
<p:tagLst xmlns:a="http://schemas.openxmlformats.org/drawingml/2006/main" xmlns:r="http://schemas.openxmlformats.org/officeDocument/2006/relationships" xmlns:p="http://schemas.openxmlformats.org/presentationml/2006/main">
  <p:tag name="THINKCELLSHAPEDONOTDELETE" val="t3fYpv7oCfqobvvUxbor__A"/>
</p:tagLst>
</file>

<file path=ppt/tags/tag419.xml><?xml version="1.0" encoding="utf-8"?>
<p:tagLst xmlns:a="http://schemas.openxmlformats.org/drawingml/2006/main" xmlns:r="http://schemas.openxmlformats.org/officeDocument/2006/relationships" xmlns:p="http://schemas.openxmlformats.org/presentationml/2006/main">
  <p:tag name="THINKCELLSHAPEDONOTDELETE" val="tnYIQfKOdiTa469.X8B0o4A"/>
</p:tagLst>
</file>

<file path=ppt/tags/tag420.xml><?xml version="1.0" encoding="utf-8"?>
<p:tagLst xmlns:a="http://schemas.openxmlformats.org/drawingml/2006/main" xmlns:r="http://schemas.openxmlformats.org/officeDocument/2006/relationships" xmlns:p="http://schemas.openxmlformats.org/presentationml/2006/main">
  <p:tag name="THINKCELLSHAPEDONOTDELETE" val="t5WrqG.9wC0lWYq9OCkvu2w"/>
</p:tagLst>
</file>

<file path=ppt/tags/tag421.xml><?xml version="1.0" encoding="utf-8"?>
<p:tagLst xmlns:a="http://schemas.openxmlformats.org/drawingml/2006/main" xmlns:r="http://schemas.openxmlformats.org/officeDocument/2006/relationships" xmlns:p="http://schemas.openxmlformats.org/presentationml/2006/main">
  <p:tag name="THINKCELLSHAPEDONOTDELETE" val="tMhxjQkot0a7xax2wBNZcJQ"/>
</p:tagLst>
</file>

<file path=ppt/tags/tag422.xml><?xml version="1.0" encoding="utf-8"?>
<p:tagLst xmlns:a="http://schemas.openxmlformats.org/drawingml/2006/main" xmlns:r="http://schemas.openxmlformats.org/officeDocument/2006/relationships" xmlns:p="http://schemas.openxmlformats.org/presentationml/2006/main">
  <p:tag name="THINKCELLSHAPEDONOTDELETE" val="tUe1Xmgo3Sw1T0GQ6CMQOkg"/>
</p:tagLst>
</file>

<file path=ppt/tags/tag423.xml><?xml version="1.0" encoding="utf-8"?>
<p:tagLst xmlns:a="http://schemas.openxmlformats.org/drawingml/2006/main" xmlns:r="http://schemas.openxmlformats.org/officeDocument/2006/relationships" xmlns:p="http://schemas.openxmlformats.org/presentationml/2006/main">
  <p:tag name="THINKCELLSHAPEDONOTDELETE" val="tvmRLRzWiw8OyVhbQyNs.zg"/>
</p:tagLst>
</file>

<file path=ppt/tags/tag424.xml><?xml version="1.0" encoding="utf-8"?>
<p:tagLst xmlns:a="http://schemas.openxmlformats.org/drawingml/2006/main" xmlns:r="http://schemas.openxmlformats.org/officeDocument/2006/relationships" xmlns:p="http://schemas.openxmlformats.org/presentationml/2006/main">
  <p:tag name="THINKCELLSHAPEDONOTDELETE" val="taF.rUgo_rnd4S79lXddKug"/>
</p:tagLst>
</file>

<file path=ppt/tags/tag425.xml><?xml version="1.0" encoding="utf-8"?>
<p:tagLst xmlns:a="http://schemas.openxmlformats.org/drawingml/2006/main" xmlns:r="http://schemas.openxmlformats.org/officeDocument/2006/relationships" xmlns:p="http://schemas.openxmlformats.org/presentationml/2006/main">
  <p:tag name="THINKCELLSHAPEDONOTDELETE" val="tAjsp5LIae179yQx9G0HZQw"/>
</p:tagLst>
</file>

<file path=ppt/tags/tag426.xml><?xml version="1.0" encoding="utf-8"?>
<p:tagLst xmlns:a="http://schemas.openxmlformats.org/drawingml/2006/main" xmlns:r="http://schemas.openxmlformats.org/officeDocument/2006/relationships" xmlns:p="http://schemas.openxmlformats.org/presentationml/2006/main">
  <p:tag name="THINKCELLSHAPEDONOTDELETE" val="tsyUqInQIvJr2nsJ._yybgw"/>
</p:tagLst>
</file>

<file path=ppt/tags/tag427.xml><?xml version="1.0" encoding="utf-8"?>
<p:tagLst xmlns:a="http://schemas.openxmlformats.org/drawingml/2006/main" xmlns:r="http://schemas.openxmlformats.org/officeDocument/2006/relationships" xmlns:p="http://schemas.openxmlformats.org/presentationml/2006/main">
  <p:tag name="THINKCELLSHAPEDONOTDELETE" val="tSFbd32frTst1N64B_P7EvQ"/>
</p:tagLst>
</file>

<file path=ppt/tags/tag428.xml><?xml version="1.0" encoding="utf-8"?>
<p:tagLst xmlns:a="http://schemas.openxmlformats.org/drawingml/2006/main" xmlns:r="http://schemas.openxmlformats.org/officeDocument/2006/relationships" xmlns:p="http://schemas.openxmlformats.org/presentationml/2006/main">
  <p:tag name="THINKCELLSHAPEDONOTDELETE" val="tFY4.UVgD_ufHikJKiHE4Ww"/>
</p:tagLst>
</file>

<file path=ppt/tags/tag429.xml><?xml version="1.0" encoding="utf-8"?>
<p:tagLst xmlns:a="http://schemas.openxmlformats.org/drawingml/2006/main" xmlns:r="http://schemas.openxmlformats.org/officeDocument/2006/relationships" xmlns:p="http://schemas.openxmlformats.org/presentationml/2006/main">
  <p:tag name="THINKCELLSHAPEDONOTDELETE" val="tUul2mm_jKNOxA2RlqRaTmg"/>
</p:tagLst>
</file>

<file path=ppt/tags/tag430.xml><?xml version="1.0" encoding="utf-8"?>
<p:tagLst xmlns:a="http://schemas.openxmlformats.org/drawingml/2006/main" xmlns:r="http://schemas.openxmlformats.org/officeDocument/2006/relationships" xmlns:p="http://schemas.openxmlformats.org/presentationml/2006/main">
  <p:tag name="THINKCELLSHAPEDONOTDELETE" val="txZMeD53fBvcLvW24eSHfVA"/>
</p:tagLst>
</file>

<file path=ppt/tags/tag431.xml><?xml version="1.0" encoding="utf-8"?>
<p:tagLst xmlns:a="http://schemas.openxmlformats.org/drawingml/2006/main" xmlns:r="http://schemas.openxmlformats.org/officeDocument/2006/relationships" xmlns:p="http://schemas.openxmlformats.org/presentationml/2006/main">
  <p:tag name="THINKCELLSHAPEDONOTDELETE" val="tmb5UMTh3KkZhoLkvUyT0lg"/>
</p:tagLst>
</file>

<file path=ppt/tags/tag432.xml><?xml version="1.0" encoding="utf-8"?>
<p:tagLst xmlns:a="http://schemas.openxmlformats.org/drawingml/2006/main" xmlns:r="http://schemas.openxmlformats.org/officeDocument/2006/relationships" xmlns:p="http://schemas.openxmlformats.org/presentationml/2006/main">
  <p:tag name="THINKCELLSHAPEDONOTDELETE" val="t7Tu0xvR3qAaGfLosANyIpg"/>
</p:tagLst>
</file>

<file path=ppt/tags/tag433.xml><?xml version="1.0" encoding="utf-8"?>
<p:tagLst xmlns:a="http://schemas.openxmlformats.org/drawingml/2006/main" xmlns:r="http://schemas.openxmlformats.org/officeDocument/2006/relationships" xmlns:p="http://schemas.openxmlformats.org/presentationml/2006/main">
  <p:tag name="THINKCELLSHAPEDONOTDELETE" val="tIghUOzkK1Sk1ooPeeUrEpg"/>
</p:tagLst>
</file>

<file path=ppt/tags/tag434.xml><?xml version="1.0" encoding="utf-8"?>
<p:tagLst xmlns:a="http://schemas.openxmlformats.org/drawingml/2006/main" xmlns:r="http://schemas.openxmlformats.org/officeDocument/2006/relationships" xmlns:p="http://schemas.openxmlformats.org/presentationml/2006/main">
  <p:tag name="THINKCELLSHAPEDONOTDELETE" val="trIEoQaNJFMIuwHdsgrzhiQ"/>
</p:tagLst>
</file>

<file path=ppt/tags/tag435.xml><?xml version="1.0" encoding="utf-8"?>
<p:tagLst xmlns:a="http://schemas.openxmlformats.org/drawingml/2006/main" xmlns:r="http://schemas.openxmlformats.org/officeDocument/2006/relationships" xmlns:p="http://schemas.openxmlformats.org/presentationml/2006/main">
  <p:tag name="THINKCELLSHAPEDONOTDELETE" val="tW.oi_fPuatLSvYIgK6FRcQ"/>
</p:tagLst>
</file>

<file path=ppt/tags/tag436.xml><?xml version="1.0" encoding="utf-8"?>
<p:tagLst xmlns:a="http://schemas.openxmlformats.org/drawingml/2006/main" xmlns:r="http://schemas.openxmlformats.org/officeDocument/2006/relationships" xmlns:p="http://schemas.openxmlformats.org/presentationml/2006/main">
  <p:tag name="THINKCELLSHAPEDONOTDELETE" val="tkYaXACFf5By9SCQhVE53YA"/>
</p:tagLst>
</file>

<file path=ppt/tags/tag437.xml><?xml version="1.0" encoding="utf-8"?>
<p:tagLst xmlns:a="http://schemas.openxmlformats.org/drawingml/2006/main" xmlns:r="http://schemas.openxmlformats.org/officeDocument/2006/relationships" xmlns:p="http://schemas.openxmlformats.org/presentationml/2006/main">
  <p:tag name="THINKCELLSHAPEDONOTDELETE" val="tuWuSdywvuRSb2ZbROzaTxA"/>
</p:tagLst>
</file>

<file path=ppt/tags/tag438.xml><?xml version="1.0" encoding="utf-8"?>
<p:tagLst xmlns:a="http://schemas.openxmlformats.org/drawingml/2006/main" xmlns:r="http://schemas.openxmlformats.org/officeDocument/2006/relationships" xmlns:p="http://schemas.openxmlformats.org/presentationml/2006/main">
  <p:tag name="THINKCELLSHAPEDONOTDELETE" val="tB8Dl5U2Ev66gsbwUmnjtVQ"/>
</p:tagLst>
</file>

<file path=ppt/tags/tag439.xml><?xml version="1.0" encoding="utf-8"?>
<p:tagLst xmlns:a="http://schemas.openxmlformats.org/drawingml/2006/main" xmlns:r="http://schemas.openxmlformats.org/officeDocument/2006/relationships" xmlns:p="http://schemas.openxmlformats.org/presentationml/2006/main">
  <p:tag name="THINKCELLSHAPEDONOTDELETE" val="tESr2kx4E8NUf6g34bJHyYA"/>
</p:tagLst>
</file>

<file path=ppt/tags/tag440.xml><?xml version="1.0" encoding="utf-8"?>
<p:tagLst xmlns:a="http://schemas.openxmlformats.org/drawingml/2006/main" xmlns:r="http://schemas.openxmlformats.org/officeDocument/2006/relationships" xmlns:p="http://schemas.openxmlformats.org/presentationml/2006/main">
  <p:tag name="THINKCELLSHAPEDONOTDELETE" val="toK5w2eWoVczZtjIk5XrBRQ"/>
</p:tagLst>
</file>

<file path=ppt/tags/tag441.xml><?xml version="1.0" encoding="utf-8"?>
<p:tagLst xmlns:a="http://schemas.openxmlformats.org/drawingml/2006/main" xmlns:r="http://schemas.openxmlformats.org/officeDocument/2006/relationships" xmlns:p="http://schemas.openxmlformats.org/presentationml/2006/main">
  <p:tag name="THINKCELLSHAPEDONOTDELETE" val="tQyJAc56wV5InlGrTMPeOvw"/>
</p:tagLst>
</file>

<file path=ppt/tags/tag442.xml><?xml version="1.0" encoding="utf-8"?>
<p:tagLst xmlns:a="http://schemas.openxmlformats.org/drawingml/2006/main" xmlns:r="http://schemas.openxmlformats.org/officeDocument/2006/relationships" xmlns:p="http://schemas.openxmlformats.org/presentationml/2006/main">
  <p:tag name="THINKCELLSHAPEDONOTDELETE" val="t6KLbWIQ26m9fNGxExhWNDQ"/>
</p:tagLst>
</file>

<file path=ppt/tags/tag443.xml><?xml version="1.0" encoding="utf-8"?>
<p:tagLst xmlns:a="http://schemas.openxmlformats.org/drawingml/2006/main" xmlns:r="http://schemas.openxmlformats.org/officeDocument/2006/relationships" xmlns:p="http://schemas.openxmlformats.org/presentationml/2006/main">
  <p:tag name="THINKCELLSHAPEDONOTDELETE" val="tX_udIvX8mQ1I7zgDLsRKPw"/>
</p:tagLst>
</file>

<file path=ppt/tags/tag444.xml><?xml version="1.0" encoding="utf-8"?>
<p:tagLst xmlns:a="http://schemas.openxmlformats.org/drawingml/2006/main" xmlns:r="http://schemas.openxmlformats.org/officeDocument/2006/relationships" xmlns:p="http://schemas.openxmlformats.org/presentationml/2006/main">
  <p:tag name="THINKCELLSHAPEDONOTDELETE" val="tb0e93ZI8.qDeLK_bdkW6CQ"/>
</p:tagLst>
</file>

<file path=ppt/tags/tag445.xml><?xml version="1.0" encoding="utf-8"?>
<p:tagLst xmlns:a="http://schemas.openxmlformats.org/drawingml/2006/main" xmlns:r="http://schemas.openxmlformats.org/officeDocument/2006/relationships" xmlns:p="http://schemas.openxmlformats.org/presentationml/2006/main">
  <p:tag name="THINKCELLSHAPEDONOTDELETE" val="tEhDVj6DReCiPDxLO1d94cA"/>
</p:tagLst>
</file>

<file path=ppt/tags/tag446.xml><?xml version="1.0" encoding="utf-8"?>
<p:tagLst xmlns:a="http://schemas.openxmlformats.org/drawingml/2006/main" xmlns:r="http://schemas.openxmlformats.org/officeDocument/2006/relationships" xmlns:p="http://schemas.openxmlformats.org/presentationml/2006/main">
  <p:tag name="THINKCELLSHAPEDONOTDELETE" val="tyGtAEROKotOyu1ab0UQYjQ"/>
</p:tagLst>
</file>

<file path=ppt/tags/tag447.xml><?xml version="1.0" encoding="utf-8"?>
<p:tagLst xmlns:a="http://schemas.openxmlformats.org/drawingml/2006/main" xmlns:r="http://schemas.openxmlformats.org/officeDocument/2006/relationships" xmlns:p="http://schemas.openxmlformats.org/presentationml/2006/main">
  <p:tag name="THINKCELLSHAPEDONOTDELETE" val="t6aAFwTuK5bNvzPU.2elTrw"/>
</p:tagLst>
</file>

<file path=ppt/tags/tag448.xml><?xml version="1.0" encoding="utf-8"?>
<p:tagLst xmlns:a="http://schemas.openxmlformats.org/drawingml/2006/main" xmlns:r="http://schemas.openxmlformats.org/officeDocument/2006/relationships" xmlns:p="http://schemas.openxmlformats.org/presentationml/2006/main">
  <p:tag name="THINKCELLSHAPEDONOTDELETE" val="tT60BiVf8SvbqvAUHv18kQw"/>
</p:tagLst>
</file>

<file path=ppt/tags/tag449.xml><?xml version="1.0" encoding="utf-8"?>
<p:tagLst xmlns:a="http://schemas.openxmlformats.org/drawingml/2006/main" xmlns:r="http://schemas.openxmlformats.org/officeDocument/2006/relationships" xmlns:p="http://schemas.openxmlformats.org/presentationml/2006/main">
  <p:tag name="THINKCELLSHAPEDONOTDELETE" val="tRU9aXJbOeLI93UokcCssyA"/>
</p:tagLst>
</file>

<file path=ppt/tags/tag450.xml><?xml version="1.0" encoding="utf-8"?>
<p:tagLst xmlns:a="http://schemas.openxmlformats.org/drawingml/2006/main" xmlns:r="http://schemas.openxmlformats.org/officeDocument/2006/relationships" xmlns:p="http://schemas.openxmlformats.org/presentationml/2006/main">
  <p:tag name="THINKCELLSHAPEDONOTDELETE" val="tJE4wm8BHXmFI2P9HFDfh1g"/>
</p:tagLst>
</file>

<file path=ppt/tags/tag451.xml><?xml version="1.0" encoding="utf-8"?>
<p:tagLst xmlns:a="http://schemas.openxmlformats.org/drawingml/2006/main" xmlns:r="http://schemas.openxmlformats.org/officeDocument/2006/relationships" xmlns:p="http://schemas.openxmlformats.org/presentationml/2006/main">
  <p:tag name="THINKCELLSHAPEDONOTDELETE" val="tythBjR5BHSVeFnlVPV29Iw"/>
</p:tagLst>
</file>

<file path=ppt/tags/tag452.xml><?xml version="1.0" encoding="utf-8"?>
<p:tagLst xmlns:a="http://schemas.openxmlformats.org/drawingml/2006/main" xmlns:r="http://schemas.openxmlformats.org/officeDocument/2006/relationships" xmlns:p="http://schemas.openxmlformats.org/presentationml/2006/main">
  <p:tag name="THINKCELLSHAPEDONOTDELETE" val="tYYEll_qDhXI1h9W9PJxWRg"/>
</p:tagLst>
</file>

<file path=ppt/tags/tag453.xml><?xml version="1.0" encoding="utf-8"?>
<p:tagLst xmlns:a="http://schemas.openxmlformats.org/drawingml/2006/main" xmlns:r="http://schemas.openxmlformats.org/officeDocument/2006/relationships" xmlns:p="http://schemas.openxmlformats.org/presentationml/2006/main">
  <p:tag name="THINKCELLSHAPEDONOTDELETE" val="tjyxvB_NWSAE0lIWAT2RZbQ"/>
</p:tagLst>
</file>

<file path=ppt/tags/tag454.xml><?xml version="1.0" encoding="utf-8"?>
<p:tagLst xmlns:a="http://schemas.openxmlformats.org/drawingml/2006/main" xmlns:r="http://schemas.openxmlformats.org/officeDocument/2006/relationships" xmlns:p="http://schemas.openxmlformats.org/presentationml/2006/main">
  <p:tag name="THINKCELLSHAPEDONOTDELETE" val="ttPm0OkMOX0vHahGgbjcAJQ"/>
</p:tagLst>
</file>

<file path=ppt/tags/tag455.xml><?xml version="1.0" encoding="utf-8"?>
<p:tagLst xmlns:a="http://schemas.openxmlformats.org/drawingml/2006/main" xmlns:r="http://schemas.openxmlformats.org/officeDocument/2006/relationships" xmlns:p="http://schemas.openxmlformats.org/presentationml/2006/main">
  <p:tag name="THINKCELLSHAPEDONOTDELETE" val="tU2eoxnHxgpnU6dh1tTFiMQ"/>
</p:tagLst>
</file>

<file path=ppt/tags/tag456.xml><?xml version="1.0" encoding="utf-8"?>
<p:tagLst xmlns:a="http://schemas.openxmlformats.org/drawingml/2006/main" xmlns:r="http://schemas.openxmlformats.org/officeDocument/2006/relationships" xmlns:p="http://schemas.openxmlformats.org/presentationml/2006/main">
  <p:tag name="THINKCELLSHAPEDONOTDELETE" val="t21_BvXWvpNsiHQkjeWUUIg"/>
</p:tagLst>
</file>

<file path=ppt/tags/tag457.xml><?xml version="1.0" encoding="utf-8"?>
<p:tagLst xmlns:a="http://schemas.openxmlformats.org/drawingml/2006/main" xmlns:r="http://schemas.openxmlformats.org/officeDocument/2006/relationships" xmlns:p="http://schemas.openxmlformats.org/presentationml/2006/main">
  <p:tag name="THINKCELLSHAPEDONOTDELETE" val="tNg5ufLYTUagiD_JUUQEKhA"/>
</p:tagLst>
</file>

<file path=ppt/tags/tag458.xml><?xml version="1.0" encoding="utf-8"?>
<p:tagLst xmlns:a="http://schemas.openxmlformats.org/drawingml/2006/main" xmlns:r="http://schemas.openxmlformats.org/officeDocument/2006/relationships" xmlns:p="http://schemas.openxmlformats.org/presentationml/2006/main">
  <p:tag name="THINKCELLSHAPEDONOTDELETE" val="tH8S1SeFvQanAygfZsS35rA"/>
</p:tagLst>
</file>

<file path=ppt/tags/tag459.xml><?xml version="1.0" encoding="utf-8"?>
<p:tagLst xmlns:a="http://schemas.openxmlformats.org/drawingml/2006/main" xmlns:r="http://schemas.openxmlformats.org/officeDocument/2006/relationships" xmlns:p="http://schemas.openxmlformats.org/presentationml/2006/main">
  <p:tag name="THINKCELLSHAPEDONOTDELETE" val="tQJb29hkRPrOoTQ2FplTQ1A"/>
</p:tagLst>
</file>

<file path=ppt/tags/tag460.xml><?xml version="1.0" encoding="utf-8"?>
<p:tagLst xmlns:a="http://schemas.openxmlformats.org/drawingml/2006/main" xmlns:r="http://schemas.openxmlformats.org/officeDocument/2006/relationships" xmlns:p="http://schemas.openxmlformats.org/presentationml/2006/main">
  <p:tag name="THINKCELLSHAPEDONOTDELETE" val="tAO8gSHuI54zeRpY85cX3.g"/>
</p:tagLst>
</file>

<file path=ppt/tags/tag461.xml><?xml version="1.0" encoding="utf-8"?>
<p:tagLst xmlns:a="http://schemas.openxmlformats.org/drawingml/2006/main" xmlns:r="http://schemas.openxmlformats.org/officeDocument/2006/relationships" xmlns:p="http://schemas.openxmlformats.org/presentationml/2006/main">
  <p:tag name="THINKCELLSHAPEDONOTDELETE" val="tBFxnegZlYBKT7rDjkPeY7A"/>
</p:tagLst>
</file>

<file path=ppt/tags/tag462.xml><?xml version="1.0" encoding="utf-8"?>
<p:tagLst xmlns:a="http://schemas.openxmlformats.org/drawingml/2006/main" xmlns:r="http://schemas.openxmlformats.org/officeDocument/2006/relationships" xmlns:p="http://schemas.openxmlformats.org/presentationml/2006/main">
  <p:tag name="THINKCELLSHAPEDONOTDELETE" val="tsiW.rosp_QS46SqAlRaeRQ"/>
</p:tagLst>
</file>

<file path=ppt/tags/tag463.xml><?xml version="1.0" encoding="utf-8"?>
<p:tagLst xmlns:a="http://schemas.openxmlformats.org/drawingml/2006/main" xmlns:r="http://schemas.openxmlformats.org/officeDocument/2006/relationships" xmlns:p="http://schemas.openxmlformats.org/presentationml/2006/main">
  <p:tag name="THINKCELLSHAPEDONOTDELETE" val="t9BNv3gBTnOjYR66nMqSwzA"/>
</p:tagLst>
</file>

<file path=ppt/tags/tag464.xml><?xml version="1.0" encoding="utf-8"?>
<p:tagLst xmlns:a="http://schemas.openxmlformats.org/drawingml/2006/main" xmlns:r="http://schemas.openxmlformats.org/officeDocument/2006/relationships" xmlns:p="http://schemas.openxmlformats.org/presentationml/2006/main">
  <p:tag name="THINKCELLSHAPEDONOTDELETE" val="t1kv8qgdJurmpmYRdS.KBHA"/>
</p:tagLst>
</file>

<file path=ppt/tags/tag4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1_Deloitte 16_9 onscreen">
  <a:themeElements>
    <a:clrScheme name="Deloitte_2020">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Deloitte Powerpoint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eloitte_4_3_Onscreen.potx" id="{300F3ED9-9C4C-4838-B157-107BB206E623}" vid="{ABD9136E-862F-4680-B56C-E8832C898BE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6EABACCD3B39C49923CC76F9A3899B0" ma:contentTypeVersion="10" ma:contentTypeDescription="Create a new document." ma:contentTypeScope="" ma:versionID="888edbca11eac38050b29462c56b3d83">
  <xsd:schema xmlns:xsd="http://www.w3.org/2001/XMLSchema" xmlns:xs="http://www.w3.org/2001/XMLSchema" xmlns:p="http://schemas.microsoft.com/office/2006/metadata/properties" xmlns:ns2="88ac10d5-d499-482e-8b56-6ab71e10844d" xmlns:ns3="b34fac16-a9a4-4d97-96d6-3d67277b3bbb" targetNamespace="http://schemas.microsoft.com/office/2006/metadata/properties" ma:root="true" ma:fieldsID="b2578cae4076c3a00574eaa070b195d6" ns2:_="" ns3:_="">
    <xsd:import namespace="88ac10d5-d499-482e-8b56-6ab71e10844d"/>
    <xsd:import namespace="b34fac16-a9a4-4d97-96d6-3d67277b3bb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8ac10d5-d499-482e-8b56-6ab71e10844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798d900d-0589-4081-96eb-513de833a507"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34fac16-a9a4-4d97-96d6-3d67277b3bbb"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b26a010e-ed09-4f8f-afe2-969c013c94e7}" ma:internalName="TaxCatchAll" ma:showField="CatchAllData" ma:web="b34fac16-a9a4-4d97-96d6-3d67277b3bb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88ac10d5-d499-482e-8b56-6ab71e10844d">
      <Terms xmlns="http://schemas.microsoft.com/office/infopath/2007/PartnerControls"/>
    </lcf76f155ced4ddcb4097134ff3c332f>
    <TaxCatchAll xmlns="b34fac16-a9a4-4d97-96d6-3d67277b3bbb" xsi:nil="true"/>
  </documentManagement>
</p:properties>
</file>

<file path=customXml/itemProps1.xml><?xml version="1.0" encoding="utf-8"?>
<ds:datastoreItem xmlns:ds="http://schemas.openxmlformats.org/officeDocument/2006/customXml" ds:itemID="{8E88D954-C6B8-4D0E-BF4E-A4D4B68C30EC}"/>
</file>

<file path=customXml/itemProps2.xml><?xml version="1.0" encoding="utf-8"?>
<ds:datastoreItem xmlns:ds="http://schemas.openxmlformats.org/officeDocument/2006/customXml" ds:itemID="{124D7DF5-2DEA-4939-A487-A40714D422A9}">
  <ds:schemaRefs>
    <ds:schemaRef ds:uri="http://schemas.microsoft.com/sharepoint/v3/contenttype/forms"/>
  </ds:schemaRefs>
</ds:datastoreItem>
</file>

<file path=customXml/itemProps3.xml><?xml version="1.0" encoding="utf-8"?>
<ds:datastoreItem xmlns:ds="http://schemas.openxmlformats.org/officeDocument/2006/customXml" ds:itemID="{B054D36E-9EF4-45FB-A110-F5062C6023D7}">
  <ds:schemaRefs>
    <ds:schemaRef ds:uri="http://www.w3.org/XML/1998/namespace"/>
    <ds:schemaRef ds:uri="http://schemas.microsoft.com/office/2006/metadata/properties"/>
    <ds:schemaRef ds:uri="http://schemas.microsoft.com/office/2006/documentManagement/types"/>
    <ds:schemaRef ds:uri="http://purl.org/dc/dcmitype/"/>
    <ds:schemaRef ds:uri="http://purl.org/dc/elements/1.1/"/>
    <ds:schemaRef ds:uri="http://schemas.openxmlformats.org/package/2006/metadata/core-properties"/>
    <ds:schemaRef ds:uri="http://schemas.microsoft.com/office/infopath/2007/PartnerControls"/>
    <ds:schemaRef ds:uri="7518fb0e-e0d4-4297-8650-5cb3d7ca851b"/>
    <ds:schemaRef ds:uri="http://purl.org/dc/terms/"/>
  </ds:schemaRefs>
</ds:datastoreItem>
</file>

<file path=docProps/app.xml><?xml version="1.0" encoding="utf-8"?>
<Properties xmlns="http://schemas.openxmlformats.org/officeDocument/2006/extended-properties" xmlns:vt="http://schemas.openxmlformats.org/officeDocument/2006/docPropsVTypes">
  <Template/>
  <TotalTime>1646</TotalTime>
  <Words>3317</Words>
  <Application>Microsoft Office PowerPoint</Application>
  <PresentationFormat>Widescreen</PresentationFormat>
  <Paragraphs>2559</Paragraphs>
  <Slides>55</Slides>
  <Notes>0</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55</vt:i4>
      </vt:variant>
    </vt:vector>
  </HeadingPairs>
  <TitlesOfParts>
    <vt:vector size="61" baseType="lpstr">
      <vt:lpstr>Arial</vt:lpstr>
      <vt:lpstr>Georgia</vt:lpstr>
      <vt:lpstr>Verdana</vt:lpstr>
      <vt:lpstr>Wingdings 2</vt:lpstr>
      <vt:lpstr>1_Deloitte 16_9 onscreen</vt:lpstr>
      <vt:lpstr>think-cell Slide</vt:lpstr>
      <vt:lpstr>PowerPoint Presentation</vt:lpstr>
      <vt:lpstr>Month-wise Hourly Data</vt:lpstr>
      <vt:lpstr>April 2023 – Hourly profile (Solar Hours)</vt:lpstr>
      <vt:lpstr>April 2023 – Hourly profile (Non-Solar Hours)</vt:lpstr>
      <vt:lpstr>April 2023 – Hourly profile (All Hours)</vt:lpstr>
      <vt:lpstr>May 2023 – Hourly profile (Solar Hours)</vt:lpstr>
      <vt:lpstr>May 2023 – Hourly profile (Non-Solar Hours)</vt:lpstr>
      <vt:lpstr>May 2023 – Hourly profile (All Hours)</vt:lpstr>
      <vt:lpstr>June 2023 – Hourly profile (Solar Hours)</vt:lpstr>
      <vt:lpstr>June 2023 – Hourly profile (Non-Solar Hours)</vt:lpstr>
      <vt:lpstr>June 2023 – Hourly profile (All Hours)</vt:lpstr>
      <vt:lpstr>July 2023 – Hourly profile (Solar Hours)</vt:lpstr>
      <vt:lpstr>July 2023 – Hourly profile (Non-Solar Hours)</vt:lpstr>
      <vt:lpstr>July 2023 – Hourly profile (All Hours)</vt:lpstr>
      <vt:lpstr>August 2023 – Hourly profile (Solar Hours)</vt:lpstr>
      <vt:lpstr>August 2023 – Hourly profile (Non-Solar Hours)</vt:lpstr>
      <vt:lpstr>August 2023 – Hourly profile (All Hours)</vt:lpstr>
      <vt:lpstr>Month-wise Average Hourly Solar Opportunity</vt:lpstr>
      <vt:lpstr>Day-wise Hourly Solar Opportunity</vt:lpstr>
      <vt:lpstr>April 2023 –Hourly Short Term Procurement + Load Shedding during Solar Hours</vt:lpstr>
      <vt:lpstr>May 2023 – Hourly Short Term Procurement + Load Shedding during Solar Hours</vt:lpstr>
      <vt:lpstr>June 2023 – Hourly Short Term Procurement + Load Shedding during Solar Hours</vt:lpstr>
      <vt:lpstr>July 2023 – Hourly Short Term Procurement + Load Shedding during Solar Hours</vt:lpstr>
      <vt:lpstr>August 2023 – Hourly Short Term Procurement + Load Shedding during Solar Hours</vt:lpstr>
      <vt:lpstr>Select Days - Hourly Data</vt:lpstr>
      <vt:lpstr>19th April 2023 – Hourly profile (Solar Hours)</vt:lpstr>
      <vt:lpstr>19th April 2023 – Hourly profile (Non-Solar Hours)</vt:lpstr>
      <vt:lpstr>19th April 2023 – Hourly profile (All Hours)</vt:lpstr>
      <vt:lpstr>31st May 2023 – Hourly profile (Solar Hours)</vt:lpstr>
      <vt:lpstr>31st May 2023 – Hourly profile (Non-Solar Hours)</vt:lpstr>
      <vt:lpstr>31st May 2023 – Hourly profile (All Hours)</vt:lpstr>
      <vt:lpstr>6th June 2023 – Hourly profile (Solar Hours)</vt:lpstr>
      <vt:lpstr>6th June 2023 – Hourly profile (Non-Solar Hours)</vt:lpstr>
      <vt:lpstr>6th June 2023 – Hourly profile (All Hours)</vt:lpstr>
      <vt:lpstr>20th July 2023 – Hourly profile (Solar Hours)</vt:lpstr>
      <vt:lpstr>20th July 2023 – Hourly profile (Non-Solar Hours)</vt:lpstr>
      <vt:lpstr>20th July 2023 – Hourly profile (All Hours)</vt:lpstr>
      <vt:lpstr>2nd August 2023 – Hourly profile (Solar Hours)</vt:lpstr>
      <vt:lpstr>2nd August 2023 – Hourly profile (Non-Solar Hours)</vt:lpstr>
      <vt:lpstr>2nd August 2023 – Hourly profile (All Hours)</vt:lpstr>
      <vt:lpstr>ANNEXURE</vt:lpstr>
      <vt:lpstr>Day-wise Hourly Solar Opportunity (1/3)</vt:lpstr>
      <vt:lpstr>Day-wise Hourly Solar Opportunity (2/3)</vt:lpstr>
      <vt:lpstr>Day-wise Hourly Solar Opportunity (3/3)</vt:lpstr>
      <vt:lpstr>Other Select Days – Hourly Data (Solar Opportunity)</vt:lpstr>
      <vt:lpstr>18th April 2023 – Hourly profile (Solar Hours)</vt:lpstr>
      <vt:lpstr>20th April 2023 – Hourly profile (Solar Hours)</vt:lpstr>
      <vt:lpstr>10th May 2023 – Hourly profile (Solar Hours)</vt:lpstr>
      <vt:lpstr>30th May 2023 – Hourly profile (Solar Hours)</vt:lpstr>
      <vt:lpstr>7th June 2023 – Hourly profile (Solar Hours)</vt:lpstr>
      <vt:lpstr>8th June 2023 – Hourly profile (Solar Hours)</vt:lpstr>
      <vt:lpstr>5th July 2023 – Hourly profile (Solar Hours)</vt:lpstr>
      <vt:lpstr>6th July 2023 – Hourly profile (Solar Hours)</vt:lpstr>
      <vt:lpstr>12th August 2023 – Hourly profile (Solar Hours)</vt:lpstr>
      <vt:lpstr>17th August 2023 – Hourly profile (Solar Hours)</vt:lpstr>
    </vt:vector>
  </TitlesOfParts>
  <Company>Deloitte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Headline Verdana Bold</dc:title>
  <dc:subject/>
  <dc:creator>Chirag Kadam</dc:creator>
  <cp:keywords/>
  <cp:lastModifiedBy>Banerjee, Rajeswar</cp:lastModifiedBy>
  <cp:revision>19</cp:revision>
  <cp:lastPrinted>2014-06-25T02:16:22Z</cp:lastPrinted>
  <dcterms:created xsi:type="dcterms:W3CDTF">2016-11-09T03:29:25Z</dcterms:created>
  <dcterms:modified xsi:type="dcterms:W3CDTF">2023-09-18T12:25:18Z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0x01010046EABACCD3B39C49923CC76F9A3899B0</vt:lpwstr>
  </property>
  <property fmtid="{D5CDD505-2E9C-101B-9397-08002B2CF9AE}" pid="3" name="Local Content Type">
    <vt:lpwstr/>
  </property>
  <property fmtid="{D5CDD505-2E9C-101B-9397-08002B2CF9AE}" pid="4" name="TaxKeyword">
    <vt:lpwstr/>
  </property>
  <property fmtid="{D5CDD505-2E9C-101B-9397-08002B2CF9AE}" pid="5" name="Global Client Services">
    <vt:lpwstr/>
  </property>
  <property fmtid="{D5CDD505-2E9C-101B-9397-08002B2CF9AE}" pid="6" name="Geography">
    <vt:lpwstr>19;#Global (2542)|163e196f-7511-4639-90b6-ed85c9d9c37c</vt:lpwstr>
  </property>
  <property fmtid="{D5CDD505-2E9C-101B-9397-08002B2CF9AE}" pid="7" name="Local Industry">
    <vt:lpwstr/>
  </property>
  <property fmtid="{D5CDD505-2E9C-101B-9397-08002B2CF9AE}" pid="8" name="Global Industry">
    <vt:lpwstr/>
  </property>
  <property fmtid="{D5CDD505-2E9C-101B-9397-08002B2CF9AE}" pid="9" name="Global Content Type">
    <vt:lpwstr/>
  </property>
  <property fmtid="{D5CDD505-2E9C-101B-9397-08002B2CF9AE}" pid="10" name="LanguageB">
    <vt:lpwstr>2;#English|b169a262-1aaa-4ccb-9acf-78a36c1d9bab</vt:lpwstr>
  </property>
  <property fmtid="{D5CDD505-2E9C-101B-9397-08002B2CF9AE}" pid="11" name="Local Client Services">
    <vt:lpwstr/>
  </property>
  <property fmtid="{D5CDD505-2E9C-101B-9397-08002B2CF9AE}" pid="12" name="MSIP_Label_ea60d57e-af5b-4752-ac57-3e4f28ca11dc_Enabled">
    <vt:lpwstr>true</vt:lpwstr>
  </property>
  <property fmtid="{D5CDD505-2E9C-101B-9397-08002B2CF9AE}" pid="13" name="MSIP_Label_ea60d57e-af5b-4752-ac57-3e4f28ca11dc_SetDate">
    <vt:lpwstr>2021-09-20T06:35:08Z</vt:lpwstr>
  </property>
  <property fmtid="{D5CDD505-2E9C-101B-9397-08002B2CF9AE}" pid="14" name="MSIP_Label_ea60d57e-af5b-4752-ac57-3e4f28ca11dc_Method">
    <vt:lpwstr>Standard</vt:lpwstr>
  </property>
  <property fmtid="{D5CDD505-2E9C-101B-9397-08002B2CF9AE}" pid="15" name="MSIP_Label_ea60d57e-af5b-4752-ac57-3e4f28ca11dc_Name">
    <vt:lpwstr>ea60d57e-af5b-4752-ac57-3e4f28ca11dc</vt:lpwstr>
  </property>
  <property fmtid="{D5CDD505-2E9C-101B-9397-08002B2CF9AE}" pid="16" name="MSIP_Label_ea60d57e-af5b-4752-ac57-3e4f28ca11dc_SiteId">
    <vt:lpwstr>36da45f1-dd2c-4d1f-af13-5abe46b99921</vt:lpwstr>
  </property>
  <property fmtid="{D5CDD505-2E9C-101B-9397-08002B2CF9AE}" pid="17" name="MSIP_Label_ea60d57e-af5b-4752-ac57-3e4f28ca11dc_ActionId">
    <vt:lpwstr>5720a868-5efd-4ec3-aaf1-a573081570eb</vt:lpwstr>
  </property>
  <property fmtid="{D5CDD505-2E9C-101B-9397-08002B2CF9AE}" pid="18" name="MSIP_Label_ea60d57e-af5b-4752-ac57-3e4f28ca11dc_ContentBits">
    <vt:lpwstr>0</vt:lpwstr>
  </property>
</Properties>
</file>