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media/image8.bin" ContentType="image/jpeg"/>
  <Override PartName="/ppt/tags/tag7.xml" ContentType="application/vnd.openxmlformats-officedocument.presentationml.tags+xml"/>
  <Override PartName="/ppt/tags/tag8.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notesSlides/notesSlide1.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57" r:id="rId4"/>
    <p:sldMasterId id="2147484047" r:id="rId5"/>
  </p:sldMasterIdLst>
  <p:notesMasterIdLst>
    <p:notesMasterId r:id="rId27"/>
  </p:notesMasterIdLst>
  <p:handoutMasterIdLst>
    <p:handoutMasterId r:id="rId28"/>
  </p:handoutMasterIdLst>
  <p:sldIdLst>
    <p:sldId id="954" r:id="rId6"/>
    <p:sldId id="3969" r:id="rId7"/>
    <p:sldId id="3970" r:id="rId8"/>
    <p:sldId id="3992" r:id="rId9"/>
    <p:sldId id="3991" r:id="rId10"/>
    <p:sldId id="3993" r:id="rId11"/>
    <p:sldId id="3994" r:id="rId12"/>
    <p:sldId id="3995" r:id="rId13"/>
    <p:sldId id="3996" r:id="rId14"/>
    <p:sldId id="3997" r:id="rId15"/>
    <p:sldId id="3998" r:id="rId16"/>
    <p:sldId id="3999" r:id="rId17"/>
    <p:sldId id="4000" r:id="rId18"/>
    <p:sldId id="4001" r:id="rId19"/>
    <p:sldId id="4002" r:id="rId20"/>
    <p:sldId id="4003" r:id="rId21"/>
    <p:sldId id="4004" r:id="rId22"/>
    <p:sldId id="4005" r:id="rId23"/>
    <p:sldId id="4006" r:id="rId24"/>
    <p:sldId id="4007" r:id="rId25"/>
    <p:sldId id="512" r:id="rId26"/>
  </p:sldIdLst>
  <p:sldSz cx="12192000" cy="6858000"/>
  <p:notesSz cx="7315200" cy="9601200"/>
  <p:custDataLst>
    <p:tags r:id="rId29"/>
  </p:custDataLst>
  <p:defaultTextStyle>
    <a:defPPr>
      <a:defRPr lang="en-US"/>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2" algn="l" defTabSz="914342" rtl="0" eaLnBrk="1" latinLnBrk="0" hangingPunct="1">
      <a:defRPr sz="1800" kern="1200">
        <a:solidFill>
          <a:schemeClr val="tx1"/>
        </a:solidFill>
        <a:latin typeface="+mn-lt"/>
        <a:ea typeface="+mn-ea"/>
        <a:cs typeface="+mn-cs"/>
      </a:defRPr>
    </a:lvl4pPr>
    <a:lvl5pPr marL="1828683" algn="l" defTabSz="914342" rtl="0" eaLnBrk="1" latinLnBrk="0" hangingPunct="1">
      <a:defRPr sz="1800" kern="1200">
        <a:solidFill>
          <a:schemeClr val="tx1"/>
        </a:solidFill>
        <a:latin typeface="+mn-lt"/>
        <a:ea typeface="+mn-ea"/>
        <a:cs typeface="+mn-cs"/>
      </a:defRPr>
    </a:lvl5pPr>
    <a:lvl6pPr marL="2285854" algn="l" defTabSz="914342" rtl="0" eaLnBrk="1" latinLnBrk="0" hangingPunct="1">
      <a:defRPr sz="1800" kern="1200">
        <a:solidFill>
          <a:schemeClr val="tx1"/>
        </a:solidFill>
        <a:latin typeface="+mn-lt"/>
        <a:ea typeface="+mn-ea"/>
        <a:cs typeface="+mn-cs"/>
      </a:defRPr>
    </a:lvl6pPr>
    <a:lvl7pPr marL="2743025" algn="l" defTabSz="914342" rtl="0" eaLnBrk="1" latinLnBrk="0" hangingPunct="1">
      <a:defRPr sz="1800" kern="1200">
        <a:solidFill>
          <a:schemeClr val="tx1"/>
        </a:solidFill>
        <a:latin typeface="+mn-lt"/>
        <a:ea typeface="+mn-ea"/>
        <a:cs typeface="+mn-cs"/>
      </a:defRPr>
    </a:lvl7pPr>
    <a:lvl8pPr marL="3200195" algn="l" defTabSz="914342" rtl="0" eaLnBrk="1" latinLnBrk="0" hangingPunct="1">
      <a:defRPr sz="1800" kern="1200">
        <a:solidFill>
          <a:schemeClr val="tx1"/>
        </a:solidFill>
        <a:latin typeface="+mn-lt"/>
        <a:ea typeface="+mn-ea"/>
        <a:cs typeface="+mn-cs"/>
      </a:defRPr>
    </a:lvl8pPr>
    <a:lvl9pPr marL="3657366" algn="l" defTabSz="9143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16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Singh, Sunny" initials="SS" lastIdx="1" clrIdx="6">
    <p:extLst>
      <p:ext uri="{19B8F6BF-5375-455C-9EA6-DF929625EA0E}">
        <p15:presenceInfo xmlns:p15="http://schemas.microsoft.com/office/powerpoint/2012/main" userId="S::ssingh4@deloitte.com::6823f1f4-71ba-4b00-ab83-ce4ca41a9632" providerId="AD"/>
      </p:ext>
    </p:extLst>
  </p:cmAuthor>
  <p:cmAuthor id="1" name="Salunkhe, Nikhil" initials="SN" lastIdx="1" clrIdx="0">
    <p:extLst>
      <p:ext uri="{19B8F6BF-5375-455C-9EA6-DF929625EA0E}">
        <p15:presenceInfo xmlns:p15="http://schemas.microsoft.com/office/powerpoint/2012/main" userId="S-1-5-21-776561741-1482476501-682003330-1288395" providerId="AD"/>
      </p:ext>
    </p:extLst>
  </p:cmAuthor>
  <p:cmAuthor id="8" name="Sinha, Arnab Kumar" initials="SAK" lastIdx="28" clrIdx="7">
    <p:extLst>
      <p:ext uri="{19B8F6BF-5375-455C-9EA6-DF929625EA0E}">
        <p15:presenceInfo xmlns:p15="http://schemas.microsoft.com/office/powerpoint/2012/main" userId="S::arsinha@deloitte.com::26f61651-58d7-4dc5-8c8d-da0f572e244d" providerId="AD"/>
      </p:ext>
    </p:extLst>
  </p:cmAuthor>
  <p:cmAuthor id="2" name="Banerjee, Sayantan" initials="BS" lastIdx="22" clrIdx="1">
    <p:extLst>
      <p:ext uri="{19B8F6BF-5375-455C-9EA6-DF929625EA0E}">
        <p15:presenceInfo xmlns:p15="http://schemas.microsoft.com/office/powerpoint/2012/main" userId="S::bsayantan@deloitte.com::29b1bc15-6d12-4f6e-8f06-28f0a453772b" providerId="AD"/>
      </p:ext>
    </p:extLst>
  </p:cmAuthor>
  <p:cmAuthor id="9" name="Banerjee, Rajeswar" initials="BR" lastIdx="11" clrIdx="8">
    <p:extLst>
      <p:ext uri="{19B8F6BF-5375-455C-9EA6-DF929625EA0E}">
        <p15:presenceInfo xmlns:p15="http://schemas.microsoft.com/office/powerpoint/2012/main" userId="S::rajbanerjee@deloitte.com::b4ff5a26-7e17-4c5f-975b-d63f3f91df5b" providerId="AD"/>
      </p:ext>
    </p:extLst>
  </p:cmAuthor>
  <p:cmAuthor id="3" name="Thomas, Emil" initials="TE" lastIdx="1" clrIdx="2">
    <p:extLst>
      <p:ext uri="{19B8F6BF-5375-455C-9EA6-DF929625EA0E}">
        <p15:presenceInfo xmlns:p15="http://schemas.microsoft.com/office/powerpoint/2012/main" userId="S::emthomas@deloitte.com::0406af67-e0e6-4502-b2cb-f66bed26e767" providerId="AD"/>
      </p:ext>
    </p:extLst>
  </p:cmAuthor>
  <p:cmAuthor id="4" name="Mani, Siddharth" initials="MS" lastIdx="17" clrIdx="3">
    <p:extLst>
      <p:ext uri="{19B8F6BF-5375-455C-9EA6-DF929625EA0E}">
        <p15:presenceInfo xmlns:p15="http://schemas.microsoft.com/office/powerpoint/2012/main" userId="S::simani@deloitte.com::ea703a10-db50-4df5-bf72-1a564ac3e541" providerId="AD"/>
      </p:ext>
    </p:extLst>
  </p:cmAuthor>
  <p:cmAuthor id="5" name="Bandyopadhyay, Anirban P" initials="BAP" lastIdx="31" clrIdx="4">
    <p:extLst>
      <p:ext uri="{19B8F6BF-5375-455C-9EA6-DF929625EA0E}">
        <p15:presenceInfo xmlns:p15="http://schemas.microsoft.com/office/powerpoint/2012/main" userId="S::anirbanb@deloitte.com::5d0adf87-8cda-4e85-a1f7-eed3388fbcac" providerId="AD"/>
      </p:ext>
    </p:extLst>
  </p:cmAuthor>
  <p:cmAuthor id="6" name="Halan, Mridul" initials="HM" lastIdx="20" clrIdx="5">
    <p:extLst>
      <p:ext uri="{19B8F6BF-5375-455C-9EA6-DF929625EA0E}">
        <p15:presenceInfo xmlns:p15="http://schemas.microsoft.com/office/powerpoint/2012/main" userId="S::mhalan@deloitte.com::d8402aca-56b7-4a75-97f5-504434d76ce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FB000"/>
    <a:srgbClr val="007CB0"/>
    <a:srgbClr val="86BC25"/>
    <a:srgbClr val="0D8390"/>
    <a:srgbClr val="9CAC00"/>
    <a:srgbClr val="648D1C"/>
    <a:srgbClr val="009A44"/>
    <a:srgbClr val="26890D"/>
    <a:srgbClr val="7F7F7F"/>
    <a:srgbClr val="BAD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82" autoAdjust="0"/>
    <p:restoredTop sz="93438" autoAdjust="0"/>
  </p:normalViewPr>
  <p:slideViewPr>
    <p:cSldViewPr snapToGrid="0" showGuides="1">
      <p:cViewPr varScale="1">
        <p:scale>
          <a:sx n="59" d="100"/>
          <a:sy n="59" d="100"/>
        </p:scale>
        <p:origin x="948" y="60"/>
      </p:cViewPr>
      <p:guideLst>
        <p:guide/>
        <p:guide orient="horz" pos="2160"/>
      </p:guideLst>
    </p:cSldViewPr>
  </p:slideViewPr>
  <p:outlineViewPr>
    <p:cViewPr>
      <p:scale>
        <a:sx n="33" d="100"/>
        <a:sy n="33" d="100"/>
      </p:scale>
      <p:origin x="0" y="-59190"/>
    </p:cViewPr>
  </p:outlineViewPr>
  <p:notesTextViewPr>
    <p:cViewPr>
      <p:scale>
        <a:sx n="100" d="100"/>
        <a:sy n="100" d="100"/>
      </p:scale>
      <p:origin x="0" y="0"/>
    </p:cViewPr>
  </p:notesTextViewPr>
  <p:sorterViewPr>
    <p:cViewPr>
      <p:scale>
        <a:sx n="140" d="100"/>
        <a:sy n="140" d="100"/>
      </p:scale>
      <p:origin x="0" y="-14552"/>
    </p:cViewPr>
  </p:sorterViewPr>
  <p:notesViewPr>
    <p:cSldViewPr snapToGrid="0" showGuides="1">
      <p:cViewPr varScale="1">
        <p:scale>
          <a:sx n="57" d="100"/>
          <a:sy n="57" d="100"/>
        </p:scale>
        <p:origin x="19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commentAuthors" Target="commentAuthors.xml"/><Relationship Id="rId8" Type="http://schemas.openxmlformats.org/officeDocument/2006/relationships/slide" Target="slides/slide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7/11/2022</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7/11/2022</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914342" rtl="0" eaLnBrk="1" latinLnBrk="0" hangingPunct="1">
      <a:defRPr sz="1200" kern="1200">
        <a:solidFill>
          <a:schemeClr val="tx1"/>
        </a:solidFill>
        <a:latin typeface="Arial" panose="020B0604020202020204" pitchFamily="34" charset="0"/>
        <a:ea typeface="+mn-ea"/>
        <a:cs typeface="+mn-cs"/>
      </a:defRPr>
    </a:lvl1pPr>
    <a:lvl2pPr marL="457171" algn="l" defTabSz="914342" rtl="0" eaLnBrk="1" latinLnBrk="0" hangingPunct="1">
      <a:defRPr sz="1200" kern="1200">
        <a:solidFill>
          <a:schemeClr val="tx1"/>
        </a:solidFill>
        <a:latin typeface="Arial" panose="020B0604020202020204" pitchFamily="34" charset="0"/>
        <a:ea typeface="+mn-ea"/>
        <a:cs typeface="+mn-cs"/>
      </a:defRPr>
    </a:lvl2pPr>
    <a:lvl3pPr marL="914342" algn="l" defTabSz="914342" rtl="0" eaLnBrk="1" latinLnBrk="0" hangingPunct="1">
      <a:defRPr sz="1200" kern="1200">
        <a:solidFill>
          <a:schemeClr val="tx1"/>
        </a:solidFill>
        <a:latin typeface="Arial" panose="020B0604020202020204" pitchFamily="34" charset="0"/>
        <a:ea typeface="+mn-ea"/>
        <a:cs typeface="+mn-cs"/>
      </a:defRPr>
    </a:lvl3pPr>
    <a:lvl4pPr marL="1371512" algn="l" defTabSz="914342" rtl="0" eaLnBrk="1" latinLnBrk="0" hangingPunct="1">
      <a:defRPr sz="1200" kern="1200">
        <a:solidFill>
          <a:schemeClr val="tx1"/>
        </a:solidFill>
        <a:latin typeface="Arial" panose="020B0604020202020204" pitchFamily="34" charset="0"/>
        <a:ea typeface="+mn-ea"/>
        <a:cs typeface="+mn-cs"/>
      </a:defRPr>
    </a:lvl4pPr>
    <a:lvl5pPr marL="1828683" algn="l" defTabSz="914342" rtl="0" eaLnBrk="1" latinLnBrk="0" hangingPunct="1">
      <a:defRPr sz="1200" kern="1200">
        <a:solidFill>
          <a:schemeClr val="tx1"/>
        </a:solidFill>
        <a:latin typeface="Arial" panose="020B0604020202020204" pitchFamily="34" charset="0"/>
        <a:ea typeface="+mn-ea"/>
        <a:cs typeface="+mn-cs"/>
      </a:defRPr>
    </a:lvl5pPr>
    <a:lvl6pPr marL="2285854" algn="l" defTabSz="914342" rtl="0" eaLnBrk="1" latinLnBrk="0" hangingPunct="1">
      <a:defRPr sz="1200" kern="1200">
        <a:solidFill>
          <a:schemeClr val="tx1"/>
        </a:solidFill>
        <a:latin typeface="+mn-lt"/>
        <a:ea typeface="+mn-ea"/>
        <a:cs typeface="+mn-cs"/>
      </a:defRPr>
    </a:lvl6pPr>
    <a:lvl7pPr marL="2743025" algn="l" defTabSz="914342" rtl="0" eaLnBrk="1" latinLnBrk="0" hangingPunct="1">
      <a:defRPr sz="1200" kern="1200">
        <a:solidFill>
          <a:schemeClr val="tx1"/>
        </a:solidFill>
        <a:latin typeface="+mn-lt"/>
        <a:ea typeface="+mn-ea"/>
        <a:cs typeface="+mn-cs"/>
      </a:defRPr>
    </a:lvl7pPr>
    <a:lvl8pPr marL="3200195" algn="l" defTabSz="914342" rtl="0" eaLnBrk="1" latinLnBrk="0" hangingPunct="1">
      <a:defRPr sz="1200" kern="1200">
        <a:solidFill>
          <a:schemeClr val="tx1"/>
        </a:solidFill>
        <a:latin typeface="+mn-lt"/>
        <a:ea typeface="+mn-ea"/>
        <a:cs typeface="+mn-cs"/>
      </a:defRPr>
    </a:lvl8pPr>
    <a:lvl9pPr marL="3657366" algn="l" defTabSz="9143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r>
              <a:rPr lang="en-GB" dirty="0"/>
              <a:t>To be picked from</a:t>
            </a:r>
            <a:r>
              <a:rPr lang="en-GB" baseline="0" dirty="0"/>
              <a:t> https://consulting.deloitteresources.com/brand/Pages/Imagery.aspx</a:t>
            </a:r>
          </a:p>
          <a:p>
            <a:r>
              <a:rPr lang="en-GB" dirty="0"/>
              <a:t>https://brandspace.deloitte.com/content/index/guid/image_library?search_term=&amp;list_size=25&amp;assettag%5B16%5D%5B%5D=43&amp;assettag%5B19%5D%5B%5D=50</a:t>
            </a:r>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3860582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1228876"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1228876"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5994409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bin"/><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4.vml"/><Relationship Id="rId5" Type="http://schemas.openxmlformats.org/officeDocument/2006/relationships/image" Target="../media/image11.emf"/><Relationship Id="rId4" Type="http://schemas.openxmlformats.org/officeDocument/2006/relationships/oleObject" Target="../embeddings/oleObject4.bin"/></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5.vml"/><Relationship Id="rId5" Type="http://schemas.openxmlformats.org/officeDocument/2006/relationships/image" Target="../media/image11.emf"/><Relationship Id="rId4" Type="http://schemas.openxmlformats.org/officeDocument/2006/relationships/oleObject" Target="../embeddings/oleObject5.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3601788" y="1066768"/>
            <a:ext cx="4988426" cy="4724464"/>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1" y="5791233"/>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231"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marL="0" marR="0" lvl="1" indent="0" algn="l" defTabSz="1219231"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spTree>
    <p:extLst>
      <p:ext uri="{BB962C8B-B14F-4D97-AF65-F5344CB8AC3E}">
        <p14:creationId xmlns:p14="http://schemas.microsoft.com/office/powerpoint/2010/main" val="23722059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882068736"/>
      </p:ext>
    </p:extLst>
  </p:cSld>
  <p:clrMapOvr>
    <a:masterClrMapping/>
  </p:clrMapOvr>
  <p:transition>
    <p:fade/>
  </p:transition>
  <p:extLst>
    <p:ext uri="{DCECCB84-F9BA-43D5-87BE-67443E8EF086}">
      <p15:sldGuideLst xmlns:p15="http://schemas.microsoft.com/office/powerpoint/2012/main">
        <p15:guide id="1" orient="horz" pos="463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dirty="0"/>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dirty="0">
                <a:solidFill>
                  <a:prstClr val="white"/>
                </a:solidFill>
              </a:rPr>
              <a:t>Presentation on Supply, Implementation and Maintenance of an ERP solution to Hirdaramani Group</a:t>
            </a:r>
            <a:endParaRPr lang="fr-FR" sz="867" dirty="0">
              <a:solidFill>
                <a:prstClr val="white"/>
              </a:solidFill>
            </a:endParaRPr>
          </a:p>
        </p:txBody>
      </p:sp>
    </p:spTree>
    <p:extLst>
      <p:ext uri="{BB962C8B-B14F-4D97-AF65-F5344CB8AC3E}">
        <p14:creationId xmlns:p14="http://schemas.microsoft.com/office/powerpoint/2010/main" val="3519907682"/>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3256207203"/>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800188973"/>
      </p:ext>
    </p:extLst>
  </p:cSld>
  <p:clrMapOvr>
    <a:masterClrMapping/>
  </p:clrMapOvr>
  <p:transition>
    <p:fade/>
  </p:transition>
  <p:extLst>
    <p:ext uri="{DCECCB84-F9BA-43D5-87BE-67443E8EF086}">
      <p15:sldGuideLst xmlns:p15="http://schemas.microsoft.com/office/powerpoint/2012/main">
        <p15:guide id="1" orient="horz" pos="24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33939154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dirty="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dirty="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122323089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©2018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484114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8063039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30224162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604519466"/>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49590943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44703947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5320815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44761870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21" name="TextBox 20"/>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23548353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97647450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24062041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45913754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394754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354264943"/>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49038262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191498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79534154"/>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745282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3606413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25673568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21366493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2019.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09127380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dirty="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6514415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
        <p:nvSpPr>
          <p:cNvPr id="3" name="TextBox 2">
            <a:extLst>
              <a:ext uri="{FF2B5EF4-FFF2-40B4-BE49-F238E27FC236}">
                <a16:creationId xmlns:a16="http://schemas.microsoft.com/office/drawing/2014/main" id="{BEC5FB2D-51C4-446B-B46B-3B301738D071}"/>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4" name="TextBox 3">
            <a:extLst>
              <a:ext uri="{FF2B5EF4-FFF2-40B4-BE49-F238E27FC236}">
                <a16:creationId xmlns:a16="http://schemas.microsoft.com/office/drawing/2014/main" id="{2DCDCA34-5067-4E2C-9834-B642B8C03FF8}"/>
              </a:ext>
            </a:extLst>
          </p:cNvPr>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2226598454"/>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spid="_x0000_s2058" name="think-cell Slide" r:id="rId5" imgW="470" imgH="469" progId="TCLayout.ActiveDocument.1">
                  <p:embed/>
                </p:oleObj>
              </mc:Choice>
              <mc:Fallback>
                <p:oleObj name="think-cell Slide" r:id="rId5" imgW="470" imgH="469" progId="TCLayout.ActiveDocument.1">
                  <p:embed/>
                  <p:pic>
                    <p:nvPicPr>
                      <p:cNvPr id="3" name="Object 2" hidden="1"/>
                      <p:cNvPicPr/>
                      <p:nvPr/>
                    </p:nvPicPr>
                    <p:blipFill>
                      <a:blip r:embed="rId6"/>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7"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2" y="1665291"/>
            <a:ext cx="4333663" cy="4633911"/>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dirty="0"/>
              <a:t>Click to edit Master title style</a:t>
            </a:r>
          </a:p>
        </p:txBody>
      </p:sp>
    </p:spTree>
    <p:extLst>
      <p:ext uri="{BB962C8B-B14F-4D97-AF65-F5344CB8AC3E}">
        <p14:creationId xmlns:p14="http://schemas.microsoft.com/office/powerpoint/2010/main" val="414210609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2"/>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2" y="1665291"/>
            <a:ext cx="4456429" cy="4716463"/>
          </a:xfrm>
          <a:prstGeom prst="rect">
            <a:avLst/>
          </a:prstGeom>
        </p:spPr>
        <p:txBody>
          <a:bodyPr/>
          <a:lstStyle>
            <a:lvl1pPr>
              <a:tabLst>
                <a:tab pos="5029320" algn="r"/>
              </a:tabLst>
              <a:defRPr/>
            </a:lvl1pPr>
            <a:lvl2pPr>
              <a:tabLst>
                <a:tab pos="5029320" algn="r"/>
              </a:tabLst>
              <a:defRPr/>
            </a:lvl2pPr>
            <a:lvl3pPr>
              <a:tabLst>
                <a:tab pos="5029320" algn="r"/>
              </a:tabLst>
              <a:defRPr/>
            </a:lvl3pPr>
            <a:lvl4pPr>
              <a:tabLst>
                <a:tab pos="5029320" algn="r"/>
              </a:tabLst>
              <a:defRPr/>
            </a:lvl4pPr>
            <a:lvl5pPr>
              <a:tabLst>
                <a:tab pos="502932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604650941"/>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678503751"/>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endParaRPr lang="en-US" dirty="0"/>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2786527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2743589401"/>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94095247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spc="-75" dirty="0">
                <a:latin typeface="+mj-lt"/>
              </a:defRPr>
            </a:lvl1pPr>
          </a:lstStyle>
          <a:p>
            <a:pPr lvl="0" defTabSz="685816">
              <a:lnSpc>
                <a:spcPct val="85000"/>
              </a:lnSpc>
            </a:pPr>
            <a:r>
              <a:rPr lang="en-US"/>
              <a:t>Click to edit Master title style</a:t>
            </a:r>
            <a:endParaRPr lang="en-US" dirty="0"/>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605" lvl="0" indent="-228605">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5" lvl="0" indent="-228605"/>
            <a:r>
              <a:rPr lang="en-US" dirty="0"/>
              <a:t>BREADCRUMBS</a:t>
            </a:r>
          </a:p>
        </p:txBody>
      </p:sp>
    </p:spTree>
    <p:extLst>
      <p:ext uri="{BB962C8B-B14F-4D97-AF65-F5344CB8AC3E}">
        <p14:creationId xmlns:p14="http://schemas.microsoft.com/office/powerpoint/2010/main" val="23428849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1">
                <a:solidFill>
                  <a:schemeClr val="bg1"/>
                </a:solidFill>
                <a:latin typeface="Verdana"/>
                <a:cs typeface="Verdana"/>
              </a:defRPr>
            </a:lvl1pPr>
          </a:lstStyle>
          <a:p>
            <a:endParaRPr lang="en-GB" dirty="0"/>
          </a:p>
        </p:txBody>
      </p:sp>
      <p:sp>
        <p:nvSpPr>
          <p:cNvPr id="3" name="Holder 3"/>
          <p:cNvSpPr>
            <a:spLocks noGrp="1"/>
          </p:cNvSpPr>
          <p:nvPr>
            <p:ph type="body" idx="1"/>
          </p:nvPr>
        </p:nvSpPr>
        <p:spPr/>
        <p:txBody>
          <a:bodyPr lIns="0" tIns="0" rIns="0" bIns="0"/>
          <a:lstStyle>
            <a:lvl1pPr>
              <a:defRPr sz="2000" b="0" i="0">
                <a:solidFill>
                  <a:srgbClr val="2C5234"/>
                </a:solidFill>
                <a:latin typeface="Verdana"/>
                <a:cs typeface="Verdana"/>
              </a:defRPr>
            </a:lvl1pPr>
          </a:lstStyle>
          <a:p>
            <a:endParaRPr lang="en-GB" dirty="0"/>
          </a:p>
        </p:txBody>
      </p:sp>
      <p:sp>
        <p:nvSpPr>
          <p:cNvPr id="4" name="Holder 4"/>
          <p:cNvSpPr>
            <a:spLocks noGrp="1"/>
          </p:cNvSpPr>
          <p:nvPr>
            <p:ph type="ftr" sz="quarter" idx="5"/>
          </p:nvPr>
        </p:nvSpPr>
        <p:spPr>
          <a:xfrm>
            <a:off x="4145280" y="6377940"/>
            <a:ext cx="3901440" cy="342900"/>
          </a:xfrm>
          <a:prstGeom prst="rect">
            <a:avLst/>
          </a:prstGeom>
        </p:spPr>
        <p:txBody>
          <a:bodyPr lIns="0" tIns="0" rIns="0" bIns="0"/>
          <a:lstStyle>
            <a:lvl1pPr algn="ctr">
              <a:defRPr>
                <a:solidFill>
                  <a:schemeClr val="tx1">
                    <a:tint val="75000"/>
                  </a:schemeClr>
                </a:solidFill>
              </a:defRPr>
            </a:lvl1pPr>
          </a:lstStyle>
          <a:p>
            <a:endParaRPr lang="en-GB"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GB" smtClean="0"/>
              <a:t>11/07/2022</a:t>
            </a:fld>
            <a:endParaRPr lang="en-GB" dirty="0"/>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lang="en-GB" smtClean="0"/>
              <a:t>‹#›</a:t>
            </a:fld>
            <a:endParaRPr lang="en-GB" dirty="0"/>
          </a:p>
        </p:txBody>
      </p:sp>
    </p:spTree>
    <p:extLst>
      <p:ext uri="{BB962C8B-B14F-4D97-AF65-F5344CB8AC3E}">
        <p14:creationId xmlns:p14="http://schemas.microsoft.com/office/powerpoint/2010/main" val="12186418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6"/>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dirty="0"/>
              <a:t>Click to edit Master title style</a:t>
            </a:r>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lvl1pPr marL="0" indent="0" algn="l">
              <a:buFontTx/>
              <a:buNone/>
              <a:defRPr/>
            </a:lvl1pPr>
            <a:lvl2pPr marL="126997" indent="-126997" algn="l">
              <a:buClrTx/>
              <a:buSzPct val="100000"/>
              <a:buFont typeface="Arial" panose="020B0604020202020204" pitchFamily="34" charset="0"/>
              <a:buChar char="•"/>
              <a:defRPr/>
            </a:lvl2pPr>
            <a:lvl3pPr marL="279393" indent="-126997" algn="l">
              <a:buClrTx/>
              <a:buSzPct val="100000"/>
              <a:buFont typeface="Arial" panose="020B0604020202020204" pitchFamily="34" charset="0"/>
              <a:buChar char="−"/>
              <a:defRPr/>
            </a:lvl3pPr>
            <a:lvl4pPr marL="431789" indent="-126997" algn="l">
              <a:buClrTx/>
              <a:buSzPct val="100000"/>
              <a:buFont typeface="Arial" panose="020B0604020202020204" pitchFamily="34" charset="0"/>
              <a:buChar char="◦"/>
              <a:defRPr/>
            </a:lvl4pPr>
            <a:lvl5pPr marL="584185" indent="-126997"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75565899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Ref idx="1001">
        <a:schemeClr val="bg1"/>
      </p:bgRef>
    </p:bg>
    <p:spTree>
      <p:nvGrpSpPr>
        <p:cNvPr id="1" name=""/>
        <p:cNvGrpSpPr/>
        <p:nvPr/>
      </p:nvGrpSpPr>
      <p:grpSpPr>
        <a:xfrm>
          <a:off x="0" y="0"/>
          <a:ext cx="0" cy="0"/>
          <a:chOff x="0" y="0"/>
          <a:chExt cx="0" cy="0"/>
        </a:xfrm>
      </p:grpSpPr>
      <p:pic>
        <p:nvPicPr>
          <p:cNvPr id="20" name="Background Picture 3"/>
          <p:cNvPicPr>
            <a:picLocks/>
          </p:cNvPicPr>
          <p:nvPr userDrawn="1"/>
        </p:nvPicPr>
        <p:blipFill>
          <a:blip r:embed="rId2">
            <a:extLst>
              <a:ext uri="{28A0092B-C50C-407E-A947-70E740481C1C}">
                <a14:useLocalDpi xmlns:a14="http://schemas.microsoft.com/office/drawing/2010/main"/>
              </a:ext>
            </a:extLst>
          </a:blip>
          <a:stretch>
            <a:fillRect/>
          </a:stretch>
        </p:blipFill>
        <p:spPr>
          <a:xfrm>
            <a:off x="0" y="0"/>
            <a:ext cx="12189600" cy="6858000"/>
          </a:xfrm>
          <a:prstGeom prst="rect">
            <a:avLst/>
          </a:prstGeom>
        </p:spPr>
      </p:pic>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tx1"/>
                </a:solidFill>
              </a:defRPr>
            </a:lvl1pPr>
          </a:lstStyle>
          <a:p>
            <a:r>
              <a:rPr lang="en-GB" noProof="0"/>
              <a:t>Click icon to add picture</a:t>
            </a:r>
            <a:endParaRPr lang="en-GB" noProof="0" dirty="0"/>
          </a:p>
        </p:txBody>
      </p:sp>
      <p:sp>
        <p:nvSpPr>
          <p:cNvPr id="2" name="Title"/>
          <p:cNvSpPr>
            <a:spLocks noGrp="1"/>
          </p:cNvSpPr>
          <p:nvPr>
            <p:ph type="ctrTitle" hasCustomPrompt="1"/>
          </p:nvPr>
        </p:nvSpPr>
        <p:spPr bwMode="gray">
          <a:xfrm>
            <a:off x="475200" y="5480578"/>
            <a:ext cx="5620800" cy="324000"/>
          </a:xfrm>
        </p:spPr>
        <p:txBody>
          <a:bodyPr anchor="b" anchorCtr="0">
            <a:noAutofit/>
          </a:bodyPr>
          <a:lstStyle>
            <a:lvl1pPr algn="l">
              <a:lnSpc>
                <a:spcPct val="100000"/>
              </a:lnSpc>
              <a:defRPr sz="1565" b="1">
                <a:solidFill>
                  <a:schemeClr val="tx1"/>
                </a:solidFill>
                <a:latin typeface="+mj-lt"/>
                <a:ea typeface="Open Sans" panose="020B0606030504020204" pitchFamily="34" charset="0"/>
                <a:cs typeface="Open Sans" panose="020B0606030504020204" pitchFamily="34" charset="0"/>
              </a:defRPr>
            </a:lvl1pPr>
          </a:lstStyle>
          <a:p>
            <a:r>
              <a:rPr lang="en-GB" dirty="0"/>
              <a:t>Presentation  title runs here</a:t>
            </a:r>
            <a:endParaRPr lang="en-GB" noProof="0" dirty="0"/>
          </a:p>
        </p:txBody>
      </p:sp>
      <p:sp>
        <p:nvSpPr>
          <p:cNvPr id="3" name="Subtitle"/>
          <p:cNvSpPr>
            <a:spLocks noGrp="1"/>
          </p:cNvSpPr>
          <p:nvPr>
            <p:ph type="subTitle" idx="1" hasCustomPrompt="1"/>
          </p:nvPr>
        </p:nvSpPr>
        <p:spPr bwMode="gray">
          <a:xfrm>
            <a:off x="475200" y="5845189"/>
            <a:ext cx="5620800" cy="505645"/>
          </a:xfrm>
          <a:prstGeom prst="rect">
            <a:avLst/>
          </a:prstGeom>
        </p:spPr>
        <p:txBody>
          <a:bodyPr lIns="0" tIns="0" rIns="0" bIns="0">
            <a:noAutofit/>
          </a:bodyPr>
          <a:lstStyle>
            <a:lvl1pPr marL="0" indent="0" algn="l">
              <a:lnSpc>
                <a:spcPct val="100000"/>
              </a:lnSpc>
              <a:spcAft>
                <a:spcPts val="0"/>
              </a:spcAft>
              <a:buNone/>
              <a:defRPr sz="1391">
                <a:solidFill>
                  <a:schemeClr val="tx1"/>
                </a:solidFill>
              </a:defRPr>
            </a:lvl1pPr>
            <a:lvl2pPr marL="529900" indent="0" algn="ctr">
              <a:buNone/>
              <a:defRPr sz="2318"/>
            </a:lvl2pPr>
            <a:lvl3pPr marL="1059800" indent="0" algn="ctr">
              <a:buNone/>
              <a:defRPr sz="2086"/>
            </a:lvl3pPr>
            <a:lvl4pPr marL="1589699" indent="0" algn="ctr">
              <a:buNone/>
              <a:defRPr sz="1854"/>
            </a:lvl4pPr>
            <a:lvl5pPr marL="2119598" indent="0" algn="ctr">
              <a:buNone/>
              <a:defRPr sz="1854"/>
            </a:lvl5pPr>
            <a:lvl6pPr marL="2649499" indent="0" algn="ctr">
              <a:buNone/>
              <a:defRPr sz="1854"/>
            </a:lvl6pPr>
            <a:lvl7pPr marL="3179398" indent="0" algn="ctr">
              <a:buNone/>
              <a:defRPr sz="1854"/>
            </a:lvl7pPr>
            <a:lvl8pPr marL="3709298" indent="0" algn="ctr">
              <a:buNone/>
              <a:defRPr sz="1854"/>
            </a:lvl8pPr>
            <a:lvl9pPr marL="4239197" indent="0" algn="ctr">
              <a:buNone/>
              <a:defRPr sz="1854"/>
            </a:lvl9pPr>
          </a:lstStyle>
          <a:p>
            <a:pPr lvl="0"/>
            <a:r>
              <a:rPr lang="en-GB" dirty="0"/>
              <a:t>Subtitle here two lines max</a:t>
            </a:r>
            <a:endParaRPr lang="en-GB"/>
          </a:p>
        </p:txBody>
      </p:sp>
      <p:sp>
        <p:nvSpPr>
          <p:cNvPr id="18" name="SD_ART_Logo_White"/>
          <p:cNvSpPr/>
          <p:nvPr userDrawn="1"/>
        </p:nvSpPr>
        <p:spPr>
          <a:xfrm>
            <a:off x="475439"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65" dirty="0"/>
          </a:p>
        </p:txBody>
      </p:sp>
      <p:pic>
        <p:nvPicPr>
          <p:cNvPr id="678483047" name="LogoFrontSlid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14005" y="504003"/>
            <a:ext cx="1655999" cy="725867"/>
          </a:xfrm>
          <a:prstGeom prst="rect">
            <a:avLst/>
          </a:prstGeom>
        </p:spPr>
      </p:pic>
      <p:sp>
        <p:nvSpPr>
          <p:cNvPr id="4" name="Footer Placeholder 3" hidden="1"/>
          <p:cNvSpPr>
            <a:spLocks noGrp="1"/>
          </p:cNvSpPr>
          <p:nvPr>
            <p:ph type="ftr" sz="quarter" idx="12"/>
          </p:nvPr>
        </p:nvSpPr>
        <p:spPr>
          <a:xfrm>
            <a:off x="6184905" y="6477000"/>
            <a:ext cx="4536727"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32459515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5996"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77282" tIns="77282" rIns="77282" bIns="77282" rtlCol="0" anchor="ctr"/>
          <a:lstStyle/>
          <a:p>
            <a:pPr algn="ctr">
              <a:lnSpc>
                <a:spcPct val="106000"/>
              </a:lnSpc>
              <a:buFont typeface="Wingdings 2" pitchFamily="18" charset="2"/>
              <a:buNone/>
            </a:pPr>
            <a:endParaRPr lang="en-GB" sz="1391" b="1" dirty="0">
              <a:solidFill>
                <a:schemeClr val="tx1"/>
              </a:solidFill>
            </a:endParaRPr>
          </a:p>
        </p:txBody>
      </p:sp>
      <p:sp>
        <p:nvSpPr>
          <p:cNvPr id="18" name="Title 1"/>
          <p:cNvSpPr>
            <a:spLocks noGrp="1"/>
          </p:cNvSpPr>
          <p:nvPr>
            <p:ph type="title"/>
          </p:nvPr>
        </p:nvSpPr>
        <p:spPr bwMode="gray">
          <a:xfrm>
            <a:off x="469905" y="1705672"/>
            <a:ext cx="10418233" cy="1592403"/>
          </a:xfrm>
        </p:spPr>
        <p:txBody>
          <a:bodyPr anchor="b"/>
          <a:lstStyle>
            <a:lvl1pPr>
              <a:lnSpc>
                <a:spcPct val="95000"/>
              </a:lnSpc>
              <a:defRPr sz="3347"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5" y="3429000"/>
            <a:ext cx="10418233" cy="1566532"/>
          </a:xfrm>
        </p:spPr>
        <p:txBody>
          <a:bodyPr lIns="0" tIns="0" rIns="0" bIns="0">
            <a:noAutofit/>
          </a:bodyPr>
          <a:lstStyle>
            <a:lvl1pPr marL="0" indent="0">
              <a:lnSpc>
                <a:spcPct val="95000"/>
              </a:lnSpc>
              <a:spcAft>
                <a:spcPts val="0"/>
              </a:spcAft>
              <a:buNone/>
              <a:defRPr sz="3347">
                <a:solidFill>
                  <a:schemeClr val="tx1"/>
                </a:solidFill>
              </a:defRPr>
            </a:lvl1pPr>
            <a:lvl2pPr marL="529900" indent="0">
              <a:buNone/>
              <a:defRPr sz="2318">
                <a:solidFill>
                  <a:schemeClr val="tx1">
                    <a:tint val="75000"/>
                  </a:schemeClr>
                </a:solidFill>
              </a:defRPr>
            </a:lvl2pPr>
            <a:lvl3pPr marL="1059800" indent="0">
              <a:buNone/>
              <a:defRPr sz="2086">
                <a:solidFill>
                  <a:schemeClr val="tx1">
                    <a:tint val="75000"/>
                  </a:schemeClr>
                </a:solidFill>
              </a:defRPr>
            </a:lvl3pPr>
            <a:lvl4pPr marL="1589699" indent="0">
              <a:buNone/>
              <a:defRPr sz="1854">
                <a:solidFill>
                  <a:schemeClr val="tx1">
                    <a:tint val="75000"/>
                  </a:schemeClr>
                </a:solidFill>
              </a:defRPr>
            </a:lvl4pPr>
            <a:lvl5pPr marL="2119598" indent="0">
              <a:buNone/>
              <a:defRPr sz="1854">
                <a:solidFill>
                  <a:schemeClr val="tx1">
                    <a:tint val="75000"/>
                  </a:schemeClr>
                </a:solidFill>
              </a:defRPr>
            </a:lvl5pPr>
            <a:lvl6pPr marL="2649499" indent="0">
              <a:buNone/>
              <a:defRPr sz="1854">
                <a:solidFill>
                  <a:schemeClr val="tx1">
                    <a:tint val="75000"/>
                  </a:schemeClr>
                </a:solidFill>
              </a:defRPr>
            </a:lvl6pPr>
            <a:lvl7pPr marL="3179398" indent="0">
              <a:buNone/>
              <a:defRPr sz="1854">
                <a:solidFill>
                  <a:schemeClr val="tx1">
                    <a:tint val="75000"/>
                  </a:schemeClr>
                </a:solidFill>
              </a:defRPr>
            </a:lvl7pPr>
            <a:lvl8pPr marL="3709298" indent="0">
              <a:buNone/>
              <a:defRPr sz="1854">
                <a:solidFill>
                  <a:schemeClr val="tx1">
                    <a:tint val="75000"/>
                  </a:schemeClr>
                </a:solidFill>
              </a:defRPr>
            </a:lvl8pPr>
            <a:lvl9pPr marL="4239197" indent="0">
              <a:buNone/>
              <a:defRPr sz="1854">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9" y="6659888"/>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GB" sz="565" noProof="0">
                <a:solidFill>
                  <a:schemeClr val="tx1"/>
                </a:solidFill>
              </a:rPr>
              <a:pPr marL="0" indent="0" algn="r">
                <a:spcBef>
                  <a:spcPts val="695"/>
                </a:spcBef>
                <a:buSzPct val="100000"/>
                <a:buFont typeface="Arial"/>
                <a:buNone/>
              </a:pPr>
              <a:t>‹#›</a:t>
            </a:fld>
            <a:endParaRPr lang="en-GB" sz="565" noProof="0" dirty="0">
              <a:solidFill>
                <a:schemeClr val="tx1"/>
              </a:solidFill>
            </a:endParaRPr>
          </a:p>
        </p:txBody>
      </p:sp>
      <p:sp>
        <p:nvSpPr>
          <p:cNvPr id="2" name="Footer Placeholder 1"/>
          <p:cNvSpPr>
            <a:spLocks noGrp="1"/>
          </p:cNvSpPr>
          <p:nvPr>
            <p:ph type="ftr" sz="quarter" idx="10"/>
          </p:nvPr>
        </p:nvSpPr>
        <p:spPr>
          <a:xfrm>
            <a:off x="6184905" y="6477000"/>
            <a:ext cx="4536727" cy="244476"/>
          </a:xfrm>
          <a:prstGeom prst="rect">
            <a:avLst/>
          </a:prstGeom>
        </p:spPr>
        <p:txBody>
          <a:bodyPr/>
          <a:lstStyle/>
          <a:p>
            <a:endParaRPr lang="en-GB" dirty="0"/>
          </a:p>
        </p:txBody>
      </p:sp>
      <p:sp>
        <p:nvSpPr>
          <p:cNvPr id="8" name="TextBox 7"/>
          <p:cNvSpPr txBox="1"/>
          <p:nvPr userDrawn="1"/>
        </p:nvSpPr>
        <p:spPr>
          <a:xfrm>
            <a:off x="501651" y="6654810"/>
            <a:ext cx="5355168" cy="201260"/>
          </a:xfrm>
          <a:prstGeom prst="rect">
            <a:avLst/>
          </a:prstGeom>
          <a:noFill/>
        </p:spPr>
        <p:txBody>
          <a:bodyPr wrap="square" lIns="0" tIns="0" rIns="0" bIns="0" rtlCol="0">
            <a:noAutofit/>
          </a:bodyPr>
          <a:lstStyle/>
          <a:p>
            <a:pPr marL="0" indent="0">
              <a:spcBef>
                <a:spcPts val="623"/>
              </a:spcBef>
              <a:buSzPct val="100000"/>
              <a:buFont typeface="Arial"/>
              <a:buNone/>
            </a:pPr>
            <a:r>
              <a:rPr lang="fr-FR" sz="565" noProof="0" dirty="0">
                <a:solidFill>
                  <a:schemeClr val="tx1"/>
                </a:solidFill>
              </a:rPr>
              <a:t>© 2020 Deloitte Touche Tohmatsu India LLP</a:t>
            </a:r>
          </a:p>
        </p:txBody>
      </p:sp>
    </p:spTree>
    <p:extLst>
      <p:ext uri="{BB962C8B-B14F-4D97-AF65-F5344CB8AC3E}">
        <p14:creationId xmlns:p14="http://schemas.microsoft.com/office/powerpoint/2010/main" val="217538313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3168"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4"/>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917897474"/>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65819"/>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3250471497"/>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8"/>
            <a:ext cx="11252200" cy="4622799"/>
          </a:xfrm>
          <a:prstGeom prst="rect">
            <a:avLst/>
          </a:prstGeom>
        </p:spPr>
        <p:txBody>
          <a:bodyPr vert="horz" lIns="0" tIns="0" rIns="0" bIns="0" rtlCol="0">
            <a:noAutofit/>
          </a:bodyPr>
          <a:lstStyle>
            <a:lvl1pPr>
              <a:defRPr sz="1391"/>
            </a:lvl1pPr>
            <a:lvl2pPr>
              <a:defRPr sz="1391"/>
            </a:lvl2pPr>
            <a:lvl3pPr>
              <a:defRPr sz="1391"/>
            </a:lvl3pPr>
            <a:lvl4pPr>
              <a:defRPr sz="1391"/>
            </a:lvl4pPr>
            <a:lvl5pPr>
              <a:defRPr sz="1391"/>
            </a:lvl5pPr>
            <a:lvl6pPr>
              <a:defRPr sz="1391"/>
            </a:lvl6pPr>
            <a:lvl7pPr>
              <a:defRPr sz="1391"/>
            </a:lvl7pPr>
            <a:lvl8pPr>
              <a:defRPr sz="1391"/>
            </a:lvl8pPr>
            <a:lvl9pPr>
              <a:defRPr sz="1391"/>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2261506538"/>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8"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18" name="Text Placeholder 8"/>
          <p:cNvSpPr>
            <a:spLocks noGrp="1"/>
          </p:cNvSpPr>
          <p:nvPr>
            <p:ph type="body" sz="quarter" idx="18"/>
          </p:nvPr>
        </p:nvSpPr>
        <p:spPr>
          <a:xfrm>
            <a:off x="468000" y="1684872"/>
            <a:ext cx="11252200" cy="357187"/>
          </a:xfrm>
        </p:spPr>
        <p:txBody>
          <a:bodyPr/>
          <a:lstStyle/>
          <a:p>
            <a:pPr lvl="0"/>
            <a:r>
              <a:rPr lang="en-GB" noProof="0"/>
              <a:t>Edit Master text styles</a:t>
            </a:r>
            <a:endParaRPr lang="en-GB"/>
          </a:p>
        </p:txBody>
      </p:sp>
      <p:sp>
        <p:nvSpPr>
          <p:cNvPr id="19" name="Text Placeholder 7"/>
          <p:cNvSpPr>
            <a:spLocks noGrp="1"/>
          </p:cNvSpPr>
          <p:nvPr>
            <p:ph type="body" sz="quarter" idx="23"/>
          </p:nvPr>
        </p:nvSpPr>
        <p:spPr>
          <a:xfrm>
            <a:off x="468004" y="5982798"/>
            <a:ext cx="11252201" cy="316411"/>
          </a:xfrm>
        </p:spPr>
        <p:txBody>
          <a:bodyPr>
            <a:noAutofit/>
          </a:bodyPr>
          <a:lstStyle>
            <a:lvl1pPr>
              <a:spcAft>
                <a:spcPts val="0"/>
              </a:spcAft>
              <a:defRPr sz="783"/>
            </a:lvl1pPr>
          </a:lstStyle>
          <a:p>
            <a:pPr lvl="0"/>
            <a:r>
              <a:rPr lang="en-GB" noProof="0"/>
              <a:t>Edit Master text styles</a:t>
            </a:r>
            <a:endParaRPr lang="en-GB"/>
          </a:p>
        </p:txBody>
      </p:sp>
      <p:sp>
        <p:nvSpPr>
          <p:cNvPr id="17" name="Chart Placeholder 3"/>
          <p:cNvSpPr>
            <a:spLocks noGrp="1"/>
          </p:cNvSpPr>
          <p:nvPr>
            <p:ph type="chart" sz="quarter" idx="15"/>
          </p:nvPr>
        </p:nvSpPr>
        <p:spPr>
          <a:xfrm>
            <a:off x="468000" y="2036659"/>
            <a:ext cx="11252200" cy="3946134"/>
          </a:xfrm>
          <a:prstGeom prst="rect">
            <a:avLst/>
          </a:prstGeom>
        </p:spPr>
        <p:txBody>
          <a:bodyPr/>
          <a:lstStyle/>
          <a:p>
            <a:r>
              <a:rPr lang="en-GB" noProof="0"/>
              <a:t>Click icon to add chart</a:t>
            </a:r>
            <a:endParaRPr lang="en-GB" noProof="0" dirty="0"/>
          </a:p>
        </p:txBody>
      </p:sp>
      <p:sp>
        <p:nvSpPr>
          <p:cNvPr id="2" name="Footer Placeholder 1"/>
          <p:cNvSpPr>
            <a:spLocks noGrp="1"/>
          </p:cNvSpPr>
          <p:nvPr>
            <p:ph type="ftr" sz="quarter" idx="2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4096492078"/>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95"/>
            <a:ext cx="5328000" cy="4622507"/>
          </a:xfrm>
          <a:prstGeom prst="rect">
            <a:avLst/>
          </a:prstGeom>
        </p:spPr>
        <p:txBody>
          <a:bodyPr/>
          <a:lstStyle>
            <a:lvl1pPr>
              <a:spcAft>
                <a:spcPts val="435"/>
              </a:spcAft>
              <a:tabLst>
                <a:tab pos="5828897" algn="r"/>
              </a:tabLst>
              <a:defRPr sz="957"/>
            </a:lvl1pPr>
            <a:lvl2pPr>
              <a:spcAft>
                <a:spcPts val="435"/>
              </a:spcAft>
              <a:tabLst>
                <a:tab pos="5828897" algn="r"/>
              </a:tabLst>
              <a:defRPr sz="957"/>
            </a:lvl2pPr>
            <a:lvl3pPr>
              <a:spcAft>
                <a:spcPts val="435"/>
              </a:spcAft>
              <a:tabLst>
                <a:tab pos="5828897" algn="r"/>
              </a:tabLst>
              <a:defRPr sz="957"/>
            </a:lvl3pPr>
            <a:lvl4pPr>
              <a:spcAft>
                <a:spcPts val="435"/>
              </a:spcAft>
              <a:tabLst>
                <a:tab pos="5828897" algn="r"/>
              </a:tabLst>
              <a:defRPr sz="957"/>
            </a:lvl4pPr>
            <a:lvl5pPr>
              <a:spcAft>
                <a:spcPts val="435"/>
              </a:spcAft>
              <a:tabLst>
                <a:tab pos="5828897" algn="r"/>
              </a:tabLst>
              <a:defRPr sz="957"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15" name="Content Placeholder 3"/>
          <p:cNvSpPr>
            <a:spLocks noGrp="1"/>
          </p:cNvSpPr>
          <p:nvPr>
            <p:ph sz="quarter" idx="20"/>
          </p:nvPr>
        </p:nvSpPr>
        <p:spPr>
          <a:xfrm>
            <a:off x="6394100" y="1656008"/>
            <a:ext cx="5328000" cy="4631795"/>
          </a:xfrm>
          <a:prstGeom prst="rect">
            <a:avLst/>
          </a:prstGeom>
        </p:spPr>
        <p:txBody>
          <a:bodyPr/>
          <a:lstStyle>
            <a:lvl1pPr>
              <a:spcAft>
                <a:spcPts val="435"/>
              </a:spcAft>
              <a:tabLst>
                <a:tab pos="5828897" algn="r"/>
              </a:tabLst>
              <a:defRPr sz="957"/>
            </a:lvl1pPr>
            <a:lvl2pPr>
              <a:spcAft>
                <a:spcPts val="435"/>
              </a:spcAft>
              <a:tabLst>
                <a:tab pos="5828897" algn="r"/>
              </a:tabLst>
              <a:defRPr sz="957"/>
            </a:lvl2pPr>
            <a:lvl3pPr>
              <a:spcAft>
                <a:spcPts val="435"/>
              </a:spcAft>
              <a:tabLst>
                <a:tab pos="5828897" algn="r"/>
              </a:tabLst>
              <a:defRPr sz="957"/>
            </a:lvl3pPr>
            <a:lvl4pPr>
              <a:spcAft>
                <a:spcPts val="435"/>
              </a:spcAft>
              <a:tabLst>
                <a:tab pos="5828897" algn="r"/>
              </a:tabLst>
              <a:defRPr sz="957"/>
            </a:lvl4pPr>
            <a:lvl5pPr>
              <a:spcAft>
                <a:spcPts val="435"/>
              </a:spcAft>
              <a:tabLst>
                <a:tab pos="5828897" algn="r"/>
              </a:tabLst>
              <a:defRPr sz="957"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7"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1750961354"/>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6" y="2125020"/>
            <a:ext cx="5482516" cy="3857777"/>
          </a:xfrm>
        </p:spPr>
        <p:txBody>
          <a:bodyPr>
            <a:noAutofit/>
          </a:bodyPr>
          <a:lstStyle/>
          <a:p>
            <a:r>
              <a:rPr lang="en-GB" noProof="0"/>
              <a:t>Click icon to add chart</a:t>
            </a:r>
            <a:endParaRPr lang="en-GB" noProof="0" dirty="0"/>
          </a:p>
        </p:txBody>
      </p:sp>
      <p:sp>
        <p:nvSpPr>
          <p:cNvPr id="6" name="Text Placeholder 5"/>
          <p:cNvSpPr>
            <a:spLocks noGrp="1"/>
          </p:cNvSpPr>
          <p:nvPr>
            <p:ph type="body" sz="quarter" idx="22"/>
          </p:nvPr>
        </p:nvSpPr>
        <p:spPr>
          <a:xfrm>
            <a:off x="6239587" y="1654032"/>
            <a:ext cx="5482516" cy="420687"/>
          </a:xfrm>
        </p:spPr>
        <p:txBody>
          <a:bodyPr>
            <a:noAutofit/>
          </a:bodyPr>
          <a:lstStyle/>
          <a:p>
            <a:pPr lvl="0"/>
            <a:r>
              <a:rPr lang="en-GB" noProof="0"/>
              <a:t>Edit Master text styles</a:t>
            </a:r>
            <a:endParaRPr lang="en-GB"/>
          </a:p>
        </p:txBody>
      </p:sp>
      <p:sp>
        <p:nvSpPr>
          <p:cNvPr id="9" name="Chart Placeholder 2"/>
          <p:cNvSpPr>
            <a:spLocks noGrp="1"/>
          </p:cNvSpPr>
          <p:nvPr>
            <p:ph type="chart" sz="quarter" idx="24"/>
          </p:nvPr>
        </p:nvSpPr>
        <p:spPr>
          <a:xfrm>
            <a:off x="469902" y="2125020"/>
            <a:ext cx="5482518" cy="3857777"/>
          </a:xfrm>
        </p:spPr>
        <p:txBody>
          <a:bodyPr>
            <a:noAutofit/>
          </a:bodyPr>
          <a:lstStyle/>
          <a:p>
            <a:r>
              <a:rPr lang="en-GB" noProof="0"/>
              <a:t>Click icon to add chart</a:t>
            </a:r>
            <a:endParaRPr lang="en-GB" noProof="0" dirty="0"/>
          </a:p>
        </p:txBody>
      </p:sp>
      <p:sp>
        <p:nvSpPr>
          <p:cNvPr id="12" name="Text Placeholder 5"/>
          <p:cNvSpPr>
            <a:spLocks noGrp="1"/>
          </p:cNvSpPr>
          <p:nvPr>
            <p:ph type="body" sz="quarter" idx="25"/>
          </p:nvPr>
        </p:nvSpPr>
        <p:spPr>
          <a:xfrm>
            <a:off x="469902" y="1665295"/>
            <a:ext cx="5482518" cy="409427"/>
          </a:xfrm>
        </p:spPr>
        <p:txBody>
          <a:bodyPr>
            <a:noAutofit/>
          </a:bodyPr>
          <a:lstStyle/>
          <a:p>
            <a:pPr lvl="0"/>
            <a:r>
              <a:rPr lang="en-GB" noProof="0"/>
              <a:t>Edit Master text styles</a:t>
            </a:r>
            <a:endParaRPr lang="en-GB"/>
          </a:p>
        </p:txBody>
      </p:sp>
      <p:sp>
        <p:nvSpPr>
          <p:cNvPr id="14" name="Text Placeholder 7"/>
          <p:cNvSpPr>
            <a:spLocks noGrp="1"/>
          </p:cNvSpPr>
          <p:nvPr>
            <p:ph type="body" sz="quarter" idx="23"/>
          </p:nvPr>
        </p:nvSpPr>
        <p:spPr>
          <a:xfrm>
            <a:off x="468004" y="5982798"/>
            <a:ext cx="11252201" cy="316411"/>
          </a:xfrm>
        </p:spPr>
        <p:txBody>
          <a:bodyPr>
            <a:noAutofit/>
          </a:bodyPr>
          <a:lstStyle>
            <a:lvl1pPr>
              <a:spcAft>
                <a:spcPts val="0"/>
              </a:spcAft>
              <a:defRPr sz="783"/>
            </a:lvl1pPr>
          </a:lstStyle>
          <a:p>
            <a:pPr lvl="0"/>
            <a:r>
              <a:rPr lang="en-GB" noProof="0"/>
              <a:t>Edit Master text styles</a:t>
            </a:r>
            <a:endParaRPr lang="en-GB"/>
          </a:p>
        </p:txBody>
      </p:sp>
      <p:sp>
        <p:nvSpPr>
          <p:cNvPr id="17"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6"/>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2432114390"/>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23" y="1626108"/>
            <a:ext cx="4266983" cy="4673101"/>
          </a:xfrm>
          <a:prstGeom prst="rect">
            <a:avLst/>
          </a:prstGeom>
        </p:spPr>
        <p:txBody>
          <a:bodyPr>
            <a:noAutofit/>
          </a:bodyPr>
          <a:lstStyle>
            <a:lvl1pPr>
              <a:tabLst>
                <a:tab pos="5828897" algn="r"/>
              </a:tabLst>
              <a:defRPr sz="2086">
                <a:solidFill>
                  <a:schemeClr val="accent3"/>
                </a:solidFill>
              </a:defRPr>
            </a:lvl1pPr>
            <a:lvl2pPr>
              <a:tabLst>
                <a:tab pos="5828897" algn="r"/>
              </a:tabLst>
              <a:defRPr/>
            </a:lvl2pPr>
            <a:lvl3pPr>
              <a:tabLst>
                <a:tab pos="5828897" algn="r"/>
              </a:tabLst>
              <a:defRPr/>
            </a:lvl3pPr>
            <a:lvl4pPr>
              <a:tabLst>
                <a:tab pos="5828897" algn="r"/>
              </a:tabLst>
              <a:defRPr/>
            </a:lvl4pPr>
            <a:lvl5pPr>
              <a:tabLst>
                <a:tab pos="5828897" algn="r"/>
              </a:tabLst>
              <a:defRPr baseline="0"/>
            </a:lvl5pPr>
          </a:lstStyle>
          <a:p>
            <a:pPr lvl="0"/>
            <a:r>
              <a:rPr lang="en-GB" noProof="0"/>
              <a:t>Edit Master text styles</a:t>
            </a:r>
            <a:endParaRPr lang="en-GB"/>
          </a:p>
        </p:txBody>
      </p:sp>
      <p:sp>
        <p:nvSpPr>
          <p:cNvPr id="8" name="Content Placeholder 3"/>
          <p:cNvSpPr>
            <a:spLocks noGrp="1"/>
          </p:cNvSpPr>
          <p:nvPr>
            <p:ph sz="quarter" idx="16"/>
          </p:nvPr>
        </p:nvSpPr>
        <p:spPr>
          <a:xfrm>
            <a:off x="469906" y="1665288"/>
            <a:ext cx="6660867" cy="4633913"/>
          </a:xfrm>
          <a:prstGeom prst="rect">
            <a:avLst/>
          </a:prstGeom>
        </p:spPr>
        <p:txBody>
          <a:bodyPr>
            <a:noAutofit/>
          </a:bodyPr>
          <a:lstStyle>
            <a:lvl1pPr>
              <a:tabLst>
                <a:tab pos="5828897" algn="r"/>
              </a:tabLst>
              <a:defRPr/>
            </a:lvl1pPr>
            <a:lvl2pPr>
              <a:tabLst>
                <a:tab pos="5828897" algn="r"/>
              </a:tabLst>
              <a:defRPr/>
            </a:lvl2pPr>
            <a:lvl3pPr>
              <a:tabLst>
                <a:tab pos="5828897" algn="r"/>
              </a:tabLst>
              <a:defRPr/>
            </a:lvl3pPr>
            <a:lvl4pPr>
              <a:tabLst>
                <a:tab pos="5828897" algn="r"/>
              </a:tabLst>
              <a:defRPr/>
            </a:lvl4pPr>
            <a:lvl5pPr>
              <a:tabLst>
                <a:tab pos="5828897"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523878823"/>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2" y="736696"/>
            <a:ext cx="11252200" cy="757255"/>
          </a:xfrm>
          <a:prstGeom prst="rect">
            <a:avLst/>
          </a:prstGeom>
        </p:spPr>
        <p:txBody>
          <a:bodyPr lIns="0" tIns="0" rIns="0" bIns="0">
            <a:noAutofit/>
          </a:bodyPr>
          <a:lstStyle>
            <a:lvl1pPr marL="0" indent="0">
              <a:buNone/>
              <a:defRPr sz="1739"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3179902242"/>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2" y="402590"/>
            <a:ext cx="11252200" cy="698501"/>
          </a:xfrm>
          <a:prstGeom prst="rect">
            <a:avLst/>
          </a:prstGeom>
        </p:spPr>
        <p:txBody>
          <a:bodyPr vert="horz" lIns="0" tIns="0" rIns="0" bIns="0" rtlCol="0" anchor="t" anchorCtr="0">
            <a:noAutofit/>
          </a:bodyPr>
          <a:lstStyle>
            <a:lvl1pPr>
              <a:defRPr sz="1739"/>
            </a:lvl1pPr>
          </a:lstStyle>
          <a:p>
            <a:r>
              <a:rPr lang="en-GB" noProof="0"/>
              <a:t>Click to edit Master title style</a:t>
            </a:r>
            <a:endParaRPr lang="en-GB" noProof="0" dirty="0"/>
          </a:p>
        </p:txBody>
      </p:sp>
      <p:sp>
        <p:nvSpPr>
          <p:cNvPr id="2" name="Footer Placeholder 1"/>
          <p:cNvSpPr>
            <a:spLocks noGrp="1"/>
          </p:cNvSpPr>
          <p:nvPr>
            <p:ph type="ftr" sz="quarter" idx="10"/>
          </p:nvPr>
        </p:nvSpPr>
        <p:spPr>
          <a:xfrm>
            <a:off x="6184905" y="6477000"/>
            <a:ext cx="4536727" cy="244476"/>
          </a:xfrm>
          <a:prstGeom prst="rect">
            <a:avLst/>
          </a:prstGeom>
        </p:spPr>
        <p:txBody>
          <a:bodyPr/>
          <a:lstStyle/>
          <a:p>
            <a:endParaRPr lang="en-GB" dirty="0"/>
          </a:p>
        </p:txBody>
      </p:sp>
    </p:spTree>
    <p:extLst>
      <p:ext uri="{BB962C8B-B14F-4D97-AF65-F5344CB8AC3E}">
        <p14:creationId xmlns:p14="http://schemas.microsoft.com/office/powerpoint/2010/main" val="2364071659"/>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601" y="4102100"/>
            <a:ext cx="2319503" cy="1725448"/>
          </a:xfrm>
        </p:spPr>
        <p:txBody>
          <a:bodyPr anchor="ctr" anchorCtr="0"/>
          <a:lstStyle>
            <a:lvl1pPr algn="ctr">
              <a:defRPr sz="1043"/>
            </a:lvl1pPr>
          </a:lstStyle>
          <a:p>
            <a:r>
              <a:rPr lang="en-GB" sz="1043" noProof="0" dirty="0"/>
              <a:t>Insert sponsorship mark here</a:t>
            </a:r>
            <a:endParaRPr lang="en-GB" noProof="0" dirty="0"/>
          </a:p>
        </p:txBody>
      </p:sp>
      <p:sp>
        <p:nvSpPr>
          <p:cNvPr id="8" name="Text Placeholder 7"/>
          <p:cNvSpPr>
            <a:spLocks noGrp="1"/>
          </p:cNvSpPr>
          <p:nvPr>
            <p:ph type="body" sz="quarter" idx="15"/>
          </p:nvPr>
        </p:nvSpPr>
        <p:spPr>
          <a:xfrm>
            <a:off x="9402602" y="5935484"/>
            <a:ext cx="2319501" cy="363723"/>
          </a:xfrm>
        </p:spPr>
        <p:txBody>
          <a:bodyPr anchor="b" anchorCtr="0"/>
          <a:lstStyle>
            <a:lvl1pPr>
              <a:lnSpc>
                <a:spcPct val="100000"/>
              </a:lnSpc>
              <a:defRPr sz="1101"/>
            </a:lvl1pPr>
          </a:lstStyle>
          <a:p>
            <a:pPr lvl="0"/>
            <a:r>
              <a:rPr lang="en-GB" noProof="0"/>
              <a:t>Edit Master text styles</a:t>
            </a:r>
            <a:endParaRPr lang="en-GB"/>
          </a:p>
        </p:txBody>
      </p:sp>
      <p:sp>
        <p:nvSpPr>
          <p:cNvPr id="20" name="SD_ART_Logo"/>
          <p:cNvSpPr/>
          <p:nvPr userDrawn="1"/>
        </p:nvSpPr>
        <p:spPr>
          <a:xfrm>
            <a:off x="475439"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565" dirty="0"/>
          </a:p>
        </p:txBody>
      </p:sp>
      <p:pic>
        <p:nvPicPr>
          <p:cNvPr id="1037916276" name="LogoDisclaimerPage"/>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75205" y="464408"/>
            <a:ext cx="1655999" cy="725867"/>
          </a:xfrm>
          <a:prstGeom prst="rect">
            <a:avLst/>
          </a:prstGeom>
        </p:spPr>
      </p:pic>
      <p:sp>
        <p:nvSpPr>
          <p:cNvPr id="2" name="Footer Placeholder 1"/>
          <p:cNvSpPr>
            <a:spLocks noGrp="1"/>
          </p:cNvSpPr>
          <p:nvPr>
            <p:ph type="ftr" sz="quarter" idx="16"/>
          </p:nvPr>
        </p:nvSpPr>
        <p:spPr>
          <a:xfrm>
            <a:off x="6184905" y="6477000"/>
            <a:ext cx="4536727"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1549513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userDrawn="1">
  <p:cSld name="2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304802" y="266701"/>
            <a:ext cx="11560811" cy="334017"/>
          </a:xfrm>
          <a:prstGeom prst="rect">
            <a:avLst/>
          </a:prstGeom>
        </p:spPr>
        <p:txBody>
          <a:bodyPr vert="horz" lIns="0" tIns="0" rIns="0" bIns="0" rtlCol="0" anchor="t" anchorCtr="0">
            <a:noAutofit/>
          </a:bodyPr>
          <a:lstStyle>
            <a:lvl1pPr>
              <a:defRPr sz="1565">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dirty="0"/>
              <a:t>Click to edit Master title style</a:t>
            </a:r>
          </a:p>
        </p:txBody>
      </p:sp>
      <p:sp>
        <p:nvSpPr>
          <p:cNvPr id="17" name="TextBox 16"/>
          <p:cNvSpPr txBox="1"/>
          <p:nvPr userDrawn="1"/>
        </p:nvSpPr>
        <p:spPr>
          <a:xfrm>
            <a:off x="304803" y="6577035"/>
            <a:ext cx="5355167" cy="86947"/>
          </a:xfrm>
          <a:prstGeom prst="rect">
            <a:avLst/>
          </a:prstGeom>
          <a:noFill/>
        </p:spPr>
        <p:txBody>
          <a:bodyPr wrap="square" lIns="0" tIns="0" rIns="0" bIns="0" rtlCol="0">
            <a:spAutoFit/>
          </a:bodyPr>
          <a:lstStyle/>
          <a:p>
            <a:pPr marL="0" indent="0">
              <a:spcBef>
                <a:spcPts val="695"/>
              </a:spcBef>
              <a:buSzPct val="100000"/>
              <a:buFont typeface="Arial"/>
              <a:buNone/>
            </a:pPr>
            <a:r>
              <a:rPr lang="en-US" sz="565" noProof="0" dirty="0">
                <a:solidFill>
                  <a:schemeClr val="tx1"/>
                </a:solidFill>
              </a:rPr>
              <a:t>©2018 Deloitte </a:t>
            </a:r>
            <a:r>
              <a:rPr lang="en-US" sz="565" noProof="0" dirty="0" err="1">
                <a:solidFill>
                  <a:schemeClr val="tx1"/>
                </a:solidFill>
              </a:rPr>
              <a:t>Touche</a:t>
            </a:r>
            <a:r>
              <a:rPr lang="en-US" sz="565" noProof="0" dirty="0">
                <a:solidFill>
                  <a:schemeClr val="tx1"/>
                </a:solidFill>
              </a:rPr>
              <a:t> Tohmatsu India LLP. All Rights Reserved</a:t>
            </a:r>
          </a:p>
        </p:txBody>
      </p:sp>
      <p:sp>
        <p:nvSpPr>
          <p:cNvPr id="18" name="TextBox 17"/>
          <p:cNvSpPr txBox="1"/>
          <p:nvPr userDrawn="1"/>
        </p:nvSpPr>
        <p:spPr>
          <a:xfrm>
            <a:off x="11568115" y="6577035"/>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US" sz="565" noProof="0" smtClean="0">
                <a:solidFill>
                  <a:schemeClr val="tx1"/>
                </a:solidFill>
              </a:rPr>
              <a:pPr marL="0" indent="0" algn="r">
                <a:spcBef>
                  <a:spcPts val="695"/>
                </a:spcBef>
                <a:buSzPct val="100000"/>
                <a:buFont typeface="Arial"/>
                <a:buNone/>
              </a:pPr>
              <a:t>‹#›</a:t>
            </a:fld>
            <a:endParaRPr lang="en-US" sz="565" noProof="0" dirty="0">
              <a:solidFill>
                <a:schemeClr val="tx1"/>
              </a:solidFill>
            </a:endParaRPr>
          </a:p>
        </p:txBody>
      </p:sp>
    </p:spTree>
    <p:extLst>
      <p:ext uri="{BB962C8B-B14F-4D97-AF65-F5344CB8AC3E}">
        <p14:creationId xmlns:p14="http://schemas.microsoft.com/office/powerpoint/2010/main" val="985454780"/>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MAIN CONTENT LAYOU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88"/>
            <a:ext cx="11226800" cy="4633913"/>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Text Placeholder 8"/>
          <p:cNvSpPr>
            <a:spLocks noGrp="1"/>
          </p:cNvSpPr>
          <p:nvPr>
            <p:ph type="body" sz="quarter" idx="13" hasCustomPrompt="1"/>
          </p:nvPr>
        </p:nvSpPr>
        <p:spPr>
          <a:xfrm>
            <a:off x="469900" y="736691"/>
            <a:ext cx="11226800" cy="453483"/>
          </a:xfrm>
          <a:prstGeom prst="rect">
            <a:avLst/>
          </a:prstGeom>
        </p:spPr>
        <p:txBody>
          <a:bodyPr lIns="0" tIns="0" rIns="0" bIns="0">
            <a:noAutofit/>
          </a:bodyPr>
          <a:lstStyle>
            <a:lvl1pPr marL="0" indent="0">
              <a:buNone/>
              <a:defRPr sz="1565"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26800" cy="334102"/>
          </a:xfrm>
          <a:prstGeom prst="rect">
            <a:avLst/>
          </a:prstGeom>
        </p:spPr>
        <p:txBody>
          <a:bodyPr vert="horz" lIns="0" tIns="0" rIns="0" bIns="0" rtlCol="0" anchor="t" anchorCtr="0">
            <a:noAutofit/>
          </a:bodyPr>
          <a:lstStyle>
            <a:lvl1pPr>
              <a:defRPr sz="1739"/>
            </a:lvl1pPr>
          </a:lstStyle>
          <a:p>
            <a:r>
              <a:rPr lang="en-US" noProof="0" dirty="0"/>
              <a:t>Click to edit Master title style</a:t>
            </a:r>
          </a:p>
        </p:txBody>
      </p:sp>
    </p:spTree>
    <p:extLst>
      <p:ext uri="{BB962C8B-B14F-4D97-AF65-F5344CB8AC3E}">
        <p14:creationId xmlns:p14="http://schemas.microsoft.com/office/powerpoint/2010/main" val="3410255586"/>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93" y="1592"/>
          <a:ext cx="1587" cy="1587"/>
        </p:xfrm>
        <a:graphic>
          <a:graphicData uri="http://schemas.openxmlformats.org/presentationml/2006/ole">
            <mc:AlternateContent xmlns:mc="http://schemas.openxmlformats.org/markup-compatibility/2006">
              <mc:Choice xmlns:v="urn:schemas-microsoft-com:vml" Requires="v">
                <p:oleObj spid="_x0000_s4106"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593" y="1592"/>
                        <a:ext cx="1587" cy="1587"/>
                      </a:xfrm>
                      <a:prstGeom prst="rect">
                        <a:avLst/>
                      </a:prstGeom>
                    </p:spPr>
                  </p:pic>
                </p:oleObj>
              </mc:Fallback>
            </mc:AlternateContent>
          </a:graphicData>
        </a:graphic>
      </p:graphicFrame>
      <p:sp>
        <p:nvSpPr>
          <p:cNvPr id="13" name="Text Placeholder 8"/>
          <p:cNvSpPr>
            <a:spLocks noGrp="1"/>
          </p:cNvSpPr>
          <p:nvPr>
            <p:ph type="body" sz="quarter" idx="13" hasCustomPrompt="1"/>
          </p:nvPr>
        </p:nvSpPr>
        <p:spPr>
          <a:xfrm>
            <a:off x="501651" y="725142"/>
            <a:ext cx="11185627" cy="858222"/>
          </a:xfrm>
          <a:prstGeom prst="rect">
            <a:avLst/>
          </a:prstGeom>
        </p:spPr>
        <p:txBody>
          <a:bodyPr lIns="0" tIns="0" rIns="0" bIns="0">
            <a:noAutofit/>
          </a:bodyPr>
          <a:lstStyle>
            <a:lvl1pPr marL="0" indent="0">
              <a:buNone/>
              <a:defRPr sz="1391" b="0">
                <a:solidFill>
                  <a:srgbClr val="575757"/>
                </a:solidFill>
              </a:defRPr>
            </a:lvl1pPr>
          </a:lstStyle>
          <a:p>
            <a:pPr lvl="0"/>
            <a:r>
              <a:rPr lang="en-US" noProof="0" dirty="0"/>
              <a:t>Click to add subtitle</a:t>
            </a:r>
          </a:p>
        </p:txBody>
      </p:sp>
      <p:sp>
        <p:nvSpPr>
          <p:cNvPr id="15" name="Title Placeholder 1"/>
          <p:cNvSpPr>
            <a:spLocks noGrp="1"/>
          </p:cNvSpPr>
          <p:nvPr>
            <p:ph type="title"/>
          </p:nvPr>
        </p:nvSpPr>
        <p:spPr>
          <a:xfrm>
            <a:off x="501651" y="346493"/>
            <a:ext cx="11185627" cy="378648"/>
          </a:xfrm>
          <a:prstGeom prst="rect">
            <a:avLst/>
          </a:prstGeom>
        </p:spPr>
        <p:txBody>
          <a:bodyPr vert="horz" lIns="0" tIns="0" rIns="0" bIns="0" rtlCol="0" anchor="t" anchorCtr="0">
            <a:noAutofit/>
          </a:bodyPr>
          <a:lstStyle>
            <a:lvl1pPr>
              <a:defRPr/>
            </a:lvl1pPr>
          </a:lstStyle>
          <a:p>
            <a:r>
              <a:rPr lang="en-US" noProof="0" dirty="0"/>
              <a:t>Click to edit Master title style</a:t>
            </a:r>
          </a:p>
        </p:txBody>
      </p:sp>
      <p:sp>
        <p:nvSpPr>
          <p:cNvPr id="16" name="Text Placeholder 18"/>
          <p:cNvSpPr>
            <a:spLocks noGrp="1"/>
          </p:cNvSpPr>
          <p:nvPr>
            <p:ph idx="1"/>
          </p:nvPr>
        </p:nvSpPr>
        <p:spPr>
          <a:xfrm>
            <a:off x="501653" y="1665288"/>
            <a:ext cx="11188700" cy="4716462"/>
          </a:xfrm>
          <a:prstGeom prst="rect">
            <a:avLst/>
          </a:prstGeom>
        </p:spPr>
        <p:txBody>
          <a:bodyPr vert="horz" lIns="0" tIns="0" rIns="0" bIns="0" rtlCol="0">
            <a:noAutofit/>
          </a:bodyPr>
          <a:lstStyle>
            <a:lvl3pPr marL="158974" indent="-158974">
              <a:defRPr/>
            </a:lvl3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591941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958" y="1594"/>
          <a:ext cx="1953" cy="1587"/>
        </p:xfrm>
        <a:graphic>
          <a:graphicData uri="http://schemas.openxmlformats.org/presentationml/2006/ole">
            <mc:AlternateContent xmlns:mc="http://schemas.openxmlformats.org/markup-compatibility/2006">
              <mc:Choice xmlns:v="urn:schemas-microsoft-com:vml" Requires="v">
                <p:oleObj spid="_x0000_s5130" name="think-cell Slide" r:id="rId4" imgW="530" imgH="531" progId="TCLayout.ActiveDocument.1">
                  <p:embed/>
                </p:oleObj>
              </mc:Choice>
              <mc:Fallback>
                <p:oleObj name="think-cell Slide" r:id="rId4" imgW="530" imgH="531" progId="TCLayout.ActiveDocument.1">
                  <p:embed/>
                  <p:pic>
                    <p:nvPicPr>
                      <p:cNvPr id="2" name="Object 1" hidden="1"/>
                      <p:cNvPicPr/>
                      <p:nvPr/>
                    </p:nvPicPr>
                    <p:blipFill>
                      <a:blip r:embed="rId5"/>
                      <a:stretch>
                        <a:fillRect/>
                      </a:stretch>
                    </p:blipFill>
                    <p:spPr>
                      <a:xfrm>
                        <a:off x="1958" y="1594"/>
                        <a:ext cx="1953" cy="1587"/>
                      </a:xfrm>
                      <a:prstGeom prst="rect">
                        <a:avLst/>
                      </a:prstGeom>
                    </p:spPr>
                  </p:pic>
                </p:oleObj>
              </mc:Fallback>
            </mc:AlternateContent>
          </a:graphicData>
        </a:graphic>
      </p:graphicFrame>
    </p:spTree>
    <p:extLst>
      <p:ext uri="{BB962C8B-B14F-4D97-AF65-F5344CB8AC3E}">
        <p14:creationId xmlns:p14="http://schemas.microsoft.com/office/powerpoint/2010/main" val="14764810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vmlDrawing" Target="../drawings/vmlDrawing1.v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emf"/><Relationship Id="rId20" Type="http://schemas.openxmlformats.org/officeDocument/2006/relationships/slideLayout" Target="../slideLayouts/slideLayout20.xml"/><Relationship Id="rId4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vmlDrawing" Target="../drawings/vmlDrawing3.vml"/><Relationship Id="rId3" Type="http://schemas.openxmlformats.org/officeDocument/2006/relationships/slideLayout" Target="../slideLayouts/slideLayout43.xml"/><Relationship Id="rId21" Type="http://schemas.openxmlformats.org/officeDocument/2006/relationships/image" Target="../media/image1.emf"/><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theme" Target="../theme/theme2.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oleObject" Target="../embeddings/oleObject3.bin"/><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10" Type="http://schemas.openxmlformats.org/officeDocument/2006/relationships/slideLayout" Target="../slideLayouts/slideLayout50.xml"/><Relationship Id="rId19" Type="http://schemas.openxmlformats.org/officeDocument/2006/relationships/tags" Target="../tags/tag6.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3"/>
            </p:custDataLst>
            <p:extLst>
              <p:ext uri="{D42A27DB-BD31-4B8C-83A1-F6EECF244321}">
                <p14:modId xmlns:p14="http://schemas.microsoft.com/office/powerpoint/2010/main" val="1644318490"/>
              </p:ext>
            </p:extLst>
          </p:nvPr>
        </p:nvGraphicFramePr>
        <p:xfrm>
          <a:off x="2121" y="1592"/>
          <a:ext cx="2117" cy="1587"/>
        </p:xfrm>
        <a:graphic>
          <a:graphicData uri="http://schemas.openxmlformats.org/presentationml/2006/ole">
            <mc:AlternateContent xmlns:mc="http://schemas.openxmlformats.org/markup-compatibility/2006">
              <mc:Choice xmlns:v="urn:schemas-microsoft-com:vml" Requires="v">
                <p:oleObj spid="_x0000_s1034" name="think-cell Slide" r:id="rId45" imgW="270" imgH="270" progId="TCLayout.ActiveDocument.1">
                  <p:embed/>
                </p:oleObj>
              </mc:Choice>
              <mc:Fallback>
                <p:oleObj name="think-cell Slide" r:id="rId45" imgW="270" imgH="270" progId="TCLayout.ActiveDocument.1">
                  <p:embed/>
                  <p:pic>
                    <p:nvPicPr>
                      <p:cNvPr id="4" name="Object 3" hidden="1"/>
                      <p:cNvPicPr/>
                      <p:nvPr/>
                    </p:nvPicPr>
                    <p:blipFill>
                      <a:blip r:embed="rId46"/>
                      <a:stretch>
                        <a:fillRect/>
                      </a:stretch>
                    </p:blipFill>
                    <p:spPr>
                      <a:xfrm>
                        <a:off x="2121" y="1592"/>
                        <a:ext cx="2117" cy="1587"/>
                      </a:xfrm>
                      <a:prstGeom prst="rect">
                        <a:avLst/>
                      </a:prstGeom>
                    </p:spPr>
                  </p:pic>
                </p:oleObj>
              </mc:Fallback>
            </mc:AlternateContent>
          </a:graphicData>
        </a:graphic>
      </p:graphicFrame>
      <p:sp>
        <p:nvSpPr>
          <p:cNvPr id="5" name="Rectangle 4" hidden="1"/>
          <p:cNvSpPr/>
          <p:nvPr userDrawn="1">
            <p:custDataLst>
              <p:tags r:id="rId44"/>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3" y="317505"/>
            <a:ext cx="11188700"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TextBox 17"/>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19" name="Text Placeholder 18"/>
          <p:cNvSpPr>
            <a:spLocks noGrp="1"/>
          </p:cNvSpPr>
          <p:nvPr>
            <p:ph type="body" idx="1"/>
          </p:nvPr>
        </p:nvSpPr>
        <p:spPr>
          <a:xfrm>
            <a:off x="501652" y="1665289"/>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3197474883"/>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 id="2147483776" r:id="rId18"/>
    <p:sldLayoutId id="2147483777" r:id="rId19"/>
    <p:sldLayoutId id="2147483778" r:id="rId20"/>
    <p:sldLayoutId id="2147483779" r:id="rId21"/>
    <p:sldLayoutId id="2147483780" r:id="rId22"/>
    <p:sldLayoutId id="2147483781" r:id="rId23"/>
    <p:sldLayoutId id="2147483782" r:id="rId24"/>
    <p:sldLayoutId id="2147483783" r:id="rId25"/>
    <p:sldLayoutId id="2147483784" r:id="rId26"/>
    <p:sldLayoutId id="2147483785" r:id="rId27"/>
    <p:sldLayoutId id="2147483786" r:id="rId28"/>
    <p:sldLayoutId id="2147483787" r:id="rId29"/>
    <p:sldLayoutId id="2147483788" r:id="rId30"/>
    <p:sldLayoutId id="2147483789" r:id="rId31"/>
    <p:sldLayoutId id="2147483790" r:id="rId32"/>
    <p:sldLayoutId id="2147483791" r:id="rId33"/>
    <p:sldLayoutId id="2147483794" r:id="rId34"/>
    <p:sldLayoutId id="2147483796" r:id="rId35"/>
    <p:sldLayoutId id="2147483797" r:id="rId36"/>
    <p:sldLayoutId id="2147483826" r:id="rId37"/>
    <p:sldLayoutId id="2147483830" r:id="rId38"/>
    <p:sldLayoutId id="2147484003" r:id="rId39"/>
    <p:sldLayoutId id="2147484064" r:id="rId40"/>
  </p:sldLayoutIdLst>
  <p:transition>
    <p:fade/>
  </p:transition>
  <p:hf hdr="0" dt="0"/>
  <p:txStyles>
    <p:titleStyle>
      <a:lvl1pPr algn="l" defTabSz="1219231" rtl="0" eaLnBrk="1" latinLnBrk="0" hangingPunct="1">
        <a:spcBef>
          <a:spcPct val="0"/>
        </a:spcBef>
        <a:buNone/>
        <a:defRPr sz="2667" kern="1200">
          <a:solidFill>
            <a:schemeClr val="tx1"/>
          </a:solidFill>
          <a:latin typeface="+mj-lt"/>
          <a:ea typeface="+mj-ea"/>
          <a:cs typeface="+mj-cs"/>
        </a:defRPr>
      </a:lvl1pPr>
    </p:titleStyle>
    <p:bodyStyle>
      <a:lvl1pPr marL="0" indent="0" algn="l" defTabSz="1219231"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231"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206" indent="-235206" algn="l" defTabSz="1219231"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212" indent="-235206" algn="l" defTabSz="1219231"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418" indent="-235206" algn="l" defTabSz="1064712"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418" indent="-235206" algn="l" defTabSz="1219231"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418" indent="-235206" algn="l" defTabSz="1219231"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231" rtl="0" eaLnBrk="1" latinLnBrk="0" hangingPunct="1">
        <a:defRPr sz="2400" kern="1200">
          <a:solidFill>
            <a:schemeClr val="tx1"/>
          </a:solidFill>
          <a:latin typeface="+mn-lt"/>
          <a:ea typeface="+mn-ea"/>
          <a:cs typeface="+mn-cs"/>
        </a:defRPr>
      </a:lvl1pPr>
      <a:lvl2pPr marL="609616" algn="l" defTabSz="1219231" rtl="0" eaLnBrk="1" latinLnBrk="0" hangingPunct="1">
        <a:defRPr sz="2400" kern="1200">
          <a:solidFill>
            <a:schemeClr val="tx1"/>
          </a:solidFill>
          <a:latin typeface="+mn-lt"/>
          <a:ea typeface="+mn-ea"/>
          <a:cs typeface="+mn-cs"/>
        </a:defRPr>
      </a:lvl2pPr>
      <a:lvl3pPr marL="1219231" algn="l" defTabSz="1219231" rtl="0" eaLnBrk="1" latinLnBrk="0" hangingPunct="1">
        <a:defRPr sz="2400" kern="1200">
          <a:solidFill>
            <a:schemeClr val="tx1"/>
          </a:solidFill>
          <a:latin typeface="+mn-lt"/>
          <a:ea typeface="+mn-ea"/>
          <a:cs typeface="+mn-cs"/>
        </a:defRPr>
      </a:lvl3pPr>
      <a:lvl4pPr marL="1828848" algn="l" defTabSz="1219231" rtl="0" eaLnBrk="1" latinLnBrk="0" hangingPunct="1">
        <a:defRPr sz="2400" kern="1200">
          <a:solidFill>
            <a:schemeClr val="tx1"/>
          </a:solidFill>
          <a:latin typeface="+mn-lt"/>
          <a:ea typeface="+mn-ea"/>
          <a:cs typeface="+mn-cs"/>
        </a:defRPr>
      </a:lvl4pPr>
      <a:lvl5pPr marL="2438464" algn="l" defTabSz="1219231" rtl="0" eaLnBrk="1" latinLnBrk="0" hangingPunct="1">
        <a:defRPr sz="2400" kern="1200">
          <a:solidFill>
            <a:schemeClr val="tx1"/>
          </a:solidFill>
          <a:latin typeface="+mn-lt"/>
          <a:ea typeface="+mn-ea"/>
          <a:cs typeface="+mn-cs"/>
        </a:defRPr>
      </a:lvl5pPr>
      <a:lvl6pPr marL="3048080" algn="l" defTabSz="1219231" rtl="0" eaLnBrk="1" latinLnBrk="0" hangingPunct="1">
        <a:defRPr sz="2400" kern="1200">
          <a:solidFill>
            <a:schemeClr val="tx1"/>
          </a:solidFill>
          <a:latin typeface="+mn-lt"/>
          <a:ea typeface="+mn-ea"/>
          <a:cs typeface="+mn-cs"/>
        </a:defRPr>
      </a:lvl6pPr>
      <a:lvl7pPr marL="3657695" algn="l" defTabSz="1219231" rtl="0" eaLnBrk="1" latinLnBrk="0" hangingPunct="1">
        <a:defRPr sz="2400" kern="1200">
          <a:solidFill>
            <a:schemeClr val="tx1"/>
          </a:solidFill>
          <a:latin typeface="+mn-lt"/>
          <a:ea typeface="+mn-ea"/>
          <a:cs typeface="+mn-cs"/>
        </a:defRPr>
      </a:lvl7pPr>
      <a:lvl8pPr marL="4267311" algn="l" defTabSz="1219231" rtl="0" eaLnBrk="1" latinLnBrk="0" hangingPunct="1">
        <a:defRPr sz="2400" kern="1200">
          <a:solidFill>
            <a:schemeClr val="tx1"/>
          </a:solidFill>
          <a:latin typeface="+mn-lt"/>
          <a:ea typeface="+mn-ea"/>
          <a:cs typeface="+mn-cs"/>
        </a:defRPr>
      </a:lvl8pPr>
      <a:lvl9pPr marL="4876928" algn="l" defTabSz="1219231"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userDrawn="1">
          <p15:clr>
            <a:srgbClr val="F26B43"/>
          </p15:clr>
        </p15:guide>
        <p15:guide id="2" pos="359" userDrawn="1">
          <p15:clr>
            <a:srgbClr val="F26B43"/>
          </p15:clr>
        </p15:guide>
        <p15:guide id="3" pos="8345" userDrawn="1">
          <p15:clr>
            <a:srgbClr val="F26B43"/>
          </p15:clr>
        </p15:guide>
        <p15:guide id="4" orient="horz" pos="227" userDrawn="1">
          <p15:clr>
            <a:srgbClr val="F26B43"/>
          </p15:clr>
        </p15:guide>
        <p15:guide id="5" orient="horz" pos="1189" userDrawn="1">
          <p15:clr>
            <a:srgbClr val="F26B43"/>
          </p15:clr>
        </p15:guide>
        <p15:guide id="6" orient="horz" pos="72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9"/>
            </p:custDataLst>
            <p:extLst>
              <p:ext uri="{D42A27DB-BD31-4B8C-83A1-F6EECF244321}">
                <p14:modId xmlns:p14="http://schemas.microsoft.com/office/powerpoint/2010/main" val="1994941365"/>
              </p:ext>
            </p:extLst>
          </p:nvPr>
        </p:nvGraphicFramePr>
        <p:xfrm>
          <a:off x="2119" y="1594"/>
          <a:ext cx="2116" cy="1587"/>
        </p:xfrm>
        <a:graphic>
          <a:graphicData uri="http://schemas.openxmlformats.org/presentationml/2006/ole">
            <mc:AlternateContent xmlns:mc="http://schemas.openxmlformats.org/markup-compatibility/2006">
              <mc:Choice xmlns:v="urn:schemas-microsoft-com:vml" Requires="v">
                <p:oleObj spid="_x0000_s3082" name="think-cell Slide" r:id="rId20" imgW="270" imgH="270" progId="TCLayout.ActiveDocument.1">
                  <p:embed/>
                </p:oleObj>
              </mc:Choice>
              <mc:Fallback>
                <p:oleObj name="think-cell Slide" r:id="rId20" imgW="270" imgH="270" progId="TCLayout.ActiveDocument.1">
                  <p:embed/>
                  <p:pic>
                    <p:nvPicPr>
                      <p:cNvPr id="4" name="Object 3" hidden="1"/>
                      <p:cNvPicPr/>
                      <p:nvPr/>
                    </p:nvPicPr>
                    <p:blipFill>
                      <a:blip r:embed="rId21"/>
                      <a:stretch>
                        <a:fillRect/>
                      </a:stretch>
                    </p:blipFill>
                    <p:spPr>
                      <a:xfrm>
                        <a:off x="2119" y="1594"/>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2" y="402594"/>
            <a:ext cx="11252200" cy="692151"/>
          </a:xfrm>
          <a:prstGeom prst="rect">
            <a:avLst/>
          </a:prstGeom>
        </p:spPr>
        <p:txBody>
          <a:bodyPr vert="horz" lIns="0" tIns="0" rIns="0" bIns="0" rtlCol="0" anchor="t" anchorCtr="0">
            <a:noAutofit/>
          </a:bodyPr>
          <a:lstStyle/>
          <a:p>
            <a:r>
              <a:rPr lang="en-GB" noProof="0"/>
              <a:t>Click to edit Master title style</a:t>
            </a:r>
            <a:endParaRPr lang="en-GB" noProof="0" dirty="0"/>
          </a:p>
        </p:txBody>
      </p:sp>
      <p:sp>
        <p:nvSpPr>
          <p:cNvPr id="19" name="Text Placeholder 18"/>
          <p:cNvSpPr>
            <a:spLocks noGrp="1"/>
          </p:cNvSpPr>
          <p:nvPr>
            <p:ph type="body" idx="1"/>
          </p:nvPr>
        </p:nvSpPr>
        <p:spPr>
          <a:xfrm>
            <a:off x="469902" y="1665294"/>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Box 11"/>
          <p:cNvSpPr txBox="1"/>
          <p:nvPr userDrawn="1"/>
        </p:nvSpPr>
        <p:spPr>
          <a:xfrm>
            <a:off x="11410955" y="6656303"/>
            <a:ext cx="307975" cy="86947"/>
          </a:xfrm>
          <a:prstGeom prst="rect">
            <a:avLst/>
          </a:prstGeom>
          <a:noFill/>
        </p:spPr>
        <p:txBody>
          <a:bodyPr wrap="square" lIns="0" tIns="0" rIns="0" bIns="0" rtlCol="0">
            <a:spAutoFit/>
          </a:bodyPr>
          <a:lstStyle/>
          <a:p>
            <a:pPr marL="0" indent="0" algn="r">
              <a:spcBef>
                <a:spcPts val="695"/>
              </a:spcBef>
              <a:buSzPct val="100000"/>
              <a:buFont typeface="Arial"/>
              <a:buNone/>
            </a:pPr>
            <a:fld id="{C58DF478-B544-4ED8-9ED4-6A2648E2D233}" type="slidenum">
              <a:rPr lang="en-GB" sz="565" noProof="0">
                <a:solidFill>
                  <a:schemeClr val="tx1"/>
                </a:solidFill>
              </a:rPr>
              <a:pPr marL="0" indent="0" algn="r">
                <a:spcBef>
                  <a:spcPts val="695"/>
                </a:spcBef>
                <a:buSzPct val="100000"/>
                <a:buFont typeface="Arial"/>
                <a:buNone/>
              </a:pPr>
              <a:t>‹#›</a:t>
            </a:fld>
            <a:endParaRPr lang="en-GB" sz="565" noProof="0" dirty="0">
              <a:solidFill>
                <a:schemeClr val="tx1"/>
              </a:solidFill>
            </a:endParaRPr>
          </a:p>
        </p:txBody>
      </p:sp>
      <p:sp>
        <p:nvSpPr>
          <p:cNvPr id="8" name="TextBox 7"/>
          <p:cNvSpPr txBox="1"/>
          <p:nvPr userDrawn="1"/>
        </p:nvSpPr>
        <p:spPr>
          <a:xfrm>
            <a:off x="501651" y="6654810"/>
            <a:ext cx="5355168" cy="201260"/>
          </a:xfrm>
          <a:prstGeom prst="rect">
            <a:avLst/>
          </a:prstGeom>
          <a:noFill/>
        </p:spPr>
        <p:txBody>
          <a:bodyPr wrap="square" lIns="0" tIns="0" rIns="0" bIns="0" rtlCol="0">
            <a:noAutofit/>
          </a:bodyPr>
          <a:lstStyle/>
          <a:p>
            <a:pPr marL="0" indent="0">
              <a:spcBef>
                <a:spcPts val="623"/>
              </a:spcBef>
              <a:buSzPct val="100000"/>
              <a:buFont typeface="Arial"/>
              <a:buNone/>
            </a:pPr>
            <a:r>
              <a:rPr lang="fr-FR" sz="565" noProof="0" dirty="0">
                <a:solidFill>
                  <a:schemeClr val="tx1"/>
                </a:solidFill>
              </a:rPr>
              <a:t>© 2020 Deloitte Touche Tohmatsu India LLP</a:t>
            </a:r>
          </a:p>
        </p:txBody>
      </p:sp>
    </p:spTree>
    <p:extLst>
      <p:ext uri="{BB962C8B-B14F-4D97-AF65-F5344CB8AC3E}">
        <p14:creationId xmlns:p14="http://schemas.microsoft.com/office/powerpoint/2010/main" val="1114690223"/>
      </p:ext>
    </p:extLst>
  </p:cSld>
  <p:clrMap bg1="lt1" tx1="dk1" bg2="lt2" tx2="dk2" accent1="accent1" accent2="accent2" accent3="accent3" accent4="accent4" accent5="accent5" accent6="accent6" hlink="hlink" folHlink="folHlink"/>
  <p:sldLayoutIdLst>
    <p:sldLayoutId id="2147484048" r:id="rId1"/>
    <p:sldLayoutId id="2147484049" r:id="rId2"/>
    <p:sldLayoutId id="2147484050" r:id="rId3"/>
    <p:sldLayoutId id="2147484051" r:id="rId4"/>
    <p:sldLayoutId id="2147484052" r:id="rId5"/>
    <p:sldLayoutId id="2147484053" r:id="rId6"/>
    <p:sldLayoutId id="2147484054" r:id="rId7"/>
    <p:sldLayoutId id="2147484055" r:id="rId8"/>
    <p:sldLayoutId id="2147484056" r:id="rId9"/>
    <p:sldLayoutId id="2147484057" r:id="rId10"/>
    <p:sldLayoutId id="2147484058" r:id="rId11"/>
    <p:sldLayoutId id="2147484059" r:id="rId12"/>
    <p:sldLayoutId id="2147484060" r:id="rId13"/>
    <p:sldLayoutId id="2147484061" r:id="rId14"/>
    <p:sldLayoutId id="2147484062" r:id="rId15"/>
    <p:sldLayoutId id="2147484063" r:id="rId16"/>
  </p:sldLayoutIdLst>
  <p:transition>
    <p:fade/>
  </p:transition>
  <p:hf sldNum="0" hdr="0" dt="0"/>
  <p:txStyles>
    <p:titleStyle>
      <a:lvl1pPr algn="l" defTabSz="1059800" rtl="0" eaLnBrk="1" latinLnBrk="0" hangingPunct="1">
        <a:spcBef>
          <a:spcPct val="0"/>
        </a:spcBef>
        <a:buNone/>
        <a:defRPr sz="1739" kern="1200">
          <a:solidFill>
            <a:schemeClr val="tx1"/>
          </a:solidFill>
          <a:latin typeface="+mj-lt"/>
          <a:ea typeface="+mj-ea"/>
          <a:cs typeface="+mj-cs"/>
        </a:defRPr>
      </a:lvl1pPr>
    </p:titleStyle>
    <p:bodyStyle>
      <a:lvl1pPr marL="0" indent="0" algn="l" defTabSz="1059800" rtl="0" eaLnBrk="1" latinLnBrk="0" hangingPunct="1">
        <a:spcBef>
          <a:spcPts val="0"/>
        </a:spcBef>
        <a:spcAft>
          <a:spcPts val="1159"/>
        </a:spcAft>
        <a:buClrTx/>
        <a:buSzPct val="100000"/>
        <a:buFont typeface="Arial" panose="020B0604020202020204" pitchFamily="34" charset="0"/>
        <a:buChar char="​"/>
        <a:defRPr sz="1043" b="0" kern="1200">
          <a:solidFill>
            <a:schemeClr val="tx1"/>
          </a:solidFill>
          <a:latin typeface="+mn-lt"/>
          <a:ea typeface="+mn-ea"/>
          <a:cs typeface="+mn-cs"/>
        </a:defRPr>
      </a:lvl1pPr>
      <a:lvl2pPr marL="0" indent="0" algn="l" defTabSz="1059800" rtl="0" eaLnBrk="1" latinLnBrk="0" hangingPunct="1">
        <a:spcBef>
          <a:spcPts val="0"/>
        </a:spcBef>
        <a:spcAft>
          <a:spcPts val="1159"/>
        </a:spcAft>
        <a:buClrTx/>
        <a:buSzPct val="100000"/>
        <a:buFont typeface="Arial" panose="020B0604020202020204" pitchFamily="34" charset="0"/>
        <a:buChar char="​"/>
        <a:defRPr lang="en-US" sz="1043" b="1" kern="1200" dirty="0">
          <a:solidFill>
            <a:schemeClr val="tx1"/>
          </a:solidFill>
          <a:latin typeface="+mn-lt"/>
          <a:ea typeface="+mn-ea"/>
          <a:cs typeface="+mn-cs"/>
        </a:defRPr>
      </a:lvl2pPr>
      <a:lvl3pPr marL="204449" indent="-204449" algn="l" defTabSz="1059800" rtl="0" eaLnBrk="1" latinLnBrk="0" hangingPunct="1">
        <a:spcBef>
          <a:spcPts val="0"/>
        </a:spcBef>
        <a:spcAft>
          <a:spcPts val="1159"/>
        </a:spcAft>
        <a:buClrTx/>
        <a:buSzPct val="100000"/>
        <a:buFont typeface="Arial" panose="020B0604020202020204" pitchFamily="34" charset="0"/>
        <a:buChar char="•"/>
        <a:defRPr lang="en-US" sz="1043" kern="1200" dirty="0">
          <a:solidFill>
            <a:schemeClr val="tx1"/>
          </a:solidFill>
          <a:latin typeface="+mn-lt"/>
          <a:ea typeface="+mn-ea"/>
          <a:cs typeface="+mn-cs"/>
        </a:defRPr>
      </a:lvl3pPr>
      <a:lvl4pPr marL="413072" indent="-204449" algn="l" defTabSz="1059800" rtl="0" eaLnBrk="1" latinLnBrk="0" hangingPunct="1">
        <a:spcBef>
          <a:spcPts val="0"/>
        </a:spcBef>
        <a:spcAft>
          <a:spcPts val="1159"/>
        </a:spcAft>
        <a:buClrTx/>
        <a:buSzPct val="100000"/>
        <a:buFont typeface="Verdana" panose="020B0604030504040204" pitchFamily="34" charset="0"/>
        <a:buChar char="−"/>
        <a:defRPr lang="en-US" sz="1043" kern="1200" baseline="0" dirty="0">
          <a:solidFill>
            <a:schemeClr val="tx1"/>
          </a:solidFill>
          <a:latin typeface="+mn-lt"/>
          <a:ea typeface="+mn-ea"/>
          <a:cs typeface="+mn-cs"/>
        </a:defRPr>
      </a:lvl4pPr>
      <a:lvl5pPr marL="617521" indent="-204449" algn="l" defTabSz="925486" rtl="0" eaLnBrk="1" latinLnBrk="0" hangingPunct="1">
        <a:spcBef>
          <a:spcPts val="0"/>
        </a:spcBef>
        <a:spcAft>
          <a:spcPts val="1159"/>
        </a:spcAft>
        <a:buClrTx/>
        <a:buSzPct val="100000"/>
        <a:buFont typeface="Verdana" panose="020B0604030504040204" pitchFamily="34" charset="0"/>
        <a:buChar char="−"/>
        <a:tabLst/>
        <a:defRPr lang="en-US" sz="1043" kern="1200" baseline="0" dirty="0">
          <a:solidFill>
            <a:schemeClr val="tx1"/>
          </a:solidFill>
          <a:latin typeface="+mn-lt"/>
          <a:ea typeface="+mn-ea"/>
          <a:cs typeface="+mn-cs"/>
        </a:defRPr>
      </a:lvl5pPr>
      <a:lvl6pPr marL="617521" indent="-204449" algn="l" defTabSz="1059800" rtl="0" eaLnBrk="1" latinLnBrk="0" hangingPunct="1">
        <a:spcBef>
          <a:spcPts val="0"/>
        </a:spcBef>
        <a:spcAft>
          <a:spcPts val="1159"/>
        </a:spcAft>
        <a:buFont typeface="Verdana" panose="020B0604030504040204" pitchFamily="34" charset="0"/>
        <a:buChar char="−"/>
        <a:defRPr sz="1043" kern="1200" baseline="0">
          <a:solidFill>
            <a:schemeClr val="tx1"/>
          </a:solidFill>
          <a:latin typeface="+mn-lt"/>
          <a:ea typeface="+mn-ea"/>
          <a:cs typeface="+mn-cs"/>
        </a:defRPr>
      </a:lvl6pPr>
      <a:lvl7pPr marL="617521" indent="-204449" algn="l" defTabSz="1059800" rtl="0" eaLnBrk="1" latinLnBrk="0" hangingPunct="1">
        <a:spcBef>
          <a:spcPts val="0"/>
        </a:spcBef>
        <a:spcAft>
          <a:spcPts val="1159"/>
        </a:spcAft>
        <a:buFont typeface="Verdana" panose="020B0604030504040204" pitchFamily="34" charset="0"/>
        <a:buChar char="−"/>
        <a:defRPr sz="1043" kern="1200">
          <a:solidFill>
            <a:schemeClr val="tx1"/>
          </a:solidFill>
          <a:latin typeface="+mn-lt"/>
          <a:ea typeface="+mn-ea"/>
          <a:cs typeface="+mn-cs"/>
        </a:defRPr>
      </a:lvl7pPr>
      <a:lvl8pPr marL="617521" indent="-204449" algn="l" defTabSz="1059800" rtl="0" eaLnBrk="1" latinLnBrk="0" hangingPunct="1">
        <a:spcBef>
          <a:spcPts val="0"/>
        </a:spcBef>
        <a:spcAft>
          <a:spcPts val="1159"/>
        </a:spcAft>
        <a:buFont typeface="Verdana" panose="020B0604030504040204" pitchFamily="34" charset="0"/>
        <a:buChar char="−"/>
        <a:defRPr sz="1043" kern="1200" baseline="0">
          <a:solidFill>
            <a:schemeClr val="tx1"/>
          </a:solidFill>
          <a:latin typeface="+mn-lt"/>
          <a:ea typeface="+mn-ea"/>
          <a:cs typeface="+mn-cs"/>
        </a:defRPr>
      </a:lvl8pPr>
      <a:lvl9pPr marL="617521" indent="-204449" algn="l" defTabSz="1059800" rtl="0" eaLnBrk="1" latinLnBrk="0" hangingPunct="1">
        <a:spcBef>
          <a:spcPts val="0"/>
        </a:spcBef>
        <a:spcAft>
          <a:spcPts val="1159"/>
        </a:spcAft>
        <a:buFont typeface="Verdana" panose="020B0604030504040204" pitchFamily="34" charset="0"/>
        <a:buChar char="−"/>
        <a:defRPr sz="1043" kern="1200" baseline="0">
          <a:solidFill>
            <a:schemeClr val="tx1"/>
          </a:solidFill>
          <a:latin typeface="+mn-lt"/>
          <a:ea typeface="+mn-ea"/>
          <a:cs typeface="+mn-cs"/>
        </a:defRPr>
      </a:lvl9pPr>
    </p:bodyStyle>
    <p:otherStyle>
      <a:defPPr>
        <a:defRPr lang="en-US"/>
      </a:defPPr>
      <a:lvl1pPr marL="0" algn="l" defTabSz="1059800" rtl="0" eaLnBrk="1" latinLnBrk="0" hangingPunct="1">
        <a:defRPr sz="2086" kern="1200">
          <a:solidFill>
            <a:schemeClr val="tx1"/>
          </a:solidFill>
          <a:latin typeface="+mn-lt"/>
          <a:ea typeface="+mn-ea"/>
          <a:cs typeface="+mn-cs"/>
        </a:defRPr>
      </a:lvl1pPr>
      <a:lvl2pPr marL="529900" algn="l" defTabSz="1059800" rtl="0" eaLnBrk="1" latinLnBrk="0" hangingPunct="1">
        <a:defRPr sz="2086" kern="1200">
          <a:solidFill>
            <a:schemeClr val="tx1"/>
          </a:solidFill>
          <a:latin typeface="+mn-lt"/>
          <a:ea typeface="+mn-ea"/>
          <a:cs typeface="+mn-cs"/>
        </a:defRPr>
      </a:lvl2pPr>
      <a:lvl3pPr marL="1059800" algn="l" defTabSz="1059800" rtl="0" eaLnBrk="1" latinLnBrk="0" hangingPunct="1">
        <a:defRPr sz="2086" kern="1200">
          <a:solidFill>
            <a:schemeClr val="tx1"/>
          </a:solidFill>
          <a:latin typeface="+mn-lt"/>
          <a:ea typeface="+mn-ea"/>
          <a:cs typeface="+mn-cs"/>
        </a:defRPr>
      </a:lvl3pPr>
      <a:lvl4pPr marL="1589699" algn="l" defTabSz="1059800" rtl="0" eaLnBrk="1" latinLnBrk="0" hangingPunct="1">
        <a:defRPr sz="2086" kern="1200">
          <a:solidFill>
            <a:schemeClr val="tx1"/>
          </a:solidFill>
          <a:latin typeface="+mn-lt"/>
          <a:ea typeface="+mn-ea"/>
          <a:cs typeface="+mn-cs"/>
        </a:defRPr>
      </a:lvl4pPr>
      <a:lvl5pPr marL="2119598" algn="l" defTabSz="1059800" rtl="0" eaLnBrk="1" latinLnBrk="0" hangingPunct="1">
        <a:defRPr sz="2086" kern="1200">
          <a:solidFill>
            <a:schemeClr val="tx1"/>
          </a:solidFill>
          <a:latin typeface="+mn-lt"/>
          <a:ea typeface="+mn-ea"/>
          <a:cs typeface="+mn-cs"/>
        </a:defRPr>
      </a:lvl5pPr>
      <a:lvl6pPr marL="2649499" algn="l" defTabSz="1059800" rtl="0" eaLnBrk="1" latinLnBrk="0" hangingPunct="1">
        <a:defRPr sz="2086" kern="1200">
          <a:solidFill>
            <a:schemeClr val="tx1"/>
          </a:solidFill>
          <a:latin typeface="+mn-lt"/>
          <a:ea typeface="+mn-ea"/>
          <a:cs typeface="+mn-cs"/>
        </a:defRPr>
      </a:lvl6pPr>
      <a:lvl7pPr marL="3179398" algn="l" defTabSz="1059800" rtl="0" eaLnBrk="1" latinLnBrk="0" hangingPunct="1">
        <a:defRPr sz="2086" kern="1200">
          <a:solidFill>
            <a:schemeClr val="tx1"/>
          </a:solidFill>
          <a:latin typeface="+mn-lt"/>
          <a:ea typeface="+mn-ea"/>
          <a:cs typeface="+mn-cs"/>
        </a:defRPr>
      </a:lvl7pPr>
      <a:lvl8pPr marL="3709298" algn="l" defTabSz="1059800" rtl="0" eaLnBrk="1" latinLnBrk="0" hangingPunct="1">
        <a:defRPr sz="2086" kern="1200">
          <a:solidFill>
            <a:schemeClr val="tx1"/>
          </a:solidFill>
          <a:latin typeface="+mn-lt"/>
          <a:ea typeface="+mn-ea"/>
          <a:cs typeface="+mn-cs"/>
        </a:defRPr>
      </a:lvl8pPr>
      <a:lvl9pPr marL="4239197" algn="l" defTabSz="1059800" rtl="0" eaLnBrk="1" latinLnBrk="0" hangingPunct="1">
        <a:defRPr sz="208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501" userDrawn="1">
          <p15:clr>
            <a:srgbClr val="F26B43"/>
          </p15:clr>
        </p15:guide>
        <p15:guide id="2" orient="horz" pos="3168" userDrawn="1">
          <p15:clr>
            <a:srgbClr val="F26B43"/>
          </p15:clr>
        </p15:guide>
        <p15:guide id="3" orient="horz" pos="5820" userDrawn="1">
          <p15:clr>
            <a:srgbClr val="F26B43"/>
          </p15:clr>
        </p15:guide>
        <p15:guide id="4" pos="377" userDrawn="1">
          <p15:clr>
            <a:srgbClr val="F26B43"/>
          </p15:clr>
        </p15:guide>
        <p15:guide id="5" pos="9415" userDrawn="1">
          <p15:clr>
            <a:srgbClr val="F26B43"/>
          </p15:clr>
        </p15:guide>
        <p15:guide id="6" orient="horz" pos="1571" userDrawn="1">
          <p15:clr>
            <a:srgbClr val="F26B43"/>
          </p15:clr>
        </p15:guide>
        <p15:guide id="7" orient="horz" pos="359" userDrawn="1">
          <p15:clr>
            <a:srgbClr val="F26B43"/>
          </p15:clr>
        </p15:guide>
        <p15:guide id="8" orient="horz" pos="5985" userDrawn="1">
          <p15:clr>
            <a:srgbClr val="F26B43"/>
          </p15:clr>
        </p15:guide>
        <p15:guide id="10" pos="6358" userDrawn="1">
          <p15:clr>
            <a:srgbClr val="F26B43"/>
          </p15:clr>
        </p15:guide>
        <p15:guide id="12" pos="1763" userDrawn="1">
          <p15:clr>
            <a:srgbClr val="F26B43"/>
          </p15:clr>
        </p15:guide>
        <p15:guide id="13" pos="1907" userDrawn="1">
          <p15:clr>
            <a:srgbClr val="F26B43"/>
          </p15:clr>
        </p15:guide>
        <p15:guide id="14" pos="3291" userDrawn="1">
          <p15:clr>
            <a:srgbClr val="F26B43"/>
          </p15:clr>
        </p15:guide>
        <p15:guide id="15" pos="3436" userDrawn="1">
          <p15:clr>
            <a:srgbClr val="F26B43"/>
          </p15:clr>
        </p15:guide>
        <p15:guide id="16" pos="7886" userDrawn="1">
          <p15:clr>
            <a:srgbClr val="F26B43"/>
          </p15:clr>
        </p15:guide>
        <p15:guide id="17" pos="4823" userDrawn="1">
          <p15:clr>
            <a:srgbClr val="F26B43"/>
          </p15:clr>
        </p15:guide>
        <p15:guide id="18" pos="4967" userDrawn="1">
          <p15:clr>
            <a:srgbClr val="F26B43"/>
          </p15:clr>
        </p15:guide>
        <p15:guide id="19" pos="4896" userDrawn="1">
          <p15:clr>
            <a:srgbClr val="F26B43"/>
          </p15:clr>
        </p15:guide>
        <p15:guide id="20" pos="8031" userDrawn="1">
          <p15:clr>
            <a:srgbClr val="F26B43"/>
          </p15:clr>
        </p15:guide>
        <p15:guide id="21" orient="horz" pos="1539" userDrawn="1">
          <p15:clr>
            <a:srgbClr val="F26B43"/>
          </p15:clr>
        </p15:guide>
        <p15:guide id="22" orient="horz" pos="940" userDrawn="1">
          <p15:clr>
            <a:srgbClr val="F26B43"/>
          </p15:clr>
        </p15:guide>
        <p15:guide id="23" orient="horz" pos="422"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10.xml"/><Relationship Id="rId7" Type="http://schemas.openxmlformats.org/officeDocument/2006/relationships/oleObject" Target="../embeddings/oleObject6.bin"/><Relationship Id="rId2" Type="http://schemas.openxmlformats.org/officeDocument/2006/relationships/tags" Target="../tags/tag9.xml"/><Relationship Id="rId1" Type="http://schemas.openxmlformats.org/officeDocument/2006/relationships/vmlDrawing" Target="../drawings/vmlDrawing6.vml"/><Relationship Id="rId6" Type="http://schemas.openxmlformats.org/officeDocument/2006/relationships/image" Target="../media/image12.JP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11.xml"/><Relationship Id="rId1" Type="http://schemas.openxmlformats.org/officeDocument/2006/relationships/vmlDrawing" Target="../drawings/vmlDrawing7.vml"/><Relationship Id="rId5" Type="http://schemas.openxmlformats.org/officeDocument/2006/relationships/image" Target="../media/image13.emf"/><Relationship Id="rId4" Type="http://schemas.openxmlformats.org/officeDocument/2006/relationships/oleObject" Target="../embeddings/oleObject7.bin"/></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2.xml"/><Relationship Id="rId1" Type="http://schemas.openxmlformats.org/officeDocument/2006/relationships/vmlDrawing" Target="../drawings/vmlDrawing8.vml"/><Relationship Id="rId5" Type="http://schemas.openxmlformats.org/officeDocument/2006/relationships/image" Target="../media/image13.emf"/><Relationship Id="rId4" Type="http://schemas.openxmlformats.org/officeDocument/2006/relationships/oleObject" Target="../embeddings/oleObject8.bin"/></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3.xml"/><Relationship Id="rId1" Type="http://schemas.openxmlformats.org/officeDocument/2006/relationships/vmlDrawing" Target="../drawings/vmlDrawing9.vml"/><Relationship Id="rId5" Type="http://schemas.openxmlformats.org/officeDocument/2006/relationships/image" Target="../media/image13.emf"/><Relationship Id="rId4" Type="http://schemas.openxmlformats.org/officeDocument/2006/relationships/oleObject" Target="../embeddings/oleObject9.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4.xml"/><Relationship Id="rId1" Type="http://schemas.openxmlformats.org/officeDocument/2006/relationships/vmlDrawing" Target="../drawings/vmlDrawing10.vml"/><Relationship Id="rId5" Type="http://schemas.openxmlformats.org/officeDocument/2006/relationships/image" Target="../media/image13.emf"/><Relationship Id="rId4" Type="http://schemas.openxmlformats.org/officeDocument/2006/relationships/oleObject" Target="../embeddings/oleObject10.bin"/></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5.xml"/><Relationship Id="rId1" Type="http://schemas.openxmlformats.org/officeDocument/2006/relationships/vmlDrawing" Target="../drawings/vmlDrawing11.vml"/><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6.xml"/><Relationship Id="rId1" Type="http://schemas.openxmlformats.org/officeDocument/2006/relationships/vmlDrawing" Target="../drawings/vmlDrawing12.vml"/><Relationship Id="rId5" Type="http://schemas.openxmlformats.org/officeDocument/2006/relationships/image" Target="../media/image13.emf"/><Relationship Id="rId4" Type="http://schemas.openxmlformats.org/officeDocument/2006/relationships/oleObject" Target="../embeddings/oleObject12.bin"/></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7.xml"/><Relationship Id="rId1" Type="http://schemas.openxmlformats.org/officeDocument/2006/relationships/vmlDrawing" Target="../drawings/vmlDrawing13.vml"/><Relationship Id="rId5" Type="http://schemas.openxmlformats.org/officeDocument/2006/relationships/image" Target="../media/image13.emf"/><Relationship Id="rId4" Type="http://schemas.openxmlformats.org/officeDocument/2006/relationships/oleObject" Target="../embeddings/oleObject13.bin"/></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8.xml"/><Relationship Id="rId1" Type="http://schemas.openxmlformats.org/officeDocument/2006/relationships/vmlDrawing" Target="../drawings/vmlDrawing14.vml"/><Relationship Id="rId5" Type="http://schemas.openxmlformats.org/officeDocument/2006/relationships/image" Target="../media/image13.emf"/><Relationship Id="rId4" Type="http://schemas.openxmlformats.org/officeDocument/2006/relationships/oleObject" Target="../embeddings/oleObject14.bin"/></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19.xml"/><Relationship Id="rId1" Type="http://schemas.openxmlformats.org/officeDocument/2006/relationships/vmlDrawing" Target="../drawings/vmlDrawing15.vml"/><Relationship Id="rId5" Type="http://schemas.openxmlformats.org/officeDocument/2006/relationships/image" Target="../media/image13.emf"/><Relationship Id="rId4" Type="http://schemas.openxmlformats.org/officeDocument/2006/relationships/oleObject" Target="../embeddings/oleObject15.bin"/></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20.xml"/><Relationship Id="rId1" Type="http://schemas.openxmlformats.org/officeDocument/2006/relationships/vmlDrawing" Target="../drawings/vmlDrawing16.vml"/><Relationship Id="rId5" Type="http://schemas.openxmlformats.org/officeDocument/2006/relationships/image" Target="../media/image13.emf"/><Relationship Id="rId4" Type="http://schemas.openxmlformats.org/officeDocument/2006/relationships/oleObject" Target="../embeddings/oleObject16.bin"/></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21.xml"/><Relationship Id="rId1" Type="http://schemas.openxmlformats.org/officeDocument/2006/relationships/vmlDrawing" Target="../drawings/vmlDrawing17.vml"/><Relationship Id="rId5" Type="http://schemas.openxmlformats.org/officeDocument/2006/relationships/image" Target="../media/image13.emf"/><Relationship Id="rId4" Type="http://schemas.openxmlformats.org/officeDocument/2006/relationships/oleObject" Target="../embeddings/oleObject17.bin"/></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22.xml"/><Relationship Id="rId1" Type="http://schemas.openxmlformats.org/officeDocument/2006/relationships/vmlDrawing" Target="../drawings/vmlDrawing18.vml"/><Relationship Id="rId5" Type="http://schemas.openxmlformats.org/officeDocument/2006/relationships/image" Target="../media/image13.emf"/><Relationship Id="rId4" Type="http://schemas.openxmlformats.org/officeDocument/2006/relationships/oleObject" Target="../embeddings/oleObject18.bin"/></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23.xml"/><Relationship Id="rId1" Type="http://schemas.openxmlformats.org/officeDocument/2006/relationships/vmlDrawing" Target="../drawings/vmlDrawing19.vml"/><Relationship Id="rId5" Type="http://schemas.openxmlformats.org/officeDocument/2006/relationships/image" Target="../media/image13.emf"/><Relationship Id="rId4" Type="http://schemas.openxmlformats.org/officeDocument/2006/relationships/oleObject" Target="../embeddings/oleObject19.bin"/></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24.xml"/><Relationship Id="rId1" Type="http://schemas.openxmlformats.org/officeDocument/2006/relationships/vmlDrawing" Target="../drawings/vmlDrawing20.vml"/><Relationship Id="rId5" Type="http://schemas.openxmlformats.org/officeDocument/2006/relationships/image" Target="../media/image13.emf"/><Relationship Id="rId4" Type="http://schemas.openxmlformats.org/officeDocument/2006/relationships/oleObject" Target="../embeddings/oleObject20.bin"/></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25.xml"/><Relationship Id="rId1" Type="http://schemas.openxmlformats.org/officeDocument/2006/relationships/vmlDrawing" Target="../drawings/vmlDrawing21.vml"/><Relationship Id="rId5" Type="http://schemas.openxmlformats.org/officeDocument/2006/relationships/image" Target="../media/image13.emf"/><Relationship Id="rId4" Type="http://schemas.openxmlformats.org/officeDocument/2006/relationships/oleObject" Target="../embeddings/oleObject21.bin"/></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26.xml"/><Relationship Id="rId1" Type="http://schemas.openxmlformats.org/officeDocument/2006/relationships/vmlDrawing" Target="../drawings/vmlDrawing22.vml"/><Relationship Id="rId5" Type="http://schemas.openxmlformats.org/officeDocument/2006/relationships/image" Target="../media/image13.emf"/><Relationship Id="rId4" Type="http://schemas.openxmlformats.org/officeDocument/2006/relationships/oleObject" Target="../embeddings/oleObject22.bin"/></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27.xml"/><Relationship Id="rId1" Type="http://schemas.openxmlformats.org/officeDocument/2006/relationships/vmlDrawing" Target="../drawings/vmlDrawing23.vml"/><Relationship Id="rId5" Type="http://schemas.openxmlformats.org/officeDocument/2006/relationships/image" Target="../media/image13.emf"/><Relationship Id="rId4" Type="http://schemas.openxmlformats.org/officeDocument/2006/relationships/oleObject" Target="../embeddings/oleObject23.bin"/></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tags" Target="../tags/tag28.xml"/><Relationship Id="rId1" Type="http://schemas.openxmlformats.org/officeDocument/2006/relationships/vmlDrawing" Target="../drawings/vmlDrawing24.vml"/><Relationship Id="rId5" Type="http://schemas.openxmlformats.org/officeDocument/2006/relationships/image" Target="../media/image13.emf"/><Relationship Id="rId4" Type="http://schemas.openxmlformats.org/officeDocument/2006/relationships/oleObject" Target="../embeddings/oleObject24.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2.xml"/><Relationship Id="rId1" Type="http://schemas.openxmlformats.org/officeDocument/2006/relationships/tags" Target="../tags/tag29.xml"/><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6">
            <a:lum/>
          </a:blip>
          <a:srcRect/>
          <a:stretch>
            <a:fillRect l="-1000" r="-1000"/>
          </a:stretch>
        </a:blipFill>
        <a:effectLst/>
      </p:bgPr>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1791764" y="-246912"/>
          <a:ext cx="1495" cy="1495"/>
        </p:xfrm>
        <a:graphic>
          <a:graphicData uri="http://schemas.openxmlformats.org/presentationml/2006/ole">
            <mc:AlternateContent xmlns:mc="http://schemas.openxmlformats.org/markup-compatibility/2006">
              <mc:Choice xmlns:v="urn:schemas-microsoft-com:vml" Requires="v">
                <p:oleObj spid="_x0000_s6154" name="think-cell Slide" r:id="rId7" imgW="530" imgH="531" progId="TCLayout.ActiveDocument.1">
                  <p:embed/>
                </p:oleObj>
              </mc:Choice>
              <mc:Fallback>
                <p:oleObj name="think-cell Slide" r:id="rId7" imgW="530" imgH="531" progId="TCLayout.ActiveDocument.1">
                  <p:embed/>
                  <p:pic>
                    <p:nvPicPr>
                      <p:cNvPr id="8" name="Object 7" hidden="1"/>
                      <p:cNvPicPr/>
                      <p:nvPr/>
                    </p:nvPicPr>
                    <p:blipFill>
                      <a:blip r:embed="rId8"/>
                      <a:stretch>
                        <a:fillRect/>
                      </a:stretch>
                    </p:blipFill>
                    <p:spPr>
                      <a:xfrm>
                        <a:off x="1791764" y="-246912"/>
                        <a:ext cx="1495" cy="1495"/>
                      </a:xfrm>
                      <a:prstGeom prst="rect">
                        <a:avLst/>
                      </a:prstGeom>
                    </p:spPr>
                  </p:pic>
                </p:oleObj>
              </mc:Fallback>
            </mc:AlternateContent>
          </a:graphicData>
        </a:graphic>
      </p:graphicFrame>
      <p:sp>
        <p:nvSpPr>
          <p:cNvPr id="2" name="Rectangle 1" hidden="1"/>
          <p:cNvSpPr/>
          <p:nvPr>
            <p:custDataLst>
              <p:tags r:id="rId3"/>
            </p:custDataLst>
          </p:nvPr>
        </p:nvSpPr>
        <p:spPr bwMode="gray">
          <a:xfrm>
            <a:off x="796636" y="448108"/>
            <a:ext cx="138004" cy="138004"/>
          </a:xfrm>
          <a:prstGeom prst="rect">
            <a:avLst/>
          </a:prstGeom>
          <a:solidFill>
            <a:schemeClr val="accent3"/>
          </a:solidFill>
          <a:ln w="19050" algn="ctr">
            <a:noFill/>
            <a:miter lim="800000"/>
            <a:headEnd/>
            <a:tailEnd/>
          </a:ln>
        </p:spPr>
        <p:txBody>
          <a:bodyPr wrap="none" lIns="0" tIns="0" rIns="0" bIns="0" rtlCol="0" anchor="ctr"/>
          <a:lstStyle/>
          <a:p>
            <a:pPr algn="ctr">
              <a:spcBef>
                <a:spcPct val="0"/>
              </a:spcBef>
              <a:spcAft>
                <a:spcPct val="0"/>
              </a:spcAft>
              <a:buFont typeface="Wingdings 2" pitchFamily="18" charset="2"/>
              <a:buNone/>
            </a:pPr>
            <a:endParaRPr lang="en-US" sz="1739"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Text Placeholder 4"/>
          <p:cNvSpPr>
            <a:spLocks noGrp="1"/>
          </p:cNvSpPr>
          <p:nvPr>
            <p:ph type="body" sz="quarter" idx="10"/>
          </p:nvPr>
        </p:nvSpPr>
        <p:spPr>
          <a:xfrm>
            <a:off x="262165" y="6400252"/>
            <a:ext cx="6084205" cy="169277"/>
          </a:xfrm>
        </p:spPr>
        <p:txBody>
          <a:bodyPr anchor="ctr" anchorCtr="0">
            <a:spAutoFit/>
          </a:bodyPr>
          <a:lstStyle/>
          <a:p>
            <a:r>
              <a:rPr lang="en-US" sz="1100" dirty="0"/>
              <a:t>Deloitte Touche Tohmatsu India LLP, July 2022</a:t>
            </a:r>
            <a:endParaRPr lang="en-US" sz="1050" dirty="0"/>
          </a:p>
        </p:txBody>
      </p:sp>
      <p:sp>
        <p:nvSpPr>
          <p:cNvPr id="4" name="Subtitle 3"/>
          <p:cNvSpPr>
            <a:spLocks noGrp="1"/>
          </p:cNvSpPr>
          <p:nvPr>
            <p:ph type="subTitle" idx="1"/>
          </p:nvPr>
        </p:nvSpPr>
        <p:spPr>
          <a:xfrm>
            <a:off x="262166" y="3453507"/>
            <a:ext cx="6084205" cy="2276777"/>
          </a:xfrm>
        </p:spPr>
        <p:txBody>
          <a:bodyPr anchor="ctr" anchorCtr="0">
            <a:spAutoFit/>
          </a:bodyPr>
          <a:lstStyle/>
          <a:p>
            <a:pPr>
              <a:lnSpc>
                <a:spcPct val="114000"/>
              </a:lnSpc>
              <a:spcAft>
                <a:spcPts val="600"/>
              </a:spcAft>
            </a:pPr>
            <a:r>
              <a:rPr lang="en-IN" sz="2000" b="0" dirty="0"/>
              <a:t>Draft Report</a:t>
            </a:r>
          </a:p>
          <a:p>
            <a:pPr>
              <a:lnSpc>
                <a:spcPct val="114000"/>
              </a:lnSpc>
              <a:spcAft>
                <a:spcPts val="600"/>
              </a:spcAft>
            </a:pPr>
            <a:r>
              <a:rPr lang="en-US" sz="2400" b="0" dirty="0"/>
              <a:t>Global &amp; Indian Power/Energy Sector Outlook</a:t>
            </a:r>
          </a:p>
          <a:p>
            <a:pPr>
              <a:lnSpc>
                <a:spcPct val="114000"/>
              </a:lnSpc>
              <a:spcAft>
                <a:spcPts val="600"/>
              </a:spcAft>
            </a:pPr>
            <a:r>
              <a:rPr lang="en-US" sz="1800" b="0" dirty="0">
                <a:solidFill>
                  <a:srgbClr val="BFD300"/>
                </a:solidFill>
              </a:rPr>
              <a:t>Strategic planning and transformation of the West Bengal Power Sector</a:t>
            </a:r>
            <a:endParaRPr lang="en-IN" sz="1800" b="0" dirty="0">
              <a:solidFill>
                <a:srgbClr val="BFD300"/>
              </a:solidFill>
            </a:endParaRPr>
          </a:p>
          <a:p>
            <a:pPr>
              <a:lnSpc>
                <a:spcPct val="114000"/>
              </a:lnSpc>
              <a:spcAft>
                <a:spcPts val="600"/>
              </a:spcAft>
            </a:pPr>
            <a:r>
              <a:rPr lang="en-US" sz="1400" dirty="0">
                <a:solidFill>
                  <a:srgbClr val="767A7B"/>
                </a:solidFill>
              </a:rPr>
              <a:t>Department of Power, Government of West Bengal</a:t>
            </a:r>
            <a:endParaRPr lang="en-US" sz="1043" dirty="0">
              <a:solidFill>
                <a:srgbClr val="767A7B"/>
              </a:solidFill>
            </a:endParaRPr>
          </a:p>
        </p:txBody>
      </p:sp>
    </p:spTree>
    <p:extLst>
      <p:ext uri="{BB962C8B-B14F-4D97-AF65-F5344CB8AC3E}">
        <p14:creationId xmlns:p14="http://schemas.microsoft.com/office/powerpoint/2010/main" val="28917335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178" name="think-cell Slide" r:id="rId4" imgW="498" imgH="499" progId="TCLayout.ActiveDocument.1">
                  <p:embed/>
                </p:oleObj>
              </mc:Choice>
              <mc:Fallback>
                <p:oleObj name="think-cell Slide" r:id="rId4"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1652" y="317504"/>
            <a:ext cx="11188700" cy="368299"/>
          </a:xfrm>
        </p:spPr>
        <p:txBody>
          <a:bodyPr vert="horz"/>
          <a:lstStyle/>
          <a:p>
            <a:pPr algn="just"/>
            <a:r>
              <a:rPr lang="en-US" sz="1800" b="0" i="0" dirty="0">
                <a:solidFill>
                  <a:schemeClr val="tx1"/>
                </a:solidFill>
              </a:rPr>
              <a:t>Contents</a:t>
            </a:r>
            <a:endParaRPr lang="en-US" sz="1800" b="0" i="0" dirty="0">
              <a:solidFill>
                <a:schemeClr val="tx1"/>
              </a:solidFill>
              <a:highlight>
                <a:srgbClr val="FFFF00"/>
              </a:highlight>
            </a:endParaRPr>
          </a:p>
        </p:txBody>
      </p:sp>
      <p:sp>
        <p:nvSpPr>
          <p:cNvPr id="25" name="Oval 24">
            <a:extLst>
              <a:ext uri="{FF2B5EF4-FFF2-40B4-BE49-F238E27FC236}">
                <a16:creationId xmlns:a16="http://schemas.microsoft.com/office/drawing/2014/main" id="{A9FBFFD1-1922-4B81-AF78-AB9D908A727D}"/>
              </a:ext>
            </a:extLst>
          </p:cNvPr>
          <p:cNvSpPr/>
          <p:nvPr/>
        </p:nvSpPr>
        <p:spPr bwMode="gray">
          <a:xfrm>
            <a:off x="501652" y="909217"/>
            <a:ext cx="334099" cy="334099"/>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a:ln>
                  <a:noFill/>
                </a:ln>
                <a:solidFill>
                  <a:prstClr val="white"/>
                </a:solidFill>
                <a:effectLst/>
                <a:uLnTx/>
                <a:uFillTx/>
                <a:latin typeface="Calibri"/>
              </a:rPr>
              <a:t>1</a:t>
            </a:r>
            <a:endParaRPr kumimoji="0" lang="en-IN" sz="1600" b="1" i="0" u="none" strike="noStrike" kern="0" cap="none" spc="0" normalizeH="0" baseline="0" noProof="0">
              <a:ln>
                <a:noFill/>
              </a:ln>
              <a:solidFill>
                <a:prstClr val="white"/>
              </a:solidFill>
              <a:effectLst/>
              <a:uLnTx/>
              <a:uFillTx/>
              <a:latin typeface="Calibri"/>
            </a:endParaRPr>
          </a:p>
        </p:txBody>
      </p:sp>
      <p:sp>
        <p:nvSpPr>
          <p:cNvPr id="26" name="TextBox 25">
            <a:extLst>
              <a:ext uri="{FF2B5EF4-FFF2-40B4-BE49-F238E27FC236}">
                <a16:creationId xmlns:a16="http://schemas.microsoft.com/office/drawing/2014/main" id="{5BA4FCD5-4905-46D3-A784-8731C575D565}"/>
              </a:ext>
            </a:extLst>
          </p:cNvPr>
          <p:cNvSpPr txBox="1"/>
          <p:nvPr/>
        </p:nvSpPr>
        <p:spPr>
          <a:xfrm>
            <a:off x="1127762" y="933956"/>
            <a:ext cx="8255726" cy="276999"/>
          </a:xfrm>
          <a:prstGeom prst="rect">
            <a:avLst/>
          </a:prstGeom>
          <a:noFill/>
        </p:spPr>
        <p:txBody>
          <a:bodyPr wrap="square" lIns="0" tIns="0" rIns="0" bIns="0" rtlCol="0">
            <a:spAutoFit/>
          </a:bodyPr>
          <a:lstStyle/>
          <a:p>
            <a:pPr defTabSz="914400">
              <a:spcBef>
                <a:spcPts val="600"/>
              </a:spcBef>
              <a:buSzPct val="100000"/>
            </a:pPr>
            <a:r>
              <a:rPr lang="en-US" b="1" dirty="0">
                <a:latin typeface="Calibri"/>
              </a:rPr>
              <a:t>XXXXXX</a:t>
            </a:r>
            <a:endParaRPr lang="en-IN" b="1" dirty="0">
              <a:latin typeface="Calibri"/>
            </a:endParaRPr>
          </a:p>
        </p:txBody>
      </p:sp>
      <p:sp>
        <p:nvSpPr>
          <p:cNvPr id="27" name="Oval 26">
            <a:extLst>
              <a:ext uri="{FF2B5EF4-FFF2-40B4-BE49-F238E27FC236}">
                <a16:creationId xmlns:a16="http://schemas.microsoft.com/office/drawing/2014/main" id="{1B0C322B-64AC-42FE-A1C4-61FF5DFDAECA}"/>
              </a:ext>
            </a:extLst>
          </p:cNvPr>
          <p:cNvSpPr/>
          <p:nvPr/>
        </p:nvSpPr>
        <p:spPr bwMode="gray">
          <a:xfrm>
            <a:off x="501652" y="2024841"/>
            <a:ext cx="334099" cy="334099"/>
          </a:xfrm>
          <a:prstGeom prst="ellipse">
            <a:avLst/>
          </a:prstGeom>
          <a:solidFill>
            <a:srgbClr val="43B02A"/>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dirty="0">
                <a:ln>
                  <a:noFill/>
                </a:ln>
                <a:solidFill>
                  <a:prstClr val="white"/>
                </a:solidFill>
                <a:effectLst/>
                <a:uLnTx/>
                <a:uFillTx/>
                <a:latin typeface="Calibri"/>
              </a:rPr>
              <a:t>3</a:t>
            </a:r>
            <a:endParaRPr kumimoji="0" lang="en-IN" sz="1600" b="1" i="0" u="none" strike="noStrike" kern="0" cap="none" spc="0" normalizeH="0" baseline="0" noProof="0" dirty="0">
              <a:ln>
                <a:noFill/>
              </a:ln>
              <a:solidFill>
                <a:prstClr val="white"/>
              </a:solidFill>
              <a:effectLst/>
              <a:uLnTx/>
              <a:uFillTx/>
              <a:latin typeface="Calibri"/>
            </a:endParaRPr>
          </a:p>
        </p:txBody>
      </p:sp>
      <p:sp>
        <p:nvSpPr>
          <p:cNvPr id="31" name="Rectangle 30">
            <a:extLst>
              <a:ext uri="{FF2B5EF4-FFF2-40B4-BE49-F238E27FC236}">
                <a16:creationId xmlns:a16="http://schemas.microsoft.com/office/drawing/2014/main" id="{F15C2EF2-1C62-40E8-ABE5-264100F36F3B}"/>
              </a:ext>
            </a:extLst>
          </p:cNvPr>
          <p:cNvSpPr/>
          <p:nvPr/>
        </p:nvSpPr>
        <p:spPr bwMode="gray">
          <a:xfrm>
            <a:off x="933452" y="872080"/>
            <a:ext cx="83820" cy="400751"/>
          </a:xfrm>
          <a:prstGeom prst="rect">
            <a:avLst/>
          </a:prstGeom>
          <a:solidFill>
            <a:srgbClr val="86BC25">
              <a:lumMod val="40000"/>
              <a:lumOff val="60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a:ln>
                <a:noFill/>
              </a:ln>
              <a:solidFill>
                <a:prstClr val="white"/>
              </a:solidFill>
              <a:effectLst/>
              <a:uLnTx/>
              <a:uFillTx/>
              <a:latin typeface="Calibri"/>
            </a:endParaRPr>
          </a:p>
        </p:txBody>
      </p:sp>
      <p:sp>
        <p:nvSpPr>
          <p:cNvPr id="32" name="Oval 31">
            <a:extLst>
              <a:ext uri="{FF2B5EF4-FFF2-40B4-BE49-F238E27FC236}">
                <a16:creationId xmlns:a16="http://schemas.microsoft.com/office/drawing/2014/main" id="{47E110A6-BD2B-445A-AE1B-315CA8FFF138}"/>
              </a:ext>
            </a:extLst>
          </p:cNvPr>
          <p:cNvSpPr/>
          <p:nvPr/>
        </p:nvSpPr>
        <p:spPr bwMode="gray">
          <a:xfrm>
            <a:off x="501652" y="2596023"/>
            <a:ext cx="334099" cy="334099"/>
          </a:xfrm>
          <a:prstGeom prst="ellipse">
            <a:avLst/>
          </a:prstGeom>
          <a:solidFill>
            <a:srgbClr val="26890D"/>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0" cap="none" spc="0" normalizeH="0" baseline="0" noProof="0" dirty="0">
                <a:ln>
                  <a:noFill/>
                </a:ln>
                <a:solidFill>
                  <a:prstClr val="white"/>
                </a:solidFill>
                <a:effectLst/>
                <a:uLnTx/>
                <a:uFillTx/>
                <a:latin typeface="Calibri"/>
              </a:rPr>
              <a:t>4</a:t>
            </a:r>
          </a:p>
        </p:txBody>
      </p:sp>
      <p:sp>
        <p:nvSpPr>
          <p:cNvPr id="38" name="Oval 37">
            <a:extLst>
              <a:ext uri="{FF2B5EF4-FFF2-40B4-BE49-F238E27FC236}">
                <a16:creationId xmlns:a16="http://schemas.microsoft.com/office/drawing/2014/main" id="{3632D40D-B0E0-4DCD-88BB-74D5754B1607}"/>
              </a:ext>
            </a:extLst>
          </p:cNvPr>
          <p:cNvSpPr/>
          <p:nvPr/>
        </p:nvSpPr>
        <p:spPr bwMode="gray">
          <a:xfrm>
            <a:off x="501652" y="3147226"/>
            <a:ext cx="334099" cy="334099"/>
          </a:xfrm>
          <a:prstGeom prst="ellipse">
            <a:avLst/>
          </a:prstGeom>
          <a:solidFill>
            <a:srgbClr val="046A38"/>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dirty="0">
                <a:ln>
                  <a:noFill/>
                </a:ln>
                <a:solidFill>
                  <a:prstClr val="white"/>
                </a:solidFill>
                <a:effectLst/>
                <a:uLnTx/>
                <a:uFillTx/>
                <a:latin typeface="Calibri"/>
              </a:rPr>
              <a:t>5</a:t>
            </a:r>
            <a:endParaRPr kumimoji="0" lang="en-IN" sz="1600" b="1" i="0" u="none" strike="noStrike" kern="0" cap="none" spc="0" normalizeH="0" baseline="0" noProof="0" dirty="0">
              <a:ln>
                <a:noFill/>
              </a:ln>
              <a:solidFill>
                <a:prstClr val="white"/>
              </a:solidFill>
              <a:effectLst/>
              <a:uLnTx/>
              <a:uFillTx/>
              <a:latin typeface="Calibri"/>
            </a:endParaRPr>
          </a:p>
        </p:txBody>
      </p:sp>
      <p:sp>
        <p:nvSpPr>
          <p:cNvPr id="41" name="Oval 40">
            <a:extLst>
              <a:ext uri="{FF2B5EF4-FFF2-40B4-BE49-F238E27FC236}">
                <a16:creationId xmlns:a16="http://schemas.microsoft.com/office/drawing/2014/main" id="{DF04AEDF-625F-4846-9781-E6DF368BBDF3}"/>
              </a:ext>
            </a:extLst>
          </p:cNvPr>
          <p:cNvSpPr/>
          <p:nvPr/>
        </p:nvSpPr>
        <p:spPr bwMode="gray">
          <a:xfrm>
            <a:off x="501652" y="3692836"/>
            <a:ext cx="334099" cy="334099"/>
          </a:xfrm>
          <a:prstGeom prst="ellipse">
            <a:avLst/>
          </a:prstGeom>
          <a:solidFill>
            <a:srgbClr val="0D839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0" cap="none" spc="0" normalizeH="0" baseline="0" noProof="0" dirty="0">
                <a:ln>
                  <a:noFill/>
                </a:ln>
                <a:solidFill>
                  <a:prstClr val="white"/>
                </a:solidFill>
                <a:effectLst/>
                <a:uLnTx/>
                <a:uFillTx/>
                <a:latin typeface="Calibri"/>
              </a:rPr>
              <a:t>6</a:t>
            </a:r>
          </a:p>
        </p:txBody>
      </p:sp>
      <p:sp>
        <p:nvSpPr>
          <p:cNvPr id="44" name="Oval 43">
            <a:extLst>
              <a:ext uri="{FF2B5EF4-FFF2-40B4-BE49-F238E27FC236}">
                <a16:creationId xmlns:a16="http://schemas.microsoft.com/office/drawing/2014/main" id="{9738B50D-611A-40E6-BCC0-26F1444AFEB6}"/>
              </a:ext>
            </a:extLst>
          </p:cNvPr>
          <p:cNvSpPr/>
          <p:nvPr/>
        </p:nvSpPr>
        <p:spPr bwMode="gray">
          <a:xfrm>
            <a:off x="501652" y="1467311"/>
            <a:ext cx="334099" cy="334099"/>
          </a:xfrm>
          <a:prstGeom prst="ellipse">
            <a:avLst/>
          </a:prstGeom>
          <a:solidFill>
            <a:srgbClr val="86BC25"/>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600" b="1" i="0" u="none" strike="noStrike" kern="0" cap="none" spc="0" normalizeH="0" baseline="0" noProof="0" dirty="0">
                <a:ln>
                  <a:noFill/>
                </a:ln>
                <a:solidFill>
                  <a:prstClr val="white"/>
                </a:solidFill>
                <a:effectLst/>
                <a:uLnTx/>
                <a:uFillTx/>
                <a:latin typeface="Calibri"/>
              </a:rPr>
              <a:t>2</a:t>
            </a:r>
            <a:endParaRPr kumimoji="0" lang="en-IN" sz="1600" b="1" i="0" u="none" strike="noStrike" kern="0" cap="none" spc="0" normalizeH="0" baseline="0" noProof="0" dirty="0">
              <a:ln>
                <a:noFill/>
              </a:ln>
              <a:solidFill>
                <a:prstClr val="white"/>
              </a:solidFill>
              <a:effectLst/>
              <a:uLnTx/>
              <a:uFillTx/>
              <a:latin typeface="Calibri"/>
            </a:endParaRPr>
          </a:p>
        </p:txBody>
      </p:sp>
      <p:sp>
        <p:nvSpPr>
          <p:cNvPr id="24" name="Oval 23">
            <a:extLst>
              <a:ext uri="{FF2B5EF4-FFF2-40B4-BE49-F238E27FC236}">
                <a16:creationId xmlns:a16="http://schemas.microsoft.com/office/drawing/2014/main" id="{A81DECC0-CF81-497B-90A7-638C532210A2}"/>
              </a:ext>
            </a:extLst>
          </p:cNvPr>
          <p:cNvSpPr/>
          <p:nvPr/>
        </p:nvSpPr>
        <p:spPr bwMode="gray">
          <a:xfrm>
            <a:off x="501652" y="4212438"/>
            <a:ext cx="334099" cy="334099"/>
          </a:xfrm>
          <a:prstGeom prst="ellipse">
            <a:avLst/>
          </a:prstGeom>
          <a:solidFill>
            <a:srgbClr val="1D670A"/>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0" cap="none" spc="0" normalizeH="0" baseline="0" noProof="0" dirty="0">
                <a:ln>
                  <a:noFill/>
                </a:ln>
                <a:solidFill>
                  <a:prstClr val="white"/>
                </a:solidFill>
                <a:effectLst/>
                <a:uLnTx/>
                <a:uFillTx/>
                <a:latin typeface="Calibri"/>
              </a:rPr>
              <a:t>7</a:t>
            </a:r>
          </a:p>
        </p:txBody>
      </p:sp>
      <p:sp>
        <p:nvSpPr>
          <p:cNvPr id="47" name="Oval 46">
            <a:extLst>
              <a:ext uri="{FF2B5EF4-FFF2-40B4-BE49-F238E27FC236}">
                <a16:creationId xmlns:a16="http://schemas.microsoft.com/office/drawing/2014/main" id="{17240338-35CD-415F-A56C-03D499B39883}"/>
              </a:ext>
            </a:extLst>
          </p:cNvPr>
          <p:cNvSpPr/>
          <p:nvPr/>
        </p:nvSpPr>
        <p:spPr bwMode="gray">
          <a:xfrm>
            <a:off x="501652" y="4763132"/>
            <a:ext cx="334099" cy="334099"/>
          </a:xfrm>
          <a:prstGeom prst="ellipse">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0" cap="none" spc="0" normalizeH="0" baseline="0" noProof="0" dirty="0">
                <a:ln>
                  <a:noFill/>
                </a:ln>
                <a:solidFill>
                  <a:prstClr val="white"/>
                </a:solidFill>
                <a:effectLst/>
                <a:uLnTx/>
                <a:uFillTx/>
                <a:latin typeface="Calibri"/>
              </a:rPr>
              <a:t>8</a:t>
            </a:r>
          </a:p>
        </p:txBody>
      </p:sp>
      <p:sp>
        <p:nvSpPr>
          <p:cNvPr id="50" name="Oval 49">
            <a:extLst>
              <a:ext uri="{FF2B5EF4-FFF2-40B4-BE49-F238E27FC236}">
                <a16:creationId xmlns:a16="http://schemas.microsoft.com/office/drawing/2014/main" id="{10FB201D-3577-4715-9899-829F1DF1E0EC}"/>
              </a:ext>
            </a:extLst>
          </p:cNvPr>
          <p:cNvSpPr/>
          <p:nvPr/>
        </p:nvSpPr>
        <p:spPr bwMode="gray">
          <a:xfrm>
            <a:off x="501652" y="5344918"/>
            <a:ext cx="334099" cy="334099"/>
          </a:xfrm>
          <a:prstGeom prst="ellipse">
            <a:avLst/>
          </a:prstGeom>
          <a:solidFill>
            <a:srgbClr val="007CB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IN" sz="1600" b="1" i="0" u="none" strike="noStrike" kern="0" cap="none" spc="0" normalizeH="0" baseline="0" noProof="0" dirty="0">
                <a:ln>
                  <a:noFill/>
                </a:ln>
                <a:solidFill>
                  <a:prstClr val="white"/>
                </a:solidFill>
                <a:effectLst/>
                <a:uLnTx/>
                <a:uFillTx/>
                <a:latin typeface="Calibri"/>
              </a:rPr>
              <a:t>9</a:t>
            </a:r>
          </a:p>
        </p:txBody>
      </p:sp>
    </p:spTree>
    <p:extLst>
      <p:ext uri="{BB962C8B-B14F-4D97-AF65-F5344CB8AC3E}">
        <p14:creationId xmlns:p14="http://schemas.microsoft.com/office/powerpoint/2010/main" val="247393984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02"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631651"/>
            <a:ext cx="9630230" cy="430887"/>
          </a:xfrm>
        </p:spPr>
        <p:txBody>
          <a:bodyPr anchor="ctr" anchorCtr="0">
            <a:spAutoFit/>
          </a:bodyPr>
          <a:lstStyle/>
          <a:p>
            <a:r>
              <a:rPr lang="en-US" sz="2800" i="0" dirty="0">
                <a:solidFill>
                  <a:schemeClr val="tx1"/>
                </a:solidFill>
              </a:rPr>
              <a:t>Global Scenario</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36335" y="1631651"/>
            <a:ext cx="521608" cy="521608"/>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a:ln>
                  <a:noFill/>
                </a:ln>
                <a:solidFill>
                  <a:prstClr val="white"/>
                </a:solidFill>
                <a:effectLst/>
                <a:uLnTx/>
                <a:uFillTx/>
              </a:rPr>
              <a:t>1</a:t>
            </a:r>
            <a:endParaRPr kumimoji="0" lang="en-IN" sz="2000" b="1" i="0" u="none" strike="noStrike" kern="0" cap="none" spc="0" normalizeH="0" baseline="0" noProof="0">
              <a:ln>
                <a:noFill/>
              </a:ln>
              <a:solidFill>
                <a:prstClr val="white"/>
              </a:solidFill>
              <a:effectLst/>
              <a:uLnTx/>
              <a:uFillTx/>
            </a:endParaRPr>
          </a:p>
        </p:txBody>
      </p: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3840324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1684"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706035"/>
            <a:ext cx="9630230" cy="430887"/>
          </a:xfrm>
        </p:spPr>
        <p:txBody>
          <a:bodyPr anchor="ctr" anchorCtr="0">
            <a:spAutoFit/>
          </a:bodyPr>
          <a:lstStyle/>
          <a:p>
            <a:r>
              <a:rPr lang="en-US" sz="2800" i="0" dirty="0">
                <a:solidFill>
                  <a:schemeClr val="tx1"/>
                </a:solidFill>
              </a:rPr>
              <a:t>Demand Supply Scenario</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262165" y="1589918"/>
            <a:ext cx="663122" cy="663122"/>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2" name="TextBox 1">
            <a:extLst>
              <a:ext uri="{FF2B5EF4-FFF2-40B4-BE49-F238E27FC236}">
                <a16:creationId xmlns:a16="http://schemas.microsoft.com/office/drawing/2014/main" id="{F80925F4-A7A8-48A3-8334-CCC2636FB35C}"/>
              </a:ext>
            </a:extLst>
          </p:cNvPr>
          <p:cNvSpPr txBox="1"/>
          <p:nvPr/>
        </p:nvSpPr>
        <p:spPr>
          <a:xfrm>
            <a:off x="326570" y="1799158"/>
            <a:ext cx="555173" cy="276999"/>
          </a:xfrm>
          <a:prstGeom prst="rect">
            <a:avLst/>
          </a:prstGeom>
          <a:noFill/>
        </p:spPr>
        <p:txBody>
          <a:bodyPr wrap="square" lIns="0" tIns="0" rIns="0" bIns="0" rtlCol="0">
            <a:spAutoFit/>
          </a:bodyPr>
          <a:lstStyle/>
          <a:p>
            <a:pPr algn="ctr">
              <a:spcBef>
                <a:spcPts val="600"/>
              </a:spcBef>
              <a:buSzPct val="100000"/>
            </a:pPr>
            <a:r>
              <a:rPr lang="en-US" b="1" dirty="0">
                <a:solidFill>
                  <a:schemeClr val="bg1"/>
                </a:solidFill>
              </a:rPr>
              <a:t>1.1</a:t>
            </a:r>
          </a:p>
        </p:txBody>
      </p:sp>
    </p:spTree>
    <p:extLst>
      <p:ext uri="{BB962C8B-B14F-4D97-AF65-F5344CB8AC3E}">
        <p14:creationId xmlns:p14="http://schemas.microsoft.com/office/powerpoint/2010/main" val="2609876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itle 3">
            <a:extLst>
              <a:ext uri="{FF2B5EF4-FFF2-40B4-BE49-F238E27FC236}">
                <a16:creationId xmlns:a16="http://schemas.microsoft.com/office/drawing/2014/main" id="{7A581067-2763-45D0-8915-B2C88673A757}"/>
              </a:ext>
            </a:extLst>
          </p:cNvPr>
          <p:cNvSpPr>
            <a:spLocks noGrp="1"/>
          </p:cNvSpPr>
          <p:nvPr>
            <p:ph type="title"/>
          </p:nvPr>
        </p:nvSpPr>
        <p:spPr>
          <a:xfrm>
            <a:off x="488936" y="252922"/>
            <a:ext cx="11188700" cy="368299"/>
          </a:xfrm>
        </p:spPr>
        <p:txBody>
          <a:bodyPr vert="horz"/>
          <a:lstStyle/>
          <a:p>
            <a:pPr algn="just"/>
            <a:r>
              <a:rPr lang="en-US" sz="1600" i="0" dirty="0">
                <a:solidFill>
                  <a:schemeClr val="tx1"/>
                </a:solidFill>
                <a:latin typeface="+mj-lt"/>
              </a:rPr>
              <a:t>XXXXX</a:t>
            </a:r>
          </a:p>
        </p:txBody>
      </p:sp>
    </p:spTree>
    <p:extLst>
      <p:ext uri="{BB962C8B-B14F-4D97-AF65-F5344CB8AC3E}">
        <p14:creationId xmlns:p14="http://schemas.microsoft.com/office/powerpoint/2010/main" val="3988923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2708"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706035"/>
            <a:ext cx="9630230" cy="430887"/>
          </a:xfrm>
        </p:spPr>
        <p:txBody>
          <a:bodyPr anchor="ctr" anchorCtr="0">
            <a:spAutoFit/>
          </a:bodyPr>
          <a:lstStyle/>
          <a:p>
            <a:r>
              <a:rPr lang="en-US" sz="2800" i="0" dirty="0">
                <a:solidFill>
                  <a:schemeClr val="tx1"/>
                </a:solidFill>
              </a:rPr>
              <a:t>Energy Basket</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262165" y="1589918"/>
            <a:ext cx="663122" cy="663122"/>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2" name="TextBox 1">
            <a:extLst>
              <a:ext uri="{FF2B5EF4-FFF2-40B4-BE49-F238E27FC236}">
                <a16:creationId xmlns:a16="http://schemas.microsoft.com/office/drawing/2014/main" id="{F80925F4-A7A8-48A3-8334-CCC2636FB35C}"/>
              </a:ext>
            </a:extLst>
          </p:cNvPr>
          <p:cNvSpPr txBox="1"/>
          <p:nvPr/>
        </p:nvSpPr>
        <p:spPr>
          <a:xfrm>
            <a:off x="326570" y="1799158"/>
            <a:ext cx="555173" cy="276999"/>
          </a:xfrm>
          <a:prstGeom prst="rect">
            <a:avLst/>
          </a:prstGeom>
          <a:noFill/>
        </p:spPr>
        <p:txBody>
          <a:bodyPr wrap="square" lIns="0" tIns="0" rIns="0" bIns="0" rtlCol="0">
            <a:spAutoFit/>
          </a:bodyPr>
          <a:lstStyle/>
          <a:p>
            <a:pPr algn="ctr">
              <a:spcBef>
                <a:spcPts val="600"/>
              </a:spcBef>
              <a:buSzPct val="100000"/>
            </a:pPr>
            <a:r>
              <a:rPr lang="en-US" b="1" dirty="0">
                <a:solidFill>
                  <a:schemeClr val="bg1"/>
                </a:solidFill>
              </a:rPr>
              <a:t>1.2</a:t>
            </a:r>
          </a:p>
        </p:txBody>
      </p:sp>
    </p:spTree>
    <p:extLst>
      <p:ext uri="{BB962C8B-B14F-4D97-AF65-F5344CB8AC3E}">
        <p14:creationId xmlns:p14="http://schemas.microsoft.com/office/powerpoint/2010/main" val="410878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3732"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706035"/>
            <a:ext cx="9630230" cy="430887"/>
          </a:xfrm>
        </p:spPr>
        <p:txBody>
          <a:bodyPr anchor="ctr" anchorCtr="0">
            <a:spAutoFit/>
          </a:bodyPr>
          <a:lstStyle/>
          <a:p>
            <a:r>
              <a:rPr lang="en-US" sz="2800" i="0" dirty="0">
                <a:solidFill>
                  <a:schemeClr val="tx1"/>
                </a:solidFill>
              </a:rPr>
              <a:t>Consumer Segment</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262165" y="1589918"/>
            <a:ext cx="663122" cy="663122"/>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2" name="TextBox 1">
            <a:extLst>
              <a:ext uri="{FF2B5EF4-FFF2-40B4-BE49-F238E27FC236}">
                <a16:creationId xmlns:a16="http://schemas.microsoft.com/office/drawing/2014/main" id="{F80925F4-A7A8-48A3-8334-CCC2636FB35C}"/>
              </a:ext>
            </a:extLst>
          </p:cNvPr>
          <p:cNvSpPr txBox="1"/>
          <p:nvPr/>
        </p:nvSpPr>
        <p:spPr>
          <a:xfrm>
            <a:off x="326570" y="1799158"/>
            <a:ext cx="555173" cy="276999"/>
          </a:xfrm>
          <a:prstGeom prst="rect">
            <a:avLst/>
          </a:prstGeom>
          <a:noFill/>
        </p:spPr>
        <p:txBody>
          <a:bodyPr wrap="square" lIns="0" tIns="0" rIns="0" bIns="0" rtlCol="0">
            <a:spAutoFit/>
          </a:bodyPr>
          <a:lstStyle/>
          <a:p>
            <a:pPr algn="ctr">
              <a:spcBef>
                <a:spcPts val="600"/>
              </a:spcBef>
              <a:buSzPct val="100000"/>
            </a:pPr>
            <a:r>
              <a:rPr lang="en-US" b="1" dirty="0">
                <a:solidFill>
                  <a:schemeClr val="bg1"/>
                </a:solidFill>
              </a:rPr>
              <a:t>1.3</a:t>
            </a:r>
          </a:p>
        </p:txBody>
      </p:sp>
    </p:spTree>
    <p:extLst>
      <p:ext uri="{BB962C8B-B14F-4D97-AF65-F5344CB8AC3E}">
        <p14:creationId xmlns:p14="http://schemas.microsoft.com/office/powerpoint/2010/main" val="147709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4756"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706035"/>
            <a:ext cx="9630230" cy="430887"/>
          </a:xfrm>
        </p:spPr>
        <p:txBody>
          <a:bodyPr anchor="ctr" anchorCtr="0">
            <a:spAutoFit/>
          </a:bodyPr>
          <a:lstStyle/>
          <a:p>
            <a:r>
              <a:rPr lang="en-US" sz="2800" i="0" dirty="0">
                <a:solidFill>
                  <a:schemeClr val="tx1"/>
                </a:solidFill>
              </a:rPr>
              <a:t>Global trends in Sustainable Energy Segment</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262165" y="1589918"/>
            <a:ext cx="663122" cy="663122"/>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2" name="TextBox 1">
            <a:extLst>
              <a:ext uri="{FF2B5EF4-FFF2-40B4-BE49-F238E27FC236}">
                <a16:creationId xmlns:a16="http://schemas.microsoft.com/office/drawing/2014/main" id="{F80925F4-A7A8-48A3-8334-CCC2636FB35C}"/>
              </a:ext>
            </a:extLst>
          </p:cNvPr>
          <p:cNvSpPr txBox="1"/>
          <p:nvPr/>
        </p:nvSpPr>
        <p:spPr>
          <a:xfrm>
            <a:off x="326570" y="1799158"/>
            <a:ext cx="555173" cy="276999"/>
          </a:xfrm>
          <a:prstGeom prst="rect">
            <a:avLst/>
          </a:prstGeom>
          <a:noFill/>
        </p:spPr>
        <p:txBody>
          <a:bodyPr wrap="square" lIns="0" tIns="0" rIns="0" bIns="0" rtlCol="0">
            <a:spAutoFit/>
          </a:bodyPr>
          <a:lstStyle/>
          <a:p>
            <a:pPr algn="ctr">
              <a:spcBef>
                <a:spcPts val="600"/>
              </a:spcBef>
              <a:buSzPct val="100000"/>
            </a:pPr>
            <a:r>
              <a:rPr lang="en-US" b="1" dirty="0">
                <a:solidFill>
                  <a:schemeClr val="bg1"/>
                </a:solidFill>
              </a:rPr>
              <a:t>1.4</a:t>
            </a:r>
          </a:p>
        </p:txBody>
      </p:sp>
    </p:spTree>
    <p:extLst>
      <p:ext uri="{BB962C8B-B14F-4D97-AF65-F5344CB8AC3E}">
        <p14:creationId xmlns:p14="http://schemas.microsoft.com/office/powerpoint/2010/main" val="1998597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5780"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490592"/>
            <a:ext cx="9920513" cy="861774"/>
          </a:xfrm>
        </p:spPr>
        <p:txBody>
          <a:bodyPr wrap="square" anchor="ctr" anchorCtr="0">
            <a:spAutoFit/>
          </a:bodyPr>
          <a:lstStyle/>
          <a:p>
            <a:r>
              <a:rPr lang="en-US" sz="2800" i="0" dirty="0">
                <a:solidFill>
                  <a:schemeClr val="tx1"/>
                </a:solidFill>
              </a:rPr>
              <a:t>Case studies - Impact of Government Interventions</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262165" y="1589918"/>
            <a:ext cx="663122" cy="663122"/>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2" name="TextBox 1">
            <a:extLst>
              <a:ext uri="{FF2B5EF4-FFF2-40B4-BE49-F238E27FC236}">
                <a16:creationId xmlns:a16="http://schemas.microsoft.com/office/drawing/2014/main" id="{F80925F4-A7A8-48A3-8334-CCC2636FB35C}"/>
              </a:ext>
            </a:extLst>
          </p:cNvPr>
          <p:cNvSpPr txBox="1"/>
          <p:nvPr/>
        </p:nvSpPr>
        <p:spPr>
          <a:xfrm>
            <a:off x="326570" y="1799158"/>
            <a:ext cx="555173" cy="276999"/>
          </a:xfrm>
          <a:prstGeom prst="rect">
            <a:avLst/>
          </a:prstGeom>
          <a:noFill/>
        </p:spPr>
        <p:txBody>
          <a:bodyPr wrap="square" lIns="0" tIns="0" rIns="0" bIns="0" rtlCol="0">
            <a:spAutoFit/>
          </a:bodyPr>
          <a:lstStyle/>
          <a:p>
            <a:pPr algn="ctr">
              <a:spcBef>
                <a:spcPts val="600"/>
              </a:spcBef>
              <a:buSzPct val="100000"/>
            </a:pPr>
            <a:r>
              <a:rPr lang="en-US" b="1" dirty="0">
                <a:solidFill>
                  <a:schemeClr val="bg1"/>
                </a:solidFill>
              </a:rPr>
              <a:t>1.5</a:t>
            </a:r>
          </a:p>
        </p:txBody>
      </p:sp>
    </p:spTree>
    <p:extLst>
      <p:ext uri="{BB962C8B-B14F-4D97-AF65-F5344CB8AC3E}">
        <p14:creationId xmlns:p14="http://schemas.microsoft.com/office/powerpoint/2010/main" val="2363591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6804"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706035"/>
            <a:ext cx="9920513" cy="430887"/>
          </a:xfrm>
        </p:spPr>
        <p:txBody>
          <a:bodyPr wrap="square" anchor="ctr" anchorCtr="0">
            <a:spAutoFit/>
          </a:bodyPr>
          <a:lstStyle/>
          <a:p>
            <a:r>
              <a:rPr lang="en-US" sz="2800" i="0" dirty="0">
                <a:solidFill>
                  <a:schemeClr val="tx1"/>
                </a:solidFill>
              </a:rPr>
              <a:t>Grid of Future</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262165" y="1589918"/>
            <a:ext cx="663122" cy="663122"/>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2" name="TextBox 1">
            <a:extLst>
              <a:ext uri="{FF2B5EF4-FFF2-40B4-BE49-F238E27FC236}">
                <a16:creationId xmlns:a16="http://schemas.microsoft.com/office/drawing/2014/main" id="{F80925F4-A7A8-48A3-8334-CCC2636FB35C}"/>
              </a:ext>
            </a:extLst>
          </p:cNvPr>
          <p:cNvSpPr txBox="1"/>
          <p:nvPr/>
        </p:nvSpPr>
        <p:spPr>
          <a:xfrm>
            <a:off x="326570" y="1799158"/>
            <a:ext cx="555173" cy="276999"/>
          </a:xfrm>
          <a:prstGeom prst="rect">
            <a:avLst/>
          </a:prstGeom>
          <a:noFill/>
        </p:spPr>
        <p:txBody>
          <a:bodyPr wrap="square" lIns="0" tIns="0" rIns="0" bIns="0" rtlCol="0">
            <a:spAutoFit/>
          </a:bodyPr>
          <a:lstStyle/>
          <a:p>
            <a:pPr algn="ctr">
              <a:spcBef>
                <a:spcPts val="600"/>
              </a:spcBef>
              <a:buSzPct val="100000"/>
            </a:pPr>
            <a:r>
              <a:rPr lang="en-US" b="1" dirty="0">
                <a:solidFill>
                  <a:schemeClr val="bg1"/>
                </a:solidFill>
              </a:rPr>
              <a:t>1.6</a:t>
            </a:r>
          </a:p>
        </p:txBody>
      </p:sp>
    </p:spTree>
    <p:extLst>
      <p:ext uri="{BB962C8B-B14F-4D97-AF65-F5344CB8AC3E}">
        <p14:creationId xmlns:p14="http://schemas.microsoft.com/office/powerpoint/2010/main" val="217823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7828"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706035"/>
            <a:ext cx="9920513" cy="430887"/>
          </a:xfrm>
        </p:spPr>
        <p:txBody>
          <a:bodyPr wrap="square" anchor="ctr" anchorCtr="0">
            <a:spAutoFit/>
          </a:bodyPr>
          <a:lstStyle/>
          <a:p>
            <a:r>
              <a:rPr lang="en-US" sz="2800" i="0" dirty="0">
                <a:solidFill>
                  <a:schemeClr val="tx1"/>
                </a:solidFill>
              </a:rPr>
              <a:t>Energy Efficiency Initiatives</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262165" y="1589918"/>
            <a:ext cx="663122" cy="663122"/>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2" name="TextBox 1">
            <a:extLst>
              <a:ext uri="{FF2B5EF4-FFF2-40B4-BE49-F238E27FC236}">
                <a16:creationId xmlns:a16="http://schemas.microsoft.com/office/drawing/2014/main" id="{F80925F4-A7A8-48A3-8334-CCC2636FB35C}"/>
              </a:ext>
            </a:extLst>
          </p:cNvPr>
          <p:cNvSpPr txBox="1"/>
          <p:nvPr/>
        </p:nvSpPr>
        <p:spPr>
          <a:xfrm>
            <a:off x="326570" y="1799158"/>
            <a:ext cx="555173" cy="276999"/>
          </a:xfrm>
          <a:prstGeom prst="rect">
            <a:avLst/>
          </a:prstGeom>
          <a:noFill/>
        </p:spPr>
        <p:txBody>
          <a:bodyPr wrap="square" lIns="0" tIns="0" rIns="0" bIns="0" rtlCol="0">
            <a:spAutoFit/>
          </a:bodyPr>
          <a:lstStyle/>
          <a:p>
            <a:pPr algn="ctr">
              <a:spcBef>
                <a:spcPts val="600"/>
              </a:spcBef>
              <a:buSzPct val="100000"/>
            </a:pPr>
            <a:r>
              <a:rPr lang="en-US" b="1" dirty="0">
                <a:solidFill>
                  <a:schemeClr val="bg1"/>
                </a:solidFill>
              </a:rPr>
              <a:t>1.7</a:t>
            </a:r>
          </a:p>
        </p:txBody>
      </p:sp>
    </p:spTree>
    <p:extLst>
      <p:ext uri="{BB962C8B-B14F-4D97-AF65-F5344CB8AC3E}">
        <p14:creationId xmlns:p14="http://schemas.microsoft.com/office/powerpoint/2010/main" val="1479963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8852"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5" y="1631651"/>
            <a:ext cx="9630230" cy="430887"/>
          </a:xfrm>
        </p:spPr>
        <p:txBody>
          <a:bodyPr anchor="ctr" anchorCtr="0">
            <a:spAutoFit/>
          </a:bodyPr>
          <a:lstStyle/>
          <a:p>
            <a:r>
              <a:rPr lang="en-US" sz="2800" i="0" dirty="0">
                <a:solidFill>
                  <a:schemeClr val="tx1"/>
                </a:solidFill>
              </a:rPr>
              <a:t>Indian Scenario</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436335" y="1631651"/>
            <a:ext cx="521608" cy="521608"/>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2000" b="1" i="0" u="none" strike="noStrike" kern="0" cap="none" spc="0" normalizeH="0" baseline="0" noProof="0" dirty="0">
                <a:ln>
                  <a:noFill/>
                </a:ln>
                <a:solidFill>
                  <a:prstClr val="white"/>
                </a:solidFill>
                <a:effectLst/>
                <a:uLnTx/>
                <a:uFillTx/>
              </a:rPr>
              <a:t>2</a:t>
            </a:r>
            <a:endParaRPr kumimoji="0" lang="en-IN" sz="2000" b="1" i="0" u="none" strike="noStrike" kern="0" cap="none" spc="0" normalizeH="0" baseline="0" noProof="0" dirty="0">
              <a:ln>
                <a:noFill/>
              </a:ln>
              <a:solidFill>
                <a:prstClr val="white"/>
              </a:solidFill>
              <a:effectLst/>
              <a:uLnTx/>
              <a:uFillTx/>
            </a:endParaRPr>
          </a:p>
        </p:txBody>
      </p: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176914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9877"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706035"/>
            <a:ext cx="9920513" cy="430887"/>
          </a:xfrm>
        </p:spPr>
        <p:txBody>
          <a:bodyPr wrap="square" anchor="ctr" anchorCtr="0">
            <a:spAutoFit/>
          </a:bodyPr>
          <a:lstStyle/>
          <a:p>
            <a:r>
              <a:rPr lang="en-US" sz="2800" i="0" dirty="0">
                <a:solidFill>
                  <a:schemeClr val="tx1"/>
                </a:solidFill>
              </a:rPr>
              <a:t>Demand Supply Scenario</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262165" y="1589918"/>
            <a:ext cx="663122" cy="663122"/>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2" name="TextBox 1">
            <a:extLst>
              <a:ext uri="{FF2B5EF4-FFF2-40B4-BE49-F238E27FC236}">
                <a16:creationId xmlns:a16="http://schemas.microsoft.com/office/drawing/2014/main" id="{F80925F4-A7A8-48A3-8334-CCC2636FB35C}"/>
              </a:ext>
            </a:extLst>
          </p:cNvPr>
          <p:cNvSpPr txBox="1"/>
          <p:nvPr/>
        </p:nvSpPr>
        <p:spPr>
          <a:xfrm>
            <a:off x="326570" y="1799158"/>
            <a:ext cx="555173" cy="276999"/>
          </a:xfrm>
          <a:prstGeom prst="rect">
            <a:avLst/>
          </a:prstGeom>
          <a:noFill/>
        </p:spPr>
        <p:txBody>
          <a:bodyPr wrap="square" lIns="0" tIns="0" rIns="0" bIns="0" rtlCol="0">
            <a:spAutoFit/>
          </a:bodyPr>
          <a:lstStyle/>
          <a:p>
            <a:pPr algn="ctr">
              <a:spcBef>
                <a:spcPts val="600"/>
              </a:spcBef>
              <a:buSzPct val="100000"/>
            </a:pPr>
            <a:r>
              <a:rPr lang="en-US" b="1" dirty="0">
                <a:solidFill>
                  <a:schemeClr val="bg1"/>
                </a:solidFill>
              </a:rPr>
              <a:t>2.1</a:t>
            </a:r>
          </a:p>
        </p:txBody>
      </p:sp>
    </p:spTree>
    <p:extLst>
      <p:ext uri="{BB962C8B-B14F-4D97-AF65-F5344CB8AC3E}">
        <p14:creationId xmlns:p14="http://schemas.microsoft.com/office/powerpoint/2010/main" val="3030529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0900"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706035"/>
            <a:ext cx="9920513" cy="430887"/>
          </a:xfrm>
        </p:spPr>
        <p:txBody>
          <a:bodyPr wrap="square" anchor="ctr" anchorCtr="0">
            <a:spAutoFit/>
          </a:bodyPr>
          <a:lstStyle/>
          <a:p>
            <a:r>
              <a:rPr lang="en-US" sz="2800" i="0" dirty="0">
                <a:solidFill>
                  <a:schemeClr val="tx1"/>
                </a:solidFill>
              </a:rPr>
              <a:t>Energy Basket</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262165" y="1589918"/>
            <a:ext cx="663122" cy="663122"/>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2" name="TextBox 1">
            <a:extLst>
              <a:ext uri="{FF2B5EF4-FFF2-40B4-BE49-F238E27FC236}">
                <a16:creationId xmlns:a16="http://schemas.microsoft.com/office/drawing/2014/main" id="{F80925F4-A7A8-48A3-8334-CCC2636FB35C}"/>
              </a:ext>
            </a:extLst>
          </p:cNvPr>
          <p:cNvSpPr txBox="1"/>
          <p:nvPr/>
        </p:nvSpPr>
        <p:spPr>
          <a:xfrm>
            <a:off x="326570" y="1799158"/>
            <a:ext cx="555173" cy="276999"/>
          </a:xfrm>
          <a:prstGeom prst="rect">
            <a:avLst/>
          </a:prstGeom>
          <a:noFill/>
        </p:spPr>
        <p:txBody>
          <a:bodyPr wrap="square" lIns="0" tIns="0" rIns="0" bIns="0" rtlCol="0">
            <a:spAutoFit/>
          </a:bodyPr>
          <a:lstStyle/>
          <a:p>
            <a:pPr algn="ctr">
              <a:spcBef>
                <a:spcPts val="600"/>
              </a:spcBef>
              <a:buSzPct val="100000"/>
            </a:pPr>
            <a:r>
              <a:rPr lang="en-US" b="1" dirty="0">
                <a:solidFill>
                  <a:schemeClr val="bg1"/>
                </a:solidFill>
              </a:rPr>
              <a:t>2.2</a:t>
            </a:r>
          </a:p>
        </p:txBody>
      </p:sp>
    </p:spTree>
    <p:extLst>
      <p:ext uri="{BB962C8B-B14F-4D97-AF65-F5344CB8AC3E}">
        <p14:creationId xmlns:p14="http://schemas.microsoft.com/office/powerpoint/2010/main" val="581167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1924"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706035"/>
            <a:ext cx="9920513" cy="430887"/>
          </a:xfrm>
        </p:spPr>
        <p:txBody>
          <a:bodyPr wrap="square" anchor="ctr" anchorCtr="0">
            <a:spAutoFit/>
          </a:bodyPr>
          <a:lstStyle/>
          <a:p>
            <a:r>
              <a:rPr lang="en-US" sz="2800" i="0" dirty="0">
                <a:solidFill>
                  <a:schemeClr val="tx1"/>
                </a:solidFill>
              </a:rPr>
              <a:t>Consumer Segment</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262165" y="1589918"/>
            <a:ext cx="663122" cy="663122"/>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2" name="TextBox 1">
            <a:extLst>
              <a:ext uri="{FF2B5EF4-FFF2-40B4-BE49-F238E27FC236}">
                <a16:creationId xmlns:a16="http://schemas.microsoft.com/office/drawing/2014/main" id="{F80925F4-A7A8-48A3-8334-CCC2636FB35C}"/>
              </a:ext>
            </a:extLst>
          </p:cNvPr>
          <p:cNvSpPr txBox="1"/>
          <p:nvPr/>
        </p:nvSpPr>
        <p:spPr>
          <a:xfrm>
            <a:off x="326570" y="1799158"/>
            <a:ext cx="555173" cy="276999"/>
          </a:xfrm>
          <a:prstGeom prst="rect">
            <a:avLst/>
          </a:prstGeom>
          <a:noFill/>
        </p:spPr>
        <p:txBody>
          <a:bodyPr wrap="square" lIns="0" tIns="0" rIns="0" bIns="0" rtlCol="0">
            <a:spAutoFit/>
          </a:bodyPr>
          <a:lstStyle/>
          <a:p>
            <a:pPr algn="ctr">
              <a:spcBef>
                <a:spcPts val="600"/>
              </a:spcBef>
              <a:buSzPct val="100000"/>
            </a:pPr>
            <a:r>
              <a:rPr lang="en-US" b="1" dirty="0">
                <a:solidFill>
                  <a:schemeClr val="bg1"/>
                </a:solidFill>
              </a:rPr>
              <a:t>2.3</a:t>
            </a:r>
          </a:p>
        </p:txBody>
      </p:sp>
    </p:spTree>
    <p:extLst>
      <p:ext uri="{BB962C8B-B14F-4D97-AF65-F5344CB8AC3E}">
        <p14:creationId xmlns:p14="http://schemas.microsoft.com/office/powerpoint/2010/main" val="232942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948"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706035"/>
            <a:ext cx="9920513" cy="430887"/>
          </a:xfrm>
        </p:spPr>
        <p:txBody>
          <a:bodyPr wrap="square" anchor="ctr" anchorCtr="0">
            <a:spAutoFit/>
          </a:bodyPr>
          <a:lstStyle/>
          <a:p>
            <a:r>
              <a:rPr lang="en-US" sz="2800" i="0" dirty="0">
                <a:solidFill>
                  <a:schemeClr val="tx1"/>
                </a:solidFill>
              </a:rPr>
              <a:t>Impact of Government Interventions</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262165" y="1589918"/>
            <a:ext cx="663122" cy="663122"/>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2" name="TextBox 1">
            <a:extLst>
              <a:ext uri="{FF2B5EF4-FFF2-40B4-BE49-F238E27FC236}">
                <a16:creationId xmlns:a16="http://schemas.microsoft.com/office/drawing/2014/main" id="{F80925F4-A7A8-48A3-8334-CCC2636FB35C}"/>
              </a:ext>
            </a:extLst>
          </p:cNvPr>
          <p:cNvSpPr txBox="1"/>
          <p:nvPr/>
        </p:nvSpPr>
        <p:spPr>
          <a:xfrm>
            <a:off x="326570" y="1799158"/>
            <a:ext cx="555173" cy="276999"/>
          </a:xfrm>
          <a:prstGeom prst="rect">
            <a:avLst/>
          </a:prstGeom>
          <a:noFill/>
        </p:spPr>
        <p:txBody>
          <a:bodyPr wrap="square" lIns="0" tIns="0" rIns="0" bIns="0" rtlCol="0">
            <a:spAutoFit/>
          </a:bodyPr>
          <a:lstStyle/>
          <a:p>
            <a:pPr algn="ctr">
              <a:spcBef>
                <a:spcPts val="600"/>
              </a:spcBef>
              <a:buSzPct val="100000"/>
            </a:pPr>
            <a:r>
              <a:rPr lang="en-US" b="1" dirty="0">
                <a:solidFill>
                  <a:schemeClr val="bg1"/>
                </a:solidFill>
              </a:rPr>
              <a:t>2.4</a:t>
            </a:r>
          </a:p>
        </p:txBody>
      </p:sp>
    </p:spTree>
    <p:extLst>
      <p:ext uri="{BB962C8B-B14F-4D97-AF65-F5344CB8AC3E}">
        <p14:creationId xmlns:p14="http://schemas.microsoft.com/office/powerpoint/2010/main" val="3966186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3972"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706035"/>
            <a:ext cx="9920513" cy="430887"/>
          </a:xfrm>
        </p:spPr>
        <p:txBody>
          <a:bodyPr wrap="square" anchor="ctr" anchorCtr="0">
            <a:spAutoFit/>
          </a:bodyPr>
          <a:lstStyle/>
          <a:p>
            <a:r>
              <a:rPr lang="en-US" sz="2800" i="0" dirty="0">
                <a:solidFill>
                  <a:schemeClr val="tx1"/>
                </a:solidFill>
              </a:rPr>
              <a:t>Grid of Future</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262165" y="1589918"/>
            <a:ext cx="663122" cy="663122"/>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2" name="TextBox 1">
            <a:extLst>
              <a:ext uri="{FF2B5EF4-FFF2-40B4-BE49-F238E27FC236}">
                <a16:creationId xmlns:a16="http://schemas.microsoft.com/office/drawing/2014/main" id="{F80925F4-A7A8-48A3-8334-CCC2636FB35C}"/>
              </a:ext>
            </a:extLst>
          </p:cNvPr>
          <p:cNvSpPr txBox="1"/>
          <p:nvPr/>
        </p:nvSpPr>
        <p:spPr>
          <a:xfrm>
            <a:off x="326570" y="1799158"/>
            <a:ext cx="555173" cy="276999"/>
          </a:xfrm>
          <a:prstGeom prst="rect">
            <a:avLst/>
          </a:prstGeom>
          <a:noFill/>
        </p:spPr>
        <p:txBody>
          <a:bodyPr wrap="square" lIns="0" tIns="0" rIns="0" bIns="0" rtlCol="0">
            <a:spAutoFit/>
          </a:bodyPr>
          <a:lstStyle/>
          <a:p>
            <a:pPr algn="ctr">
              <a:spcBef>
                <a:spcPts val="600"/>
              </a:spcBef>
              <a:buSzPct val="100000"/>
            </a:pPr>
            <a:r>
              <a:rPr lang="en-US" b="1" dirty="0">
                <a:solidFill>
                  <a:schemeClr val="bg1"/>
                </a:solidFill>
              </a:rPr>
              <a:t>2.5</a:t>
            </a:r>
          </a:p>
        </p:txBody>
      </p:sp>
    </p:spTree>
    <p:extLst>
      <p:ext uri="{BB962C8B-B14F-4D97-AF65-F5344CB8AC3E}">
        <p14:creationId xmlns:p14="http://schemas.microsoft.com/office/powerpoint/2010/main" val="3428706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4996"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706035"/>
            <a:ext cx="9920513" cy="430887"/>
          </a:xfrm>
        </p:spPr>
        <p:txBody>
          <a:bodyPr wrap="square" anchor="ctr" anchorCtr="0">
            <a:spAutoFit/>
          </a:bodyPr>
          <a:lstStyle/>
          <a:p>
            <a:r>
              <a:rPr lang="en-US" sz="2800" i="0" dirty="0">
                <a:solidFill>
                  <a:schemeClr val="tx1"/>
                </a:solidFill>
              </a:rPr>
              <a:t>Green Open Access</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262165" y="1589918"/>
            <a:ext cx="663122" cy="663122"/>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2" name="TextBox 1">
            <a:extLst>
              <a:ext uri="{FF2B5EF4-FFF2-40B4-BE49-F238E27FC236}">
                <a16:creationId xmlns:a16="http://schemas.microsoft.com/office/drawing/2014/main" id="{F80925F4-A7A8-48A3-8334-CCC2636FB35C}"/>
              </a:ext>
            </a:extLst>
          </p:cNvPr>
          <p:cNvSpPr txBox="1"/>
          <p:nvPr/>
        </p:nvSpPr>
        <p:spPr>
          <a:xfrm>
            <a:off x="326570" y="1799158"/>
            <a:ext cx="555173" cy="276999"/>
          </a:xfrm>
          <a:prstGeom prst="rect">
            <a:avLst/>
          </a:prstGeom>
          <a:noFill/>
        </p:spPr>
        <p:txBody>
          <a:bodyPr wrap="square" lIns="0" tIns="0" rIns="0" bIns="0" rtlCol="0">
            <a:spAutoFit/>
          </a:bodyPr>
          <a:lstStyle/>
          <a:p>
            <a:pPr algn="ctr">
              <a:spcBef>
                <a:spcPts val="600"/>
              </a:spcBef>
              <a:buSzPct val="100000"/>
            </a:pPr>
            <a:r>
              <a:rPr lang="en-US" b="1" dirty="0">
                <a:solidFill>
                  <a:schemeClr val="bg1"/>
                </a:solidFill>
              </a:rPr>
              <a:t>2.6</a:t>
            </a:r>
          </a:p>
        </p:txBody>
      </p:sp>
    </p:spTree>
    <p:extLst>
      <p:ext uri="{BB962C8B-B14F-4D97-AF65-F5344CB8AC3E}">
        <p14:creationId xmlns:p14="http://schemas.microsoft.com/office/powerpoint/2010/main" val="40865700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6020"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706035"/>
            <a:ext cx="9920513" cy="430887"/>
          </a:xfrm>
        </p:spPr>
        <p:txBody>
          <a:bodyPr wrap="square" anchor="ctr" anchorCtr="0">
            <a:spAutoFit/>
          </a:bodyPr>
          <a:lstStyle/>
          <a:p>
            <a:r>
              <a:rPr lang="en-US" sz="2800" i="0" dirty="0">
                <a:solidFill>
                  <a:schemeClr val="tx1"/>
                </a:solidFill>
              </a:rPr>
              <a:t>Transfer of 66 kV assets from DISCOM to PGCIL</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262165" y="1589918"/>
            <a:ext cx="663122" cy="663122"/>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2" name="TextBox 1">
            <a:extLst>
              <a:ext uri="{FF2B5EF4-FFF2-40B4-BE49-F238E27FC236}">
                <a16:creationId xmlns:a16="http://schemas.microsoft.com/office/drawing/2014/main" id="{F80925F4-A7A8-48A3-8334-CCC2636FB35C}"/>
              </a:ext>
            </a:extLst>
          </p:cNvPr>
          <p:cNvSpPr txBox="1"/>
          <p:nvPr/>
        </p:nvSpPr>
        <p:spPr>
          <a:xfrm>
            <a:off x="326570" y="1799158"/>
            <a:ext cx="555173" cy="276999"/>
          </a:xfrm>
          <a:prstGeom prst="rect">
            <a:avLst/>
          </a:prstGeom>
          <a:noFill/>
        </p:spPr>
        <p:txBody>
          <a:bodyPr wrap="square" lIns="0" tIns="0" rIns="0" bIns="0" rtlCol="0">
            <a:spAutoFit/>
          </a:bodyPr>
          <a:lstStyle/>
          <a:p>
            <a:pPr algn="ctr">
              <a:spcBef>
                <a:spcPts val="600"/>
              </a:spcBef>
              <a:buSzPct val="100000"/>
            </a:pPr>
            <a:r>
              <a:rPr lang="en-US" b="1" dirty="0">
                <a:solidFill>
                  <a:schemeClr val="bg1"/>
                </a:solidFill>
              </a:rPr>
              <a:t>2.7</a:t>
            </a:r>
          </a:p>
        </p:txBody>
      </p:sp>
    </p:spTree>
    <p:extLst>
      <p:ext uri="{BB962C8B-B14F-4D97-AF65-F5344CB8AC3E}">
        <p14:creationId xmlns:p14="http://schemas.microsoft.com/office/powerpoint/2010/main" val="13368917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A402D40-8287-40F9-A2AE-8CA3AE2A4B9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7044" name="think-cell Slide" r:id="rId4" imgW="498" imgH="499" progId="TCLayout.ActiveDocument.1">
                  <p:embed/>
                </p:oleObj>
              </mc:Choice>
              <mc:Fallback>
                <p:oleObj name="think-cell Slide" r:id="rId4" imgW="498" imgH="499" progId="TCLayout.ActiveDocument.1">
                  <p:embed/>
                  <p:pic>
                    <p:nvPicPr>
                      <p:cNvPr id="6" name="Object 5" hidden="1">
                        <a:extLst>
                          <a:ext uri="{FF2B5EF4-FFF2-40B4-BE49-F238E27FC236}">
                            <a16:creationId xmlns:a16="http://schemas.microsoft.com/office/drawing/2014/main" id="{4A402D40-8287-40F9-A2AE-8CA3AE2A4B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F3174803-1F67-4D25-B30A-FCA299D6C20F}"/>
              </a:ext>
            </a:extLst>
          </p:cNvPr>
          <p:cNvSpPr>
            <a:spLocks noGrp="1"/>
          </p:cNvSpPr>
          <p:nvPr>
            <p:ph type="title"/>
          </p:nvPr>
        </p:nvSpPr>
        <p:spPr>
          <a:xfrm>
            <a:off x="1280884" y="1706035"/>
            <a:ext cx="9920513" cy="430887"/>
          </a:xfrm>
        </p:spPr>
        <p:txBody>
          <a:bodyPr wrap="square" anchor="ctr" anchorCtr="0">
            <a:spAutoFit/>
          </a:bodyPr>
          <a:lstStyle/>
          <a:p>
            <a:r>
              <a:rPr lang="en-US" sz="2800" i="0" dirty="0">
                <a:solidFill>
                  <a:schemeClr val="tx1"/>
                </a:solidFill>
              </a:rPr>
              <a:t>Consumer Rights</a:t>
            </a:r>
            <a:endParaRPr lang="en-US" i="0" dirty="0">
              <a:solidFill>
                <a:schemeClr val="tx1"/>
              </a:solidFill>
            </a:endParaRPr>
          </a:p>
        </p:txBody>
      </p:sp>
      <p:sp>
        <p:nvSpPr>
          <p:cNvPr id="5" name="Oval 4">
            <a:extLst>
              <a:ext uri="{FF2B5EF4-FFF2-40B4-BE49-F238E27FC236}">
                <a16:creationId xmlns:a16="http://schemas.microsoft.com/office/drawing/2014/main" id="{6453C2A6-FD41-480D-A876-6B2945A7C0E3}"/>
              </a:ext>
            </a:extLst>
          </p:cNvPr>
          <p:cNvSpPr>
            <a:spLocks noChangeAspect="1"/>
          </p:cNvSpPr>
          <p:nvPr/>
        </p:nvSpPr>
        <p:spPr bwMode="gray">
          <a:xfrm>
            <a:off x="262165" y="1589918"/>
            <a:ext cx="663122" cy="663122"/>
          </a:xfrm>
          <a:prstGeom prst="ellipse">
            <a:avLst/>
          </a:prstGeom>
          <a:solidFill>
            <a:srgbClr val="9CAC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prstClr val="white"/>
              </a:solidFill>
              <a:effectLst/>
              <a:uLnTx/>
              <a:uFillTx/>
            </a:endParaRPr>
          </a:p>
        </p:txBody>
      </p:sp>
      <p:cxnSp>
        <p:nvCxnSpPr>
          <p:cNvPr id="9" name="Straight Connector 8">
            <a:extLst>
              <a:ext uri="{FF2B5EF4-FFF2-40B4-BE49-F238E27FC236}">
                <a16:creationId xmlns:a16="http://schemas.microsoft.com/office/drawing/2014/main" id="{481FA6FD-48CB-4711-810A-6F15C82B8881}"/>
              </a:ext>
            </a:extLst>
          </p:cNvPr>
          <p:cNvCxnSpPr/>
          <p:nvPr/>
        </p:nvCxnSpPr>
        <p:spPr>
          <a:xfrm>
            <a:off x="4615544" y="3557054"/>
            <a:ext cx="0" cy="1330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432">
            <a:extLst>
              <a:ext uri="{FF2B5EF4-FFF2-40B4-BE49-F238E27FC236}">
                <a16:creationId xmlns:a16="http://schemas.microsoft.com/office/drawing/2014/main" id="{4E445C77-BF89-4B34-824A-428C910A301C}"/>
              </a:ext>
            </a:extLst>
          </p:cNvPr>
          <p:cNvGrpSpPr>
            <a:grpSpLocks noChangeAspect="1"/>
          </p:cNvGrpSpPr>
          <p:nvPr/>
        </p:nvGrpSpPr>
        <p:grpSpPr bwMode="auto">
          <a:xfrm>
            <a:off x="1207389" y="3004869"/>
            <a:ext cx="2345256" cy="2352152"/>
            <a:chOff x="3505" y="1546"/>
            <a:chExt cx="340" cy="341"/>
          </a:xfrm>
          <a:solidFill>
            <a:srgbClr val="9CAC00"/>
          </a:solidFill>
        </p:grpSpPr>
        <p:sp>
          <p:nvSpPr>
            <p:cNvPr id="15" name="Freeform 433">
              <a:extLst>
                <a:ext uri="{FF2B5EF4-FFF2-40B4-BE49-F238E27FC236}">
                  <a16:creationId xmlns:a16="http://schemas.microsoft.com/office/drawing/2014/main" id="{BE055095-7520-4AAB-9C2A-0FFF784BECEF}"/>
                </a:ext>
              </a:extLst>
            </p:cNvPr>
            <p:cNvSpPr>
              <a:spLocks noEditPoints="1"/>
            </p:cNvSpPr>
            <p:nvPr/>
          </p:nvSpPr>
          <p:spPr bwMode="auto">
            <a:xfrm>
              <a:off x="3569" y="1610"/>
              <a:ext cx="212" cy="213"/>
            </a:xfrm>
            <a:custGeom>
              <a:avLst/>
              <a:gdLst>
                <a:gd name="T0" fmla="*/ 309 w 320"/>
                <a:gd name="T1" fmla="*/ 149 h 320"/>
                <a:gd name="T2" fmla="*/ 287 w 320"/>
                <a:gd name="T3" fmla="*/ 149 h 320"/>
                <a:gd name="T4" fmla="*/ 170 w 320"/>
                <a:gd name="T5" fmla="*/ 32 h 320"/>
                <a:gd name="T6" fmla="*/ 170 w 320"/>
                <a:gd name="T7" fmla="*/ 10 h 320"/>
                <a:gd name="T8" fmla="*/ 160 w 320"/>
                <a:gd name="T9" fmla="*/ 0 h 320"/>
                <a:gd name="T10" fmla="*/ 149 w 320"/>
                <a:gd name="T11" fmla="*/ 10 h 320"/>
                <a:gd name="T12" fmla="*/ 149 w 320"/>
                <a:gd name="T13" fmla="*/ 32 h 320"/>
                <a:gd name="T14" fmla="*/ 32 w 320"/>
                <a:gd name="T15" fmla="*/ 149 h 320"/>
                <a:gd name="T16" fmla="*/ 10 w 320"/>
                <a:gd name="T17" fmla="*/ 149 h 320"/>
                <a:gd name="T18" fmla="*/ 0 w 320"/>
                <a:gd name="T19" fmla="*/ 160 h 320"/>
                <a:gd name="T20" fmla="*/ 10 w 320"/>
                <a:gd name="T21" fmla="*/ 170 h 320"/>
                <a:gd name="T22" fmla="*/ 32 w 320"/>
                <a:gd name="T23" fmla="*/ 170 h 320"/>
                <a:gd name="T24" fmla="*/ 149 w 320"/>
                <a:gd name="T25" fmla="*/ 287 h 320"/>
                <a:gd name="T26" fmla="*/ 149 w 320"/>
                <a:gd name="T27" fmla="*/ 309 h 320"/>
                <a:gd name="T28" fmla="*/ 160 w 320"/>
                <a:gd name="T29" fmla="*/ 320 h 320"/>
                <a:gd name="T30" fmla="*/ 170 w 320"/>
                <a:gd name="T31" fmla="*/ 309 h 320"/>
                <a:gd name="T32" fmla="*/ 170 w 320"/>
                <a:gd name="T33" fmla="*/ 287 h 320"/>
                <a:gd name="T34" fmla="*/ 287 w 320"/>
                <a:gd name="T35" fmla="*/ 170 h 320"/>
                <a:gd name="T36" fmla="*/ 309 w 320"/>
                <a:gd name="T37" fmla="*/ 170 h 320"/>
                <a:gd name="T38" fmla="*/ 320 w 320"/>
                <a:gd name="T39" fmla="*/ 160 h 320"/>
                <a:gd name="T40" fmla="*/ 309 w 320"/>
                <a:gd name="T41" fmla="*/ 149 h 320"/>
                <a:gd name="T42" fmla="*/ 266 w 320"/>
                <a:gd name="T43" fmla="*/ 149 h 320"/>
                <a:gd name="T44" fmla="*/ 233 w 320"/>
                <a:gd name="T45" fmla="*/ 149 h 320"/>
                <a:gd name="T46" fmla="*/ 170 w 320"/>
                <a:gd name="T47" fmla="*/ 86 h 320"/>
                <a:gd name="T48" fmla="*/ 170 w 320"/>
                <a:gd name="T49" fmla="*/ 54 h 320"/>
                <a:gd name="T50" fmla="*/ 266 w 320"/>
                <a:gd name="T51" fmla="*/ 149 h 320"/>
                <a:gd name="T52" fmla="*/ 149 w 320"/>
                <a:gd name="T53" fmla="*/ 149 h 320"/>
                <a:gd name="T54" fmla="*/ 107 w 320"/>
                <a:gd name="T55" fmla="*/ 149 h 320"/>
                <a:gd name="T56" fmla="*/ 149 w 320"/>
                <a:gd name="T57" fmla="*/ 107 h 320"/>
                <a:gd name="T58" fmla="*/ 149 w 320"/>
                <a:gd name="T59" fmla="*/ 149 h 320"/>
                <a:gd name="T60" fmla="*/ 149 w 320"/>
                <a:gd name="T61" fmla="*/ 170 h 320"/>
                <a:gd name="T62" fmla="*/ 149 w 320"/>
                <a:gd name="T63" fmla="*/ 212 h 320"/>
                <a:gd name="T64" fmla="*/ 107 w 320"/>
                <a:gd name="T65" fmla="*/ 170 h 320"/>
                <a:gd name="T66" fmla="*/ 149 w 320"/>
                <a:gd name="T67" fmla="*/ 170 h 320"/>
                <a:gd name="T68" fmla="*/ 170 w 320"/>
                <a:gd name="T69" fmla="*/ 170 h 320"/>
                <a:gd name="T70" fmla="*/ 212 w 320"/>
                <a:gd name="T71" fmla="*/ 170 h 320"/>
                <a:gd name="T72" fmla="*/ 170 w 320"/>
                <a:gd name="T73" fmla="*/ 212 h 320"/>
                <a:gd name="T74" fmla="*/ 170 w 320"/>
                <a:gd name="T75" fmla="*/ 170 h 320"/>
                <a:gd name="T76" fmla="*/ 170 w 320"/>
                <a:gd name="T77" fmla="*/ 149 h 320"/>
                <a:gd name="T78" fmla="*/ 170 w 320"/>
                <a:gd name="T79" fmla="*/ 107 h 320"/>
                <a:gd name="T80" fmla="*/ 212 w 320"/>
                <a:gd name="T81" fmla="*/ 149 h 320"/>
                <a:gd name="T82" fmla="*/ 170 w 320"/>
                <a:gd name="T83" fmla="*/ 149 h 320"/>
                <a:gd name="T84" fmla="*/ 149 w 320"/>
                <a:gd name="T85" fmla="*/ 54 h 320"/>
                <a:gd name="T86" fmla="*/ 149 w 320"/>
                <a:gd name="T87" fmla="*/ 86 h 320"/>
                <a:gd name="T88" fmla="*/ 86 w 320"/>
                <a:gd name="T89" fmla="*/ 149 h 320"/>
                <a:gd name="T90" fmla="*/ 54 w 320"/>
                <a:gd name="T91" fmla="*/ 149 h 320"/>
                <a:gd name="T92" fmla="*/ 149 w 320"/>
                <a:gd name="T93" fmla="*/ 54 h 320"/>
                <a:gd name="T94" fmla="*/ 54 w 320"/>
                <a:gd name="T95" fmla="*/ 170 h 320"/>
                <a:gd name="T96" fmla="*/ 86 w 320"/>
                <a:gd name="T97" fmla="*/ 170 h 320"/>
                <a:gd name="T98" fmla="*/ 149 w 320"/>
                <a:gd name="T99" fmla="*/ 233 h 320"/>
                <a:gd name="T100" fmla="*/ 149 w 320"/>
                <a:gd name="T101" fmla="*/ 266 h 320"/>
                <a:gd name="T102" fmla="*/ 54 w 320"/>
                <a:gd name="T103" fmla="*/ 170 h 320"/>
                <a:gd name="T104" fmla="*/ 170 w 320"/>
                <a:gd name="T105" fmla="*/ 266 h 320"/>
                <a:gd name="T106" fmla="*/ 170 w 320"/>
                <a:gd name="T107" fmla="*/ 233 h 320"/>
                <a:gd name="T108" fmla="*/ 233 w 320"/>
                <a:gd name="T109" fmla="*/ 170 h 320"/>
                <a:gd name="T110" fmla="*/ 266 w 320"/>
                <a:gd name="T111" fmla="*/ 170 h 320"/>
                <a:gd name="T112" fmla="*/ 170 w 320"/>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0" h="320">
                  <a:moveTo>
                    <a:pt x="309" y="149"/>
                  </a:moveTo>
                  <a:cubicBezTo>
                    <a:pt x="287" y="149"/>
                    <a:pt x="287" y="149"/>
                    <a:pt x="287" y="149"/>
                  </a:cubicBezTo>
                  <a:cubicBezTo>
                    <a:pt x="282" y="87"/>
                    <a:pt x="232" y="37"/>
                    <a:pt x="170" y="32"/>
                  </a:cubicBezTo>
                  <a:cubicBezTo>
                    <a:pt x="170" y="10"/>
                    <a:pt x="170" y="10"/>
                    <a:pt x="170" y="10"/>
                  </a:cubicBezTo>
                  <a:cubicBezTo>
                    <a:pt x="170" y="4"/>
                    <a:pt x="166" y="0"/>
                    <a:pt x="160" y="0"/>
                  </a:cubicBezTo>
                  <a:cubicBezTo>
                    <a:pt x="154" y="0"/>
                    <a:pt x="149" y="4"/>
                    <a:pt x="149" y="10"/>
                  </a:cubicBezTo>
                  <a:cubicBezTo>
                    <a:pt x="149" y="32"/>
                    <a:pt x="149" y="32"/>
                    <a:pt x="149" y="32"/>
                  </a:cubicBezTo>
                  <a:cubicBezTo>
                    <a:pt x="87" y="37"/>
                    <a:pt x="37" y="87"/>
                    <a:pt x="32" y="149"/>
                  </a:cubicBezTo>
                  <a:cubicBezTo>
                    <a:pt x="10" y="149"/>
                    <a:pt x="10" y="149"/>
                    <a:pt x="10" y="149"/>
                  </a:cubicBezTo>
                  <a:cubicBezTo>
                    <a:pt x="4" y="149"/>
                    <a:pt x="0" y="154"/>
                    <a:pt x="0" y="160"/>
                  </a:cubicBezTo>
                  <a:cubicBezTo>
                    <a:pt x="0" y="166"/>
                    <a:pt x="4" y="170"/>
                    <a:pt x="10" y="170"/>
                  </a:cubicBezTo>
                  <a:cubicBezTo>
                    <a:pt x="32" y="170"/>
                    <a:pt x="32" y="170"/>
                    <a:pt x="32" y="170"/>
                  </a:cubicBezTo>
                  <a:cubicBezTo>
                    <a:pt x="37" y="232"/>
                    <a:pt x="87" y="282"/>
                    <a:pt x="149" y="287"/>
                  </a:cubicBezTo>
                  <a:cubicBezTo>
                    <a:pt x="149" y="309"/>
                    <a:pt x="149" y="309"/>
                    <a:pt x="149" y="309"/>
                  </a:cubicBezTo>
                  <a:cubicBezTo>
                    <a:pt x="149" y="315"/>
                    <a:pt x="154" y="320"/>
                    <a:pt x="160" y="320"/>
                  </a:cubicBezTo>
                  <a:cubicBezTo>
                    <a:pt x="166" y="320"/>
                    <a:pt x="170" y="315"/>
                    <a:pt x="170" y="309"/>
                  </a:cubicBezTo>
                  <a:cubicBezTo>
                    <a:pt x="170" y="287"/>
                    <a:pt x="170" y="287"/>
                    <a:pt x="170" y="287"/>
                  </a:cubicBezTo>
                  <a:cubicBezTo>
                    <a:pt x="232" y="282"/>
                    <a:pt x="282" y="232"/>
                    <a:pt x="287" y="170"/>
                  </a:cubicBezTo>
                  <a:cubicBezTo>
                    <a:pt x="309" y="170"/>
                    <a:pt x="309" y="170"/>
                    <a:pt x="309" y="170"/>
                  </a:cubicBezTo>
                  <a:cubicBezTo>
                    <a:pt x="315" y="170"/>
                    <a:pt x="320" y="166"/>
                    <a:pt x="320" y="160"/>
                  </a:cubicBezTo>
                  <a:cubicBezTo>
                    <a:pt x="320" y="154"/>
                    <a:pt x="315" y="149"/>
                    <a:pt x="309" y="149"/>
                  </a:cubicBezTo>
                  <a:close/>
                  <a:moveTo>
                    <a:pt x="266" y="149"/>
                  </a:moveTo>
                  <a:cubicBezTo>
                    <a:pt x="233" y="149"/>
                    <a:pt x="233" y="149"/>
                    <a:pt x="233" y="149"/>
                  </a:cubicBezTo>
                  <a:cubicBezTo>
                    <a:pt x="229" y="116"/>
                    <a:pt x="203" y="91"/>
                    <a:pt x="170" y="86"/>
                  </a:cubicBezTo>
                  <a:cubicBezTo>
                    <a:pt x="170" y="54"/>
                    <a:pt x="170" y="54"/>
                    <a:pt x="170" y="54"/>
                  </a:cubicBezTo>
                  <a:cubicBezTo>
                    <a:pt x="221" y="59"/>
                    <a:pt x="261" y="99"/>
                    <a:pt x="266" y="149"/>
                  </a:cubicBezTo>
                  <a:close/>
                  <a:moveTo>
                    <a:pt x="149" y="149"/>
                  </a:moveTo>
                  <a:cubicBezTo>
                    <a:pt x="107" y="149"/>
                    <a:pt x="107" y="149"/>
                    <a:pt x="107" y="149"/>
                  </a:cubicBezTo>
                  <a:cubicBezTo>
                    <a:pt x="112" y="128"/>
                    <a:pt x="128" y="112"/>
                    <a:pt x="149" y="107"/>
                  </a:cubicBezTo>
                  <a:lnTo>
                    <a:pt x="149" y="149"/>
                  </a:lnTo>
                  <a:close/>
                  <a:moveTo>
                    <a:pt x="149" y="170"/>
                  </a:moveTo>
                  <a:cubicBezTo>
                    <a:pt x="149" y="212"/>
                    <a:pt x="149" y="212"/>
                    <a:pt x="149" y="212"/>
                  </a:cubicBezTo>
                  <a:cubicBezTo>
                    <a:pt x="128" y="208"/>
                    <a:pt x="112" y="191"/>
                    <a:pt x="107" y="170"/>
                  </a:cubicBezTo>
                  <a:lnTo>
                    <a:pt x="149" y="170"/>
                  </a:lnTo>
                  <a:close/>
                  <a:moveTo>
                    <a:pt x="170" y="170"/>
                  </a:moveTo>
                  <a:cubicBezTo>
                    <a:pt x="212" y="170"/>
                    <a:pt x="212" y="170"/>
                    <a:pt x="212" y="170"/>
                  </a:cubicBezTo>
                  <a:cubicBezTo>
                    <a:pt x="208" y="191"/>
                    <a:pt x="191" y="208"/>
                    <a:pt x="170" y="212"/>
                  </a:cubicBezTo>
                  <a:lnTo>
                    <a:pt x="170" y="170"/>
                  </a:lnTo>
                  <a:close/>
                  <a:moveTo>
                    <a:pt x="170" y="149"/>
                  </a:moveTo>
                  <a:cubicBezTo>
                    <a:pt x="170" y="107"/>
                    <a:pt x="170" y="107"/>
                    <a:pt x="170" y="107"/>
                  </a:cubicBezTo>
                  <a:cubicBezTo>
                    <a:pt x="191" y="112"/>
                    <a:pt x="208" y="128"/>
                    <a:pt x="212" y="149"/>
                  </a:cubicBezTo>
                  <a:lnTo>
                    <a:pt x="170" y="149"/>
                  </a:lnTo>
                  <a:close/>
                  <a:moveTo>
                    <a:pt x="149" y="54"/>
                  </a:moveTo>
                  <a:cubicBezTo>
                    <a:pt x="149" y="86"/>
                    <a:pt x="149" y="86"/>
                    <a:pt x="149" y="86"/>
                  </a:cubicBezTo>
                  <a:cubicBezTo>
                    <a:pt x="116" y="91"/>
                    <a:pt x="91" y="116"/>
                    <a:pt x="86" y="149"/>
                  </a:cubicBezTo>
                  <a:cubicBezTo>
                    <a:pt x="54" y="149"/>
                    <a:pt x="54" y="149"/>
                    <a:pt x="54" y="149"/>
                  </a:cubicBezTo>
                  <a:cubicBezTo>
                    <a:pt x="59" y="99"/>
                    <a:pt x="99" y="59"/>
                    <a:pt x="149" y="54"/>
                  </a:cubicBezTo>
                  <a:close/>
                  <a:moveTo>
                    <a:pt x="54" y="170"/>
                  </a:moveTo>
                  <a:cubicBezTo>
                    <a:pt x="86" y="170"/>
                    <a:pt x="86" y="170"/>
                    <a:pt x="86" y="170"/>
                  </a:cubicBezTo>
                  <a:cubicBezTo>
                    <a:pt x="91" y="203"/>
                    <a:pt x="116" y="229"/>
                    <a:pt x="149" y="233"/>
                  </a:cubicBezTo>
                  <a:cubicBezTo>
                    <a:pt x="149" y="266"/>
                    <a:pt x="149" y="266"/>
                    <a:pt x="149" y="266"/>
                  </a:cubicBezTo>
                  <a:cubicBezTo>
                    <a:pt x="99" y="261"/>
                    <a:pt x="59" y="221"/>
                    <a:pt x="54" y="170"/>
                  </a:cubicBezTo>
                  <a:close/>
                  <a:moveTo>
                    <a:pt x="170" y="266"/>
                  </a:moveTo>
                  <a:cubicBezTo>
                    <a:pt x="170" y="233"/>
                    <a:pt x="170" y="233"/>
                    <a:pt x="170" y="233"/>
                  </a:cubicBezTo>
                  <a:cubicBezTo>
                    <a:pt x="203" y="229"/>
                    <a:pt x="229" y="203"/>
                    <a:pt x="233" y="170"/>
                  </a:cubicBezTo>
                  <a:cubicBezTo>
                    <a:pt x="266" y="170"/>
                    <a:pt x="266" y="170"/>
                    <a:pt x="266" y="170"/>
                  </a:cubicBezTo>
                  <a:cubicBezTo>
                    <a:pt x="261" y="221"/>
                    <a:pt x="221" y="261"/>
                    <a:pt x="170"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6" name="Freeform 434">
              <a:extLst>
                <a:ext uri="{FF2B5EF4-FFF2-40B4-BE49-F238E27FC236}">
                  <a16:creationId xmlns:a16="http://schemas.microsoft.com/office/drawing/2014/main" id="{9B42EB57-9501-4C41-8848-590A7D4D2D48}"/>
                </a:ext>
              </a:extLst>
            </p:cNvPr>
            <p:cNvSpPr>
              <a:spLocks noEditPoints="1"/>
            </p:cNvSpPr>
            <p:nvPr/>
          </p:nvSpPr>
          <p:spPr bwMode="auto">
            <a:xfrm>
              <a:off x="3505" y="1546"/>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
        <p:nvSpPr>
          <p:cNvPr id="2" name="TextBox 1">
            <a:extLst>
              <a:ext uri="{FF2B5EF4-FFF2-40B4-BE49-F238E27FC236}">
                <a16:creationId xmlns:a16="http://schemas.microsoft.com/office/drawing/2014/main" id="{F80925F4-A7A8-48A3-8334-CCC2636FB35C}"/>
              </a:ext>
            </a:extLst>
          </p:cNvPr>
          <p:cNvSpPr txBox="1"/>
          <p:nvPr/>
        </p:nvSpPr>
        <p:spPr>
          <a:xfrm>
            <a:off x="326570" y="1799158"/>
            <a:ext cx="555173" cy="276999"/>
          </a:xfrm>
          <a:prstGeom prst="rect">
            <a:avLst/>
          </a:prstGeom>
          <a:noFill/>
        </p:spPr>
        <p:txBody>
          <a:bodyPr wrap="square" lIns="0" tIns="0" rIns="0" bIns="0" rtlCol="0">
            <a:spAutoFit/>
          </a:bodyPr>
          <a:lstStyle/>
          <a:p>
            <a:pPr algn="ctr">
              <a:spcBef>
                <a:spcPts val="600"/>
              </a:spcBef>
              <a:buSzPct val="100000"/>
            </a:pPr>
            <a:r>
              <a:rPr lang="en-US" b="1" dirty="0">
                <a:solidFill>
                  <a:schemeClr val="bg1"/>
                </a:solidFill>
              </a:rPr>
              <a:t>2.8</a:t>
            </a:r>
          </a:p>
        </p:txBody>
      </p:sp>
    </p:spTree>
    <p:extLst>
      <p:ext uri="{BB962C8B-B14F-4D97-AF65-F5344CB8AC3E}">
        <p14:creationId xmlns:p14="http://schemas.microsoft.com/office/powerpoint/2010/main" val="25396355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p:cNvPicPr>
            <a:picLocks noGrp="1" noChangeAspect="1"/>
          </p:cNvPicPr>
          <p:nvPr>
            <p:ph type="pic" sz="quarter" idx="14"/>
          </p:nvPr>
        </p:nvPicPr>
        <p:blipFill>
          <a:blip r:embed="rId4" cstate="email">
            <a:extLst>
              <a:ext uri="{28A0092B-C50C-407E-A947-70E740481C1C}">
                <a14:useLocalDpi xmlns:a14="http://schemas.microsoft.com/office/drawing/2010/main"/>
              </a:ext>
            </a:extLst>
          </a:blip>
          <a:srcRect/>
          <a:stretch>
            <a:fillRect/>
          </a:stretch>
        </p:blipFill>
        <p:spPr>
          <a:xfrm>
            <a:off x="5583731" y="1504300"/>
            <a:ext cx="5537835" cy="4119522"/>
          </a:xfrm>
        </p:spPr>
      </p:pic>
      <p:sp>
        <p:nvSpPr>
          <p:cNvPr id="4" name="Rectangle 3"/>
          <p:cNvSpPr/>
          <p:nvPr/>
        </p:nvSpPr>
        <p:spPr>
          <a:xfrm>
            <a:off x="381000" y="1432572"/>
            <a:ext cx="5405873" cy="4178195"/>
          </a:xfrm>
          <a:prstGeom prst="rect">
            <a:avLst/>
          </a:prstGeom>
        </p:spPr>
        <p:txBody>
          <a:bodyPr wrap="square">
            <a:spAutoFit/>
          </a:bodyPr>
          <a:lstStyle/>
          <a:p>
            <a:pPr defTabSz="885948">
              <a:spcAft>
                <a:spcPts val="522"/>
              </a:spcAft>
              <a:buClr>
                <a:srgbClr val="000000"/>
              </a:buClr>
              <a:buSzPct val="80000"/>
            </a:pPr>
            <a:r>
              <a:rPr lang="en-US" sz="957" noProof="1">
                <a:solidFill>
                  <a:srgbClr val="000000"/>
                </a:solidFill>
                <a:latin typeface="Verdana"/>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defTabSz="885948">
              <a:spcAft>
                <a:spcPts val="522"/>
              </a:spcAft>
              <a:buClr>
                <a:srgbClr val="000000"/>
              </a:buClr>
              <a:buSzPct val="80000"/>
            </a:pPr>
            <a:r>
              <a:rPr lang="en-US" sz="957" noProof="1">
                <a:solidFill>
                  <a:srgbClr val="000000"/>
                </a:solidFill>
                <a:latin typeface="Verdana"/>
              </a:rPr>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defTabSz="885948">
              <a:spcAft>
                <a:spcPts val="522"/>
              </a:spcAft>
              <a:buClr>
                <a:srgbClr val="000000"/>
              </a:buClr>
              <a:buSzPct val="80000"/>
            </a:pPr>
            <a:r>
              <a:rPr lang="en-US" sz="957" noProof="1">
                <a:solidFill>
                  <a:srgbClr val="000000"/>
                </a:solidFill>
                <a:latin typeface="Verdana"/>
              </a:rPr>
              <a:t>Nothing in this material creates any contractual relationship between DTTILLP and you. Any mutually binding legal obligationsorrights may only be created between you and DTTILLP upon execution of a legally binding contract. By using this material and any information contained in it, the user accepts this entire notice and terms of use.</a:t>
            </a:r>
          </a:p>
          <a:p>
            <a:pPr defTabSz="885948">
              <a:spcAft>
                <a:spcPts val="522"/>
              </a:spcAft>
              <a:buClr>
                <a:srgbClr val="000000"/>
              </a:buClr>
              <a:buSzPct val="80000"/>
            </a:pPr>
            <a:r>
              <a:rPr lang="en-US" sz="957" noProof="1">
                <a:solidFill>
                  <a:srgbClr val="000000"/>
                </a:solidFill>
                <a:latin typeface="Verdana"/>
              </a:rPr>
              <a:t>©2022 Deloitte Touche Tohmatsu India LLP. Member of Deloitte Touche Tohmatsu Limited</a:t>
            </a:r>
          </a:p>
          <a:p>
            <a:pPr defTabSz="885948">
              <a:spcAft>
                <a:spcPts val="522"/>
              </a:spcAft>
              <a:buClr>
                <a:srgbClr val="000000"/>
              </a:buClr>
              <a:buSzPct val="80000"/>
            </a:pPr>
            <a:r>
              <a:rPr lang="en-US" sz="957" noProof="1">
                <a:solidFill>
                  <a:srgbClr val="000000"/>
                </a:solidFill>
                <a:latin typeface="Verdana"/>
              </a:rPr>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custDataLst>
      <p:tags r:id="rId1"/>
    </p:custDataLst>
    <p:extLst>
      <p:ext uri="{BB962C8B-B14F-4D97-AF65-F5344CB8AC3E}">
        <p14:creationId xmlns:p14="http://schemas.microsoft.com/office/powerpoint/2010/main" val="2378693763"/>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5121&quot;/&gt;&lt;CPresentation id=&quot;1&quot;&gt;&lt;m_precDefaultNumber&gt;&lt;m_bNumberIsYear val=&quot;1&quot;/&gt;&lt;m_chMinusSymbol&gt;-&lt;/m_chMinusSymbol&gt;&lt;m_chDecimalSymbol17909&gt;.&lt;/m_chDecimalSymbol17909&gt;&lt;m_nGroupingDigits17909 val=&quot;2147483647&quot;/&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2147483647&quot;/&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YCeo1uxhS2SIlrhC9JZAF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EMPLAFYSLIDEID" val="636090605918013724"/>
</p:tagLst>
</file>

<file path=ppt/theme/theme1.xml><?xml version="1.0" encoding="utf-8"?>
<a:theme xmlns:a="http://schemas.openxmlformats.org/drawingml/2006/main" name="1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2.xml><?xml version="1.0" encoding="utf-8"?>
<a:theme xmlns:a="http://schemas.openxmlformats.org/drawingml/2006/main" name="1_Deloitte_UK_Onscreen">
  <a:themeElements>
    <a:clrScheme name="Deloitte colors">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solidFill>
            <a:schemeClr val="accent3"/>
          </a:solidFill>
          <a:miter lim="800000"/>
          <a:headEnd/>
          <a:tailEnd/>
        </a:ln>
      </a:spPr>
      <a:bodyPr wrap="square" lIns="88900" tIns="88900" rIns="88900" bIns="88900" rtlCol="0" anchor="ctr"/>
      <a:lstStyle>
        <a:defPPr algn="ctr">
          <a:lnSpc>
            <a:spcPct val="106000"/>
          </a:lnSpc>
          <a:buFont typeface="Wingdings 2" pitchFamily="18" charset="2"/>
          <a:buNone/>
          <a:defRPr sz="1600" b="1" noProof="0" dirty="0" err="1">
            <a:solidFill>
              <a:schemeClr val="bg1"/>
            </a:solidFill>
          </a:defRPr>
        </a:defPPr>
      </a:lstStyle>
    </a:spDef>
    <a:lnDef>
      <a:spPr>
        <a:ln>
          <a:solidFill>
            <a:srgbClr val="44546A"/>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34000" indent="-234000">
          <a:spcBef>
            <a:spcPts val="0"/>
          </a:spcBef>
          <a:spcAft>
            <a:spcPts val="1333"/>
          </a:spcAft>
          <a:buSzPct val="100000"/>
          <a:buFont typeface="Arial"/>
          <a:buChar char="•"/>
          <a:defRPr sz="1200" noProof="0" dirty="0" err="1">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 widescreen (16-9).potx" id="{D15CC715-B911-44C1-9E94-DDBA3AD356C4}" vid="{6A3836AB-5DCF-4D2F-8285-FE1EF7A8334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54D36E-9EF4-45FB-A110-F5062C6023D7}">
  <ds:schemaRefs>
    <ds:schemaRef ds:uri="56e355e2-a369-4830-a51e-04ce08b6bb22"/>
    <ds:schemaRef ds:uri="http://schemas.microsoft.com/office/infopath/2007/PartnerControls"/>
    <ds:schemaRef ds:uri="http://schemas.microsoft.com/office/2006/metadata/properties"/>
    <ds:schemaRef ds:uri="86e0598b-b165-4e10-9942-c445ed7b2dd4"/>
    <ds:schemaRef ds:uri="http://purl.org/dc/dcmitype/"/>
    <ds:schemaRef ds:uri="http://www.w3.org/XML/1998/namespace"/>
    <ds:schemaRef ds:uri="http://schemas.microsoft.com/office/2006/documentManagement/types"/>
    <ds:schemaRef ds:uri="http://purl.org/dc/elements/1.1/"/>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A882E84D-1761-4A3D-AAC9-9AB8E64D7E8A}"/>
</file>

<file path=customXml/itemProps3.xml><?xml version="1.0" encoding="utf-8"?>
<ds:datastoreItem xmlns:ds="http://schemas.openxmlformats.org/officeDocument/2006/customXml" ds:itemID="{124D7DF5-2DEA-4939-A487-A40714D422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4_3 Deloitte Consulting PPT Template</Template>
  <TotalTime>71782</TotalTime>
  <Words>499</Words>
  <Application>Microsoft Office PowerPoint</Application>
  <PresentationFormat>Widescreen</PresentationFormat>
  <Paragraphs>60</Paragraphs>
  <Slides>21</Slides>
  <Notes>2</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21</vt:i4>
      </vt:variant>
    </vt:vector>
  </HeadingPairs>
  <TitlesOfParts>
    <vt:vector size="29" baseType="lpstr">
      <vt:lpstr>Arial</vt:lpstr>
      <vt:lpstr>Calibri</vt:lpstr>
      <vt:lpstr>Open Sans Light</vt:lpstr>
      <vt:lpstr>Verdana</vt:lpstr>
      <vt:lpstr>Wingdings 2</vt:lpstr>
      <vt:lpstr>1_Deloitte 16_9 onscreen</vt:lpstr>
      <vt:lpstr>1_Deloitte_UK_Onscreen</vt:lpstr>
      <vt:lpstr>think-cell Slide</vt:lpstr>
      <vt:lpstr>PowerPoint Presentation</vt:lpstr>
      <vt:lpstr>Contents</vt:lpstr>
      <vt:lpstr>Global Scenario</vt:lpstr>
      <vt:lpstr>Demand Supply Scenario</vt:lpstr>
      <vt:lpstr>XXXXX</vt:lpstr>
      <vt:lpstr>Energy Basket</vt:lpstr>
      <vt:lpstr>Consumer Segment</vt:lpstr>
      <vt:lpstr>Global trends in Sustainable Energy Segment</vt:lpstr>
      <vt:lpstr>Case studies - Impact of Government Interventions</vt:lpstr>
      <vt:lpstr>Grid of Future</vt:lpstr>
      <vt:lpstr>Energy Efficiency Initiatives</vt:lpstr>
      <vt:lpstr>Indian Scenario</vt:lpstr>
      <vt:lpstr>Demand Supply Scenario</vt:lpstr>
      <vt:lpstr>Energy Basket</vt:lpstr>
      <vt:lpstr>Consumer Segment</vt:lpstr>
      <vt:lpstr>Impact of Government Interventions</vt:lpstr>
      <vt:lpstr>Grid of Future</vt:lpstr>
      <vt:lpstr>Green Open Access</vt:lpstr>
      <vt:lpstr>Transfer of 66 kV assets from DISCOM to PGCIL</vt:lpstr>
      <vt:lpstr>Consumer Rights</vt:lpstr>
      <vt:lpstr>PowerPoint Presentation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subject/>
  <dc:creator>Chirag Kadam</dc:creator>
  <cp:keywords/>
  <cp:lastModifiedBy>Banerjee, Rajeswar</cp:lastModifiedBy>
  <cp:revision>3519</cp:revision>
  <cp:lastPrinted>2014-06-25T02:16:22Z</cp:lastPrinted>
  <dcterms:created xsi:type="dcterms:W3CDTF">2016-11-09T03:29:25Z</dcterms:created>
  <dcterms:modified xsi:type="dcterms:W3CDTF">2022-07-12T03:54:20Z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Local Content Type">
    <vt:lpwstr/>
  </property>
  <property fmtid="{D5CDD505-2E9C-101B-9397-08002B2CF9AE}" pid="4" name="TaxKeyword">
    <vt:lpwstr/>
  </property>
  <property fmtid="{D5CDD505-2E9C-101B-9397-08002B2CF9AE}" pid="5" name="Global Client Services">
    <vt:lpwstr/>
  </property>
  <property fmtid="{D5CDD505-2E9C-101B-9397-08002B2CF9AE}" pid="6" name="Geography">
    <vt:lpwstr>19;#Global (2542)|163e196f-7511-4639-90b6-ed85c9d9c37c</vt:lpwstr>
  </property>
  <property fmtid="{D5CDD505-2E9C-101B-9397-08002B2CF9AE}" pid="7" name="Local Industry">
    <vt:lpwstr/>
  </property>
  <property fmtid="{D5CDD505-2E9C-101B-9397-08002B2CF9AE}" pid="8" name="Global Industry">
    <vt:lpwstr/>
  </property>
  <property fmtid="{D5CDD505-2E9C-101B-9397-08002B2CF9AE}" pid="9" name="Global Content Type">
    <vt:lpwstr/>
  </property>
  <property fmtid="{D5CDD505-2E9C-101B-9397-08002B2CF9AE}" pid="10" name="LanguageB">
    <vt:lpwstr>2;#English|b169a262-1aaa-4ccb-9acf-78a36c1d9bab</vt:lpwstr>
  </property>
  <property fmtid="{D5CDD505-2E9C-101B-9397-08002B2CF9AE}" pid="11" name="Local Client Services">
    <vt:lpwstr/>
  </property>
  <property fmtid="{D5CDD505-2E9C-101B-9397-08002B2CF9AE}" pid="12" name="MSIP_Label_ea60d57e-af5b-4752-ac57-3e4f28ca11dc_Enabled">
    <vt:lpwstr>true</vt:lpwstr>
  </property>
  <property fmtid="{D5CDD505-2E9C-101B-9397-08002B2CF9AE}" pid="13" name="MSIP_Label_ea60d57e-af5b-4752-ac57-3e4f28ca11dc_SetDate">
    <vt:lpwstr>2021-09-20T06:35:08Z</vt:lpwstr>
  </property>
  <property fmtid="{D5CDD505-2E9C-101B-9397-08002B2CF9AE}" pid="14" name="MSIP_Label_ea60d57e-af5b-4752-ac57-3e4f28ca11dc_Method">
    <vt:lpwstr>Standard</vt:lpwstr>
  </property>
  <property fmtid="{D5CDD505-2E9C-101B-9397-08002B2CF9AE}" pid="15" name="MSIP_Label_ea60d57e-af5b-4752-ac57-3e4f28ca11dc_Name">
    <vt:lpwstr>ea60d57e-af5b-4752-ac57-3e4f28ca11dc</vt:lpwstr>
  </property>
  <property fmtid="{D5CDD505-2E9C-101B-9397-08002B2CF9AE}" pid="16" name="MSIP_Label_ea60d57e-af5b-4752-ac57-3e4f28ca11dc_SiteId">
    <vt:lpwstr>36da45f1-dd2c-4d1f-af13-5abe46b99921</vt:lpwstr>
  </property>
  <property fmtid="{D5CDD505-2E9C-101B-9397-08002B2CF9AE}" pid="17" name="MSIP_Label_ea60d57e-af5b-4752-ac57-3e4f28ca11dc_ActionId">
    <vt:lpwstr>5720a868-5efd-4ec3-aaf1-a573081570eb</vt:lpwstr>
  </property>
  <property fmtid="{D5CDD505-2E9C-101B-9397-08002B2CF9AE}" pid="18" name="MSIP_Label_ea60d57e-af5b-4752-ac57-3e4f28ca11dc_ContentBits">
    <vt:lpwstr>0</vt:lpwstr>
  </property>
</Properties>
</file>